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Layouts/slideLayout94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104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50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1310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1210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80.xml" ContentType="application/vnd.openxmlformats-officedocument.presentationml.slideLayout+xml"/>
  <Override PartName="/ppt/theme/theme10.xml" ContentType="application/vnd.openxmlformats-officedocument.theme+xml"/>
  <Override PartName="/ppt/slideLayouts/slideLayout20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s/slide3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  <p:sldMasterId id="2147483903" r:id="rId5"/>
    <p:sldMasterId id="2147483956" r:id="rId6"/>
    <p:sldMasterId id="2147483974" r:id="rId7"/>
  </p:sldMasterIdLst>
  <p:notesMasterIdLst>
    <p:notesMasterId r:id="rId50"/>
  </p:notesMasterIdLst>
  <p:handoutMasterIdLst>
    <p:handoutMasterId r:id="rId51"/>
  </p:handoutMasterIdLst>
  <p:sldIdLst>
    <p:sldId id="6444" r:id="rId8"/>
    <p:sldId id="2147481724" r:id="rId10"/>
    <p:sldId id="2147481725" r:id="rId11"/>
    <p:sldId id="2147481723" r:id="rId12"/>
    <p:sldId id="2147481707" r:id="rId14"/>
    <p:sldId id="2147481716" r:id="rId24"/>
    <p:sldId id="2147481600" r:id="rId23"/>
    <p:sldId id="6698" r:id="rId33"/>
    <p:sldId id="2147481720" r:id="rId35"/>
    <p:sldId id="6553" r:id="rId38"/>
    <p:sldId id="2147478934" r:id="rId42"/>
  </p:sldIdLst>
  <p:sldSz cx="24387175" cy="13716000"/>
  <p:notesSz cx="9144000" cy="6858000"/>
  <p:embeddedFontLst>
    <p:embeddedFont>
      <p:font typeface="Arial Narrow" panose="020B06060202020A0204" pitchFamily="34" charset="0"/>
      <p:regular r:id="rId52"/>
      <p:bold r:id="rId53"/>
      <p:italic r:id="rId54"/>
      <p:boldItalic r:id="rId55"/>
    </p:embeddedFont>
    <p:embeddedFont>
      <p:font typeface="Figtree"/>
      <p:regular r:id="rId56"/>
      <p:bold r:id="rId57"/>
      <p:italic r:id="rId58"/>
      <p:boldItalic r:id="rId59"/>
    </p:embeddedFont>
    <p:embeddedFont>
      <p:font typeface="Figtree Black" panose="020B0604020202020204" charset="0"/>
      <p:bold r:id="rId60"/>
      <p:boldItalic r:id="rId61"/>
    </p:embeddedFont>
    <p:embeddedFont>
      <p:font typeface="Figtree ExtraBold"/>
      <p:bold r:id="rId62"/>
      <p:boldItalic r:id="rId63"/>
    </p:embeddedFont>
    <p:embeddedFont>
      <p:font typeface="Figtree Light"/>
      <p:regular r:id="rId64"/>
      <p:italic r:id="rId65"/>
    </p:embeddedFont>
    <p:embeddedFont>
      <p:font typeface="Figtree Medium" panose="020B0604020202020204" charset="0"/>
      <p:regular r:id="rId66"/>
      <p:italic r:id="rId67"/>
    </p:embeddedFont>
    <p:embeddedFont>
      <p:font typeface="Helvetica" panose="020B0604020202020204" pitchFamily="34" charset="0"/>
      <p:regular r:id="rId68"/>
      <p:bold r:id="rId69"/>
      <p:italic r:id="rId70"/>
      <p:boldItalic r:id="rId71"/>
    </p:embeddedFont>
    <p:embeddedFont>
      <p:font typeface="TT Norms Pro" panose="020B0604020202020204" charset="0"/>
      <p:regular r:id="rId72"/>
      <p:bold r:id="rId73"/>
      <p:italic r:id="rId74"/>
      <p:boldItalic r:id="rId75"/>
    </p:embeddedFont>
    <p:embeddedFont>
      <p:font typeface="TT Norms Pro ExtraBold" panose="020B0604020202020204" charset="0"/>
      <p:bold r:id="rId76"/>
      <p:italic r:id="rId77"/>
      <p:boldItalic r:id="rId78"/>
    </p:embeddedFont>
    <p:embeddedFont>
      <p:font typeface="TTNormsPro-Medium" panose="02000803030000020003" charset="0"/>
      <p:regular r:id="rId79"/>
    </p:embeddedFont>
  </p:embeddedFontLst>
  <p:defaultTextStyle>
    <a:defPPr>
      <a:defRPr lang="en-US"/>
    </a:defPPr>
    <a:lvl1pPr marL="0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31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64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95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25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56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89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20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51" algn="l" defTabSz="45713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&amp; Agenda" id="{FDADB27F-9A9B-4F13-BAA0-F775B1667398}">
          <p14:sldIdLst>
            <p14:sldId id="6444"/>
            <p14:sldId id="7043"/>
            <p14:sldId id="2147481724"/>
            <p14:sldId id="2147481725"/>
            <p14:sldId id="2147481723"/>
          </p14:sldIdLst>
        </p14:section>
        <p14:section name="01 - ITAM Strategy" id="{92129280-99D1-45BA-89D5-2EC9505482F6}">
          <p14:sldIdLst>
            <p14:sldId id="2147481718"/>
            <p14:sldId id="2147481707"/>
            <p14:sldId id="2147481708"/>
            <p14:sldId id="2147481722"/>
            <p14:sldId id="2147481715"/>
          </p14:sldIdLst>
        </p14:section>
        <p14:section name="02 - Service Overview" id="{2E68A3F4-CFA8-4118-8D56-E7A11B8A1BF9}">
          <p14:sldIdLst>
            <p14:sldId id="6690"/>
            <p14:sldId id="2145707516"/>
            <p14:sldId id="2145707555"/>
            <p14:sldId id="2147473012"/>
            <p14:sldId id="2147472617"/>
            <p14:sldId id="2147472614"/>
            <p14:sldId id="2147481716"/>
          </p14:sldIdLst>
        </p14:section>
        <p14:section name="03 - Guest Speaker" id="{6C1B232C-97E7-4E8E-809D-8A2D9E690181}">
          <p14:sldIdLst>
            <p14:sldId id="6710"/>
            <p14:sldId id="6163"/>
          </p14:sldIdLst>
        </p14:section>
        <p14:section name="04 - In the Market &amp; At Home" id="{E53C3601-D17C-4D13-A7E0-4F80F93EFF37}">
          <p14:sldIdLst>
            <p14:sldId id="6699"/>
            <p14:sldId id="2147481706"/>
            <p14:sldId id="2147481712"/>
            <p14:sldId id="2147481714"/>
            <p14:sldId id="7035"/>
            <p14:sldId id="7055"/>
          </p14:sldIdLst>
        </p14:section>
        <p14:section name="05- 90 Day Success Plan" id="{8DDB8013-386C-4D99-8DA9-C419DAC45179}">
          <p14:sldIdLst>
            <p14:sldId id="6698"/>
            <p14:sldId id="2145707520"/>
            <p14:sldId id="2147481720"/>
          </p14:sldIdLst>
        </p14:section>
        <p14:section name="06 - Next Steps" id="{9558BF21-C5A1-4FC5-ABC2-2B01C4FD33F9}">
          <p14:sldIdLst>
            <p14:sldId id="2145707597"/>
            <p14:sldId id="268"/>
            <p14:sldId id="6553"/>
            <p14:sldId id="2147478933"/>
            <p14:sldId id="2147478934"/>
            <p14:sldId id="2147481709"/>
            <p14:sldId id="2147481704"/>
            <p14:sldId id="2147481719"/>
          </p14:sldIdLst>
        </p14:section>
        <p14:section name="06 - Appendix" id="{5137A14A-D06A-4660-8CEF-3203BB970D16}">
          <p14:sldIdLst/>
        </p14:section>
        <p14:section name="Optional Slides " id="{06506EB4-6AEB-4185-B2BD-6A930ABA16DC}">
          <p14:sldIdLst>
            <p14:sldId id="6700"/>
            <p14:sldId id="2145707544"/>
            <p14:sldId id="6958"/>
            <p14:sldId id="2147472937"/>
            <p14:sldId id="2147472936"/>
            <p14:sldId id="21474817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04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pos="778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E99552-346C-EC49-BDF8-E9BFDB5CAD99}" name="Ryan Krueger" initials="RK" userId="S::ryan.krueger@anglepoint.com::d0b82d94-0fa5-4f89-a1a4-21ebe21db60d" providerId="AD"/>
  <p188:author id="{9A0FA055-0163-1424-0AC0-151E7CC3216B}" name="Sarah Marriott" initials="SM" userId="S::sarah.marriott@anglepoint.com::4cd3f04c-8b01-47e3-95ad-6703defc56c3" providerId="AD"/>
  <p188:author id="{DBE8E599-9E13-DD26-9845-0E2ABFFAEADF}" name="Selina Baranowski" initials="SB" userId="S::selina.baranowski@anglepoint.com::a96aff02-ec72-4e95-9f2c-68c487586473" providerId="AD"/>
  <p188:author id="{4AD43EA3-FF19-90FA-16E9-DA23BCC63EB2}" name="Zarra McConville" initials="ZM" userId="S::zarra.leonte@anglepoint.com::aaac95ad-87cd-4491-b38a-119e3ad60dd4" providerId="AD"/>
  <p188:author id="{4EACEAB0-DEEA-2D41-5C14-04A9681412A9}" name="Will Harding" initials="WH" userId="S::will.harding@anglepoint.com::e30ea7ce-513c-4f76-b48e-5df267dc241a" providerId="AD"/>
  <p188:author id="{02AC85B1-7634-5051-78CF-E88391D5F959}" name="Justin Britton" initials="JB" userId="S::justin.britton@anglepoint.com::7d1af93e-32db-4f35-82ea-b4e28135125a" providerId="AD"/>
  <p188:author id="{0401F1BE-3D5F-53AA-D088-9064AC4AC1A9}" name="Vicki Dobson" initials="VD" userId="S::vicki.dobson@anglepoint.com::e4643133-75de-4527-b52e-112ccdc17a0a" providerId="AD"/>
  <p188:author id="{4AD1DEE3-7643-094D-8476-522D4E3D5449}" name="Brian White" initials="BW" userId="S::brian.white@anglepoint.com::ba35ac58-cc20-436d-bcdf-2265e698e121" providerId="AD"/>
  <p188:author id="{3F5CDCE9-FE59-F53C-E6B5-B728097F8E6E}" name="Patricia St-Pierre" initials="PS" userId="S::patricia.st-pierre@anglepoint.com::ba23e31d-e1c9-4fee-a511-f6b885938bc3" providerId="AD"/>
  <p188:author id="{5E119AF2-E469-28A0-97B4-36FB90DD4FAE}" name="Ashlee Gohdes" initials="AG" userId="S::ashlee.gohdes@anglepoint.com::1e0c3e71-5eb1-478f-a8da-21ccb67ae95e" providerId="AD"/>
  <p188:author id="{49D51AF9-523B-F79A-C080-9B4F70242196}" name="Ashlee Gohdes" initials="AG" userId="S::Ashlee.Gohdes@anglepoint.com::1e0c3e71-5eb1-478f-a8da-21ccb67ae9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0E3"/>
    <a:srgbClr val="E9A000"/>
    <a:srgbClr val="E49900"/>
    <a:srgbClr val="008366"/>
    <a:srgbClr val="001D3B"/>
    <a:srgbClr val="00B478"/>
    <a:srgbClr val="AD2422"/>
    <a:srgbClr val="008D66"/>
    <a:srgbClr val="F8BC00"/>
    <a:srgbClr val="00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22654-4EF5-6F6C-1445-A33AEFDF0B05}" v="2" dt="2026-06-16T19:10:53.057"/>
    <p1510:client id="{D9451124-0017-4A8B-BBF1-9258563A5E20}" v="16" dt="2026-06-17T17:59:13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44" y="186"/>
      </p:cViewPr>
      <p:guideLst>
        <p:guide orient="horz" pos="5040"/>
        <p:guide pos="7681"/>
        <p:guide pos="77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font" Target="fonts/font12.fntdata"/><Relationship Id="rId68" Type="http://schemas.openxmlformats.org/officeDocument/2006/relationships/font" Target="fonts/font17.fntdata"/><Relationship Id="rId84" Type="http://schemas.microsoft.com/office/2015/10/relationships/revisionInfo" Target="revisionInfo.xml"/><Relationship Id="rId11" Type="http://schemas.openxmlformats.org/officeDocument/2006/relationships/slide" Target="slides/slide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74" Type="http://schemas.openxmlformats.org/officeDocument/2006/relationships/font" Target="fonts/font23.fntdata"/><Relationship Id="rId79" Type="http://schemas.openxmlformats.org/officeDocument/2006/relationships/font" Target="fonts/font28.fntdata"/><Relationship Id="rId5" Type="http://schemas.openxmlformats.org/officeDocument/2006/relationships/slideMaster" Target="slideMasters/slideMaster2.xml"/><Relationship Id="rId14" Type="http://schemas.openxmlformats.org/officeDocument/2006/relationships/slide" Target="slides/slide7.xml"/><Relationship Id="rId35" Type="http://schemas.openxmlformats.org/officeDocument/2006/relationships/slide" Target="slides/slide28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font" Target="fonts/font18.fntdata"/><Relationship Id="rId77" Type="http://schemas.openxmlformats.org/officeDocument/2006/relationships/font" Target="fonts/font26.fntdata"/><Relationship Id="rId8" Type="http://schemas.openxmlformats.org/officeDocument/2006/relationships/slide" Target="slides/slide1.xml"/><Relationship Id="rId51" Type="http://schemas.openxmlformats.org/officeDocument/2006/relationships/handoutMaster" Target="handoutMasters/handoutMaster1.xml"/><Relationship Id="rId72" Type="http://schemas.openxmlformats.org/officeDocument/2006/relationships/font" Target="fonts/font21.fntdata"/><Relationship Id="rId80" Type="http://schemas.openxmlformats.org/officeDocument/2006/relationships/presProps" Target="presProps.xml"/><Relationship Id="rId85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font" Target="fonts/font8.fntdata"/><Relationship Id="rId67" Type="http://schemas.openxmlformats.org/officeDocument/2006/relationships/font" Target="fonts/font16.fntdata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font" Target="fonts/font19.fntdata"/><Relationship Id="rId75" Type="http://schemas.openxmlformats.org/officeDocument/2006/relationships/font" Target="fonts/font24.fntdata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57" Type="http://schemas.openxmlformats.org/officeDocument/2006/relationships/font" Target="fonts/font6.fntdata"/><Relationship Id="rId10" Type="http://schemas.openxmlformats.org/officeDocument/2006/relationships/slide" Target="slides/slide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73" Type="http://schemas.openxmlformats.org/officeDocument/2006/relationships/font" Target="fonts/font22.fntdata"/><Relationship Id="rId78" Type="http://schemas.openxmlformats.org/officeDocument/2006/relationships/font" Target="fonts/font27.fntdata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50" Type="http://schemas.openxmlformats.org/officeDocument/2006/relationships/notesMaster" Target="notesMasters/notesMaster1.xml"/><Relationship Id="rId55" Type="http://schemas.openxmlformats.org/officeDocument/2006/relationships/font" Target="fonts/font4.fntdata"/><Relationship Id="rId76" Type="http://schemas.openxmlformats.org/officeDocument/2006/relationships/font" Target="fonts/font25.fntdata"/><Relationship Id="rId7" Type="http://schemas.openxmlformats.org/officeDocument/2006/relationships/slideMaster" Target="slideMasters/slideMaster4.xml"/><Relationship Id="rId71" Type="http://schemas.openxmlformats.org/officeDocument/2006/relationships/font" Target="fonts/font20.fntdata"/><Relationship Id="rId2" Type="http://schemas.openxmlformats.org/officeDocument/2006/relationships/customXml" Target="../customXml/item2.xml"/><Relationship Id="rId24" Type="http://schemas.openxmlformats.org/officeDocument/2006/relationships/slide" Target="slides/slide17.xml"/><Relationship Id="rId66" Type="http://schemas.openxmlformats.org/officeDocument/2006/relationships/font" Target="fonts/font15.fntdata"/><Relationship Id="rId61" Type="http://schemas.openxmlformats.org/officeDocument/2006/relationships/font" Target="fonts/font10.fntdata"/><Relationship Id="rId82" Type="http://schemas.openxmlformats.org/officeDocument/2006/relationships/theme" Target="theme/theme1.xml"/><Relationship Id="rId42" Type="http://schemas.openxmlformats.org/officeDocument/2006/relationships/slide" Target="slides/slide35.xml"/><Relationship Id="rId23" Type="http://schemas.openxmlformats.org/officeDocument/2006/relationships/slide" Target="slides/slide16.xml"/></Relationships>
</file>

<file path=ppt/handoutMasters/_rels/handoutMaster1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7EA9A0B8-DDBC-4E14-88F1-9CD106DE2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2"/>
          </p:nvPr>
        </p:nvSpPr>
        <p:spPr>
          <a:xfrm>
            <a:off x="-1" y="6720840"/>
            <a:ext cx="9141884" cy="13716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91440" tIns="182880" rIns="91440" bIns="182880" rtlCol="0" anchor="ctr" anchorCtr="0"/>
          <a:lstStyle>
            <a:lvl1pPr algn="l">
              <a:defRPr sz="1200"/>
            </a:lvl1pPr>
          </a:lstStyle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© 2023 Anglepoint Group, Inc. Confidential. Distribution prohibited. All rights reserved.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521E6EB1-2BBE-40FB-BB43-A6B3E9AFCD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quarter" idx="1"/>
          </p:nvPr>
        </p:nvSpPr>
        <p:spPr>
          <a:xfrm>
            <a:off x="0" y="6720840"/>
            <a:ext cx="594360" cy="137160"/>
          </a:xfrm>
          <a:prstGeom prst="rect">
            <a:avLst/>
          </a:prstGeom>
        </p:spPr>
        <p:txBody>
          <a:bodyPr vert="horz" lIns="45720" tIns="182880" rIns="0" bIns="182880" rtlCol="0" anchor="ctr" anchorCtr="0"/>
          <a:lstStyle>
            <a:lvl1pPr algn="r">
              <a:defRPr sz="1200"/>
            </a:lvl1pPr>
          </a:lstStyle>
          <a:p>
            <a:pPr algn="l">
              <a:defRPr/>
            </a:pPr>
            <a:fld id="{E8FA1ABC-0233-4D1F-843C-A2A66BED4A25}" type="datetime4">
              <a:rPr lang="en-US" sz="400" smtClean="0">
                <a:solidFill>
                  <a:srgbClr val="FFFFFF"/>
                </a:solidFill>
                <a:latin typeface="Figtree" pitchFamily="2" charset="0"/>
              </a:rPr>
              <a:t>June 25, 2026</a:t>
            </a:fld>
            <a:endParaRPr lang="en-US" sz="400">
              <a:solidFill>
                <a:srgbClr val="FFFFFF"/>
              </a:solidFill>
              <a:latin typeface="Figtree" pitchFamily="2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B330D4A-FCF0-4700-9341-E32B06C0AA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3"/>
          </p:nvPr>
        </p:nvSpPr>
        <p:spPr>
          <a:xfrm>
            <a:off x="8549640" y="6720840"/>
            <a:ext cx="594360" cy="137160"/>
          </a:xfrm>
          <a:prstGeom prst="rect">
            <a:avLst/>
          </a:prstGeom>
        </p:spPr>
        <p:txBody>
          <a:bodyPr vert="horz" lIns="0" tIns="18288" rIns="45720" bIns="0" rtlCol="0" anchor="b"/>
          <a:lstStyle>
            <a:lvl1pPr algn="r">
              <a:defRPr sz="1200"/>
            </a:lvl1pPr>
          </a:lstStyle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  <a:latin typeface="Figtree" pitchFamily="2" charset="0"/>
              </a:rPr>
              <a:t>‹#›</a:t>
            </a:fld>
            <a:endParaRPr lang="en-US" sz="700" b="1">
              <a:solidFill>
                <a:schemeClr val="accent2"/>
              </a:solidFill>
              <a:latin typeface="Figtree" pitchFamily="2" charset="0"/>
            </a:endParaRPr>
          </a:p>
        </p:txBody>
      </p:sp>
      <p:sp>
        <p:nvSpPr>
          <p:cNvPr id="25" name="Subtitle">
            <a:extLst>
              <a:ext uri="{FF2B5EF4-FFF2-40B4-BE49-F238E27FC236}">
                <a16:creationId xmlns:a16="http://schemas.microsoft.com/office/drawing/2014/main" id="{071E5275-9C5C-478A-B549-52E7B79656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2" y="-2544"/>
            <a:ext cx="3602639" cy="212845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0" i="0" kern="1200" cap="all" spc="100" baseline="0">
                <a:solidFill>
                  <a:schemeClr val="accent1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800">
                <a:latin typeface="Figtree" pitchFamily="2" charset="0"/>
              </a:rPr>
              <a:t>Thank you for your time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2AB40D5-A6FB-4AD3-AE7C-04B850EA9C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hdr" sz="quarter"/>
          </p:nvPr>
        </p:nvSpPr>
        <p:spPr>
          <a:xfrm>
            <a:off x="0" y="2"/>
            <a:ext cx="4572000" cy="442259"/>
          </a:xfrm>
          <a:prstGeom prst="rect">
            <a:avLst/>
          </a:prstGeom>
        </p:spPr>
        <p:txBody>
          <a:bodyPr vert="horz" lIns="274320" tIns="45720" rIns="91440" bIns="45720" rtlCol="0"/>
          <a:lstStyle>
            <a:lvl1pPr algn="l">
              <a:defRPr sz="1200"/>
            </a:lvl1pPr>
          </a:lstStyle>
          <a:p>
            <a:r>
              <a:rPr kumimoji="0" lang="en-US" sz="2800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Figtree" pitchFamily="2" charset="0"/>
                <a:ea typeface="+mj-ea"/>
                <a:cs typeface="+mj-cs"/>
              </a:rPr>
              <a:t>Presentation Handout</a:t>
            </a:r>
            <a:endParaRPr lang="en-US" sz="2800">
              <a:latin typeface="Figtree" pitchFamily="2" charset="0"/>
            </a:endParaRPr>
          </a:p>
        </p:txBody>
      </p:sp>
      <p:pic>
        <p:nvPicPr>
          <p:cNvPr id="9" name="Anglepoint Logo">
            <a:hlinkClick r:id="" action="ppaction://noaction"/>
            <a:extLst>
              <a:ext uri="{FF2B5EF4-FFF2-40B4-BE49-F238E27FC236}">
                <a16:creationId xmlns:a16="http://schemas.microsoft.com/office/drawing/2014/main" id="{D19A17A5-149C-4FD7-87DC-47F0FF666F4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748" y="58275"/>
            <a:ext cx="703822" cy="15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32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ooter">
            <a:extLst>
              <a:ext uri="{FF2B5EF4-FFF2-40B4-BE49-F238E27FC236}">
                <a16:creationId xmlns:a16="http://schemas.microsoft.com/office/drawing/2014/main" id="{A62C398F-CE24-4A9B-A3EF-BD94401A7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4"/>
          </p:nvPr>
        </p:nvSpPr>
        <p:spPr>
          <a:xfrm>
            <a:off x="2116" y="6720840"/>
            <a:ext cx="9141884" cy="13716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91440" tIns="182880" rIns="91440" bIns="182880" rtlCol="0" anchor="ctr" anchorCtr="0"/>
          <a:lstStyle>
            <a:lvl1pPr algn="l">
              <a:defRPr sz="1200">
                <a:latin typeface="Figtree" pitchFamily="2" charset="0"/>
              </a:defRPr>
            </a:lvl1pPr>
          </a:lstStyle>
          <a:p>
            <a:pPr algn="ctr">
              <a:defRPr/>
            </a:pPr>
            <a:r>
              <a:rPr lang="en-US" sz="400">
                <a:solidFill>
                  <a:srgbClr val="FFFFFF"/>
                </a:solidFill>
              </a:rPr>
              <a:t>© 2023 Anglepoint Group, Inc. Confidential. Distribution prohibited. All rights reserved.</a:t>
            </a:r>
          </a:p>
        </p:txBody>
      </p:sp>
      <p:sp>
        <p:nvSpPr>
          <p:cNvPr id="36" name="Date">
            <a:extLst>
              <a:ext uri="{FF2B5EF4-FFF2-40B4-BE49-F238E27FC236}">
                <a16:creationId xmlns:a16="http://schemas.microsoft.com/office/drawing/2014/main" id="{BDF1B651-4C76-48AB-A4AD-86FCF5DA09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quarter" idx="1"/>
          </p:nvPr>
        </p:nvSpPr>
        <p:spPr>
          <a:xfrm>
            <a:off x="0" y="6720840"/>
            <a:ext cx="594360" cy="137160"/>
          </a:xfrm>
          <a:prstGeom prst="rect">
            <a:avLst/>
          </a:prstGeom>
        </p:spPr>
        <p:txBody>
          <a:bodyPr vert="horz" lIns="45720" tIns="182880" rIns="0" bIns="182880" rtlCol="0" anchor="ctr" anchorCtr="0"/>
          <a:lstStyle>
            <a:lvl1pPr algn="r">
              <a:defRPr sz="1200">
                <a:latin typeface="Figtree" pitchFamily="2" charset="0"/>
              </a:defRPr>
            </a:lvl1pPr>
          </a:lstStyle>
          <a:p>
            <a:pPr algn="l">
              <a:defRPr/>
            </a:pPr>
            <a:fld id="{E8FA1ABC-0233-4D1F-843C-A2A66BED4A25}" type="datetime4">
              <a:rPr lang="en-US" sz="400" smtClean="0">
                <a:solidFill>
                  <a:srgbClr val="FFFFFF"/>
                </a:solidFill>
              </a:rPr>
              <a:pPr algn="l">
                <a:defRPr/>
              </a:pPr>
              <a:t>June 25, 2026</a:t>
            </a:fld>
            <a:endParaRPr lang="en-US" sz="400">
              <a:solidFill>
                <a:srgbClr val="FFFFFF"/>
              </a:solidFill>
            </a:endParaRPr>
          </a:p>
        </p:txBody>
      </p:sp>
      <p:sp>
        <p:nvSpPr>
          <p:cNvPr id="37" name="Slide Number">
            <a:extLst>
              <a:ext uri="{FF2B5EF4-FFF2-40B4-BE49-F238E27FC236}">
                <a16:creationId xmlns:a16="http://schemas.microsoft.com/office/drawing/2014/main" id="{A3FA0C85-637B-4271-A1B3-A1727304FB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5"/>
          </p:nvPr>
        </p:nvSpPr>
        <p:spPr>
          <a:xfrm>
            <a:off x="8549640" y="6720840"/>
            <a:ext cx="594360" cy="137160"/>
          </a:xfrm>
          <a:prstGeom prst="rect">
            <a:avLst/>
          </a:prstGeom>
        </p:spPr>
        <p:txBody>
          <a:bodyPr vert="horz" lIns="0" tIns="18288" rIns="45720" bIns="0" rtlCol="0" anchor="t" anchorCtr="0"/>
          <a:lstStyle>
            <a:lvl1pPr algn="r">
              <a:defRPr sz="1200">
                <a:latin typeface="Figtree" pitchFamily="2" charset="0"/>
              </a:defRPr>
            </a:lvl1pPr>
          </a:lstStyle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pPr/>
              <a:t>‹#›</a:t>
            </a:fld>
            <a:endParaRPr lang="en-US" sz="700" b="1">
              <a:solidFill>
                <a:schemeClr val="accent2"/>
              </a:solidFill>
            </a:endParaRPr>
          </a:p>
        </p:txBody>
      </p:sp>
      <p:sp>
        <p:nvSpPr>
          <p:cNvPr id="5" name="Notes"/>
          <p:cNvSpPr>
            <a:spLocks noGrp="1" noRot="1" noMove="1" noResize="1" noEditPoints="1" noAdjustHandles="1" noChangeArrowheads="1" noChangeShapeType="1"/>
          </p:cNvSpPr>
          <p:nvPr>
            <p:ph type="body" sz="quarter" idx="3"/>
          </p:nvPr>
        </p:nvSpPr>
        <p:spPr>
          <a:xfrm>
            <a:off x="594360" y="3300412"/>
            <a:ext cx="7955280" cy="32943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Image"/>
          <p:cNvSpPr>
            <a:spLocks noGrp="1" noRot="1" noChangeAspect="1" noMove="1" noResize="1" noEditPoints="1" noAdjustHandles="1" noChangeArrowheads="1" noChangeShapeType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31" name="Title">
            <a:extLst>
              <a:ext uri="{FF2B5EF4-FFF2-40B4-BE49-F238E27FC236}">
                <a16:creationId xmlns:a16="http://schemas.microsoft.com/office/drawing/2014/main" id="{F3C5BC61-BDD1-45BA-A307-7DD33532E4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hdr" sz="quarter"/>
          </p:nvPr>
        </p:nvSpPr>
        <p:spPr>
          <a:xfrm>
            <a:off x="0" y="2"/>
            <a:ext cx="4572000" cy="44225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igtree" pitchFamily="2" charset="0"/>
              </a:defRPr>
            </a:lvl1pPr>
          </a:lstStyle>
          <a:p>
            <a:r>
              <a:rPr lang="en-US" sz="2800" b="1" spc="-100">
                <a:solidFill>
                  <a:srgbClr val="002B49"/>
                </a:solidFill>
                <a:ea typeface="+mj-ea"/>
                <a:cs typeface="+mj-cs"/>
              </a:rPr>
              <a:t>Title (Title Caps, 28 Pt Bold)</a:t>
            </a:r>
            <a:endParaRPr lang="en-US" sz="2800"/>
          </a:p>
        </p:txBody>
      </p:sp>
      <p:sp>
        <p:nvSpPr>
          <p:cNvPr id="30" name="Subtitle">
            <a:extLst>
              <a:ext uri="{FF2B5EF4-FFF2-40B4-BE49-F238E27FC236}">
                <a16:creationId xmlns:a16="http://schemas.microsoft.com/office/drawing/2014/main" id="{69F9D400-DC13-412C-B39B-6AD77D9FA1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2" y="-2544"/>
            <a:ext cx="3602639" cy="228600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800" b="0" i="0" kern="1200" cap="all" spc="100" baseline="0">
                <a:solidFill>
                  <a:schemeClr val="accent1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800">
                <a:latin typeface="Figtree" pitchFamily="2" charset="0"/>
              </a:rPr>
              <a:t>Optional Subtitle (ALL CAPS, 8 pt regular)</a:t>
            </a:r>
          </a:p>
        </p:txBody>
      </p:sp>
      <p:pic>
        <p:nvPicPr>
          <p:cNvPr id="10" name="Anglepoint Logo">
            <a:hlinkClick r:id="" action="ppaction://noaction"/>
            <a:extLst>
              <a:ext uri="{FF2B5EF4-FFF2-40B4-BE49-F238E27FC236}">
                <a16:creationId xmlns:a16="http://schemas.microsoft.com/office/drawing/2014/main" id="{EC413498-7945-4CC2-87DE-7DF7364A3F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748" y="58275"/>
            <a:ext cx="703822" cy="15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04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87338" indent="-287338" algn="l" defTabSz="1828343" rtl="0" eaLnBrk="1" latinLnBrk="0" hangingPunct="1">
      <a:buFont typeface="Arial" panose="020B0604020202020204" pitchFamily="34" charset="0"/>
      <a:buChar char="•"/>
      <a:defRPr sz="1800" b="0" i="0" kern="1200">
        <a:solidFill>
          <a:schemeClr val="tx1"/>
        </a:solidFill>
        <a:latin typeface="Figtree" pitchFamily="2" charset="0"/>
        <a:ea typeface="+mn-ea"/>
        <a:cs typeface="+mn-cs"/>
      </a:defRPr>
    </a:lvl1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A4464-C3E6-4262-A2B5-86C74B940F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215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DD4BA-9E3F-2E7E-1A22-343CE24E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DBC53-1DB1-B411-5E38-8E667D2FB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EF518-7ACE-CA6F-0C5B-98BCED9FE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Ashlee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12727-1A5E-5889-65B6-26C968D3B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67186-0FDE-49C2-A6A3-2B6450395E40}" type="slidenum">
              <a:rPr kumimoji="0" 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F8D03F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8D03F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667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t>7</a:t>
            </a:fld>
            <a:endParaRPr lang="en-US" sz="7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289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0105F-8546-66B2-169B-956FE23B8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272F1-824D-6DEA-6545-2B9A90D9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EC306-36BE-8BA4-7197-437AE91A3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Ashlee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E00A1-781D-C020-4279-141D43134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467186-0FDE-49C2-A6A3-2B6450395E40}" type="slidenum">
              <a:rPr lang="en-US" sz="700" b="1" smtClean="0">
                <a:solidFill>
                  <a:schemeClr val="accent2"/>
                </a:solidFill>
              </a:rPr>
              <a:t>28</a:t>
            </a:fld>
            <a:endParaRPr lang="en-US" sz="700"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559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4" name="Shape 7234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235" name="Shape 723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400" b="0" i="0" u="none" strike="noStrike" cap="none">
              <a:solidFill>
                <a:schemeClr val="dk1"/>
              </a:solidFill>
              <a:sym typeface="Calibri"/>
            </a:endParaRPr>
          </a:p>
        </p:txBody>
      </p:sp>
      <p:sp>
        <p:nvSpPr>
          <p:cNvPr id="7236" name="Shape 72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de-DE" sz="120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31</a:t>
            </a:fld>
            <a:endParaRPr lang="de-DE" sz="120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4146059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8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20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1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2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3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?>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6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27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28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_rels/slideLayout29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26.xml"/><Relationship Id="rId1" Type="http://schemas.openxmlformats.org/officeDocument/2006/relationships/slideMaster" Target="../slideMasters/slideMaster1.xml"/></Relationships>
</file>

<file path=ppt/slideLayouts/_rels/slideLayout31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" Target="../slides/slide26.xml"/><Relationship Id="rId1" Type="http://schemas.openxmlformats.org/officeDocument/2006/relationships/slideMaster" Target="../slideMasters/slideMaster1.xml"/></Relationships>
</file>

<file path=ppt/slideLayouts/_rels/slideLayout32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slide" Target="../slides/slide26.xml"/><Relationship Id="rId1" Type="http://schemas.openxmlformats.org/officeDocument/2006/relationships/slideMaster" Target="../slideMasters/slideMaster1.xml"/></Relationships>
</file>

<file path=ppt/slideLayouts/_rels/slideLayout33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26.xml"/><Relationship Id="rId1" Type="http://schemas.openxmlformats.org/officeDocument/2006/relationships/slideMaster" Target="../slideMasters/slideMaster1.xml"/></Relationships>
</file>

<file path=ppt/slideLayouts/_rels/slideLayout34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" Target="../slides/slide26.xml"/><Relationship Id="rId1" Type="http://schemas.openxmlformats.org/officeDocument/2006/relationships/slideMaster" Target="../slideMasters/slideMaster1.xml"/></Relationships>
</file>

<file path=ppt/slideLayouts/_rels/slideLayout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9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?>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/Relationships>
</file>

<file path=ppt/slideLayouts/_rels/slideLayout4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49.xml.rels><?xml version="1.0" encoding="UTF-8"?>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2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?>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64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3.xml"/></Relationships>
</file>

<file path=ppt/slideLayouts/_rels/slideLayout65.xml.rels><?xml version="1.0" encoding="UTF-8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67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?>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69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?>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76.xml.rels><?xml version="1.0" encoding="UTF-8"?>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77.xml.rels><?xml version="1.0" encoding="UTF-8"?>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4.xml"/></Relationships>
</file>

<file path=ppt/slideLayouts/_rels/slideLayout78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92.xml.rels><?xml version="1.0" encoding="UTF-8"?>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4.svg"/><Relationship Id="rId4" Type="http://schemas.openxmlformats.org/officeDocument/2006/relationships/image" Target="../media/image13.svg"/></Relationships>
</file>

<file path=ppt/slideLayouts/_rels/slideLayout93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94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?>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Master" Target="../slideMasters/slideMaster5.xml"/></Relationships>
</file>

<file path=ppt/slideLayouts/_rels/slideLayout96.xml.rels><?xml version="1.0" encoding="UTF-8"?>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Master" Target="../slideMasters/slideMaster5.xml"/></Relationships>
</file>

<file path=ppt/slideLayouts/_rels/slideLayout97.xml.rels><?xml version="1.0" encoding="UTF-8"?>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98.xml.rels><?xml version="1.0" encoding="UTF-8"?>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99.xml.rels><?xml version="1.0" encoding="UTF-8"?>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00.xml.rels><?xml version="1.0" encoding="UTF-8"?>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01.xml.rels><?xml version="1.0" encoding="UTF-8"?>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02.xml.rels><?xml version="1.0" encoding="UTF-8"?>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103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04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05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06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07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08.xml.rels><?xml version="1.0" encoding="UTF-8"?>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Layouts/_rels/slideLayout109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0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1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2.xml.rels><?xml version="1.0" encoding="UTF-8"?><Relationships xmlns="http://schemas.openxmlformats.org/package/2006/relationships"><Relationship Id="rId3" Type="http://schemas.openxmlformats.org/officeDocument/2006/relationships/image" Target="../media/image350.svg"/><Relationship Id="rId7" Type="http://schemas.openxmlformats.org/officeDocument/2006/relationships/image" Target="../media/image38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3.svg"/></Relationships>
</file>

<file path=ppt/slideLayouts/_rels/slideLayout113.xml.rels><?xml version="1.0" encoding="UTF-8"?><Relationships xmlns="http://schemas.openxmlformats.org/package/2006/relationships"><Relationship Id="rId3" Type="http://schemas.openxmlformats.org/officeDocument/2006/relationships/image" Target="../media/image350.svg"/><Relationship Id="rId7" Type="http://schemas.openxmlformats.org/officeDocument/2006/relationships/image" Target="../media/image37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8.svg"/><Relationship Id="rId5" Type="http://schemas.openxmlformats.org/officeDocument/2006/relationships/image" Target="../media/image36.svg"/><Relationship Id="rId4" Type="http://schemas.openxmlformats.org/officeDocument/2006/relationships/image" Target="../media/image33.svg"/></Relationships>
</file>

<file path=ppt/slideLayouts/_rels/slideLayout114.xml.rels><?xml version="1.0" encoding="UTF-8"?><Relationships xmlns="http://schemas.openxmlformats.org/package/2006/relationships"><Relationship Id="rId3" Type="http://schemas.openxmlformats.org/officeDocument/2006/relationships/image" Target="../media/image350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Layouts/_rels/slideLayout115.xml.rels><?xml version="1.0" encoding="UTF-8"?><Relationships xmlns="http://schemas.openxmlformats.org/package/2006/relationships"><Relationship Id="rId3" Type="http://schemas.openxmlformats.org/officeDocument/2006/relationships/image" Target="../media/image350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Layouts/_rels/slideLayout116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7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8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19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0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1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2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43.svg"/><Relationship Id="rId2" Type="http://schemas.openxmlformats.org/officeDocument/2006/relationships/image" Target="../media/image40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350.svg"/></Relationships>
</file>

<file path=ppt/slideLayouts/_rels/slideLayout123.xml.rels><?xml version="1.0" encoding="UTF-8"?><Relationships xmlns="http://schemas.openxmlformats.org/package/2006/relationships"><Relationship Id="rId3" Type="http://schemas.openxmlformats.org/officeDocument/2006/relationships/image" Target="../media/image350.svg"/><Relationship Id="rId7" Type="http://schemas.openxmlformats.org/officeDocument/2006/relationships/image" Target="../media/image39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45.svg"/><Relationship Id="rId5" Type="http://schemas.openxmlformats.org/officeDocument/2006/relationships/image" Target="../media/image38.svg"/><Relationship Id="rId4" Type="http://schemas.openxmlformats.org/officeDocument/2006/relationships/image" Target="../media/image44.svg"/></Relationships>
</file>

<file path=ppt/slideLayouts/_rels/slideLayout124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5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6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7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8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29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3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31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2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3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5.xml"/></Relationships>
</file>

<file path=ppt/slideLayouts/_rels/slideLayout134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5.xml"/></Relationships>
</file>

<file path=ppt/slideLayouts/_rels/slideLayout135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6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7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8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9.xml.rels><?xml version="1.0" encoding="UTF-8"?><Relationships xmlns="http://schemas.openxmlformats.org/package/2006/relationships"><Relationship Id="rId3" Type="http://schemas.openxmlformats.org/officeDocument/2006/relationships/image" Target="../media/image460.png"/><Relationship Id="rId1" Type="http://schemas.openxmlformats.org/officeDocument/2006/relationships/slideMaster" Target="../slideMasters/slideMaster5.xml"/></Relationships>
</file>

<file path=ppt/slideLayouts/_rels/slideLayout140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1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2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3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4.xml.rels><?xml version="1.0" encoding="UTF-8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5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0.xml"/></Relationships>
</file>

<file path=ppt/slideLayouts/_rels/slideLayout146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150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160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1" Type="http://schemas.openxmlformats.org/officeDocument/2006/relationships/slideMaster" Target="../slideMasters/slideMaster10.xml"/></Relationships>
</file>

<file path=ppt/slideLayouts/_rels/slideLayout170.xml.rels><?xml version="1.0" encoding="UTF-8"?>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2.svg"/></Relationships>
</file>

<file path=ppt/slideLayouts/_rels/slideLayout18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19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200.xml.rels><?xml version="1.0" encoding="UTF-8"?>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10.xml.rels><?xml version="1.0" encoding="UTF-8"?>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0.xml.rels><?xml version="1.0" encoding="UTF-8"?>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30.xml.rels><?xml version="1.0" encoding="UTF-8"?>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40.xml.rels><?xml version="1.0" encoding="UTF-8"?>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50.xml.rels><?xml version="1.0" encoding="UTF-8"?>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0.xml"/><Relationship Id="rId4" Type="http://schemas.openxmlformats.org/officeDocument/2006/relationships/image" Target="../media/image4.svg"/></Relationships>
</file>

<file path=ppt/slideLayouts/_rels/slideLayout26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27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28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290.xml.rels><?xml version="1.0" encoding="UTF-8"?>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0.xml"/></Relationships>
</file>

<file path=ppt/slideLayouts/_rels/slideLayout30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310.xml.rels><?xml version="1.0" encoding="UTF-8"?><Relationships xmlns="http://schemas.openxmlformats.org/package/2006/relationships"><Relationship Id="rId3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311.xml.rels><?xml version="1.0" encoding="UTF-8"?>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0.xml"/></Relationships>
</file>

<file path=ppt/slideLayouts/_rels/slideLayout320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1" Type="http://schemas.openxmlformats.org/officeDocument/2006/relationships/slideMaster" Target="../slideMasters/slideMaster10.xml"/></Relationships>
</file>

<file path=ppt/slideLayouts/_rels/slideLayout33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340.xml.rels><?xml version="1.0" encoding="UTF-8"?><Relationships xmlns="http://schemas.openxmlformats.org/package/2006/relationships"><Relationship Id="rId3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35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6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7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80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0.xml"/></Relationships>
</file>

<file path=ppt/slideLayouts/_rels/slideLayout390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0.xml"/></Relationships>
</file>

<file path=ppt/slideLayouts/_rels/slideLayout40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0.xml.rels><?xml version="1.0" encoding="UTF-8"?>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0.xml"/></Relationships>
</file>

<file path=ppt/slideLayouts/_rels/slideLayout411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0.xml"/></Relationships>
</file>

<file path=ppt/slideLayouts/_rels/slideLayout4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0.xml.rels><?xml version="1.0" encoding="UTF-8"?><Relationships xmlns="http://schemas.openxmlformats.org/package/2006/relationships"><Relationship Id="rId2" Type="http://schemas.openxmlformats.org/officeDocument/2006/relationships/image" Target="../media/image140.jpeg"/><Relationship Id="rId1" Type="http://schemas.openxmlformats.org/officeDocument/2006/relationships/slideMaster" Target="../slideMasters/slideMaster10.xml"/></Relationships>
</file>

<file path=ppt/slideLayouts/_rels/slideLayout440.xml.rels><?xml version="1.0" encoding="UTF-8"?>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0.xml"/></Relationships>
</file>

<file path=ppt/slideLayouts/_rels/slideLayout450.xml.rels><?xml version="1.0" encoding="UTF-8"?><Relationships xmlns="http://schemas.openxmlformats.org/package/2006/relationships"><Relationship Id="rId3" Type="http://schemas.openxmlformats.org/officeDocument/2006/relationships/image" Target="../media/image13.svg"/><Relationship Id="rId1" Type="http://schemas.openxmlformats.org/officeDocument/2006/relationships/slideMaster" Target="../slideMasters/slideMaster10.xml"/></Relationships>
</file>

<file path=ppt/slideLayouts/_rels/slideLayout5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6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10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0.xml"/></Relationships>
</file>

<file path=ppt/slideLayouts/_rels/slideLayout8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10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1110.xml.rels><?xml version="1.0" encoding="UTF-8"?>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1210.xml.rels><?xml version="1.0" encoding="UTF-8"?>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10.xml"/></Relationships>
</file>

<file path=ppt/slideLayouts/_rels/slideLayout1310.xml.rels><?xml version="1.0" encoding="UTF-8"?>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88772-F903-741B-54EF-447C642D7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5916289" y="11491914"/>
            <a:ext cx="1074821" cy="1563624"/>
          </a:xfr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9435" y="11869711"/>
            <a:ext cx="3740881" cy="80803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828800" tIns="0" anchor="t"/>
          <a:lstStyle>
            <a:lvl1pPr marL="23812" indent="0">
              <a:spcBef>
                <a:spcPts val="0"/>
              </a:spcBef>
              <a:buNone/>
              <a:tabLst/>
              <a:defRPr sz="3601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D282642-4511-408F-8D41-257A13317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</p:spPr>
        <p:txBody>
          <a:bodyPr lIns="1828800" tIns="0" rIns="1371600" anchor="b" anchorCtr="0">
            <a:noAutofit/>
          </a:bodyPr>
          <a:lstStyle>
            <a:lvl1pPr marL="0" indent="0">
              <a:defRPr sz="13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(aligned with filename)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2017070" y="1389459"/>
            <a:ext cx="3838298" cy="1044901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square" lIns="457200" tIns="365760" rIns="457200" bIns="274320" anchor="ctr" anchorCtr="0">
            <a:spAutoFit/>
          </a:bodyPr>
          <a:lstStyle>
            <a:lvl1pPr marL="0" indent="0" algn="ctr">
              <a:buNone/>
              <a:defRPr sz="28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2154690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3556C-BFD6-75A2-AB3D-42E2D627F94A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3F3071-F725-BEA4-6B48-0A17BE67AF4D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DD4EC5F-9EDC-DD83-5508-015ED99FCAC1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1F268117-BD56-1731-6F95-EB7C79EF8EE5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CF397B4-504B-1441-B1E5-CAC019081AEB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711A8E-6E88-AF24-AE0D-DE349595CE10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" name="Freeform 9">
                <a:extLst>
                  <a:ext uri="{FF2B5EF4-FFF2-40B4-BE49-F238E27FC236}">
                    <a16:creationId xmlns:a16="http://schemas.microsoft.com/office/drawing/2014/main" id="{9573F505-5A5B-C782-B66B-A328DBAF3C0A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" name="Freeform 10">
                <a:extLst>
                  <a:ext uri="{FF2B5EF4-FFF2-40B4-BE49-F238E27FC236}">
                    <a16:creationId xmlns:a16="http://schemas.microsoft.com/office/drawing/2014/main" id="{313C311C-411F-CA8D-95C5-8EDBD37B7C6D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00CF4BA-AEA0-51A7-6AF2-62F8BFCF8C2E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BD17F91-B314-CC28-0777-16073368EB46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024F0-4321-4607-6D8E-08959FEA9C76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C85ABCA-1FB7-84B2-BA68-22A947D34559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A9209104-6EEF-1867-AAAF-044075700E76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518DFD7-6F49-9E1D-8ACC-2C99CF5D59AB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CF1CD2B-7718-A078-1A1F-02E1C8BF7D4E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3D0E2C2C-C250-F137-750D-8A36EB69774A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2E2AE6C-1660-963D-9252-45D75DE43429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25,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F3C38E-FD23-A889-D445-8ABCDF83B456}"/>
              </a:ext>
            </a:extLst>
          </p:cNvPr>
          <p:cNvSpPr/>
          <p:nvPr userDrawn="1"/>
        </p:nvSpPr>
        <p:spPr>
          <a:xfrm>
            <a:off x="517" y="0"/>
            <a:ext cx="24386658" cy="13721779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73000"/>
                </a:schemeClr>
              </a:gs>
              <a:gs pos="87000">
                <a:srgbClr val="001C3B">
                  <a:alpha val="88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A5F3BCE7-2230-48C6-9F7F-EB90130EF5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5B8A8BF6-3F4D-4784-9E6D-8E9BDF765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03B9E0-569A-BCF7-F01A-17916B72B832}"/>
              </a:ext>
            </a:extLst>
          </p:cNvPr>
          <p:cNvSpPr/>
          <p:nvPr userDrawn="1"/>
        </p:nvSpPr>
        <p:spPr>
          <a:xfrm>
            <a:off x="-1033" y="-234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A1756-61BE-6C11-557A-62DC85FC2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1"/>
          <a:stretch/>
        </p:blipFill>
        <p:spPr>
          <a:xfrm>
            <a:off x="2343149" y="0"/>
            <a:ext cx="18137471" cy="13716000"/>
          </a:xfrm>
          <a:prstGeom prst="rect">
            <a:avLst/>
          </a:prstGeom>
          <a:effectLst>
            <a:softEdge rad="1778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893086-938B-4B7E-0747-B2451441464E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9C4154-A04C-7012-713E-19BB62F1C9F3}"/>
              </a:ext>
            </a:extLst>
          </p:cNvPr>
          <p:cNvSpPr/>
          <p:nvPr userDrawn="1"/>
        </p:nvSpPr>
        <p:spPr>
          <a:xfrm>
            <a:off x="3098" y="-8787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8761E2-8B1B-3A8E-9465-9D313A7C2798}"/>
              </a:ext>
            </a:extLst>
          </p:cNvPr>
          <p:cNvSpPr/>
          <p:nvPr userDrawn="1"/>
        </p:nvSpPr>
        <p:spPr>
          <a:xfrm>
            <a:off x="4130" y="-8787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25,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146D87F7-F479-4D24-BBC0-2FECBBAA0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6939255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6BC4AE-430A-CA75-2D2B-4BC296110235}"/>
              </a:ext>
            </a:extLst>
          </p:cNvPr>
          <p:cNvSpPr/>
          <p:nvPr userDrawn="1"/>
        </p:nvSpPr>
        <p:spPr>
          <a:xfrm>
            <a:off x="0" y="0"/>
            <a:ext cx="6910736" cy="13716001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4" name="Rectangle Separator">
            <a:extLst>
              <a:ext uri="{FF2B5EF4-FFF2-40B4-BE49-F238E27FC236}">
                <a16:creationId xmlns:a16="http://schemas.microsoft.com/office/drawing/2014/main" id="{FACCFEDB-7EA1-40D4-8D3E-883F0D88E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6442" y="-2"/>
            <a:ext cx="164592" cy="13716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3" name="Bulleted List">
            <a:extLst>
              <a:ext uri="{FF2B5EF4-FFF2-40B4-BE49-F238E27FC236}">
                <a16:creationId xmlns:a16="http://schemas.microsoft.com/office/drawing/2014/main" id="{3F6D238A-65AC-4FE9-9B22-80002EB96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109322" y="1828800"/>
            <a:ext cx="17277726" cy="1161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Click to edit Master text styles</a:t>
            </a:r>
          </a:p>
          <a:p>
            <a:pPr marL="1371600" marR="0" lvl="1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Second level</a:t>
            </a:r>
          </a:p>
          <a:p>
            <a:pPr marL="1371600" marR="0" lvl="2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Third level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" y="5220925"/>
            <a:ext cx="6333063" cy="2205114"/>
          </a:xfrm>
          <a:prstGeom prst="rect">
            <a:avLst/>
          </a:prstGeom>
        </p:spPr>
        <p:txBody>
          <a:bodyPr>
            <a:normAutofit/>
          </a:bodyPr>
          <a:lstStyle>
            <a:lvl1pPr marL="687388" indent="-1588">
              <a:buNone/>
              <a:tabLst/>
              <a:defRPr sz="3200" b="0" i="1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638359"/>
            <a:ext cx="6333063" cy="3844038"/>
          </a:xfrm>
          <a:prstGeom prst="rect">
            <a:avLst/>
          </a:prstGeom>
        </p:spPr>
        <p:txBody>
          <a:bodyPr anchor="b" anchorCtr="0"/>
          <a:lstStyle>
            <a:lvl1pPr marL="688941" indent="55560">
              <a:lnSpc>
                <a:spcPct val="80000"/>
              </a:lnSpc>
              <a:tabLst/>
              <a:defRPr sz="6599" spc="-10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Title (Title Caps, 66 Pt Regular)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066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236DAE-58CA-10FF-96C8-BE3C7E6838D4}"/>
              </a:ext>
            </a:extLst>
          </p:cNvPr>
          <p:cNvSpPr/>
          <p:nvPr userDrawn="1"/>
        </p:nvSpPr>
        <p:spPr>
          <a:xfrm>
            <a:off x="-2582" y="-10263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383BD4-2E5C-0374-8E30-4BBBD7EB2C28}"/>
              </a:ext>
            </a:extLst>
          </p:cNvPr>
          <p:cNvSpPr/>
          <p:nvPr userDrawn="1"/>
        </p:nvSpPr>
        <p:spPr>
          <a:xfrm>
            <a:off x="-905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61D90533-AD9F-45CD-98BB-E8B5FEA8B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69304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34E27D-3F4D-FE2E-36C3-57F0A853CB9E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D5BB11A5-F5D6-44A6-ACEA-0EC921827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298817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40BFE5-2B9A-BD05-2F81-8AA0BBE7FC9A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81BD09-604E-2FEC-BA45-7DD503B4E907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39CAE57B-E348-417A-B7BA-772161920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15868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5A945F-0AF0-7FCC-959E-CDC0327AD0BA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FE49B2-D5D5-4FF9-35DF-C836F79CA7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08"/>
            <a:ext cx="24387175" cy="13716000"/>
          </a:xfrm>
          <a:prstGeom prst="rect">
            <a:avLst/>
          </a:prstGeom>
        </p:spPr>
      </p:pic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90EE2CF-7BF7-4665-A7F5-06E3394E78F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187086" y="11386976"/>
            <a:ext cx="4146994" cy="15586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Insert client logo here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B8211CDC-D990-0849-8028-480069D3D1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650992"/>
            <a:ext cx="24387174" cy="2409400"/>
          </a:xfrm>
          <a:prstGeom prst="rect">
            <a:avLst/>
          </a:prstGeom>
        </p:spPr>
        <p:txBody>
          <a:bodyPr lIns="1828800" tIns="0" rIns="2743200" anchor="b"/>
          <a:lstStyle>
            <a:lvl1pPr marL="23813" indent="0">
              <a:spcBef>
                <a:spcPts val="0"/>
              </a:spcBef>
              <a:buNone/>
              <a:tabLst/>
              <a:defRPr sz="10800" b="0" i="0" spc="-300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837BC004-37BD-E846-A518-CD8068C2E8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8229600"/>
            <a:ext cx="24387174" cy="801520"/>
          </a:xfrm>
          <a:prstGeom prst="rect">
            <a:avLst/>
          </a:prstGeom>
        </p:spPr>
        <p:txBody>
          <a:bodyPr lIns="1828800" tIns="0" anchor="t"/>
          <a:lstStyle>
            <a:lvl1pPr marL="23813" indent="0">
              <a:spcBef>
                <a:spcPts val="0"/>
              </a:spcBef>
              <a:buNone/>
              <a:tabLst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9EE50165-661B-9746-B293-885F9ADF2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0" y="1417927"/>
            <a:ext cx="3173946" cy="987963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none" lIns="457200" tIns="320040" rIns="457200" bIns="274320" anchor="ctr" anchorCtr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Figtree" pitchFamily="2" charset="0"/>
              </a:defRPr>
            </a:lvl1pPr>
            <a:lvl2pPr marL="914126" indent="0">
              <a:buNone/>
              <a:defRPr b="1" i="0">
                <a:latin typeface="TT Norms Pro" panose="02000503030000020003" pitchFamily="2" charset="0"/>
              </a:defRPr>
            </a:lvl2pPr>
            <a:lvl3pPr marL="1828250" indent="0">
              <a:buNone/>
              <a:defRPr b="1" i="0">
                <a:latin typeface="TT Norms Pro" panose="02000503030000020003" pitchFamily="2" charset="0"/>
              </a:defRPr>
            </a:lvl3pPr>
            <a:lvl4pPr marL="2742376" indent="0">
              <a:buNone/>
              <a:defRPr b="1" i="0">
                <a:latin typeface="TT Norms Pro" panose="02000503030000020003" pitchFamily="2" charset="0"/>
              </a:defRPr>
            </a:lvl4pPr>
            <a:lvl5pPr marL="3656502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3EE2C-DD18-464E-B166-AA0B2B911C71}"/>
              </a:ext>
            </a:extLst>
          </p:cNvPr>
          <p:cNvSpPr txBox="1"/>
          <p:nvPr userDrawn="1"/>
        </p:nvSpPr>
        <p:spPr>
          <a:xfrm>
            <a:off x="6017096" y="11485870"/>
            <a:ext cx="873208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8800" b="0" i="0">
                <a:solidFill>
                  <a:schemeClr val="bg2"/>
                </a:solidFill>
                <a:latin typeface="Figtree Light" pitchFamily="2" charset="0"/>
              </a:rPr>
              <a:t>+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D293E8-EDAE-C32B-A3EB-0E55B3FE138E}"/>
              </a:ext>
            </a:extLst>
          </p:cNvPr>
          <p:cNvGrpSpPr/>
          <p:nvPr userDrawn="1"/>
        </p:nvGrpSpPr>
        <p:grpSpPr>
          <a:xfrm>
            <a:off x="1493822" y="11669838"/>
            <a:ext cx="4361947" cy="943191"/>
            <a:chOff x="1956009" y="1861490"/>
            <a:chExt cx="2722973" cy="58879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480E4B1-039E-17A8-EECF-BA4B35050CB6}"/>
                </a:ext>
              </a:extLst>
            </p:cNvPr>
            <p:cNvGrpSpPr/>
            <p:nvPr/>
          </p:nvGrpSpPr>
          <p:grpSpPr>
            <a:xfrm>
              <a:off x="1956009" y="1861490"/>
              <a:ext cx="582096" cy="588793"/>
              <a:chOff x="1956009" y="1861490"/>
              <a:chExt cx="582096" cy="588793"/>
            </a:xfrm>
          </p:grpSpPr>
          <p:sp>
            <p:nvSpPr>
              <p:cNvPr id="20" name="Freeform 46">
                <a:extLst>
                  <a:ext uri="{FF2B5EF4-FFF2-40B4-BE49-F238E27FC236}">
                    <a16:creationId xmlns:a16="http://schemas.microsoft.com/office/drawing/2014/main" id="{64462B58-A246-861E-A135-FEB3539696B8}"/>
                  </a:ext>
                </a:extLst>
              </p:cNvPr>
              <p:cNvSpPr/>
              <p:nvPr/>
            </p:nvSpPr>
            <p:spPr>
              <a:xfrm>
                <a:off x="1956009" y="2044923"/>
                <a:ext cx="146747" cy="146747"/>
              </a:xfrm>
              <a:custGeom>
                <a:avLst/>
                <a:gdLst>
                  <a:gd name="connsiteX0" fmla="*/ 146747 w 146747"/>
                  <a:gd name="connsiteY0" fmla="*/ 73374 h 146747"/>
                  <a:gd name="connsiteX1" fmla="*/ 73374 w 146747"/>
                  <a:gd name="connsiteY1" fmla="*/ 146747 h 146747"/>
                  <a:gd name="connsiteX2" fmla="*/ 0 w 146747"/>
                  <a:gd name="connsiteY2" fmla="*/ 73374 h 146747"/>
                  <a:gd name="connsiteX3" fmla="*/ 73374 w 146747"/>
                  <a:gd name="connsiteY3" fmla="*/ 0 h 146747"/>
                  <a:gd name="connsiteX4" fmla="*/ 146747 w 146747"/>
                  <a:gd name="connsiteY4" fmla="*/ 73374 h 146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747" h="146747">
                    <a:moveTo>
                      <a:pt x="146747" y="73374"/>
                    </a:moveTo>
                    <a:cubicBezTo>
                      <a:pt x="146747" y="113897"/>
                      <a:pt x="113897" y="146747"/>
                      <a:pt x="73374" y="146747"/>
                    </a:cubicBezTo>
                    <a:cubicBezTo>
                      <a:pt x="32850" y="146747"/>
                      <a:pt x="0" y="113897"/>
                      <a:pt x="0" y="73374"/>
                    </a:cubicBezTo>
                    <a:cubicBezTo>
                      <a:pt x="0" y="32850"/>
                      <a:pt x="32850" y="0"/>
                      <a:pt x="73374" y="0"/>
                    </a:cubicBezTo>
                    <a:cubicBezTo>
                      <a:pt x="113897" y="0"/>
                      <a:pt x="146747" y="32850"/>
                      <a:pt x="146747" y="73374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47">
                <a:extLst>
                  <a:ext uri="{FF2B5EF4-FFF2-40B4-BE49-F238E27FC236}">
                    <a16:creationId xmlns:a16="http://schemas.microsoft.com/office/drawing/2014/main" id="{41545E66-836F-408D-CCF9-C4494C1908DB}"/>
                  </a:ext>
                </a:extLst>
              </p:cNvPr>
              <p:cNvSpPr/>
              <p:nvPr/>
            </p:nvSpPr>
            <p:spPr>
              <a:xfrm>
                <a:off x="1989434" y="1861490"/>
                <a:ext cx="548671" cy="588793"/>
              </a:xfrm>
              <a:custGeom>
                <a:avLst/>
                <a:gdLst>
                  <a:gd name="connsiteX0" fmla="*/ 484265 w 548671"/>
                  <a:gd name="connsiteY0" fmla="*/ 75819 h 588793"/>
                  <a:gd name="connsiteX1" fmla="*/ 489972 w 548671"/>
                  <a:gd name="connsiteY1" fmla="*/ 92125 h 588793"/>
                  <a:gd name="connsiteX2" fmla="*/ 548671 w 548671"/>
                  <a:gd name="connsiteY2" fmla="*/ 0 h 588793"/>
                  <a:gd name="connsiteX3" fmla="*/ 450840 w 548671"/>
                  <a:gd name="connsiteY3" fmla="*/ 52177 h 588793"/>
                  <a:gd name="connsiteX4" fmla="*/ 466330 w 548671"/>
                  <a:gd name="connsiteY4" fmla="*/ 57884 h 588793"/>
                  <a:gd name="connsiteX5" fmla="*/ 516061 w 548671"/>
                  <a:gd name="connsiteY5" fmla="*/ 30165 h 588793"/>
                  <a:gd name="connsiteX6" fmla="*/ 0 w 548671"/>
                  <a:gd name="connsiteY6" fmla="*/ 440241 h 588793"/>
                  <a:gd name="connsiteX7" fmla="*/ 388880 w 548671"/>
                  <a:gd name="connsiteY7" fmla="*/ 553562 h 588793"/>
                  <a:gd name="connsiteX8" fmla="*/ 502201 w 548671"/>
                  <a:gd name="connsiteY8" fmla="*/ 165498 h 588793"/>
                  <a:gd name="connsiteX9" fmla="*/ 456547 w 548671"/>
                  <a:gd name="connsiteY9" fmla="*/ 103538 h 588793"/>
                  <a:gd name="connsiteX10" fmla="*/ 484265 w 548671"/>
                  <a:gd name="connsiteY10" fmla="*/ 75819 h 588793"/>
                  <a:gd name="connsiteX11" fmla="*/ 472852 w 548671"/>
                  <a:gd name="connsiteY11" fmla="*/ 441872 h 588793"/>
                  <a:gd name="connsiteX12" fmla="*/ 317952 w 548671"/>
                  <a:gd name="connsiteY12" fmla="*/ 516060 h 588793"/>
                  <a:gd name="connsiteX13" fmla="*/ 236426 w 548671"/>
                  <a:gd name="connsiteY13" fmla="*/ 401924 h 588793"/>
                  <a:gd name="connsiteX14" fmla="*/ 406000 w 548671"/>
                  <a:gd name="connsiteY14" fmla="*/ 152454 h 588793"/>
                  <a:gd name="connsiteX15" fmla="*/ 472852 w 548671"/>
                  <a:gd name="connsiteY15" fmla="*/ 441872 h 588793"/>
                  <a:gd name="connsiteX16" fmla="*/ 472852 w 548671"/>
                  <a:gd name="connsiteY16" fmla="*/ 441872 h 588793"/>
                  <a:gd name="connsiteX17" fmla="*/ 472852 w 548671"/>
                  <a:gd name="connsiteY17" fmla="*/ 441872 h 58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671" h="588793">
                    <a:moveTo>
                      <a:pt x="484265" y="75819"/>
                    </a:moveTo>
                    <a:lnTo>
                      <a:pt x="489972" y="92125"/>
                    </a:lnTo>
                    <a:lnTo>
                      <a:pt x="548671" y="0"/>
                    </a:lnTo>
                    <a:lnTo>
                      <a:pt x="450840" y="52177"/>
                    </a:lnTo>
                    <a:lnTo>
                      <a:pt x="466330" y="57884"/>
                    </a:lnTo>
                    <a:lnTo>
                      <a:pt x="516061" y="30165"/>
                    </a:lnTo>
                    <a:lnTo>
                      <a:pt x="0" y="440241"/>
                    </a:lnTo>
                    <a:cubicBezTo>
                      <a:pt x="75819" y="578835"/>
                      <a:pt x="250285" y="629382"/>
                      <a:pt x="388880" y="553562"/>
                    </a:cubicBezTo>
                    <a:cubicBezTo>
                      <a:pt x="527474" y="477743"/>
                      <a:pt x="578021" y="304092"/>
                      <a:pt x="502201" y="165498"/>
                    </a:cubicBezTo>
                    <a:cubicBezTo>
                      <a:pt x="489972" y="142671"/>
                      <a:pt x="474482" y="121474"/>
                      <a:pt x="456547" y="103538"/>
                    </a:cubicBezTo>
                    <a:cubicBezTo>
                      <a:pt x="466330" y="92940"/>
                      <a:pt x="476113" y="83972"/>
                      <a:pt x="484265" y="75819"/>
                    </a:cubicBezTo>
                    <a:close/>
                    <a:moveTo>
                      <a:pt x="472852" y="441872"/>
                    </a:moveTo>
                    <a:cubicBezTo>
                      <a:pt x="450840" y="505462"/>
                      <a:pt x="381542" y="538888"/>
                      <a:pt x="317952" y="516060"/>
                    </a:cubicBezTo>
                    <a:cubicBezTo>
                      <a:pt x="269036" y="498940"/>
                      <a:pt x="236426" y="453285"/>
                      <a:pt x="236426" y="401924"/>
                    </a:cubicBezTo>
                    <a:cubicBezTo>
                      <a:pt x="236426" y="335072"/>
                      <a:pt x="282896" y="259253"/>
                      <a:pt x="406000" y="152454"/>
                    </a:cubicBezTo>
                    <a:cubicBezTo>
                      <a:pt x="406000" y="152454"/>
                      <a:pt x="530735" y="269036"/>
                      <a:pt x="472852" y="441872"/>
                    </a:cubicBezTo>
                    <a:lnTo>
                      <a:pt x="472852" y="441872"/>
                    </a:lnTo>
                    <a:lnTo>
                      <a:pt x="472852" y="441872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48">
                <a:extLst>
                  <a:ext uri="{FF2B5EF4-FFF2-40B4-BE49-F238E27FC236}">
                    <a16:creationId xmlns:a16="http://schemas.microsoft.com/office/drawing/2014/main" id="{59FEA725-945F-8288-0523-82BEA1D4369B}"/>
                  </a:ext>
                </a:extLst>
              </p:cNvPr>
              <p:cNvSpPr/>
              <p:nvPr/>
            </p:nvSpPr>
            <p:spPr>
              <a:xfrm>
                <a:off x="2013892" y="1878149"/>
                <a:ext cx="406000" cy="109705"/>
              </a:xfrm>
              <a:custGeom>
                <a:avLst/>
                <a:gdLst>
                  <a:gd name="connsiteX0" fmla="*/ 344040 w 406000"/>
                  <a:gd name="connsiteY0" fmla="*/ 102369 h 109705"/>
                  <a:gd name="connsiteX1" fmla="*/ 406000 w 406000"/>
                  <a:gd name="connsiteY1" fmla="*/ 63236 h 109705"/>
                  <a:gd name="connsiteX2" fmla="*/ 3261 w 406000"/>
                  <a:gd name="connsiteY2" fmla="*/ 105630 h 109705"/>
                  <a:gd name="connsiteX3" fmla="*/ 0 w 406000"/>
                  <a:gd name="connsiteY3" fmla="*/ 109706 h 109705"/>
                  <a:gd name="connsiteX4" fmla="*/ 344040 w 406000"/>
                  <a:gd name="connsiteY4" fmla="*/ 102369 h 109705"/>
                  <a:gd name="connsiteX5" fmla="*/ 344040 w 406000"/>
                  <a:gd name="connsiteY5" fmla="*/ 102369 h 10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000" h="109705">
                    <a:moveTo>
                      <a:pt x="344040" y="102369"/>
                    </a:moveTo>
                    <a:lnTo>
                      <a:pt x="406000" y="63236"/>
                    </a:lnTo>
                    <a:cubicBezTo>
                      <a:pt x="282896" y="-35411"/>
                      <a:pt x="102723" y="-16660"/>
                      <a:pt x="3261" y="105630"/>
                    </a:cubicBezTo>
                    <a:cubicBezTo>
                      <a:pt x="2446" y="107260"/>
                      <a:pt x="815" y="108075"/>
                      <a:pt x="0" y="109706"/>
                    </a:cubicBezTo>
                    <a:cubicBezTo>
                      <a:pt x="100277" y="30626"/>
                      <a:pt x="240502" y="28180"/>
                      <a:pt x="344040" y="102369"/>
                    </a:cubicBezTo>
                    <a:lnTo>
                      <a:pt x="344040" y="102369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07AA65-581A-68BE-0E25-52E97D995E28}"/>
                </a:ext>
              </a:extLst>
            </p:cNvPr>
            <p:cNvGrpSpPr/>
            <p:nvPr/>
          </p:nvGrpSpPr>
          <p:grpSpPr>
            <a:xfrm>
              <a:off x="2713387" y="1976441"/>
              <a:ext cx="1965595" cy="429866"/>
              <a:chOff x="2713387" y="1976441"/>
              <a:chExt cx="1965595" cy="429866"/>
            </a:xfrm>
            <a:solidFill>
              <a:schemeClr val="bg1"/>
            </a:solidFill>
          </p:grpSpPr>
          <p:sp>
            <p:nvSpPr>
              <p:cNvPr id="6" name="Freeform 35">
                <a:extLst>
                  <a:ext uri="{FF2B5EF4-FFF2-40B4-BE49-F238E27FC236}">
                    <a16:creationId xmlns:a16="http://schemas.microsoft.com/office/drawing/2014/main" id="{138EE02E-9646-4DC6-1476-A7EBE2B12529}"/>
                  </a:ext>
                </a:extLst>
              </p:cNvPr>
              <p:cNvSpPr/>
              <p:nvPr/>
            </p:nvSpPr>
            <p:spPr>
              <a:xfrm>
                <a:off x="3010957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5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5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2723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7" name="Freeform 36">
                <a:extLst>
                  <a:ext uri="{FF2B5EF4-FFF2-40B4-BE49-F238E27FC236}">
                    <a16:creationId xmlns:a16="http://schemas.microsoft.com/office/drawing/2014/main" id="{F84E5DEE-B989-0C44-FABC-ADCAF781E99E}"/>
                  </a:ext>
                </a:extLst>
              </p:cNvPr>
              <p:cNvSpPr/>
              <p:nvPr/>
            </p:nvSpPr>
            <p:spPr>
              <a:xfrm>
                <a:off x="3222063" y="2101129"/>
                <a:ext cx="196525" cy="305178"/>
              </a:xfrm>
              <a:custGeom>
                <a:avLst/>
                <a:gdLst>
                  <a:gd name="connsiteX0" fmla="*/ 151686 w 196525"/>
                  <a:gd name="connsiteY0" fmla="*/ 5754 h 305178"/>
                  <a:gd name="connsiteX1" fmla="*/ 196525 w 196525"/>
                  <a:gd name="connsiteY1" fmla="*/ 5754 h 305178"/>
                  <a:gd name="connsiteX2" fmla="*/ 196525 w 196525"/>
                  <a:gd name="connsiteY2" fmla="*/ 184296 h 305178"/>
                  <a:gd name="connsiteX3" fmla="*/ 164730 w 196525"/>
                  <a:gd name="connsiteY3" fmla="*/ 284573 h 305178"/>
                  <a:gd name="connsiteX4" fmla="*/ 100324 w 196525"/>
                  <a:gd name="connsiteY4" fmla="*/ 304955 h 305178"/>
                  <a:gd name="connsiteX5" fmla="*/ 36734 w 196525"/>
                  <a:gd name="connsiteY5" fmla="*/ 281312 h 305178"/>
                  <a:gd name="connsiteX6" fmla="*/ 8200 w 196525"/>
                  <a:gd name="connsiteY6" fmla="*/ 220983 h 305178"/>
                  <a:gd name="connsiteX7" fmla="*/ 52224 w 196525"/>
                  <a:gd name="connsiteY7" fmla="*/ 220983 h 305178"/>
                  <a:gd name="connsiteX8" fmla="*/ 66899 w 196525"/>
                  <a:gd name="connsiteY8" fmla="*/ 251148 h 305178"/>
                  <a:gd name="connsiteX9" fmla="*/ 101955 w 196525"/>
                  <a:gd name="connsiteY9" fmla="*/ 264192 h 305178"/>
                  <a:gd name="connsiteX10" fmla="*/ 137011 w 196525"/>
                  <a:gd name="connsiteY10" fmla="*/ 251148 h 305178"/>
                  <a:gd name="connsiteX11" fmla="*/ 151686 w 196525"/>
                  <a:gd name="connsiteY11" fmla="*/ 202232 h 305178"/>
                  <a:gd name="connsiteX12" fmla="*/ 151686 w 196525"/>
                  <a:gd name="connsiteY12" fmla="*/ 176959 h 305178"/>
                  <a:gd name="connsiteX13" fmla="*/ 92987 w 196525"/>
                  <a:gd name="connsiteY13" fmla="*/ 204678 h 305178"/>
                  <a:gd name="connsiteX14" fmla="*/ 29396 w 196525"/>
                  <a:gd name="connsiteY14" fmla="*/ 178589 h 305178"/>
                  <a:gd name="connsiteX15" fmla="*/ 47 w 196525"/>
                  <a:gd name="connsiteY15" fmla="*/ 101955 h 305178"/>
                  <a:gd name="connsiteX16" fmla="*/ 28581 w 196525"/>
                  <a:gd name="connsiteY16" fmla="*/ 26951 h 305178"/>
                  <a:gd name="connsiteX17" fmla="*/ 94617 w 196525"/>
                  <a:gd name="connsiteY17" fmla="*/ 47 h 305178"/>
                  <a:gd name="connsiteX18" fmla="*/ 152501 w 196525"/>
                  <a:gd name="connsiteY18" fmla="*/ 26136 h 305178"/>
                  <a:gd name="connsiteX19" fmla="*/ 151686 w 196525"/>
                  <a:gd name="connsiteY19" fmla="*/ 5754 h 305178"/>
                  <a:gd name="connsiteX20" fmla="*/ 151686 w 196525"/>
                  <a:gd name="connsiteY20" fmla="*/ 5754 h 305178"/>
                  <a:gd name="connsiteX21" fmla="*/ 65268 w 196525"/>
                  <a:gd name="connsiteY21" fmla="*/ 54670 h 305178"/>
                  <a:gd name="connsiteX22" fmla="*/ 45702 w 196525"/>
                  <a:gd name="connsiteY22" fmla="*/ 103585 h 305178"/>
                  <a:gd name="connsiteX23" fmla="*/ 65268 w 196525"/>
                  <a:gd name="connsiteY23" fmla="*/ 152501 h 305178"/>
                  <a:gd name="connsiteX24" fmla="*/ 99509 w 196525"/>
                  <a:gd name="connsiteY24" fmla="*/ 165545 h 305178"/>
                  <a:gd name="connsiteX25" fmla="*/ 137011 w 196525"/>
                  <a:gd name="connsiteY25" fmla="*/ 150055 h 305178"/>
                  <a:gd name="connsiteX26" fmla="*/ 154132 w 196525"/>
                  <a:gd name="connsiteY26" fmla="*/ 104401 h 305178"/>
                  <a:gd name="connsiteX27" fmla="*/ 136196 w 196525"/>
                  <a:gd name="connsiteY27" fmla="*/ 55485 h 305178"/>
                  <a:gd name="connsiteX28" fmla="*/ 100324 w 196525"/>
                  <a:gd name="connsiteY28" fmla="*/ 41626 h 305178"/>
                  <a:gd name="connsiteX29" fmla="*/ 65268 w 196525"/>
                  <a:gd name="connsiteY29" fmla="*/ 54670 h 305178"/>
                  <a:gd name="connsiteX30" fmla="*/ 65268 w 196525"/>
                  <a:gd name="connsiteY30" fmla="*/ 54670 h 305178"/>
                  <a:gd name="connsiteX31" fmla="*/ 65268 w 196525"/>
                  <a:gd name="connsiteY31" fmla="*/ 54670 h 30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6525" h="305178">
                    <a:moveTo>
                      <a:pt x="151686" y="5754"/>
                    </a:moveTo>
                    <a:lnTo>
                      <a:pt x="196525" y="5754"/>
                    </a:lnTo>
                    <a:lnTo>
                      <a:pt x="196525" y="184296"/>
                    </a:lnTo>
                    <a:cubicBezTo>
                      <a:pt x="196525" y="229951"/>
                      <a:pt x="191634" y="262561"/>
                      <a:pt x="164730" y="284573"/>
                    </a:cubicBezTo>
                    <a:cubicBezTo>
                      <a:pt x="146794" y="299248"/>
                      <a:pt x="123967" y="306585"/>
                      <a:pt x="100324" y="304955"/>
                    </a:cubicBezTo>
                    <a:cubicBezTo>
                      <a:pt x="76682" y="305770"/>
                      <a:pt x="53854" y="297618"/>
                      <a:pt x="36734" y="281312"/>
                    </a:cubicBezTo>
                    <a:cubicBezTo>
                      <a:pt x="21244" y="265007"/>
                      <a:pt x="11461" y="243810"/>
                      <a:pt x="8200" y="220983"/>
                    </a:cubicBezTo>
                    <a:lnTo>
                      <a:pt x="52224" y="220983"/>
                    </a:lnTo>
                    <a:cubicBezTo>
                      <a:pt x="53854" y="232397"/>
                      <a:pt x="58746" y="242995"/>
                      <a:pt x="66899" y="251148"/>
                    </a:cubicBezTo>
                    <a:cubicBezTo>
                      <a:pt x="75866" y="260116"/>
                      <a:pt x="88911" y="265007"/>
                      <a:pt x="101955" y="264192"/>
                    </a:cubicBezTo>
                    <a:cubicBezTo>
                      <a:pt x="114999" y="265007"/>
                      <a:pt x="128043" y="260116"/>
                      <a:pt x="137011" y="251148"/>
                    </a:cubicBezTo>
                    <a:cubicBezTo>
                      <a:pt x="148425" y="237288"/>
                      <a:pt x="154132" y="220168"/>
                      <a:pt x="151686" y="202232"/>
                    </a:cubicBezTo>
                    <a:lnTo>
                      <a:pt x="151686" y="176959"/>
                    </a:lnTo>
                    <a:cubicBezTo>
                      <a:pt x="137826" y="194895"/>
                      <a:pt x="115814" y="205493"/>
                      <a:pt x="92987" y="204678"/>
                    </a:cubicBezTo>
                    <a:cubicBezTo>
                      <a:pt x="68529" y="205493"/>
                      <a:pt x="45702" y="196525"/>
                      <a:pt x="29396" y="178589"/>
                    </a:cubicBezTo>
                    <a:cubicBezTo>
                      <a:pt x="9830" y="157393"/>
                      <a:pt x="47" y="130489"/>
                      <a:pt x="47" y="101955"/>
                    </a:cubicBezTo>
                    <a:cubicBezTo>
                      <a:pt x="-768" y="74236"/>
                      <a:pt x="9015" y="47332"/>
                      <a:pt x="28581" y="26951"/>
                    </a:cubicBezTo>
                    <a:cubicBezTo>
                      <a:pt x="45702" y="9015"/>
                      <a:pt x="69344" y="-768"/>
                      <a:pt x="94617" y="47"/>
                    </a:cubicBezTo>
                    <a:cubicBezTo>
                      <a:pt x="116630" y="-768"/>
                      <a:pt x="137826" y="9015"/>
                      <a:pt x="152501" y="26136"/>
                    </a:cubicBezTo>
                    <a:lnTo>
                      <a:pt x="151686" y="5754"/>
                    </a:lnTo>
                    <a:lnTo>
                      <a:pt x="151686" y="5754"/>
                    </a:lnTo>
                    <a:close/>
                    <a:moveTo>
                      <a:pt x="65268" y="54670"/>
                    </a:moveTo>
                    <a:cubicBezTo>
                      <a:pt x="52224" y="67714"/>
                      <a:pt x="44886" y="85650"/>
                      <a:pt x="45702" y="103585"/>
                    </a:cubicBezTo>
                    <a:cubicBezTo>
                      <a:pt x="44886" y="121521"/>
                      <a:pt x="52224" y="139457"/>
                      <a:pt x="65268" y="152501"/>
                    </a:cubicBezTo>
                    <a:cubicBezTo>
                      <a:pt x="75051" y="160654"/>
                      <a:pt x="87280" y="165545"/>
                      <a:pt x="99509" y="165545"/>
                    </a:cubicBezTo>
                    <a:cubicBezTo>
                      <a:pt x="113368" y="166360"/>
                      <a:pt x="127228" y="160654"/>
                      <a:pt x="137011" y="150055"/>
                    </a:cubicBezTo>
                    <a:cubicBezTo>
                      <a:pt x="148425" y="137826"/>
                      <a:pt x="154132" y="121521"/>
                      <a:pt x="154132" y="104401"/>
                    </a:cubicBezTo>
                    <a:cubicBezTo>
                      <a:pt x="154947" y="86465"/>
                      <a:pt x="148425" y="68529"/>
                      <a:pt x="136196" y="55485"/>
                    </a:cubicBezTo>
                    <a:cubicBezTo>
                      <a:pt x="126413" y="45702"/>
                      <a:pt x="113368" y="40810"/>
                      <a:pt x="100324" y="41626"/>
                    </a:cubicBezTo>
                    <a:cubicBezTo>
                      <a:pt x="86465" y="40810"/>
                      <a:pt x="74236" y="45702"/>
                      <a:pt x="65268" y="54670"/>
                    </a:cubicBezTo>
                    <a:lnTo>
                      <a:pt x="65268" y="54670"/>
                    </a:lnTo>
                    <a:lnTo>
                      <a:pt x="65268" y="546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37">
                <a:extLst>
                  <a:ext uri="{FF2B5EF4-FFF2-40B4-BE49-F238E27FC236}">
                    <a16:creationId xmlns:a16="http://schemas.microsoft.com/office/drawing/2014/main" id="{D9929344-48AF-0259-A7B1-867632E527EC}"/>
                  </a:ext>
                </a:extLst>
              </p:cNvPr>
              <p:cNvSpPr/>
              <p:nvPr/>
            </p:nvSpPr>
            <p:spPr>
              <a:xfrm>
                <a:off x="3474015" y="2000899"/>
                <a:ext cx="44850" cy="300016"/>
              </a:xfrm>
              <a:custGeom>
                <a:avLst/>
                <a:gdLst>
                  <a:gd name="connsiteX0" fmla="*/ 44850 w 44850"/>
                  <a:gd name="connsiteY0" fmla="*/ 0 h 300016"/>
                  <a:gd name="connsiteX1" fmla="*/ 44850 w 44850"/>
                  <a:gd name="connsiteY1" fmla="*/ 300016 h 300016"/>
                  <a:gd name="connsiteX2" fmla="*/ 11 w 44850"/>
                  <a:gd name="connsiteY2" fmla="*/ 300016 h 300016"/>
                  <a:gd name="connsiteX3" fmla="*/ 11 w 44850"/>
                  <a:gd name="connsiteY3" fmla="*/ 35871 h 300016"/>
                  <a:gd name="connsiteX4" fmla="*/ 44850 w 44850"/>
                  <a:gd name="connsiteY4" fmla="*/ 0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50" h="300016">
                    <a:moveTo>
                      <a:pt x="44850" y="0"/>
                    </a:moveTo>
                    <a:lnTo>
                      <a:pt x="44850" y="300016"/>
                    </a:lnTo>
                    <a:lnTo>
                      <a:pt x="11" y="300016"/>
                    </a:lnTo>
                    <a:lnTo>
                      <a:pt x="11" y="35871"/>
                    </a:lnTo>
                    <a:cubicBezTo>
                      <a:pt x="-804" y="35871"/>
                      <a:pt x="44850" y="0"/>
                      <a:pt x="44850" y="0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9" name="Freeform 38">
                <a:extLst>
                  <a:ext uri="{FF2B5EF4-FFF2-40B4-BE49-F238E27FC236}">
                    <a16:creationId xmlns:a16="http://schemas.microsoft.com/office/drawing/2014/main" id="{D4366C25-7E38-622F-FECF-D9B0DAD8D54E}"/>
                  </a:ext>
                </a:extLst>
              </p:cNvPr>
              <p:cNvSpPr/>
              <p:nvPr/>
            </p:nvSpPr>
            <p:spPr>
              <a:xfrm>
                <a:off x="4277059" y="2000899"/>
                <a:ext cx="44839" cy="61959"/>
              </a:xfrm>
              <a:custGeom>
                <a:avLst/>
                <a:gdLst>
                  <a:gd name="connsiteX0" fmla="*/ 44839 w 44839"/>
                  <a:gd name="connsiteY0" fmla="*/ 0 h 61959"/>
                  <a:gd name="connsiteX1" fmla="*/ 44839 w 44839"/>
                  <a:gd name="connsiteY1" fmla="*/ 61960 h 61959"/>
                  <a:gd name="connsiteX2" fmla="*/ 0 w 44839"/>
                  <a:gd name="connsiteY2" fmla="*/ 61960 h 61959"/>
                  <a:gd name="connsiteX3" fmla="*/ 0 w 44839"/>
                  <a:gd name="connsiteY3" fmla="*/ 35871 h 61959"/>
                  <a:gd name="connsiteX4" fmla="*/ 44839 w 44839"/>
                  <a:gd name="connsiteY4" fmla="*/ 0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61959">
                    <a:moveTo>
                      <a:pt x="44839" y="0"/>
                    </a:moveTo>
                    <a:lnTo>
                      <a:pt x="44839" y="61960"/>
                    </a:lnTo>
                    <a:lnTo>
                      <a:pt x="0" y="61960"/>
                    </a:lnTo>
                    <a:lnTo>
                      <a:pt x="0" y="35871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0" name="Freeform 39">
                <a:extLst>
                  <a:ext uri="{FF2B5EF4-FFF2-40B4-BE49-F238E27FC236}">
                    <a16:creationId xmlns:a16="http://schemas.microsoft.com/office/drawing/2014/main" id="{EB3E4C5C-7218-EF1E-8DFF-C2FD15216E0B}"/>
                  </a:ext>
                </a:extLst>
              </p:cNvPr>
              <p:cNvSpPr/>
              <p:nvPr/>
            </p:nvSpPr>
            <p:spPr>
              <a:xfrm>
                <a:off x="3563661" y="2101940"/>
                <a:ext cx="184481" cy="204870"/>
              </a:xfrm>
              <a:custGeom>
                <a:avLst/>
                <a:gdLst>
                  <a:gd name="connsiteX0" fmla="*/ 183478 w 184481"/>
                  <a:gd name="connsiteY0" fmla="*/ 154951 h 204870"/>
                  <a:gd name="connsiteX1" fmla="*/ 150867 w 184481"/>
                  <a:gd name="connsiteY1" fmla="*/ 190007 h 204870"/>
                  <a:gd name="connsiteX2" fmla="*/ 93799 w 184481"/>
                  <a:gd name="connsiteY2" fmla="*/ 204682 h 204870"/>
                  <a:gd name="connsiteX3" fmla="*/ 28578 w 184481"/>
                  <a:gd name="connsiteY3" fmla="*/ 180224 h 204870"/>
                  <a:gd name="connsiteX4" fmla="*/ 44 w 184481"/>
                  <a:gd name="connsiteY4" fmla="*/ 106035 h 204870"/>
                  <a:gd name="connsiteX5" fmla="*/ 31024 w 184481"/>
                  <a:gd name="connsiteY5" fmla="*/ 26139 h 204870"/>
                  <a:gd name="connsiteX6" fmla="*/ 95429 w 184481"/>
                  <a:gd name="connsiteY6" fmla="*/ 51 h 204870"/>
                  <a:gd name="connsiteX7" fmla="*/ 157389 w 184481"/>
                  <a:gd name="connsiteY7" fmla="*/ 25324 h 204870"/>
                  <a:gd name="connsiteX8" fmla="*/ 184293 w 184481"/>
                  <a:gd name="connsiteY8" fmla="*/ 106850 h 204870"/>
                  <a:gd name="connsiteX9" fmla="*/ 184293 w 184481"/>
                  <a:gd name="connsiteY9" fmla="*/ 112557 h 204870"/>
                  <a:gd name="connsiteX10" fmla="*/ 45699 w 184481"/>
                  <a:gd name="connsiteY10" fmla="*/ 112557 h 204870"/>
                  <a:gd name="connsiteX11" fmla="*/ 62004 w 184481"/>
                  <a:gd name="connsiteY11" fmla="*/ 151690 h 204870"/>
                  <a:gd name="connsiteX12" fmla="*/ 96245 w 184481"/>
                  <a:gd name="connsiteY12" fmla="*/ 163919 h 204870"/>
                  <a:gd name="connsiteX13" fmla="*/ 127225 w 184481"/>
                  <a:gd name="connsiteY13" fmla="*/ 154135 h 204870"/>
                  <a:gd name="connsiteX14" fmla="*/ 145160 w 184481"/>
                  <a:gd name="connsiteY14" fmla="*/ 132939 h 204870"/>
                  <a:gd name="connsiteX15" fmla="*/ 183478 w 184481"/>
                  <a:gd name="connsiteY15" fmla="*/ 154951 h 204870"/>
                  <a:gd name="connsiteX16" fmla="*/ 183478 w 184481"/>
                  <a:gd name="connsiteY16" fmla="*/ 154951 h 204870"/>
                  <a:gd name="connsiteX17" fmla="*/ 139454 w 184481"/>
                  <a:gd name="connsiteY17" fmla="*/ 75870 h 204870"/>
                  <a:gd name="connsiteX18" fmla="*/ 125594 w 184481"/>
                  <a:gd name="connsiteY18" fmla="*/ 49782 h 204870"/>
                  <a:gd name="connsiteX19" fmla="*/ 63634 w 184481"/>
                  <a:gd name="connsiteY19" fmla="*/ 51413 h 204870"/>
                  <a:gd name="connsiteX20" fmla="*/ 49775 w 184481"/>
                  <a:gd name="connsiteY20" fmla="*/ 75870 h 204870"/>
                  <a:gd name="connsiteX21" fmla="*/ 139454 w 184481"/>
                  <a:gd name="connsiteY21" fmla="*/ 75870 h 204870"/>
                  <a:gd name="connsiteX22" fmla="*/ 139454 w 184481"/>
                  <a:gd name="connsiteY22" fmla="*/ 75870 h 20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4481" h="204870">
                    <a:moveTo>
                      <a:pt x="183478" y="154951"/>
                    </a:moveTo>
                    <a:cubicBezTo>
                      <a:pt x="175325" y="169625"/>
                      <a:pt x="164727" y="181039"/>
                      <a:pt x="150867" y="190007"/>
                    </a:cubicBezTo>
                    <a:cubicBezTo>
                      <a:pt x="133747" y="199790"/>
                      <a:pt x="114180" y="205497"/>
                      <a:pt x="93799" y="204682"/>
                    </a:cubicBezTo>
                    <a:cubicBezTo>
                      <a:pt x="69341" y="206312"/>
                      <a:pt x="45699" y="197344"/>
                      <a:pt x="28578" y="180224"/>
                    </a:cubicBezTo>
                    <a:cubicBezTo>
                      <a:pt x="9827" y="160658"/>
                      <a:pt x="-771" y="133754"/>
                      <a:pt x="44" y="106035"/>
                    </a:cubicBezTo>
                    <a:cubicBezTo>
                      <a:pt x="-771" y="76686"/>
                      <a:pt x="10642" y="48151"/>
                      <a:pt x="31024" y="26139"/>
                    </a:cubicBezTo>
                    <a:cubicBezTo>
                      <a:pt x="48144" y="9019"/>
                      <a:pt x="71787" y="-764"/>
                      <a:pt x="95429" y="51"/>
                    </a:cubicBezTo>
                    <a:cubicBezTo>
                      <a:pt x="119072" y="-764"/>
                      <a:pt x="141084" y="8204"/>
                      <a:pt x="157389" y="25324"/>
                    </a:cubicBezTo>
                    <a:cubicBezTo>
                      <a:pt x="176956" y="48151"/>
                      <a:pt x="185924" y="77501"/>
                      <a:pt x="184293" y="106850"/>
                    </a:cubicBezTo>
                    <a:lnTo>
                      <a:pt x="184293" y="112557"/>
                    </a:lnTo>
                    <a:lnTo>
                      <a:pt x="45699" y="112557"/>
                    </a:lnTo>
                    <a:cubicBezTo>
                      <a:pt x="46514" y="127232"/>
                      <a:pt x="52221" y="141091"/>
                      <a:pt x="62004" y="151690"/>
                    </a:cubicBezTo>
                    <a:cubicBezTo>
                      <a:pt x="70972" y="160658"/>
                      <a:pt x="84016" y="164734"/>
                      <a:pt x="96245" y="163919"/>
                    </a:cubicBezTo>
                    <a:cubicBezTo>
                      <a:pt x="107658" y="164734"/>
                      <a:pt x="118257" y="160658"/>
                      <a:pt x="127225" y="154135"/>
                    </a:cubicBezTo>
                    <a:cubicBezTo>
                      <a:pt x="134562" y="148429"/>
                      <a:pt x="140269" y="141091"/>
                      <a:pt x="145160" y="132939"/>
                    </a:cubicBezTo>
                    <a:lnTo>
                      <a:pt x="183478" y="154951"/>
                    </a:lnTo>
                    <a:lnTo>
                      <a:pt x="183478" y="154951"/>
                    </a:lnTo>
                    <a:close/>
                    <a:moveTo>
                      <a:pt x="139454" y="75870"/>
                    </a:moveTo>
                    <a:cubicBezTo>
                      <a:pt x="137823" y="66087"/>
                      <a:pt x="132932" y="57119"/>
                      <a:pt x="125594" y="49782"/>
                    </a:cubicBezTo>
                    <a:cubicBezTo>
                      <a:pt x="107658" y="34292"/>
                      <a:pt x="80755" y="35107"/>
                      <a:pt x="63634" y="51413"/>
                    </a:cubicBezTo>
                    <a:cubicBezTo>
                      <a:pt x="57112" y="57935"/>
                      <a:pt x="52221" y="66902"/>
                      <a:pt x="49775" y="75870"/>
                    </a:cubicBezTo>
                    <a:lnTo>
                      <a:pt x="139454" y="75870"/>
                    </a:lnTo>
                    <a:lnTo>
                      <a:pt x="139454" y="758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40">
                <a:extLst>
                  <a:ext uri="{FF2B5EF4-FFF2-40B4-BE49-F238E27FC236}">
                    <a16:creationId xmlns:a16="http://schemas.microsoft.com/office/drawing/2014/main" id="{C3CFA7DB-5026-8381-EA03-D8E8288D201F}"/>
                  </a:ext>
                </a:extLst>
              </p:cNvPr>
              <p:cNvSpPr/>
              <p:nvPr/>
            </p:nvSpPr>
            <p:spPr>
              <a:xfrm>
                <a:off x="3794424" y="2101944"/>
                <a:ext cx="196478" cy="304139"/>
              </a:xfrm>
              <a:custGeom>
                <a:avLst/>
                <a:gdLst>
                  <a:gd name="connsiteX0" fmla="*/ 44839 w 196478"/>
                  <a:gd name="connsiteY0" fmla="*/ 304140 h 304139"/>
                  <a:gd name="connsiteX1" fmla="*/ 0 w 196478"/>
                  <a:gd name="connsiteY1" fmla="*/ 304140 h 304139"/>
                  <a:gd name="connsiteX2" fmla="*/ 0 w 196478"/>
                  <a:gd name="connsiteY2" fmla="*/ 4939 h 304139"/>
                  <a:gd name="connsiteX3" fmla="*/ 44839 w 196478"/>
                  <a:gd name="connsiteY3" fmla="*/ 4939 h 304139"/>
                  <a:gd name="connsiteX4" fmla="*/ 44839 w 196478"/>
                  <a:gd name="connsiteY4" fmla="*/ 26136 h 304139"/>
                  <a:gd name="connsiteX5" fmla="*/ 101908 w 196478"/>
                  <a:gd name="connsiteY5" fmla="*/ 47 h 304139"/>
                  <a:gd name="connsiteX6" fmla="*/ 196478 w 196478"/>
                  <a:gd name="connsiteY6" fmla="*/ 100324 h 304139"/>
                  <a:gd name="connsiteX7" fmla="*/ 102723 w 196478"/>
                  <a:gd name="connsiteY7" fmla="*/ 203863 h 304139"/>
                  <a:gd name="connsiteX8" fmla="*/ 44839 w 196478"/>
                  <a:gd name="connsiteY8" fmla="*/ 175328 h 304139"/>
                  <a:gd name="connsiteX9" fmla="*/ 44839 w 196478"/>
                  <a:gd name="connsiteY9" fmla="*/ 304140 h 304139"/>
                  <a:gd name="connsiteX10" fmla="*/ 44839 w 196478"/>
                  <a:gd name="connsiteY10" fmla="*/ 304140 h 304139"/>
                  <a:gd name="connsiteX11" fmla="*/ 42394 w 196478"/>
                  <a:gd name="connsiteY11" fmla="*/ 103585 h 304139"/>
                  <a:gd name="connsiteX12" fmla="*/ 97016 w 196478"/>
                  <a:gd name="connsiteY12" fmla="*/ 164730 h 304139"/>
                  <a:gd name="connsiteX13" fmla="*/ 150823 w 196478"/>
                  <a:gd name="connsiteY13" fmla="*/ 103585 h 304139"/>
                  <a:gd name="connsiteX14" fmla="*/ 97016 w 196478"/>
                  <a:gd name="connsiteY14" fmla="*/ 41626 h 304139"/>
                  <a:gd name="connsiteX15" fmla="*/ 42394 w 196478"/>
                  <a:gd name="connsiteY15" fmla="*/ 103585 h 304139"/>
                  <a:gd name="connsiteX16" fmla="*/ 42394 w 196478"/>
                  <a:gd name="connsiteY16" fmla="*/ 103585 h 304139"/>
                  <a:gd name="connsiteX17" fmla="*/ 42394 w 196478"/>
                  <a:gd name="connsiteY17" fmla="*/ 103585 h 30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6478" h="304139">
                    <a:moveTo>
                      <a:pt x="44839" y="304140"/>
                    </a:moveTo>
                    <a:lnTo>
                      <a:pt x="0" y="304140"/>
                    </a:lnTo>
                    <a:lnTo>
                      <a:pt x="0" y="4939"/>
                    </a:lnTo>
                    <a:lnTo>
                      <a:pt x="44839" y="4939"/>
                    </a:lnTo>
                    <a:lnTo>
                      <a:pt x="44839" y="26136"/>
                    </a:lnTo>
                    <a:cubicBezTo>
                      <a:pt x="58699" y="9015"/>
                      <a:pt x="79896" y="-768"/>
                      <a:pt x="101908" y="47"/>
                    </a:cubicBezTo>
                    <a:cubicBezTo>
                      <a:pt x="153269" y="47"/>
                      <a:pt x="196478" y="39180"/>
                      <a:pt x="196478" y="100324"/>
                    </a:cubicBezTo>
                    <a:cubicBezTo>
                      <a:pt x="196478" y="165545"/>
                      <a:pt x="148378" y="203863"/>
                      <a:pt x="102723" y="203863"/>
                    </a:cubicBezTo>
                    <a:cubicBezTo>
                      <a:pt x="79896" y="203047"/>
                      <a:pt x="58699" y="193264"/>
                      <a:pt x="44839" y="175328"/>
                    </a:cubicBezTo>
                    <a:lnTo>
                      <a:pt x="44839" y="304140"/>
                    </a:lnTo>
                    <a:lnTo>
                      <a:pt x="44839" y="304140"/>
                    </a:lnTo>
                    <a:close/>
                    <a:moveTo>
                      <a:pt x="42394" y="103585"/>
                    </a:moveTo>
                    <a:cubicBezTo>
                      <a:pt x="42394" y="144348"/>
                      <a:pt x="68482" y="164730"/>
                      <a:pt x="97016" y="164730"/>
                    </a:cubicBezTo>
                    <a:cubicBezTo>
                      <a:pt x="129627" y="164730"/>
                      <a:pt x="150823" y="137011"/>
                      <a:pt x="150823" y="103585"/>
                    </a:cubicBezTo>
                    <a:cubicBezTo>
                      <a:pt x="150823" y="70160"/>
                      <a:pt x="129627" y="41626"/>
                      <a:pt x="97016" y="41626"/>
                    </a:cubicBezTo>
                    <a:cubicBezTo>
                      <a:pt x="68482" y="40810"/>
                      <a:pt x="42394" y="61192"/>
                      <a:pt x="42394" y="103585"/>
                    </a:cubicBezTo>
                    <a:lnTo>
                      <a:pt x="42394" y="103585"/>
                    </a:lnTo>
                    <a:lnTo>
                      <a:pt x="42394" y="103585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41">
                <a:extLst>
                  <a:ext uri="{FF2B5EF4-FFF2-40B4-BE49-F238E27FC236}">
                    <a16:creationId xmlns:a16="http://schemas.microsoft.com/office/drawing/2014/main" id="{1F31E840-F370-BC9C-93B5-5151931E69E3}"/>
                  </a:ext>
                </a:extLst>
              </p:cNvPr>
              <p:cNvSpPr/>
              <p:nvPr/>
            </p:nvSpPr>
            <p:spPr>
              <a:xfrm>
                <a:off x="4025947" y="2101132"/>
                <a:ext cx="207097" cy="207130"/>
              </a:xfrm>
              <a:custGeom>
                <a:avLst/>
                <a:gdLst>
                  <a:gd name="connsiteX0" fmla="*/ 207087 w 207097"/>
                  <a:gd name="connsiteY0" fmla="*/ 102767 h 207130"/>
                  <a:gd name="connsiteX1" fmla="*/ 105179 w 207097"/>
                  <a:gd name="connsiteY1" fmla="*/ 207120 h 207130"/>
                  <a:gd name="connsiteX2" fmla="*/ 11 w 207097"/>
                  <a:gd name="connsiteY2" fmla="*/ 105213 h 207130"/>
                  <a:gd name="connsiteX3" fmla="*/ 101918 w 207097"/>
                  <a:gd name="connsiteY3" fmla="*/ 44 h 207130"/>
                  <a:gd name="connsiteX4" fmla="*/ 103549 w 207097"/>
                  <a:gd name="connsiteY4" fmla="*/ 44 h 207130"/>
                  <a:gd name="connsiteX5" fmla="*/ 207087 w 207097"/>
                  <a:gd name="connsiteY5" fmla="*/ 97875 h 207130"/>
                  <a:gd name="connsiteX6" fmla="*/ 207087 w 207097"/>
                  <a:gd name="connsiteY6" fmla="*/ 102767 h 207130"/>
                  <a:gd name="connsiteX7" fmla="*/ 207087 w 207097"/>
                  <a:gd name="connsiteY7" fmla="*/ 102767 h 207130"/>
                  <a:gd name="connsiteX8" fmla="*/ 160617 w 207097"/>
                  <a:gd name="connsiteY8" fmla="*/ 103582 h 207130"/>
                  <a:gd name="connsiteX9" fmla="*/ 103549 w 207097"/>
                  <a:gd name="connsiteY9" fmla="*/ 41622 h 207130"/>
                  <a:gd name="connsiteX10" fmla="*/ 46481 w 207097"/>
                  <a:gd name="connsiteY10" fmla="*/ 103582 h 207130"/>
                  <a:gd name="connsiteX11" fmla="*/ 103549 w 207097"/>
                  <a:gd name="connsiteY11" fmla="*/ 164727 h 207130"/>
                  <a:gd name="connsiteX12" fmla="*/ 160617 w 207097"/>
                  <a:gd name="connsiteY12" fmla="*/ 103582 h 20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97" h="207130">
                    <a:moveTo>
                      <a:pt x="207087" y="102767"/>
                    </a:moveTo>
                    <a:cubicBezTo>
                      <a:pt x="207902" y="159835"/>
                      <a:pt x="162248" y="207120"/>
                      <a:pt x="105179" y="207120"/>
                    </a:cubicBezTo>
                    <a:cubicBezTo>
                      <a:pt x="48111" y="207935"/>
                      <a:pt x="826" y="162281"/>
                      <a:pt x="11" y="105213"/>
                    </a:cubicBezTo>
                    <a:cubicBezTo>
                      <a:pt x="-804" y="48144"/>
                      <a:pt x="44850" y="859"/>
                      <a:pt x="101918" y="44"/>
                    </a:cubicBezTo>
                    <a:cubicBezTo>
                      <a:pt x="102734" y="44"/>
                      <a:pt x="102734" y="44"/>
                      <a:pt x="103549" y="44"/>
                    </a:cubicBezTo>
                    <a:cubicBezTo>
                      <a:pt x="158987" y="-1587"/>
                      <a:pt x="205457" y="42437"/>
                      <a:pt x="207087" y="97875"/>
                    </a:cubicBezTo>
                    <a:cubicBezTo>
                      <a:pt x="207087" y="100321"/>
                      <a:pt x="207087" y="101952"/>
                      <a:pt x="207087" y="102767"/>
                    </a:cubicBezTo>
                    <a:lnTo>
                      <a:pt x="207087" y="102767"/>
                    </a:lnTo>
                    <a:close/>
                    <a:moveTo>
                      <a:pt x="160617" y="103582"/>
                    </a:moveTo>
                    <a:cubicBezTo>
                      <a:pt x="160617" y="59558"/>
                      <a:pt x="132083" y="41622"/>
                      <a:pt x="103549" y="41622"/>
                    </a:cubicBezTo>
                    <a:cubicBezTo>
                      <a:pt x="75015" y="41622"/>
                      <a:pt x="46481" y="59558"/>
                      <a:pt x="46481" y="103582"/>
                    </a:cubicBezTo>
                    <a:cubicBezTo>
                      <a:pt x="46481" y="141084"/>
                      <a:pt x="68493" y="164727"/>
                      <a:pt x="103549" y="164727"/>
                    </a:cubicBezTo>
                    <a:cubicBezTo>
                      <a:pt x="138605" y="164727"/>
                      <a:pt x="160617" y="141084"/>
                      <a:pt x="160617" y="103582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42">
                <a:extLst>
                  <a:ext uri="{FF2B5EF4-FFF2-40B4-BE49-F238E27FC236}">
                    <a16:creationId xmlns:a16="http://schemas.microsoft.com/office/drawing/2014/main" id="{8B474536-6899-D39D-1753-20B415686600}"/>
                  </a:ext>
                </a:extLst>
              </p:cNvPr>
              <p:cNvSpPr/>
              <p:nvPr/>
            </p:nvSpPr>
            <p:spPr>
              <a:xfrm>
                <a:off x="4277059" y="2106883"/>
                <a:ext cx="44839" cy="193216"/>
              </a:xfrm>
              <a:custGeom>
                <a:avLst/>
                <a:gdLst>
                  <a:gd name="connsiteX0" fmla="*/ 44839 w 44839"/>
                  <a:gd name="connsiteY0" fmla="*/ 0 h 193216"/>
                  <a:gd name="connsiteX1" fmla="*/ 44839 w 44839"/>
                  <a:gd name="connsiteY1" fmla="*/ 193217 h 193216"/>
                  <a:gd name="connsiteX2" fmla="*/ 0 w 44839"/>
                  <a:gd name="connsiteY2" fmla="*/ 193217 h 193216"/>
                  <a:gd name="connsiteX3" fmla="*/ 0 w 44839"/>
                  <a:gd name="connsiteY3" fmla="*/ 0 h 193216"/>
                  <a:gd name="connsiteX4" fmla="*/ 44839 w 44839"/>
                  <a:gd name="connsiteY4" fmla="*/ 0 h 19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193216">
                    <a:moveTo>
                      <a:pt x="44839" y="0"/>
                    </a:moveTo>
                    <a:lnTo>
                      <a:pt x="44839" y="193217"/>
                    </a:lnTo>
                    <a:lnTo>
                      <a:pt x="0" y="193217"/>
                    </a:lnTo>
                    <a:lnTo>
                      <a:pt x="0" y="0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43">
                <a:extLst>
                  <a:ext uri="{FF2B5EF4-FFF2-40B4-BE49-F238E27FC236}">
                    <a16:creationId xmlns:a16="http://schemas.microsoft.com/office/drawing/2014/main" id="{95F7D976-4785-6005-0221-1E85F60804A7}"/>
                  </a:ext>
                </a:extLst>
              </p:cNvPr>
              <p:cNvSpPr/>
              <p:nvPr/>
            </p:nvSpPr>
            <p:spPr>
              <a:xfrm>
                <a:off x="4376520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4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4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3538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8F13EB06-9C0B-0FC6-770C-C87B0C4B7AAB}"/>
                  </a:ext>
                </a:extLst>
              </p:cNvPr>
              <p:cNvSpPr/>
              <p:nvPr/>
            </p:nvSpPr>
            <p:spPr>
              <a:xfrm>
                <a:off x="4581151" y="2000084"/>
                <a:ext cx="97831" cy="300016"/>
              </a:xfrm>
              <a:custGeom>
                <a:avLst/>
                <a:gdLst>
                  <a:gd name="connsiteX0" fmla="*/ 63590 w 97831"/>
                  <a:gd name="connsiteY0" fmla="*/ 148378 h 300016"/>
                  <a:gd name="connsiteX1" fmla="*/ 63590 w 97831"/>
                  <a:gd name="connsiteY1" fmla="*/ 300016 h 300016"/>
                  <a:gd name="connsiteX2" fmla="*/ 18751 w 97831"/>
                  <a:gd name="connsiteY2" fmla="*/ 300016 h 300016"/>
                  <a:gd name="connsiteX3" fmla="*/ 18751 w 97831"/>
                  <a:gd name="connsiteY3" fmla="*/ 148378 h 300016"/>
                  <a:gd name="connsiteX4" fmla="*/ 0 w 97831"/>
                  <a:gd name="connsiteY4" fmla="*/ 148378 h 300016"/>
                  <a:gd name="connsiteX5" fmla="*/ 0 w 97831"/>
                  <a:gd name="connsiteY5" fmla="*/ 106799 h 300016"/>
                  <a:gd name="connsiteX6" fmla="*/ 18751 w 97831"/>
                  <a:gd name="connsiteY6" fmla="*/ 106799 h 300016"/>
                  <a:gd name="connsiteX7" fmla="*/ 18751 w 97831"/>
                  <a:gd name="connsiteY7" fmla="*/ 35871 h 300016"/>
                  <a:gd name="connsiteX8" fmla="*/ 63590 w 97831"/>
                  <a:gd name="connsiteY8" fmla="*/ 0 h 300016"/>
                  <a:gd name="connsiteX9" fmla="*/ 63590 w 97831"/>
                  <a:gd name="connsiteY9" fmla="*/ 106799 h 300016"/>
                  <a:gd name="connsiteX10" fmla="*/ 97831 w 97831"/>
                  <a:gd name="connsiteY10" fmla="*/ 106799 h 300016"/>
                  <a:gd name="connsiteX11" fmla="*/ 97831 w 97831"/>
                  <a:gd name="connsiteY11" fmla="*/ 148378 h 300016"/>
                  <a:gd name="connsiteX12" fmla="*/ 63590 w 97831"/>
                  <a:gd name="connsiteY12" fmla="*/ 148378 h 300016"/>
                  <a:gd name="connsiteX13" fmla="*/ 63590 w 97831"/>
                  <a:gd name="connsiteY13" fmla="*/ 148378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831" h="300016">
                    <a:moveTo>
                      <a:pt x="63590" y="148378"/>
                    </a:moveTo>
                    <a:lnTo>
                      <a:pt x="63590" y="300016"/>
                    </a:lnTo>
                    <a:lnTo>
                      <a:pt x="18751" y="300016"/>
                    </a:lnTo>
                    <a:lnTo>
                      <a:pt x="18751" y="148378"/>
                    </a:lnTo>
                    <a:lnTo>
                      <a:pt x="0" y="148378"/>
                    </a:lnTo>
                    <a:lnTo>
                      <a:pt x="0" y="106799"/>
                    </a:lnTo>
                    <a:lnTo>
                      <a:pt x="18751" y="106799"/>
                    </a:lnTo>
                    <a:lnTo>
                      <a:pt x="18751" y="35871"/>
                    </a:lnTo>
                    <a:lnTo>
                      <a:pt x="63590" y="0"/>
                    </a:lnTo>
                    <a:lnTo>
                      <a:pt x="63590" y="106799"/>
                    </a:lnTo>
                    <a:lnTo>
                      <a:pt x="97831" y="106799"/>
                    </a:lnTo>
                    <a:lnTo>
                      <a:pt x="97831" y="148378"/>
                    </a:lnTo>
                    <a:lnTo>
                      <a:pt x="63590" y="148378"/>
                    </a:lnTo>
                    <a:lnTo>
                      <a:pt x="63590" y="148378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45">
                <a:extLst>
                  <a:ext uri="{FF2B5EF4-FFF2-40B4-BE49-F238E27FC236}">
                    <a16:creationId xmlns:a16="http://schemas.microsoft.com/office/drawing/2014/main" id="{F32F4A99-38A7-78B5-ABDF-A47A78A15184}"/>
                  </a:ext>
                </a:extLst>
              </p:cNvPr>
              <p:cNvSpPr/>
              <p:nvPr/>
            </p:nvSpPr>
            <p:spPr>
              <a:xfrm>
                <a:off x="2713387" y="1976441"/>
                <a:ext cx="260883" cy="324473"/>
              </a:xfrm>
              <a:custGeom>
                <a:avLst/>
                <a:gdLst>
                  <a:gd name="connsiteX0" fmla="*/ 260884 w 260883"/>
                  <a:gd name="connsiteY0" fmla="*/ 324474 h 324473"/>
                  <a:gd name="connsiteX1" fmla="*/ 130442 w 260883"/>
                  <a:gd name="connsiteY1" fmla="*/ 0 h 324473"/>
                  <a:gd name="connsiteX2" fmla="*/ 130442 w 260883"/>
                  <a:gd name="connsiteY2" fmla="*/ 0 h 324473"/>
                  <a:gd name="connsiteX3" fmla="*/ 0 w 260883"/>
                  <a:gd name="connsiteY3" fmla="*/ 324474 h 324473"/>
                  <a:gd name="connsiteX4" fmla="*/ 50546 w 260883"/>
                  <a:gd name="connsiteY4" fmla="*/ 324474 h 324473"/>
                  <a:gd name="connsiteX5" fmla="*/ 130442 w 260883"/>
                  <a:gd name="connsiteY5" fmla="*/ 118213 h 324473"/>
                  <a:gd name="connsiteX6" fmla="*/ 210337 w 260883"/>
                  <a:gd name="connsiteY6" fmla="*/ 324474 h 324473"/>
                  <a:gd name="connsiteX7" fmla="*/ 260884 w 260883"/>
                  <a:gd name="connsiteY7" fmla="*/ 324474 h 324473"/>
                  <a:gd name="connsiteX8" fmla="*/ 260884 w 260883"/>
                  <a:gd name="connsiteY8" fmla="*/ 324474 h 324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883" h="324473">
                    <a:moveTo>
                      <a:pt x="260884" y="324474"/>
                    </a:moveTo>
                    <a:lnTo>
                      <a:pt x="130442" y="0"/>
                    </a:lnTo>
                    <a:lnTo>
                      <a:pt x="130442" y="0"/>
                    </a:lnTo>
                    <a:lnTo>
                      <a:pt x="0" y="324474"/>
                    </a:lnTo>
                    <a:lnTo>
                      <a:pt x="50546" y="324474"/>
                    </a:lnTo>
                    <a:lnTo>
                      <a:pt x="130442" y="118213"/>
                    </a:lnTo>
                    <a:lnTo>
                      <a:pt x="210337" y="324474"/>
                    </a:lnTo>
                    <a:lnTo>
                      <a:pt x="260884" y="324474"/>
                    </a:lnTo>
                    <a:lnTo>
                      <a:pt x="260884" y="324474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83517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25,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25, 2026</a:t>
            </a:fld>
            <a:endParaRPr lang="en-US"/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  <p:sp>
        <p:nvSpPr>
          <p:cNvPr id="133" name="Summary">
            <a:extLst>
              <a:ext uri="{FF2B5EF4-FFF2-40B4-BE49-F238E27FC236}">
                <a16:creationId xmlns:a16="http://schemas.microsoft.com/office/drawing/2014/main" id="{C365C716-A131-BE88-F264-F3BFF69544B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0930" y="2569981"/>
            <a:ext cx="4671408" cy="959257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134" name="Title 1">
            <a:extLst>
              <a:ext uri="{FF2B5EF4-FFF2-40B4-BE49-F238E27FC236}">
                <a16:creationId xmlns:a16="http://schemas.microsoft.com/office/drawing/2014/main" id="{BACBD12B-3DDA-9D74-D46B-0F8290A0F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b="1" i="0" spc="-100" baseline="0">
                <a:solidFill>
                  <a:srgbClr val="002B49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25F45BA1-56D2-692A-E1CC-55F9A82D853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39745" y="13235982"/>
            <a:ext cx="3187055" cy="452746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34">
            <a:extLst>
              <a:ext uri="{FF2B5EF4-FFF2-40B4-BE49-F238E27FC236}">
                <a16:creationId xmlns:a16="http://schemas.microsoft.com/office/drawing/2014/main" id="{AB931B20-E4AF-3E00-9A29-B8B50A933288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solidFill>
                  <a:srgbClr val="FFC000"/>
                </a:solidFill>
                <a:latin typeface="Figtree" pitchFamily="2" charset="0"/>
              </a:rPr>
              <a:pPr/>
              <a:t>‹#›</a:t>
            </a:fld>
            <a:endParaRPr lang="en-US" dirty="0">
              <a:solidFill>
                <a:srgbClr val="FFC000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85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1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10" name="Graphic 6">
            <a:extLst>
              <a:ext uri="{FF2B5EF4-FFF2-40B4-BE49-F238E27FC236}">
                <a16:creationId xmlns:a16="http://schemas.microsoft.com/office/drawing/2014/main" id="{EC24A717-F28A-B84C-9548-D983DD155A70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4C8CE4A-AD2D-4F4C-9779-FE8905790C3E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23BD0DED-31E3-AB49-A408-6D2899CD2D27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A8FAAF5-8272-8045-ABB0-E39A191D2EEB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FBDCD45-6152-404D-8BC7-5ECD67650D7F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3E42A063-D775-884B-AB26-3F3B694F35BB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04F848B-C89B-344E-9FCB-62BC6EA19483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A887204-73AA-A44F-8BE4-2D48D9714974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C1E8C64-05C8-8343-8404-22D88AD6832C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49348C2-EBBB-C942-81B2-2F51F32A1BBD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694085C-02B4-BF4F-A8FF-085E98C565BA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9645D34-A0DA-A74E-81A3-D6B61C8F04FB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B88E36B-4AE6-D64C-8DE3-ADC799D40CD8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FC06834-81FF-9C4B-B326-FA1FF9A4060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6C5A21-4168-834E-8D65-13C50E263461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D6E068-610F-DF44-9E54-F37835B94BE9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268A612-D013-B248-BB79-543040048C70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BC8129-930E-4EAC-845C-DBCE34DD6CF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5813" y="7253288"/>
            <a:ext cx="2846387" cy="184943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GB"/>
              <a:t>Insert client logo here</a:t>
            </a:r>
          </a:p>
        </p:txBody>
      </p:sp>
      <p:sp>
        <p:nvSpPr>
          <p:cNvPr id="34" name="Slide Number Placeholder 34">
            <a:extLst>
              <a:ext uri="{FF2B5EF4-FFF2-40B4-BE49-F238E27FC236}">
                <a16:creationId xmlns:a16="http://schemas.microsoft.com/office/drawing/2014/main" id="{1458B5C1-48D9-5C4A-B50E-42F3203B2934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5030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AE22C4A9-0220-2942-96D2-C715381DCD2F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6CD583-3D7C-6249-A729-9DA5EEB26635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1" name="Graphic 6">
              <a:extLst>
                <a:ext uri="{FF2B5EF4-FFF2-40B4-BE49-F238E27FC236}">
                  <a16:creationId xmlns:a16="http://schemas.microsoft.com/office/drawing/2014/main" id="{C3F9B857-0845-8243-9F4B-783B746397C1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C79619C-8670-7549-97F1-E11CF5E05953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7BCE77F-F1F5-DA4A-ADBC-96CCBED9AF7A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7AFEE3FB-F1C9-D84A-ADD7-4079926EB878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AF766B1-1469-CF43-9357-B3B9F59EBE1F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1257134-AA00-6F4C-8418-9A4A1BF15A8F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DA16FA5-AE79-814B-AE78-041F2D8056CE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BC66F4A-AB94-6547-8422-A1DC1502E6B0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39D0F9D-73E9-BF40-ABD5-9B40EB8D8242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A9260CF-D356-7C41-AC6D-C88FFF8D3C7A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DAF06B1-468E-9340-BBB6-023DB446738C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DA3ECBF-4BA2-EC41-8698-216DFA2473A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887CE66-6C28-614C-AE08-2C8364406A32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5177781-34C5-DF46-B111-2294F87C2B68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BB01A16-FCBC-9A4A-A33B-64636A0A594C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31" name="Slide Number Placeholder 34">
            <a:extLst>
              <a:ext uri="{FF2B5EF4-FFF2-40B4-BE49-F238E27FC236}">
                <a16:creationId xmlns:a16="http://schemas.microsoft.com/office/drawing/2014/main" id="{6EF564ED-132F-3F44-89C2-C4340842FCEE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 dirty="0">
              <a:latin typeface="Figtree" pitchFamily="2" charset="0"/>
            </a:endParaRP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8FCF2BF6-F5AE-2A96-BBE1-9F06082417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39745" y="13235982"/>
            <a:ext cx="3187055" cy="452746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866991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398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ight Sid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">
            <a:extLst>
              <a:ext uri="{FF2B5EF4-FFF2-40B4-BE49-F238E27FC236}">
                <a16:creationId xmlns:a16="http://schemas.microsoft.com/office/drawing/2014/main" id="{561A2104-9752-F2EB-AC92-C0C10114AE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D28513D-485F-E895-3DD6-9F24F51F8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23244175" y="13441680"/>
            <a:ext cx="1143000" cy="274320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48E89EAE-8E23-38F0-8835-531A43C2D54F}"/>
              </a:ext>
            </a:extLst>
          </p:cNvPr>
          <p:cNvCxnSpPr>
            <a:cxnSpLocks/>
          </p:cNvCxnSpPr>
          <p:nvPr userDrawn="1"/>
        </p:nvCxnSpPr>
        <p:spPr>
          <a:xfrm>
            <a:off x="18234547" y="0"/>
            <a:ext cx="0" cy="13441678"/>
          </a:xfrm>
          <a:prstGeom prst="line">
            <a:avLst/>
          </a:prstGeom>
          <a:solidFill>
            <a:srgbClr val="FFFFFF"/>
          </a:solidFill>
          <a:ln w="381000" cap="flat">
            <a:solidFill>
              <a:srgbClr val="F3B521"/>
            </a:solidFill>
            <a:prstDash val="solid"/>
            <a:miter/>
          </a:ln>
        </p:spPr>
      </p:cxnSp>
      <p:sp>
        <p:nvSpPr>
          <p:cNvPr id="6" name="Rectangle">
            <a:extLst>
              <a:ext uri="{FF2B5EF4-FFF2-40B4-BE49-F238E27FC236}">
                <a16:creationId xmlns:a16="http://schemas.microsoft.com/office/drawing/2014/main" id="{BD28E9E4-B02A-088C-5498-C4C2F8AE9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414866" y="-2"/>
            <a:ext cx="5972309" cy="13441680"/>
          </a:xfrm>
          <a:prstGeom prst="rect">
            <a:avLst/>
          </a:prstGeom>
          <a:gradFill>
            <a:gsLst>
              <a:gs pos="99000">
                <a:schemeClr val="accent1"/>
              </a:gs>
              <a:gs pos="19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38" name="Title">
            <a:extLst>
              <a:ext uri="{FF2B5EF4-FFF2-40B4-BE49-F238E27FC236}">
                <a16:creationId xmlns:a16="http://schemas.microsoft.com/office/drawing/2014/main" id="{FB66B4D3-A906-3C46-832E-E158CDD46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4236" y="3071687"/>
            <a:ext cx="11331423" cy="16916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914400" indent="0" algn="l" defTabSz="1828708" rtl="0" eaLnBrk="1" latinLnBrk="0" hangingPunct="1">
              <a:lnSpc>
                <a:spcPct val="80000"/>
              </a:lnSpc>
              <a:spcBef>
                <a:spcPct val="0"/>
              </a:spcBef>
              <a:buNone/>
              <a:tabLst/>
              <a:defRPr lang="en-US" sz="6800" b="1" kern="1200" spc="-100" baseline="0" dirty="0">
                <a:solidFill>
                  <a:schemeClr val="tx2"/>
                </a:solidFill>
                <a:latin typeface="Figtree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Title (68 pt Bold)</a:t>
            </a:r>
          </a:p>
        </p:txBody>
      </p:sp>
      <p:pic>
        <p:nvPicPr>
          <p:cNvPr id="8" name="Anglepoint Logo">
            <a:extLst>
              <a:ext uri="{FF2B5EF4-FFF2-40B4-BE49-F238E27FC236}">
                <a16:creationId xmlns:a16="http://schemas.microsoft.com/office/drawing/2014/main" id="{0BCA9557-1814-EB70-BE5D-D13DA5EA872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54236" y="1419619"/>
            <a:ext cx="3197847" cy="689355"/>
          </a:xfrm>
          <a:prstGeom prst="rect">
            <a:avLst/>
          </a:prstGeom>
        </p:spPr>
      </p:pic>
      <p:sp>
        <p:nvSpPr>
          <p:cNvPr id="12" name="Section">
            <a:extLst>
              <a:ext uri="{FF2B5EF4-FFF2-40B4-BE49-F238E27FC236}">
                <a16:creationId xmlns:a16="http://schemas.microsoft.com/office/drawing/2014/main" id="{D64E6304-32A4-77F6-8F6A-04D29A5A2F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</p:spTree>
    <p:extLst>
      <p:ext uri="{BB962C8B-B14F-4D97-AF65-F5344CB8AC3E}">
        <p14:creationId xmlns:p14="http://schemas.microsoft.com/office/powerpoint/2010/main" val="13886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673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Dark">
    <p:bg>
      <p:bgPr>
        <a:gradFill>
          <a:gsLst>
            <a:gs pos="21000">
              <a:schemeClr val="tx2">
                <a:alpha val="97000"/>
              </a:schemeClr>
            </a:gs>
            <a:gs pos="100000">
              <a:srgbClr val="006282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19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0">
        <p:fade/>
      </p:transition>
    </mc:Choice>
    <mc:Fallback xmlns="">
      <p:transition advClick="0" advTm="0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433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1F19-55C9-AA17-EF2F-A3B276CFC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318E27-1AFF-A25C-734D-DF1400AD8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 dirty="0"/>
              <a:t>© 2026 Anglepoint Group, Inc. Confidential.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573D6F79-21DF-CD48-261E-04872A1F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  <a:noFill/>
        </p:spPr>
        <p:txBody>
          <a:bodyPr rIns="246888" anchor="t" anchorCtr="0"/>
          <a:lstStyle>
            <a:lvl1pPr algn="r">
              <a:defRPr b="1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249063C5-97CF-4324-2AF4-1613A353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rgbClr val="4087A4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  <a:p>
            <a:pPr lvl="0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62BA60-1025-33BA-8CA1-C502B884F4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0CF5D96-C843-7FB5-16D5-7AE77E09727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4D9D221-073B-CECD-6DDB-11B5E6F52A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BBE6E5D-7783-D292-148C-1EEF2D651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97856B8-C221-FCA1-0103-1A04E2093C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2B7C44-9EF9-80CB-FEBD-A721C270AB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D8210A7-44CC-1600-9CFC-7F4273CBE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786E2C4-9132-ECB8-8900-87F6948C3C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38804D1-74A6-05AC-6188-0DFDA19A0E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62CB9F-EDA2-7B13-5FD1-68AE6068772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B69E64A-997F-2123-F685-D94B430308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C8E0757-B3E5-DB26-CD9A-B9E778D80C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99A41F3-748F-A58B-FA83-E882F34449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ABB12CC-B613-D6E3-60DA-CD0F49ECDD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3C6D054-D28B-1135-7A55-AC0FF2911A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D19DD80-6124-B06D-AE7B-ABDEF02B94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9435D0F-D016-C969-7864-6A6A431651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6" name="Section">
            <a:extLst>
              <a:ext uri="{FF2B5EF4-FFF2-40B4-BE49-F238E27FC236}">
                <a16:creationId xmlns:a16="http://schemas.microsoft.com/office/drawing/2014/main" id="{05A6A6AA-1624-38D0-9812-5EB930C936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rgbClr val="4087A4">
                    <a:alpha val="75000"/>
                  </a:srgb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38D34DF-6006-EA71-014F-E26925538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  <a:latin typeface="Figtree" pitchFamily="2" charset="0"/>
              </a:defRPr>
            </a:lvl2pPr>
            <a:lvl3pPr>
              <a:defRPr>
                <a:solidFill>
                  <a:schemeClr val="bg1"/>
                </a:solidFill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F0956-AE90-EE4B-EAA5-BA7B439D96B3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263133-06E4-63A9-76E2-3551CBF2013C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7F69A6D-3C1F-2897-C224-BCF358BCEF23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EF07D13-8819-4599-A581-0DBEB481B901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A3F926-92C8-CD6A-BB9D-8667EEAC0E43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50C01B-2C05-10B8-4E39-7B6E52BE0A46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81AF8B78-5775-4876-494F-61A0913AAE3C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5551A2D-D579-2DAA-2610-2A7D36F0D342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6890003-2FAA-33E6-A116-87639397BB82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D6D2073-1FDD-238F-5F01-8BE8295EBCF8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0EFB3F4-A465-98CF-A886-571E4027A052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81155D7-7FA8-0A41-A404-3978361612F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19BAF8A-4C33-730A-C74B-D03B2DDBFCC5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10C581-6A9C-2CEC-C78B-F364C4E9FD47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0AD47C7-B236-C1F0-A159-76EAE44EBF5F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3C633F-913F-C4B6-8D0A-5EA14F1742C9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6BF7B1D-4A8A-286F-8285-1191DA65EC2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81984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Margi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FFD33-7928-1556-E89A-EFCCE6E452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17475200" y="10926"/>
            <a:ext cx="6911975" cy="136941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BFB0DB-0691-2328-FBB0-3E7AA2CA8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68436" y="0"/>
            <a:ext cx="340197" cy="13716000"/>
          </a:xfrm>
          <a:prstGeom prst="rect">
            <a:avLst/>
          </a:prstGeom>
          <a:gradFill>
            <a:gsLst>
              <a:gs pos="8000">
                <a:srgbClr val="FFAD00"/>
              </a:gs>
              <a:gs pos="83000">
                <a:schemeClr val="accent3"/>
              </a:gs>
            </a:gsLst>
            <a:lin ang="5400000" scaled="0"/>
          </a:gra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E4786-A0D7-2E13-1A2F-A1D2E8F37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 dirty="0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9A8968-8DB8-31F1-B5C0-B09FD5840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>
                    <a:lumMod val="60000"/>
                    <a:lumOff val="40000"/>
                  </a:schemeClr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AE58EA-5B62-D4B0-594B-DFDF06CF228D}"/>
              </a:ext>
            </a:extLst>
          </p:cNvPr>
          <p:cNvGrpSpPr/>
          <p:nvPr userDrawn="1"/>
        </p:nvGrpSpPr>
        <p:grpSpPr>
          <a:xfrm>
            <a:off x="1159828" y="1247511"/>
            <a:ext cx="3960812" cy="856455"/>
            <a:chOff x="1159828" y="1247511"/>
            <a:chExt cx="3960812" cy="8564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E24DCE-1B7B-FC90-F96C-0B14829697A2}"/>
                </a:ext>
              </a:extLst>
            </p:cNvPr>
            <p:cNvGrpSpPr/>
            <p:nvPr userDrawn="1"/>
          </p:nvGrpSpPr>
          <p:grpSpPr>
            <a:xfrm>
              <a:off x="1159828" y="1247511"/>
              <a:ext cx="846711" cy="856455"/>
              <a:chOff x="22585681" y="228601"/>
              <a:chExt cx="316739" cy="320384"/>
            </a:xfrm>
            <a:solidFill>
              <a:srgbClr val="FFAD00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DC57BC3-6640-AF0A-5B6F-2189B56C56CC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4C0D1910-B01A-0840-EDAB-857E280E49FF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D19B006-DB43-B1A3-6E89-34FF78E138AF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9BEF4DE-5C28-2252-CC9F-EF6C679C7368}"/>
                </a:ext>
              </a:extLst>
            </p:cNvPr>
            <p:cNvGrpSpPr/>
            <p:nvPr userDrawn="1"/>
          </p:nvGrpSpPr>
          <p:grpSpPr>
            <a:xfrm>
              <a:off x="2261503" y="1414718"/>
              <a:ext cx="2859137" cy="625278"/>
              <a:chOff x="22997797" y="276636"/>
              <a:chExt cx="1069550" cy="233905"/>
            </a:xfrm>
            <a:solidFill>
              <a:srgbClr val="005F86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1848FA5-C81C-EBA1-2EA9-2398F57A117A}"/>
                  </a:ext>
                </a:extLst>
              </p:cNvPr>
              <p:cNvSpPr/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DD836F1-EA57-D0BE-9285-A9EDB22A06B6}"/>
                  </a:ext>
                </a:extLst>
              </p:cNvPr>
              <p:cNvSpPr/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79C8CD8-5AFC-B50A-6301-BA1BA6C9ABE8}"/>
                  </a:ext>
                </a:extLst>
              </p:cNvPr>
              <p:cNvSpPr/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82E481F-5F22-6B4E-281F-5AA43F5905C5}"/>
                  </a:ext>
                </a:extLst>
              </p:cNvPr>
              <p:cNvSpPr/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7335AC-D257-0D50-4ABD-0C7AD9AF88A2}"/>
                  </a:ext>
                </a:extLst>
              </p:cNvPr>
              <p:cNvSpPr/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2F2D18-804E-51EE-89E8-F5C94903568B}"/>
                  </a:ext>
                </a:extLst>
              </p:cNvPr>
              <p:cNvSpPr/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C84A2A7-DCE1-8570-2472-DCEA83A2C3AE}"/>
                  </a:ext>
                </a:extLst>
              </p:cNvPr>
              <p:cNvSpPr/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88F9BA7-5FF0-DC44-34EA-A90F851CBDB9}"/>
                  </a:ext>
                </a:extLst>
              </p:cNvPr>
              <p:cNvSpPr/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A77D826-43C8-22BA-74B9-848B60564EF2}"/>
                  </a:ext>
                </a:extLst>
              </p:cNvPr>
              <p:cNvSpPr/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912FEDF-5A48-0EBD-57B2-216963B600D8}"/>
                  </a:ext>
                </a:extLst>
              </p:cNvPr>
              <p:cNvSpPr/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2ECEEE8-E526-BF3A-5263-1246CBC5F2DA}"/>
                  </a:ext>
                </a:extLst>
              </p:cNvPr>
              <p:cNvSpPr/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8074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6774FE-D575-7966-6B3B-803A19C13434}"/>
              </a:ext>
            </a:extLst>
          </p:cNvPr>
          <p:cNvSpPr/>
          <p:nvPr userDrawn="1"/>
        </p:nvSpPr>
        <p:spPr>
          <a:xfrm>
            <a:off x="0" y="-2"/>
            <a:ext cx="7024914" cy="1344168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25223" y="369812"/>
            <a:ext cx="1481667" cy="3194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032DB72-B759-1ED0-D257-AAFDB5F7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912"/>
            <a:ext cx="6333063" cy="2580706"/>
          </a:xfr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E5AD81F-9078-885D-A1EB-486849169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3836" y="3791846"/>
            <a:ext cx="5489227" cy="409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20C2557-F973-2B98-FC22-B40D399106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930" y="858371"/>
            <a:ext cx="2551611" cy="2551611"/>
          </a:xfrm>
        </p:spPr>
        <p:txBody>
          <a:bodyPr lIns="0" tIns="548640" rIns="0">
            <a:normAutofit/>
          </a:bodyPr>
          <a:lstStyle>
            <a:lvl1pPr marL="14288" indent="0" algn="ctr">
              <a:buFontTx/>
              <a:buNone/>
              <a:tabLst/>
              <a:defRPr sz="2400"/>
            </a:lvl1pPr>
          </a:lstStyle>
          <a:p>
            <a:r>
              <a:rPr lang="en-US"/>
              <a:t>Insert Publisher Logo</a:t>
            </a:r>
          </a:p>
        </p:txBody>
      </p:sp>
    </p:spTree>
    <p:extLst>
      <p:ext uri="{BB962C8B-B14F-4D97-AF65-F5344CB8AC3E}">
        <p14:creationId xmlns:p14="http://schemas.microsoft.com/office/powerpoint/2010/main" val="18087801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bg2">
              <a:alpha val="3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b="0" i="0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DBAF3CC-D99E-E439-AB0A-947B07756E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noFill/>
        </p:spPr>
        <p:txBody>
          <a:bodyPr tIns="91440" anchor="t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99D3E2FC-039E-0657-754F-37399B4BCFD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 rIns="246888" anchor="t" anchorCtr="0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13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 descr="Background pattern  Description automatically generated">
            <a:extLst>
              <a:ext uri="{FF2B5EF4-FFF2-40B4-BE49-F238E27FC236}">
                <a16:creationId xmlns:a16="http://schemas.microsoft.com/office/drawing/2014/main" id="{71E4FC9B-0725-41AB-AC23-1F008AF09F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24387048" cy="10605898"/>
          </a:xfrm>
          <a:prstGeom prst="rect">
            <a:avLst/>
          </a:prstGeom>
        </p:spPr>
      </p:pic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5916289" y="11491914"/>
            <a:ext cx="1074821" cy="1563624"/>
          </a:xfr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979436" y="11869711"/>
            <a:ext cx="3740879" cy="80803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828800" tIns="0" anchor="t"/>
          <a:lstStyle>
            <a:lvl1pPr marL="23812" indent="0">
              <a:spcBef>
                <a:spcPts val="0"/>
              </a:spcBef>
              <a:buNone/>
              <a:tabLst/>
              <a:defRPr sz="3601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D282642-4511-408F-8D41-257A13317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</p:spPr>
        <p:txBody>
          <a:bodyPr lIns="1828800" tIns="0" rIns="1371600" anchor="b" anchorCtr="0">
            <a:noAutofit/>
          </a:bodyPr>
          <a:lstStyle>
            <a:lvl1pPr marL="0" indent="0">
              <a:defRPr sz="13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(aligned with filename)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2017070" y="1389459"/>
            <a:ext cx="3838298" cy="1044901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square" lIns="457200" tIns="365760" rIns="457200" bIns="274320" anchor="ctr" anchorCtr="0">
            <a:spAutoFit/>
          </a:bodyPr>
          <a:lstStyle>
            <a:lvl1pPr marL="0" indent="0" algn="ctr">
              <a:buNone/>
              <a:defRPr sz="28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0C1913-B099-0304-8CD9-FBC9F0BEC58E}"/>
              </a:ext>
            </a:extLst>
          </p:cNvPr>
          <p:cNvSpPr/>
          <p:nvPr userDrawn="1"/>
        </p:nvSpPr>
        <p:spPr>
          <a:xfrm flipV="1">
            <a:off x="-127" y="10605899"/>
            <a:ext cx="24387302" cy="176785"/>
          </a:xfrm>
          <a:prstGeom prst="rect">
            <a:avLst/>
          </a:prstGeom>
          <a:solidFill>
            <a:srgbClr val="FFB81C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6902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25,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25,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1672" y="369493"/>
            <a:ext cx="1485185" cy="3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2361" y="361767"/>
            <a:ext cx="1487736" cy="32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146D87F7-F479-4D24-BBC0-2FECBBAA0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6939255" cy="13716000"/>
          </a:xfrm>
          <a:prstGeom prst="rect">
            <a:avLst/>
          </a:prstGeom>
        </p:spPr>
      </p:pic>
      <p:sp>
        <p:nvSpPr>
          <p:cNvPr id="33" name="Bulleted List">
            <a:extLst>
              <a:ext uri="{FF2B5EF4-FFF2-40B4-BE49-F238E27FC236}">
                <a16:creationId xmlns:a16="http://schemas.microsoft.com/office/drawing/2014/main" id="{3F6D238A-65AC-4FE9-9B22-80002EB96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109322" y="1828800"/>
            <a:ext cx="17277726" cy="1161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Click to edit Master text styles</a:t>
            </a:r>
          </a:p>
          <a:p>
            <a:pPr marL="1371600" marR="0" lvl="1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Second level</a:t>
            </a:r>
          </a:p>
          <a:p>
            <a:pPr marL="1371600" marR="0" lvl="2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" y="5220925"/>
            <a:ext cx="6333063" cy="2205114"/>
          </a:xfrm>
          <a:prstGeom prst="rect">
            <a:avLst/>
          </a:prstGeom>
        </p:spPr>
        <p:txBody>
          <a:bodyPr>
            <a:normAutofit/>
          </a:bodyPr>
          <a:lstStyle>
            <a:lvl1pPr marL="687388" indent="-1588">
              <a:buNone/>
              <a:tabLst/>
              <a:defRPr sz="3200" b="0" i="1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638359"/>
            <a:ext cx="6333063" cy="3844038"/>
          </a:xfrm>
          <a:prstGeom prst="rect">
            <a:avLst/>
          </a:prstGeom>
        </p:spPr>
        <p:txBody>
          <a:bodyPr anchor="b" anchorCtr="0"/>
          <a:lstStyle>
            <a:lvl1pPr marL="688941" indent="55560">
              <a:lnSpc>
                <a:spcPct val="80000"/>
              </a:lnSpc>
              <a:tabLst/>
              <a:defRPr sz="6599" spc="-10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Title (Title Caps, 66 Pt Regular)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34FBE1-20ED-65A3-E715-2BD03D850643}"/>
              </a:ext>
            </a:extLst>
          </p:cNvPr>
          <p:cNvSpPr/>
          <p:nvPr userDrawn="1"/>
        </p:nvSpPr>
        <p:spPr>
          <a:xfrm rot="5400000" flipV="1">
            <a:off x="299361" y="6628312"/>
            <a:ext cx="13441685" cy="185056"/>
          </a:xfrm>
          <a:prstGeom prst="rect">
            <a:avLst/>
          </a:prstGeom>
          <a:solidFill>
            <a:srgbClr val="FFB81C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0666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25,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>
            <a:lvl1pPr>
              <a:defRPr>
                <a:solidFill>
                  <a:srgbClr val="FFB81C"/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5223" y="369493"/>
            <a:ext cx="148166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628539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85237468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ummary">
            <a:extLst>
              <a:ext uri="{FF2B5EF4-FFF2-40B4-BE49-F238E27FC236}">
                <a16:creationId xmlns:a16="http://schemas.microsoft.com/office/drawing/2014/main" id="{7A63D8FE-8B92-BC56-8C6B-B36D0F3B213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D8F48421-FF4D-FD53-F5BD-0F5B7BADC3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262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09819907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Logo 16">
            <a:extLst>
              <a:ext uri="{FF2B5EF4-FFF2-40B4-BE49-F238E27FC236}">
                <a16:creationId xmlns:a16="http://schemas.microsoft.com/office/drawing/2014/main" id="{A2E43C3E-A4C5-7CC0-21AE-623ABDFA019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20444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9" name="Logo 15">
            <a:extLst>
              <a:ext uri="{FF2B5EF4-FFF2-40B4-BE49-F238E27FC236}">
                <a16:creationId xmlns:a16="http://schemas.microsoft.com/office/drawing/2014/main" id="{C5C1F63F-5389-CF77-C6EE-F3153D70BF9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7396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0" name="Logo 14">
            <a:extLst>
              <a:ext uri="{FF2B5EF4-FFF2-40B4-BE49-F238E27FC236}">
                <a16:creationId xmlns:a16="http://schemas.microsoft.com/office/drawing/2014/main" id="{0DF08ADE-DB56-91D5-D081-5D9CA620576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348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1" name="Logo 13">
            <a:extLst>
              <a:ext uri="{FF2B5EF4-FFF2-40B4-BE49-F238E27FC236}">
                <a16:creationId xmlns:a16="http://schemas.microsoft.com/office/drawing/2014/main" id="{05E1498A-B7D7-E599-14BA-F67A441817B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1300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2" name="Summary">
            <a:extLst>
              <a:ext uri="{FF2B5EF4-FFF2-40B4-BE49-F238E27FC236}">
                <a16:creationId xmlns:a16="http://schemas.microsoft.com/office/drawing/2014/main" id="{0A20A898-FAAF-8383-89A1-9F509D22EB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4D753983-5103-3CF3-3BC6-84C381A5E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553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ogo 25">
            <a:extLst>
              <a:ext uri="{FF2B5EF4-FFF2-40B4-BE49-F238E27FC236}">
                <a16:creationId xmlns:a16="http://schemas.microsoft.com/office/drawing/2014/main" id="{308C0CC9-D237-014E-871D-E6742A33916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084771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0" name="Logo 24">
            <a:extLst>
              <a:ext uri="{FF2B5EF4-FFF2-40B4-BE49-F238E27FC236}">
                <a16:creationId xmlns:a16="http://schemas.microsoft.com/office/drawing/2014/main" id="{A6E777BC-72C4-FF41-92F2-A8B13C17CA89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847027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9" name="Logo 23">
            <a:extLst>
              <a:ext uri="{FF2B5EF4-FFF2-40B4-BE49-F238E27FC236}">
                <a16:creationId xmlns:a16="http://schemas.microsoft.com/office/drawing/2014/main" id="{F183E6DF-B70F-AA49-B36D-23DF0385173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609283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1" name="Logo 22">
            <a:extLst>
              <a:ext uri="{FF2B5EF4-FFF2-40B4-BE49-F238E27FC236}">
                <a16:creationId xmlns:a16="http://schemas.microsoft.com/office/drawing/2014/main" id="{44B0F08B-B1F7-1945-BA8C-E28F123EE59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371539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2" name="Logo 21">
            <a:extLst>
              <a:ext uri="{FF2B5EF4-FFF2-40B4-BE49-F238E27FC236}">
                <a16:creationId xmlns:a16="http://schemas.microsoft.com/office/drawing/2014/main" id="{2808FB49-3B69-3A48-8C98-29BDFF182DF5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33795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8" name="Logo 20">
            <a:extLst>
              <a:ext uri="{FF2B5EF4-FFF2-40B4-BE49-F238E27FC236}">
                <a16:creationId xmlns:a16="http://schemas.microsoft.com/office/drawing/2014/main" id="{7A099AF8-347E-DC41-9EEE-E5A89437C6FF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2084771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5" name="Logo 19">
            <a:extLst>
              <a:ext uri="{FF2B5EF4-FFF2-40B4-BE49-F238E27FC236}">
                <a16:creationId xmlns:a16="http://schemas.microsoft.com/office/drawing/2014/main" id="{D9E5C961-B888-7C43-8A64-470BA039C5EE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847027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4" name="Logo 18">
            <a:extLst>
              <a:ext uri="{FF2B5EF4-FFF2-40B4-BE49-F238E27FC236}">
                <a16:creationId xmlns:a16="http://schemas.microsoft.com/office/drawing/2014/main" id="{48CD9A60-A4B6-FC43-9358-41F296E6D71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609283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6" name="Logo 17">
            <a:extLst>
              <a:ext uri="{FF2B5EF4-FFF2-40B4-BE49-F238E27FC236}">
                <a16:creationId xmlns:a16="http://schemas.microsoft.com/office/drawing/2014/main" id="{E489D711-9055-9C40-AB53-0A74ACB4DA8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71539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7" name="Logo 16">
            <a:extLst>
              <a:ext uri="{FF2B5EF4-FFF2-40B4-BE49-F238E27FC236}">
                <a16:creationId xmlns:a16="http://schemas.microsoft.com/office/drawing/2014/main" id="{A7C8DA76-9C71-4143-BC07-17C3C7F1914A}"/>
              </a:ext>
            </a:extLst>
          </p:cNvPr>
          <p:cNvSpPr>
            <a:spLocks noGrp="1" noChangeAspect="1"/>
          </p:cNvSpPr>
          <p:nvPr>
            <p:ph type="pic" sz="quarter" idx="82" hasCustomPrompt="1"/>
          </p:nvPr>
        </p:nvSpPr>
        <p:spPr>
          <a:xfrm>
            <a:off x="1133795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3" name="Logo 15">
            <a:extLst>
              <a:ext uri="{FF2B5EF4-FFF2-40B4-BE49-F238E27FC236}">
                <a16:creationId xmlns:a16="http://schemas.microsoft.com/office/drawing/2014/main" id="{DD69138C-DAC3-E445-92A1-9F82EB093E1D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2084771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0" name="Logo 14">
            <a:extLst>
              <a:ext uri="{FF2B5EF4-FFF2-40B4-BE49-F238E27FC236}">
                <a16:creationId xmlns:a16="http://schemas.microsoft.com/office/drawing/2014/main" id="{5905493A-4289-0543-B95C-13C235FD365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027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9" name="Logo 13">
            <a:extLst>
              <a:ext uri="{FF2B5EF4-FFF2-40B4-BE49-F238E27FC236}">
                <a16:creationId xmlns:a16="http://schemas.microsoft.com/office/drawing/2014/main" id="{52720793-EB87-0148-9EE4-2B3799AABAD0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609283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1" name="Logo 12">
            <a:extLst>
              <a:ext uri="{FF2B5EF4-FFF2-40B4-BE49-F238E27FC236}">
                <a16:creationId xmlns:a16="http://schemas.microsoft.com/office/drawing/2014/main" id="{FB90F93C-22CE-3241-A8BC-14E50FDF2D74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71539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2" name="Logo 11">
            <a:extLst>
              <a:ext uri="{FF2B5EF4-FFF2-40B4-BE49-F238E27FC236}">
                <a16:creationId xmlns:a16="http://schemas.microsoft.com/office/drawing/2014/main" id="{E6B1A4AE-4BB4-FA47-937F-8372D0C2BFFB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1133795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8" name="Logo 10">
            <a:extLst>
              <a:ext uri="{FF2B5EF4-FFF2-40B4-BE49-F238E27FC236}">
                <a16:creationId xmlns:a16="http://schemas.microsoft.com/office/drawing/2014/main" id="{395D7864-8946-DD40-8A1A-5BAF006A49F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2084771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5" name="Logo 9">
            <a:extLst>
              <a:ext uri="{FF2B5EF4-FFF2-40B4-BE49-F238E27FC236}">
                <a16:creationId xmlns:a16="http://schemas.microsoft.com/office/drawing/2014/main" id="{80483B91-2A50-0444-BAE0-16220E7F0B34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8464600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4" name="Logo 8">
            <a:extLst>
              <a:ext uri="{FF2B5EF4-FFF2-40B4-BE49-F238E27FC236}">
                <a16:creationId xmlns:a16="http://schemas.microsoft.com/office/drawing/2014/main" id="{F0D67F03-C3C0-9D4B-A37B-F9D55220C9B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6089052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6" name="Logo 7">
            <a:extLst>
              <a:ext uri="{FF2B5EF4-FFF2-40B4-BE49-F238E27FC236}">
                <a16:creationId xmlns:a16="http://schemas.microsoft.com/office/drawing/2014/main" id="{1047FEFC-5F5D-DE4F-99EC-B5090B81113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13504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7" name="Logo 6">
            <a:extLst>
              <a:ext uri="{FF2B5EF4-FFF2-40B4-BE49-F238E27FC236}">
                <a16:creationId xmlns:a16="http://schemas.microsoft.com/office/drawing/2014/main" id="{F6B1D749-1D39-104F-8385-BF1C1C67C682}"/>
              </a:ext>
            </a:extLst>
          </p:cNvPr>
          <p:cNvSpPr>
            <a:spLocks noGrp="1" noChangeAspect="1"/>
          </p:cNvSpPr>
          <p:nvPr>
            <p:ph type="pic" sz="quarter" idx="72" hasCustomPrompt="1"/>
          </p:nvPr>
        </p:nvSpPr>
        <p:spPr>
          <a:xfrm>
            <a:off x="1133795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3" name="Logo 5">
            <a:extLst>
              <a:ext uri="{FF2B5EF4-FFF2-40B4-BE49-F238E27FC236}">
                <a16:creationId xmlns:a16="http://schemas.microsoft.com/office/drawing/2014/main" id="{77BBD705-D6ED-4A4B-9158-2301211CA9F3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2084771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3" name="Logo 4">
            <a:extLst>
              <a:ext uri="{FF2B5EF4-FFF2-40B4-BE49-F238E27FC236}">
                <a16:creationId xmlns:a16="http://schemas.microsoft.com/office/drawing/2014/main" id="{EC150C69-32C0-0448-9444-220674283AF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847027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2" name="Logo 3">
            <a:extLst>
              <a:ext uri="{FF2B5EF4-FFF2-40B4-BE49-F238E27FC236}">
                <a16:creationId xmlns:a16="http://schemas.microsoft.com/office/drawing/2014/main" id="{486CC6F0-6F3B-114B-9023-0942BF5C2FC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609283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4" name="Logo 2">
            <a:extLst>
              <a:ext uri="{FF2B5EF4-FFF2-40B4-BE49-F238E27FC236}">
                <a16:creationId xmlns:a16="http://schemas.microsoft.com/office/drawing/2014/main" id="{BE00895A-BA3C-6541-B0A5-3D929B322A1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371539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5" name="Logo 1">
            <a:extLst>
              <a:ext uri="{FF2B5EF4-FFF2-40B4-BE49-F238E27FC236}">
                <a16:creationId xmlns:a16="http://schemas.microsoft.com/office/drawing/2014/main" id="{922D5804-503A-4B4B-8851-668397C5BAE6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1133795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92342266"/>
              </p:ext>
            </p:extLst>
          </p:nvPr>
        </p:nvGraphicFramePr>
        <p:xfrm>
          <a:off x="11109356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ection">
            <a:extLst>
              <a:ext uri="{FF2B5EF4-FFF2-40B4-BE49-F238E27FC236}">
                <a16:creationId xmlns:a16="http://schemas.microsoft.com/office/drawing/2014/main" id="{80416621-E7D7-2572-FF21-F6481D34B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3B0DAA-F72B-6317-7A31-BBE025BCFA0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49BEF06-7CA1-1DDB-CB12-9CECC08A437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87B6E2-9516-6419-AC5D-5E8C7765B14B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FB4BF2C-2810-E945-D347-E17F69D27A86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F19B89-9784-061A-4CCE-FB3BDC43F3B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7D6677C0-F9C5-AEBE-836F-40BDEC639AA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27BE484F-4066-8AA4-DB1C-2BCD14BA4DD3}"/>
              </a:ext>
            </a:extLst>
          </p:cNvPr>
          <p:cNvSpPr>
            <a:spLocks noGrp="1"/>
          </p:cNvSpPr>
          <p:nvPr>
            <p:ph type="ftr" sz="quarter" idx="89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9780DE0-95B6-8EE8-B194-1EF0B5EEAB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mmary">
            <a:extLst>
              <a:ext uri="{FF2B5EF4-FFF2-40B4-BE49-F238E27FC236}">
                <a16:creationId xmlns:a16="http://schemas.microsoft.com/office/drawing/2014/main" id="{AC231A2D-C27C-875D-582C-C82720527C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78C5DE-3E5B-C9C3-26B9-CBAEA0521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786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Orange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21120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3" name="Red Circle - Hyperlinked">
            <a:extLst>
              <a:ext uri="{FF2B5EF4-FFF2-40B4-BE49-F238E27FC236}">
                <a16:creationId xmlns:a16="http://schemas.microsoft.com/office/drawing/2014/main" id="{C114B3DA-2926-7C9E-AE0F-31B6F5FB1981}"/>
              </a:ext>
            </a:extLst>
          </p:cNvPr>
          <p:cNvSpPr/>
          <p:nvPr userDrawn="1"/>
        </p:nvSpPr>
        <p:spPr>
          <a:xfrm>
            <a:off x="23373177" y="287077"/>
            <a:ext cx="198340" cy="198340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52896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Green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2356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-Client Exam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a white border  Description automatically generated with medium confidence">
            <a:extLst>
              <a:ext uri="{FF2B5EF4-FFF2-40B4-BE49-F238E27FC236}">
                <a16:creationId xmlns:a16="http://schemas.microsoft.com/office/drawing/2014/main" id="{C042CE2D-FB51-5F81-E019-2FAFAA319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381557" cy="13713236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FF34-0328-ED19-7CD8-5ED04F22EE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A928B1-FB75-7349-85E2-F74B9C2E7596}" type="datetime4">
              <a:rPr lang="en-US" smtClean="0"/>
              <a:t>June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62953-87D5-8A69-9C97-90ADC3C758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A53420-1991-4197-C574-F3FF882E64F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C6BB4-6EF3-AAE5-50A4-86008FCABCD7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ED9487A-FE2B-3FF1-60E0-20E5FFB12551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0850FB-1AE1-DF80-1B52-FE6243A3F603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5D5DB55-658D-D59F-A61F-2CCCAFEBEC64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FE77E1-9002-0360-2487-6AC8152BA86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48476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20900" indent="0"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Green Circle - Hyperlinked">
            <a:extLst>
              <a:ext uri="{FF2B5EF4-FFF2-40B4-BE49-F238E27FC236}">
                <a16:creationId xmlns:a16="http://schemas.microsoft.com/office/drawing/2014/main" id="{9DF2C76B-CE66-B224-E75B-51BFAEAB05CC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7729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61895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914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6BBA77-BC96-FDEE-0E53-AB7D627ABF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11612880"/>
            <a:ext cx="24387175" cy="548640"/>
          </a:xfrm>
          <a:prstGeom prst="rect">
            <a:avLst/>
          </a:prstGeom>
        </p:spPr>
        <p:txBody>
          <a:bodyPr lIns="1463040" tIns="45720" anchor="t">
            <a:normAutofit/>
          </a:bodyPr>
          <a:lstStyle>
            <a:lvl1pPr marL="23812" indent="0">
              <a:spcBef>
                <a:spcPts val="0"/>
              </a:spcBef>
              <a:buNone/>
              <a:tabLst/>
              <a:defRPr sz="3300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33 pt light)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21731584" y="11379647"/>
            <a:ext cx="1645920" cy="365760"/>
          </a:xfrm>
          <a:prstGeom prst="rect">
            <a:avLst/>
          </a:prstGeom>
          <a:ln w="38100">
            <a:noFill/>
          </a:ln>
        </p:spPr>
        <p:txBody>
          <a:bodyPr wrap="none" lIns="0" tIns="73152" rIns="0" bIns="0" anchor="ctr" anchorCtr="0">
            <a:noAutofit/>
          </a:bodyPr>
          <a:lstStyle>
            <a:lvl1pPr marL="0" indent="0" algn="r">
              <a:buNone/>
              <a:defRPr sz="1800" b="0" i="0" cap="all" spc="200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</a:t>
            </a:r>
          </a:p>
        </p:txBody>
      </p:sp>
      <p:sp>
        <p:nvSpPr>
          <p:cNvPr id="7" name="Month Year">
            <a:extLst>
              <a:ext uri="{FF2B5EF4-FFF2-40B4-BE49-F238E27FC236}">
                <a16:creationId xmlns:a16="http://schemas.microsoft.com/office/drawing/2014/main" id="{28A10892-A5DE-C6B2-7623-912FFE6EA7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22188784" y="10085841"/>
            <a:ext cx="731520" cy="365760"/>
          </a:xfrm>
          <a:prstGeom prst="rect">
            <a:avLst/>
          </a:prstGeom>
          <a:ln w="38100">
            <a:noFill/>
          </a:ln>
        </p:spPr>
        <p:txBody>
          <a:bodyPr wrap="none" lIns="0" tIns="73152" rIns="0" bIns="0" anchor="ctr" anchorCtr="0">
            <a:noAutofit/>
          </a:bodyPr>
          <a:lstStyle>
            <a:lvl1pPr marL="0" indent="0" algn="l">
              <a:buNone/>
              <a:defRPr sz="1800" b="1" i="0" cap="all" spc="200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2779B974-24DE-B930-2002-9EA2CD551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9875520"/>
            <a:ext cx="24387048" cy="1554480"/>
          </a:xfrm>
        </p:spPr>
        <p:txBody>
          <a:bodyPr lIns="1371600" tIns="0" rIns="914400" anchor="t" anchorCtr="0">
            <a:noAutofit/>
          </a:bodyPr>
          <a:lstStyle>
            <a:lvl1pPr marL="0" indent="0">
              <a:lnSpc>
                <a:spcPct val="75000"/>
              </a:lnSpc>
              <a:defRPr sz="14600" b="0" spc="-4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(146, Extra Bold)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BE93E0-147D-F42C-A2D7-BD575B193521}"/>
              </a:ext>
            </a:extLst>
          </p:cNvPr>
          <p:cNvGrpSpPr/>
          <p:nvPr userDrawn="1"/>
        </p:nvGrpSpPr>
        <p:grpSpPr>
          <a:xfrm>
            <a:off x="1454237" y="1557795"/>
            <a:ext cx="4361947" cy="943191"/>
            <a:chOff x="1956009" y="1861490"/>
            <a:chExt cx="2722973" cy="58879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CA39D9-49A4-71AB-AC9E-319B5A093879}"/>
                </a:ext>
              </a:extLst>
            </p:cNvPr>
            <p:cNvGrpSpPr/>
            <p:nvPr/>
          </p:nvGrpSpPr>
          <p:grpSpPr>
            <a:xfrm>
              <a:off x="1956009" y="1861490"/>
              <a:ext cx="582096" cy="588793"/>
              <a:chOff x="1956009" y="1861490"/>
              <a:chExt cx="582096" cy="588793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1C73923-5DBF-419C-ADB2-E49C6110161E}"/>
                  </a:ext>
                </a:extLst>
              </p:cNvPr>
              <p:cNvSpPr/>
              <p:nvPr/>
            </p:nvSpPr>
            <p:spPr>
              <a:xfrm>
                <a:off x="1956009" y="2044923"/>
                <a:ext cx="146747" cy="146747"/>
              </a:xfrm>
              <a:custGeom>
                <a:avLst/>
                <a:gdLst>
                  <a:gd name="connsiteX0" fmla="*/ 146747 w 146747"/>
                  <a:gd name="connsiteY0" fmla="*/ 73374 h 146747"/>
                  <a:gd name="connsiteX1" fmla="*/ 73374 w 146747"/>
                  <a:gd name="connsiteY1" fmla="*/ 146747 h 146747"/>
                  <a:gd name="connsiteX2" fmla="*/ 0 w 146747"/>
                  <a:gd name="connsiteY2" fmla="*/ 73374 h 146747"/>
                  <a:gd name="connsiteX3" fmla="*/ 73374 w 146747"/>
                  <a:gd name="connsiteY3" fmla="*/ 0 h 146747"/>
                  <a:gd name="connsiteX4" fmla="*/ 146747 w 146747"/>
                  <a:gd name="connsiteY4" fmla="*/ 73374 h 146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747" h="146747">
                    <a:moveTo>
                      <a:pt x="146747" y="73374"/>
                    </a:moveTo>
                    <a:cubicBezTo>
                      <a:pt x="146747" y="113897"/>
                      <a:pt x="113897" y="146747"/>
                      <a:pt x="73374" y="146747"/>
                    </a:cubicBezTo>
                    <a:cubicBezTo>
                      <a:pt x="32850" y="146747"/>
                      <a:pt x="0" y="113897"/>
                      <a:pt x="0" y="73374"/>
                    </a:cubicBezTo>
                    <a:cubicBezTo>
                      <a:pt x="0" y="32850"/>
                      <a:pt x="32850" y="0"/>
                      <a:pt x="73374" y="0"/>
                    </a:cubicBezTo>
                    <a:cubicBezTo>
                      <a:pt x="113897" y="0"/>
                      <a:pt x="146747" y="32850"/>
                      <a:pt x="146747" y="73374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06052A12-225C-F551-D63F-D2F526AA9843}"/>
                  </a:ext>
                </a:extLst>
              </p:cNvPr>
              <p:cNvSpPr/>
              <p:nvPr/>
            </p:nvSpPr>
            <p:spPr>
              <a:xfrm>
                <a:off x="1989434" y="1861490"/>
                <a:ext cx="548671" cy="588793"/>
              </a:xfrm>
              <a:custGeom>
                <a:avLst/>
                <a:gdLst>
                  <a:gd name="connsiteX0" fmla="*/ 484265 w 548671"/>
                  <a:gd name="connsiteY0" fmla="*/ 75819 h 588793"/>
                  <a:gd name="connsiteX1" fmla="*/ 489972 w 548671"/>
                  <a:gd name="connsiteY1" fmla="*/ 92125 h 588793"/>
                  <a:gd name="connsiteX2" fmla="*/ 548671 w 548671"/>
                  <a:gd name="connsiteY2" fmla="*/ 0 h 588793"/>
                  <a:gd name="connsiteX3" fmla="*/ 450840 w 548671"/>
                  <a:gd name="connsiteY3" fmla="*/ 52177 h 588793"/>
                  <a:gd name="connsiteX4" fmla="*/ 466330 w 548671"/>
                  <a:gd name="connsiteY4" fmla="*/ 57884 h 588793"/>
                  <a:gd name="connsiteX5" fmla="*/ 516061 w 548671"/>
                  <a:gd name="connsiteY5" fmla="*/ 30165 h 588793"/>
                  <a:gd name="connsiteX6" fmla="*/ 0 w 548671"/>
                  <a:gd name="connsiteY6" fmla="*/ 440241 h 588793"/>
                  <a:gd name="connsiteX7" fmla="*/ 388880 w 548671"/>
                  <a:gd name="connsiteY7" fmla="*/ 553562 h 588793"/>
                  <a:gd name="connsiteX8" fmla="*/ 502201 w 548671"/>
                  <a:gd name="connsiteY8" fmla="*/ 165498 h 588793"/>
                  <a:gd name="connsiteX9" fmla="*/ 456547 w 548671"/>
                  <a:gd name="connsiteY9" fmla="*/ 103538 h 588793"/>
                  <a:gd name="connsiteX10" fmla="*/ 484265 w 548671"/>
                  <a:gd name="connsiteY10" fmla="*/ 75819 h 588793"/>
                  <a:gd name="connsiteX11" fmla="*/ 472852 w 548671"/>
                  <a:gd name="connsiteY11" fmla="*/ 441872 h 588793"/>
                  <a:gd name="connsiteX12" fmla="*/ 317952 w 548671"/>
                  <a:gd name="connsiteY12" fmla="*/ 516060 h 588793"/>
                  <a:gd name="connsiteX13" fmla="*/ 236426 w 548671"/>
                  <a:gd name="connsiteY13" fmla="*/ 401924 h 588793"/>
                  <a:gd name="connsiteX14" fmla="*/ 406000 w 548671"/>
                  <a:gd name="connsiteY14" fmla="*/ 152454 h 588793"/>
                  <a:gd name="connsiteX15" fmla="*/ 472852 w 548671"/>
                  <a:gd name="connsiteY15" fmla="*/ 441872 h 588793"/>
                  <a:gd name="connsiteX16" fmla="*/ 472852 w 548671"/>
                  <a:gd name="connsiteY16" fmla="*/ 441872 h 588793"/>
                  <a:gd name="connsiteX17" fmla="*/ 472852 w 548671"/>
                  <a:gd name="connsiteY17" fmla="*/ 441872 h 58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671" h="588793">
                    <a:moveTo>
                      <a:pt x="484265" y="75819"/>
                    </a:moveTo>
                    <a:lnTo>
                      <a:pt x="489972" y="92125"/>
                    </a:lnTo>
                    <a:lnTo>
                      <a:pt x="548671" y="0"/>
                    </a:lnTo>
                    <a:lnTo>
                      <a:pt x="450840" y="52177"/>
                    </a:lnTo>
                    <a:lnTo>
                      <a:pt x="466330" y="57884"/>
                    </a:lnTo>
                    <a:lnTo>
                      <a:pt x="516061" y="30165"/>
                    </a:lnTo>
                    <a:lnTo>
                      <a:pt x="0" y="440241"/>
                    </a:lnTo>
                    <a:cubicBezTo>
                      <a:pt x="75819" y="578835"/>
                      <a:pt x="250285" y="629382"/>
                      <a:pt x="388880" y="553562"/>
                    </a:cubicBezTo>
                    <a:cubicBezTo>
                      <a:pt x="527474" y="477743"/>
                      <a:pt x="578021" y="304092"/>
                      <a:pt x="502201" y="165498"/>
                    </a:cubicBezTo>
                    <a:cubicBezTo>
                      <a:pt x="489972" y="142671"/>
                      <a:pt x="474482" y="121474"/>
                      <a:pt x="456547" y="103538"/>
                    </a:cubicBezTo>
                    <a:cubicBezTo>
                      <a:pt x="466330" y="92940"/>
                      <a:pt x="476113" y="83972"/>
                      <a:pt x="484265" y="75819"/>
                    </a:cubicBezTo>
                    <a:close/>
                    <a:moveTo>
                      <a:pt x="472852" y="441872"/>
                    </a:moveTo>
                    <a:cubicBezTo>
                      <a:pt x="450840" y="505462"/>
                      <a:pt x="381542" y="538888"/>
                      <a:pt x="317952" y="516060"/>
                    </a:cubicBezTo>
                    <a:cubicBezTo>
                      <a:pt x="269036" y="498940"/>
                      <a:pt x="236426" y="453285"/>
                      <a:pt x="236426" y="401924"/>
                    </a:cubicBezTo>
                    <a:cubicBezTo>
                      <a:pt x="236426" y="335072"/>
                      <a:pt x="282896" y="259253"/>
                      <a:pt x="406000" y="152454"/>
                    </a:cubicBezTo>
                    <a:cubicBezTo>
                      <a:pt x="406000" y="152454"/>
                      <a:pt x="530735" y="269036"/>
                      <a:pt x="472852" y="441872"/>
                    </a:cubicBezTo>
                    <a:lnTo>
                      <a:pt x="472852" y="441872"/>
                    </a:lnTo>
                    <a:lnTo>
                      <a:pt x="472852" y="441872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75967987-2688-52A0-64B7-9AED8542664D}"/>
                  </a:ext>
                </a:extLst>
              </p:cNvPr>
              <p:cNvSpPr/>
              <p:nvPr/>
            </p:nvSpPr>
            <p:spPr>
              <a:xfrm>
                <a:off x="2013892" y="1878149"/>
                <a:ext cx="406000" cy="109705"/>
              </a:xfrm>
              <a:custGeom>
                <a:avLst/>
                <a:gdLst>
                  <a:gd name="connsiteX0" fmla="*/ 344040 w 406000"/>
                  <a:gd name="connsiteY0" fmla="*/ 102369 h 109705"/>
                  <a:gd name="connsiteX1" fmla="*/ 406000 w 406000"/>
                  <a:gd name="connsiteY1" fmla="*/ 63236 h 109705"/>
                  <a:gd name="connsiteX2" fmla="*/ 3261 w 406000"/>
                  <a:gd name="connsiteY2" fmla="*/ 105630 h 109705"/>
                  <a:gd name="connsiteX3" fmla="*/ 0 w 406000"/>
                  <a:gd name="connsiteY3" fmla="*/ 109706 h 109705"/>
                  <a:gd name="connsiteX4" fmla="*/ 344040 w 406000"/>
                  <a:gd name="connsiteY4" fmla="*/ 102369 h 109705"/>
                  <a:gd name="connsiteX5" fmla="*/ 344040 w 406000"/>
                  <a:gd name="connsiteY5" fmla="*/ 102369 h 10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000" h="109705">
                    <a:moveTo>
                      <a:pt x="344040" y="102369"/>
                    </a:moveTo>
                    <a:lnTo>
                      <a:pt x="406000" y="63236"/>
                    </a:lnTo>
                    <a:cubicBezTo>
                      <a:pt x="282896" y="-35411"/>
                      <a:pt x="102723" y="-16660"/>
                      <a:pt x="3261" y="105630"/>
                    </a:cubicBezTo>
                    <a:cubicBezTo>
                      <a:pt x="2446" y="107260"/>
                      <a:pt x="815" y="108075"/>
                      <a:pt x="0" y="109706"/>
                    </a:cubicBezTo>
                    <a:cubicBezTo>
                      <a:pt x="100277" y="30626"/>
                      <a:pt x="240502" y="28180"/>
                      <a:pt x="344040" y="102369"/>
                    </a:cubicBezTo>
                    <a:lnTo>
                      <a:pt x="344040" y="102369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BDA944-055D-1E8A-98FE-1A1124317FB0}"/>
                </a:ext>
              </a:extLst>
            </p:cNvPr>
            <p:cNvGrpSpPr/>
            <p:nvPr/>
          </p:nvGrpSpPr>
          <p:grpSpPr>
            <a:xfrm>
              <a:off x="2713387" y="1976441"/>
              <a:ext cx="1965595" cy="429866"/>
              <a:chOff x="2713387" y="1976441"/>
              <a:chExt cx="1965595" cy="429866"/>
            </a:xfrm>
            <a:solidFill>
              <a:schemeClr val="bg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CDA42038-B90F-6E55-FC34-0E527E55C374}"/>
                  </a:ext>
                </a:extLst>
              </p:cNvPr>
              <p:cNvSpPr/>
              <p:nvPr/>
            </p:nvSpPr>
            <p:spPr>
              <a:xfrm>
                <a:off x="3010957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5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5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2723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12D66DD8-A588-FA5B-4421-7477AE3610CE}"/>
                  </a:ext>
                </a:extLst>
              </p:cNvPr>
              <p:cNvSpPr/>
              <p:nvPr/>
            </p:nvSpPr>
            <p:spPr>
              <a:xfrm>
                <a:off x="3222063" y="2101129"/>
                <a:ext cx="196525" cy="305178"/>
              </a:xfrm>
              <a:custGeom>
                <a:avLst/>
                <a:gdLst>
                  <a:gd name="connsiteX0" fmla="*/ 151686 w 196525"/>
                  <a:gd name="connsiteY0" fmla="*/ 5754 h 305178"/>
                  <a:gd name="connsiteX1" fmla="*/ 196525 w 196525"/>
                  <a:gd name="connsiteY1" fmla="*/ 5754 h 305178"/>
                  <a:gd name="connsiteX2" fmla="*/ 196525 w 196525"/>
                  <a:gd name="connsiteY2" fmla="*/ 184296 h 305178"/>
                  <a:gd name="connsiteX3" fmla="*/ 164730 w 196525"/>
                  <a:gd name="connsiteY3" fmla="*/ 284573 h 305178"/>
                  <a:gd name="connsiteX4" fmla="*/ 100324 w 196525"/>
                  <a:gd name="connsiteY4" fmla="*/ 304955 h 305178"/>
                  <a:gd name="connsiteX5" fmla="*/ 36734 w 196525"/>
                  <a:gd name="connsiteY5" fmla="*/ 281312 h 305178"/>
                  <a:gd name="connsiteX6" fmla="*/ 8200 w 196525"/>
                  <a:gd name="connsiteY6" fmla="*/ 220983 h 305178"/>
                  <a:gd name="connsiteX7" fmla="*/ 52224 w 196525"/>
                  <a:gd name="connsiteY7" fmla="*/ 220983 h 305178"/>
                  <a:gd name="connsiteX8" fmla="*/ 66899 w 196525"/>
                  <a:gd name="connsiteY8" fmla="*/ 251148 h 305178"/>
                  <a:gd name="connsiteX9" fmla="*/ 101955 w 196525"/>
                  <a:gd name="connsiteY9" fmla="*/ 264192 h 305178"/>
                  <a:gd name="connsiteX10" fmla="*/ 137011 w 196525"/>
                  <a:gd name="connsiteY10" fmla="*/ 251148 h 305178"/>
                  <a:gd name="connsiteX11" fmla="*/ 151686 w 196525"/>
                  <a:gd name="connsiteY11" fmla="*/ 202232 h 305178"/>
                  <a:gd name="connsiteX12" fmla="*/ 151686 w 196525"/>
                  <a:gd name="connsiteY12" fmla="*/ 176959 h 305178"/>
                  <a:gd name="connsiteX13" fmla="*/ 92987 w 196525"/>
                  <a:gd name="connsiteY13" fmla="*/ 204678 h 305178"/>
                  <a:gd name="connsiteX14" fmla="*/ 29396 w 196525"/>
                  <a:gd name="connsiteY14" fmla="*/ 178589 h 305178"/>
                  <a:gd name="connsiteX15" fmla="*/ 47 w 196525"/>
                  <a:gd name="connsiteY15" fmla="*/ 101955 h 305178"/>
                  <a:gd name="connsiteX16" fmla="*/ 28581 w 196525"/>
                  <a:gd name="connsiteY16" fmla="*/ 26951 h 305178"/>
                  <a:gd name="connsiteX17" fmla="*/ 94617 w 196525"/>
                  <a:gd name="connsiteY17" fmla="*/ 47 h 305178"/>
                  <a:gd name="connsiteX18" fmla="*/ 152501 w 196525"/>
                  <a:gd name="connsiteY18" fmla="*/ 26136 h 305178"/>
                  <a:gd name="connsiteX19" fmla="*/ 151686 w 196525"/>
                  <a:gd name="connsiteY19" fmla="*/ 5754 h 305178"/>
                  <a:gd name="connsiteX20" fmla="*/ 151686 w 196525"/>
                  <a:gd name="connsiteY20" fmla="*/ 5754 h 305178"/>
                  <a:gd name="connsiteX21" fmla="*/ 65268 w 196525"/>
                  <a:gd name="connsiteY21" fmla="*/ 54670 h 305178"/>
                  <a:gd name="connsiteX22" fmla="*/ 45702 w 196525"/>
                  <a:gd name="connsiteY22" fmla="*/ 103585 h 305178"/>
                  <a:gd name="connsiteX23" fmla="*/ 65268 w 196525"/>
                  <a:gd name="connsiteY23" fmla="*/ 152501 h 305178"/>
                  <a:gd name="connsiteX24" fmla="*/ 99509 w 196525"/>
                  <a:gd name="connsiteY24" fmla="*/ 165545 h 305178"/>
                  <a:gd name="connsiteX25" fmla="*/ 137011 w 196525"/>
                  <a:gd name="connsiteY25" fmla="*/ 150055 h 305178"/>
                  <a:gd name="connsiteX26" fmla="*/ 154132 w 196525"/>
                  <a:gd name="connsiteY26" fmla="*/ 104401 h 305178"/>
                  <a:gd name="connsiteX27" fmla="*/ 136196 w 196525"/>
                  <a:gd name="connsiteY27" fmla="*/ 55485 h 305178"/>
                  <a:gd name="connsiteX28" fmla="*/ 100324 w 196525"/>
                  <a:gd name="connsiteY28" fmla="*/ 41626 h 305178"/>
                  <a:gd name="connsiteX29" fmla="*/ 65268 w 196525"/>
                  <a:gd name="connsiteY29" fmla="*/ 54670 h 305178"/>
                  <a:gd name="connsiteX30" fmla="*/ 65268 w 196525"/>
                  <a:gd name="connsiteY30" fmla="*/ 54670 h 305178"/>
                  <a:gd name="connsiteX31" fmla="*/ 65268 w 196525"/>
                  <a:gd name="connsiteY31" fmla="*/ 54670 h 30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6525" h="305178">
                    <a:moveTo>
                      <a:pt x="151686" y="5754"/>
                    </a:moveTo>
                    <a:lnTo>
                      <a:pt x="196525" y="5754"/>
                    </a:lnTo>
                    <a:lnTo>
                      <a:pt x="196525" y="184296"/>
                    </a:lnTo>
                    <a:cubicBezTo>
                      <a:pt x="196525" y="229951"/>
                      <a:pt x="191634" y="262561"/>
                      <a:pt x="164730" y="284573"/>
                    </a:cubicBezTo>
                    <a:cubicBezTo>
                      <a:pt x="146794" y="299248"/>
                      <a:pt x="123967" y="306585"/>
                      <a:pt x="100324" y="304955"/>
                    </a:cubicBezTo>
                    <a:cubicBezTo>
                      <a:pt x="76682" y="305770"/>
                      <a:pt x="53854" y="297618"/>
                      <a:pt x="36734" y="281312"/>
                    </a:cubicBezTo>
                    <a:cubicBezTo>
                      <a:pt x="21244" y="265007"/>
                      <a:pt x="11461" y="243810"/>
                      <a:pt x="8200" y="220983"/>
                    </a:cubicBezTo>
                    <a:lnTo>
                      <a:pt x="52224" y="220983"/>
                    </a:lnTo>
                    <a:cubicBezTo>
                      <a:pt x="53854" y="232397"/>
                      <a:pt x="58746" y="242995"/>
                      <a:pt x="66899" y="251148"/>
                    </a:cubicBezTo>
                    <a:cubicBezTo>
                      <a:pt x="75866" y="260116"/>
                      <a:pt x="88911" y="265007"/>
                      <a:pt x="101955" y="264192"/>
                    </a:cubicBezTo>
                    <a:cubicBezTo>
                      <a:pt x="114999" y="265007"/>
                      <a:pt x="128043" y="260116"/>
                      <a:pt x="137011" y="251148"/>
                    </a:cubicBezTo>
                    <a:cubicBezTo>
                      <a:pt x="148425" y="237288"/>
                      <a:pt x="154132" y="220168"/>
                      <a:pt x="151686" y="202232"/>
                    </a:cubicBezTo>
                    <a:lnTo>
                      <a:pt x="151686" y="176959"/>
                    </a:lnTo>
                    <a:cubicBezTo>
                      <a:pt x="137826" y="194895"/>
                      <a:pt x="115814" y="205493"/>
                      <a:pt x="92987" y="204678"/>
                    </a:cubicBezTo>
                    <a:cubicBezTo>
                      <a:pt x="68529" y="205493"/>
                      <a:pt x="45702" y="196525"/>
                      <a:pt x="29396" y="178589"/>
                    </a:cubicBezTo>
                    <a:cubicBezTo>
                      <a:pt x="9830" y="157393"/>
                      <a:pt x="47" y="130489"/>
                      <a:pt x="47" y="101955"/>
                    </a:cubicBezTo>
                    <a:cubicBezTo>
                      <a:pt x="-768" y="74236"/>
                      <a:pt x="9015" y="47332"/>
                      <a:pt x="28581" y="26951"/>
                    </a:cubicBezTo>
                    <a:cubicBezTo>
                      <a:pt x="45702" y="9015"/>
                      <a:pt x="69344" y="-768"/>
                      <a:pt x="94617" y="47"/>
                    </a:cubicBezTo>
                    <a:cubicBezTo>
                      <a:pt x="116630" y="-768"/>
                      <a:pt x="137826" y="9015"/>
                      <a:pt x="152501" y="26136"/>
                    </a:cubicBezTo>
                    <a:lnTo>
                      <a:pt x="151686" y="5754"/>
                    </a:lnTo>
                    <a:lnTo>
                      <a:pt x="151686" y="5754"/>
                    </a:lnTo>
                    <a:close/>
                    <a:moveTo>
                      <a:pt x="65268" y="54670"/>
                    </a:moveTo>
                    <a:cubicBezTo>
                      <a:pt x="52224" y="67714"/>
                      <a:pt x="44886" y="85650"/>
                      <a:pt x="45702" y="103585"/>
                    </a:cubicBezTo>
                    <a:cubicBezTo>
                      <a:pt x="44886" y="121521"/>
                      <a:pt x="52224" y="139457"/>
                      <a:pt x="65268" y="152501"/>
                    </a:cubicBezTo>
                    <a:cubicBezTo>
                      <a:pt x="75051" y="160654"/>
                      <a:pt x="87280" y="165545"/>
                      <a:pt x="99509" y="165545"/>
                    </a:cubicBezTo>
                    <a:cubicBezTo>
                      <a:pt x="113368" y="166360"/>
                      <a:pt x="127228" y="160654"/>
                      <a:pt x="137011" y="150055"/>
                    </a:cubicBezTo>
                    <a:cubicBezTo>
                      <a:pt x="148425" y="137826"/>
                      <a:pt x="154132" y="121521"/>
                      <a:pt x="154132" y="104401"/>
                    </a:cubicBezTo>
                    <a:cubicBezTo>
                      <a:pt x="154947" y="86465"/>
                      <a:pt x="148425" y="68529"/>
                      <a:pt x="136196" y="55485"/>
                    </a:cubicBezTo>
                    <a:cubicBezTo>
                      <a:pt x="126413" y="45702"/>
                      <a:pt x="113368" y="40810"/>
                      <a:pt x="100324" y="41626"/>
                    </a:cubicBezTo>
                    <a:cubicBezTo>
                      <a:pt x="86465" y="40810"/>
                      <a:pt x="74236" y="45702"/>
                      <a:pt x="65268" y="54670"/>
                    </a:cubicBezTo>
                    <a:lnTo>
                      <a:pt x="65268" y="54670"/>
                    </a:lnTo>
                    <a:lnTo>
                      <a:pt x="65268" y="546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79B15EC8-717D-B079-8D74-3A5041CEA0C1}"/>
                  </a:ext>
                </a:extLst>
              </p:cNvPr>
              <p:cNvSpPr/>
              <p:nvPr/>
            </p:nvSpPr>
            <p:spPr>
              <a:xfrm>
                <a:off x="3474015" y="2000899"/>
                <a:ext cx="44850" cy="300016"/>
              </a:xfrm>
              <a:custGeom>
                <a:avLst/>
                <a:gdLst>
                  <a:gd name="connsiteX0" fmla="*/ 44850 w 44850"/>
                  <a:gd name="connsiteY0" fmla="*/ 0 h 300016"/>
                  <a:gd name="connsiteX1" fmla="*/ 44850 w 44850"/>
                  <a:gd name="connsiteY1" fmla="*/ 300016 h 300016"/>
                  <a:gd name="connsiteX2" fmla="*/ 11 w 44850"/>
                  <a:gd name="connsiteY2" fmla="*/ 300016 h 300016"/>
                  <a:gd name="connsiteX3" fmla="*/ 11 w 44850"/>
                  <a:gd name="connsiteY3" fmla="*/ 35871 h 300016"/>
                  <a:gd name="connsiteX4" fmla="*/ 44850 w 44850"/>
                  <a:gd name="connsiteY4" fmla="*/ 0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50" h="300016">
                    <a:moveTo>
                      <a:pt x="44850" y="0"/>
                    </a:moveTo>
                    <a:lnTo>
                      <a:pt x="44850" y="300016"/>
                    </a:lnTo>
                    <a:lnTo>
                      <a:pt x="11" y="300016"/>
                    </a:lnTo>
                    <a:lnTo>
                      <a:pt x="11" y="35871"/>
                    </a:lnTo>
                    <a:cubicBezTo>
                      <a:pt x="-804" y="35871"/>
                      <a:pt x="44850" y="0"/>
                      <a:pt x="44850" y="0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06B02162-B60D-DEA1-129A-7215477A3B1B}"/>
                  </a:ext>
                </a:extLst>
              </p:cNvPr>
              <p:cNvSpPr/>
              <p:nvPr/>
            </p:nvSpPr>
            <p:spPr>
              <a:xfrm>
                <a:off x="4277059" y="2000899"/>
                <a:ext cx="44839" cy="61959"/>
              </a:xfrm>
              <a:custGeom>
                <a:avLst/>
                <a:gdLst>
                  <a:gd name="connsiteX0" fmla="*/ 44839 w 44839"/>
                  <a:gd name="connsiteY0" fmla="*/ 0 h 61959"/>
                  <a:gd name="connsiteX1" fmla="*/ 44839 w 44839"/>
                  <a:gd name="connsiteY1" fmla="*/ 61960 h 61959"/>
                  <a:gd name="connsiteX2" fmla="*/ 0 w 44839"/>
                  <a:gd name="connsiteY2" fmla="*/ 61960 h 61959"/>
                  <a:gd name="connsiteX3" fmla="*/ 0 w 44839"/>
                  <a:gd name="connsiteY3" fmla="*/ 35871 h 61959"/>
                  <a:gd name="connsiteX4" fmla="*/ 44839 w 44839"/>
                  <a:gd name="connsiteY4" fmla="*/ 0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61959">
                    <a:moveTo>
                      <a:pt x="44839" y="0"/>
                    </a:moveTo>
                    <a:lnTo>
                      <a:pt x="44839" y="61960"/>
                    </a:lnTo>
                    <a:lnTo>
                      <a:pt x="0" y="61960"/>
                    </a:lnTo>
                    <a:lnTo>
                      <a:pt x="0" y="35871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2F2E2115-95C6-F54E-3397-CD1B64766D6D}"/>
                  </a:ext>
                </a:extLst>
              </p:cNvPr>
              <p:cNvSpPr/>
              <p:nvPr/>
            </p:nvSpPr>
            <p:spPr>
              <a:xfrm>
                <a:off x="3563661" y="2101940"/>
                <a:ext cx="184481" cy="204870"/>
              </a:xfrm>
              <a:custGeom>
                <a:avLst/>
                <a:gdLst>
                  <a:gd name="connsiteX0" fmla="*/ 183478 w 184481"/>
                  <a:gd name="connsiteY0" fmla="*/ 154951 h 204870"/>
                  <a:gd name="connsiteX1" fmla="*/ 150867 w 184481"/>
                  <a:gd name="connsiteY1" fmla="*/ 190007 h 204870"/>
                  <a:gd name="connsiteX2" fmla="*/ 93799 w 184481"/>
                  <a:gd name="connsiteY2" fmla="*/ 204682 h 204870"/>
                  <a:gd name="connsiteX3" fmla="*/ 28578 w 184481"/>
                  <a:gd name="connsiteY3" fmla="*/ 180224 h 204870"/>
                  <a:gd name="connsiteX4" fmla="*/ 44 w 184481"/>
                  <a:gd name="connsiteY4" fmla="*/ 106035 h 204870"/>
                  <a:gd name="connsiteX5" fmla="*/ 31024 w 184481"/>
                  <a:gd name="connsiteY5" fmla="*/ 26139 h 204870"/>
                  <a:gd name="connsiteX6" fmla="*/ 95429 w 184481"/>
                  <a:gd name="connsiteY6" fmla="*/ 51 h 204870"/>
                  <a:gd name="connsiteX7" fmla="*/ 157389 w 184481"/>
                  <a:gd name="connsiteY7" fmla="*/ 25324 h 204870"/>
                  <a:gd name="connsiteX8" fmla="*/ 184293 w 184481"/>
                  <a:gd name="connsiteY8" fmla="*/ 106850 h 204870"/>
                  <a:gd name="connsiteX9" fmla="*/ 184293 w 184481"/>
                  <a:gd name="connsiteY9" fmla="*/ 112557 h 204870"/>
                  <a:gd name="connsiteX10" fmla="*/ 45699 w 184481"/>
                  <a:gd name="connsiteY10" fmla="*/ 112557 h 204870"/>
                  <a:gd name="connsiteX11" fmla="*/ 62004 w 184481"/>
                  <a:gd name="connsiteY11" fmla="*/ 151690 h 204870"/>
                  <a:gd name="connsiteX12" fmla="*/ 96245 w 184481"/>
                  <a:gd name="connsiteY12" fmla="*/ 163919 h 204870"/>
                  <a:gd name="connsiteX13" fmla="*/ 127225 w 184481"/>
                  <a:gd name="connsiteY13" fmla="*/ 154135 h 204870"/>
                  <a:gd name="connsiteX14" fmla="*/ 145160 w 184481"/>
                  <a:gd name="connsiteY14" fmla="*/ 132939 h 204870"/>
                  <a:gd name="connsiteX15" fmla="*/ 183478 w 184481"/>
                  <a:gd name="connsiteY15" fmla="*/ 154951 h 204870"/>
                  <a:gd name="connsiteX16" fmla="*/ 183478 w 184481"/>
                  <a:gd name="connsiteY16" fmla="*/ 154951 h 204870"/>
                  <a:gd name="connsiteX17" fmla="*/ 139454 w 184481"/>
                  <a:gd name="connsiteY17" fmla="*/ 75870 h 204870"/>
                  <a:gd name="connsiteX18" fmla="*/ 125594 w 184481"/>
                  <a:gd name="connsiteY18" fmla="*/ 49782 h 204870"/>
                  <a:gd name="connsiteX19" fmla="*/ 63634 w 184481"/>
                  <a:gd name="connsiteY19" fmla="*/ 51413 h 204870"/>
                  <a:gd name="connsiteX20" fmla="*/ 49775 w 184481"/>
                  <a:gd name="connsiteY20" fmla="*/ 75870 h 204870"/>
                  <a:gd name="connsiteX21" fmla="*/ 139454 w 184481"/>
                  <a:gd name="connsiteY21" fmla="*/ 75870 h 204870"/>
                  <a:gd name="connsiteX22" fmla="*/ 139454 w 184481"/>
                  <a:gd name="connsiteY22" fmla="*/ 75870 h 20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4481" h="204870">
                    <a:moveTo>
                      <a:pt x="183478" y="154951"/>
                    </a:moveTo>
                    <a:cubicBezTo>
                      <a:pt x="175325" y="169625"/>
                      <a:pt x="164727" y="181039"/>
                      <a:pt x="150867" y="190007"/>
                    </a:cubicBezTo>
                    <a:cubicBezTo>
                      <a:pt x="133747" y="199790"/>
                      <a:pt x="114180" y="205497"/>
                      <a:pt x="93799" y="204682"/>
                    </a:cubicBezTo>
                    <a:cubicBezTo>
                      <a:pt x="69341" y="206312"/>
                      <a:pt x="45699" y="197344"/>
                      <a:pt x="28578" y="180224"/>
                    </a:cubicBezTo>
                    <a:cubicBezTo>
                      <a:pt x="9827" y="160658"/>
                      <a:pt x="-771" y="133754"/>
                      <a:pt x="44" y="106035"/>
                    </a:cubicBezTo>
                    <a:cubicBezTo>
                      <a:pt x="-771" y="76686"/>
                      <a:pt x="10642" y="48151"/>
                      <a:pt x="31024" y="26139"/>
                    </a:cubicBezTo>
                    <a:cubicBezTo>
                      <a:pt x="48144" y="9019"/>
                      <a:pt x="71787" y="-764"/>
                      <a:pt x="95429" y="51"/>
                    </a:cubicBezTo>
                    <a:cubicBezTo>
                      <a:pt x="119072" y="-764"/>
                      <a:pt x="141084" y="8204"/>
                      <a:pt x="157389" y="25324"/>
                    </a:cubicBezTo>
                    <a:cubicBezTo>
                      <a:pt x="176956" y="48151"/>
                      <a:pt x="185924" y="77501"/>
                      <a:pt x="184293" y="106850"/>
                    </a:cubicBezTo>
                    <a:lnTo>
                      <a:pt x="184293" y="112557"/>
                    </a:lnTo>
                    <a:lnTo>
                      <a:pt x="45699" y="112557"/>
                    </a:lnTo>
                    <a:cubicBezTo>
                      <a:pt x="46514" y="127232"/>
                      <a:pt x="52221" y="141091"/>
                      <a:pt x="62004" y="151690"/>
                    </a:cubicBezTo>
                    <a:cubicBezTo>
                      <a:pt x="70972" y="160658"/>
                      <a:pt x="84016" y="164734"/>
                      <a:pt x="96245" y="163919"/>
                    </a:cubicBezTo>
                    <a:cubicBezTo>
                      <a:pt x="107658" y="164734"/>
                      <a:pt x="118257" y="160658"/>
                      <a:pt x="127225" y="154135"/>
                    </a:cubicBezTo>
                    <a:cubicBezTo>
                      <a:pt x="134562" y="148429"/>
                      <a:pt x="140269" y="141091"/>
                      <a:pt x="145160" y="132939"/>
                    </a:cubicBezTo>
                    <a:lnTo>
                      <a:pt x="183478" y="154951"/>
                    </a:lnTo>
                    <a:lnTo>
                      <a:pt x="183478" y="154951"/>
                    </a:lnTo>
                    <a:close/>
                    <a:moveTo>
                      <a:pt x="139454" y="75870"/>
                    </a:moveTo>
                    <a:cubicBezTo>
                      <a:pt x="137823" y="66087"/>
                      <a:pt x="132932" y="57119"/>
                      <a:pt x="125594" y="49782"/>
                    </a:cubicBezTo>
                    <a:cubicBezTo>
                      <a:pt x="107658" y="34292"/>
                      <a:pt x="80755" y="35107"/>
                      <a:pt x="63634" y="51413"/>
                    </a:cubicBezTo>
                    <a:cubicBezTo>
                      <a:pt x="57112" y="57935"/>
                      <a:pt x="52221" y="66902"/>
                      <a:pt x="49775" y="75870"/>
                    </a:cubicBezTo>
                    <a:lnTo>
                      <a:pt x="139454" y="75870"/>
                    </a:lnTo>
                    <a:lnTo>
                      <a:pt x="139454" y="758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7682376-116F-CB76-2692-58EB4E84B97C}"/>
                  </a:ext>
                </a:extLst>
              </p:cNvPr>
              <p:cNvSpPr/>
              <p:nvPr/>
            </p:nvSpPr>
            <p:spPr>
              <a:xfrm>
                <a:off x="3794424" y="2101944"/>
                <a:ext cx="196478" cy="304139"/>
              </a:xfrm>
              <a:custGeom>
                <a:avLst/>
                <a:gdLst>
                  <a:gd name="connsiteX0" fmla="*/ 44839 w 196478"/>
                  <a:gd name="connsiteY0" fmla="*/ 304140 h 304139"/>
                  <a:gd name="connsiteX1" fmla="*/ 0 w 196478"/>
                  <a:gd name="connsiteY1" fmla="*/ 304140 h 304139"/>
                  <a:gd name="connsiteX2" fmla="*/ 0 w 196478"/>
                  <a:gd name="connsiteY2" fmla="*/ 4939 h 304139"/>
                  <a:gd name="connsiteX3" fmla="*/ 44839 w 196478"/>
                  <a:gd name="connsiteY3" fmla="*/ 4939 h 304139"/>
                  <a:gd name="connsiteX4" fmla="*/ 44839 w 196478"/>
                  <a:gd name="connsiteY4" fmla="*/ 26136 h 304139"/>
                  <a:gd name="connsiteX5" fmla="*/ 101908 w 196478"/>
                  <a:gd name="connsiteY5" fmla="*/ 47 h 304139"/>
                  <a:gd name="connsiteX6" fmla="*/ 196478 w 196478"/>
                  <a:gd name="connsiteY6" fmla="*/ 100324 h 304139"/>
                  <a:gd name="connsiteX7" fmla="*/ 102723 w 196478"/>
                  <a:gd name="connsiteY7" fmla="*/ 203863 h 304139"/>
                  <a:gd name="connsiteX8" fmla="*/ 44839 w 196478"/>
                  <a:gd name="connsiteY8" fmla="*/ 175328 h 304139"/>
                  <a:gd name="connsiteX9" fmla="*/ 44839 w 196478"/>
                  <a:gd name="connsiteY9" fmla="*/ 304140 h 304139"/>
                  <a:gd name="connsiteX10" fmla="*/ 44839 w 196478"/>
                  <a:gd name="connsiteY10" fmla="*/ 304140 h 304139"/>
                  <a:gd name="connsiteX11" fmla="*/ 42394 w 196478"/>
                  <a:gd name="connsiteY11" fmla="*/ 103585 h 304139"/>
                  <a:gd name="connsiteX12" fmla="*/ 97016 w 196478"/>
                  <a:gd name="connsiteY12" fmla="*/ 164730 h 304139"/>
                  <a:gd name="connsiteX13" fmla="*/ 150823 w 196478"/>
                  <a:gd name="connsiteY13" fmla="*/ 103585 h 304139"/>
                  <a:gd name="connsiteX14" fmla="*/ 97016 w 196478"/>
                  <a:gd name="connsiteY14" fmla="*/ 41626 h 304139"/>
                  <a:gd name="connsiteX15" fmla="*/ 42394 w 196478"/>
                  <a:gd name="connsiteY15" fmla="*/ 103585 h 304139"/>
                  <a:gd name="connsiteX16" fmla="*/ 42394 w 196478"/>
                  <a:gd name="connsiteY16" fmla="*/ 103585 h 304139"/>
                  <a:gd name="connsiteX17" fmla="*/ 42394 w 196478"/>
                  <a:gd name="connsiteY17" fmla="*/ 103585 h 30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6478" h="304139">
                    <a:moveTo>
                      <a:pt x="44839" y="304140"/>
                    </a:moveTo>
                    <a:lnTo>
                      <a:pt x="0" y="304140"/>
                    </a:lnTo>
                    <a:lnTo>
                      <a:pt x="0" y="4939"/>
                    </a:lnTo>
                    <a:lnTo>
                      <a:pt x="44839" y="4939"/>
                    </a:lnTo>
                    <a:lnTo>
                      <a:pt x="44839" y="26136"/>
                    </a:lnTo>
                    <a:cubicBezTo>
                      <a:pt x="58699" y="9015"/>
                      <a:pt x="79896" y="-768"/>
                      <a:pt x="101908" y="47"/>
                    </a:cubicBezTo>
                    <a:cubicBezTo>
                      <a:pt x="153269" y="47"/>
                      <a:pt x="196478" y="39180"/>
                      <a:pt x="196478" y="100324"/>
                    </a:cubicBezTo>
                    <a:cubicBezTo>
                      <a:pt x="196478" y="165545"/>
                      <a:pt x="148378" y="203863"/>
                      <a:pt x="102723" y="203863"/>
                    </a:cubicBezTo>
                    <a:cubicBezTo>
                      <a:pt x="79896" y="203047"/>
                      <a:pt x="58699" y="193264"/>
                      <a:pt x="44839" y="175328"/>
                    </a:cubicBezTo>
                    <a:lnTo>
                      <a:pt x="44839" y="304140"/>
                    </a:lnTo>
                    <a:lnTo>
                      <a:pt x="44839" y="304140"/>
                    </a:lnTo>
                    <a:close/>
                    <a:moveTo>
                      <a:pt x="42394" y="103585"/>
                    </a:moveTo>
                    <a:cubicBezTo>
                      <a:pt x="42394" y="144348"/>
                      <a:pt x="68482" y="164730"/>
                      <a:pt x="97016" y="164730"/>
                    </a:cubicBezTo>
                    <a:cubicBezTo>
                      <a:pt x="129627" y="164730"/>
                      <a:pt x="150823" y="137011"/>
                      <a:pt x="150823" y="103585"/>
                    </a:cubicBezTo>
                    <a:cubicBezTo>
                      <a:pt x="150823" y="70160"/>
                      <a:pt x="129627" y="41626"/>
                      <a:pt x="97016" y="41626"/>
                    </a:cubicBezTo>
                    <a:cubicBezTo>
                      <a:pt x="68482" y="40810"/>
                      <a:pt x="42394" y="61192"/>
                      <a:pt x="42394" y="103585"/>
                    </a:cubicBezTo>
                    <a:lnTo>
                      <a:pt x="42394" y="103585"/>
                    </a:lnTo>
                    <a:lnTo>
                      <a:pt x="42394" y="103585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8B6CC34F-6864-2F1A-E8D6-457CDC27D465}"/>
                  </a:ext>
                </a:extLst>
              </p:cNvPr>
              <p:cNvSpPr/>
              <p:nvPr/>
            </p:nvSpPr>
            <p:spPr>
              <a:xfrm>
                <a:off x="4025947" y="2101132"/>
                <a:ext cx="207097" cy="207130"/>
              </a:xfrm>
              <a:custGeom>
                <a:avLst/>
                <a:gdLst>
                  <a:gd name="connsiteX0" fmla="*/ 207087 w 207097"/>
                  <a:gd name="connsiteY0" fmla="*/ 102767 h 207130"/>
                  <a:gd name="connsiteX1" fmla="*/ 105179 w 207097"/>
                  <a:gd name="connsiteY1" fmla="*/ 207120 h 207130"/>
                  <a:gd name="connsiteX2" fmla="*/ 11 w 207097"/>
                  <a:gd name="connsiteY2" fmla="*/ 105213 h 207130"/>
                  <a:gd name="connsiteX3" fmla="*/ 101918 w 207097"/>
                  <a:gd name="connsiteY3" fmla="*/ 44 h 207130"/>
                  <a:gd name="connsiteX4" fmla="*/ 103549 w 207097"/>
                  <a:gd name="connsiteY4" fmla="*/ 44 h 207130"/>
                  <a:gd name="connsiteX5" fmla="*/ 207087 w 207097"/>
                  <a:gd name="connsiteY5" fmla="*/ 97875 h 207130"/>
                  <a:gd name="connsiteX6" fmla="*/ 207087 w 207097"/>
                  <a:gd name="connsiteY6" fmla="*/ 102767 h 207130"/>
                  <a:gd name="connsiteX7" fmla="*/ 207087 w 207097"/>
                  <a:gd name="connsiteY7" fmla="*/ 102767 h 207130"/>
                  <a:gd name="connsiteX8" fmla="*/ 160617 w 207097"/>
                  <a:gd name="connsiteY8" fmla="*/ 103582 h 207130"/>
                  <a:gd name="connsiteX9" fmla="*/ 103549 w 207097"/>
                  <a:gd name="connsiteY9" fmla="*/ 41622 h 207130"/>
                  <a:gd name="connsiteX10" fmla="*/ 46481 w 207097"/>
                  <a:gd name="connsiteY10" fmla="*/ 103582 h 207130"/>
                  <a:gd name="connsiteX11" fmla="*/ 103549 w 207097"/>
                  <a:gd name="connsiteY11" fmla="*/ 164727 h 207130"/>
                  <a:gd name="connsiteX12" fmla="*/ 160617 w 207097"/>
                  <a:gd name="connsiteY12" fmla="*/ 103582 h 20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97" h="207130">
                    <a:moveTo>
                      <a:pt x="207087" y="102767"/>
                    </a:moveTo>
                    <a:cubicBezTo>
                      <a:pt x="207902" y="159835"/>
                      <a:pt x="162248" y="207120"/>
                      <a:pt x="105179" y="207120"/>
                    </a:cubicBezTo>
                    <a:cubicBezTo>
                      <a:pt x="48111" y="207935"/>
                      <a:pt x="826" y="162281"/>
                      <a:pt x="11" y="105213"/>
                    </a:cubicBezTo>
                    <a:cubicBezTo>
                      <a:pt x="-804" y="48144"/>
                      <a:pt x="44850" y="859"/>
                      <a:pt x="101918" y="44"/>
                    </a:cubicBezTo>
                    <a:cubicBezTo>
                      <a:pt x="102734" y="44"/>
                      <a:pt x="102734" y="44"/>
                      <a:pt x="103549" y="44"/>
                    </a:cubicBezTo>
                    <a:cubicBezTo>
                      <a:pt x="158987" y="-1587"/>
                      <a:pt x="205457" y="42437"/>
                      <a:pt x="207087" y="97875"/>
                    </a:cubicBezTo>
                    <a:cubicBezTo>
                      <a:pt x="207087" y="100321"/>
                      <a:pt x="207087" y="101952"/>
                      <a:pt x="207087" y="102767"/>
                    </a:cubicBezTo>
                    <a:lnTo>
                      <a:pt x="207087" y="102767"/>
                    </a:lnTo>
                    <a:close/>
                    <a:moveTo>
                      <a:pt x="160617" y="103582"/>
                    </a:moveTo>
                    <a:cubicBezTo>
                      <a:pt x="160617" y="59558"/>
                      <a:pt x="132083" y="41622"/>
                      <a:pt x="103549" y="41622"/>
                    </a:cubicBezTo>
                    <a:cubicBezTo>
                      <a:pt x="75015" y="41622"/>
                      <a:pt x="46481" y="59558"/>
                      <a:pt x="46481" y="103582"/>
                    </a:cubicBezTo>
                    <a:cubicBezTo>
                      <a:pt x="46481" y="141084"/>
                      <a:pt x="68493" y="164727"/>
                      <a:pt x="103549" y="164727"/>
                    </a:cubicBezTo>
                    <a:cubicBezTo>
                      <a:pt x="138605" y="164727"/>
                      <a:pt x="160617" y="141084"/>
                      <a:pt x="160617" y="103582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BA93B3E8-17A9-81B6-3ED7-AB0C958A47BF}"/>
                  </a:ext>
                </a:extLst>
              </p:cNvPr>
              <p:cNvSpPr/>
              <p:nvPr/>
            </p:nvSpPr>
            <p:spPr>
              <a:xfrm>
                <a:off x="4277059" y="2106883"/>
                <a:ext cx="44839" cy="193216"/>
              </a:xfrm>
              <a:custGeom>
                <a:avLst/>
                <a:gdLst>
                  <a:gd name="connsiteX0" fmla="*/ 44839 w 44839"/>
                  <a:gd name="connsiteY0" fmla="*/ 0 h 193216"/>
                  <a:gd name="connsiteX1" fmla="*/ 44839 w 44839"/>
                  <a:gd name="connsiteY1" fmla="*/ 193217 h 193216"/>
                  <a:gd name="connsiteX2" fmla="*/ 0 w 44839"/>
                  <a:gd name="connsiteY2" fmla="*/ 193217 h 193216"/>
                  <a:gd name="connsiteX3" fmla="*/ 0 w 44839"/>
                  <a:gd name="connsiteY3" fmla="*/ 0 h 193216"/>
                  <a:gd name="connsiteX4" fmla="*/ 44839 w 44839"/>
                  <a:gd name="connsiteY4" fmla="*/ 0 h 19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193216">
                    <a:moveTo>
                      <a:pt x="44839" y="0"/>
                    </a:moveTo>
                    <a:lnTo>
                      <a:pt x="44839" y="193217"/>
                    </a:lnTo>
                    <a:lnTo>
                      <a:pt x="0" y="193217"/>
                    </a:lnTo>
                    <a:lnTo>
                      <a:pt x="0" y="0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E5CDB533-A245-9319-42DA-8AD0FB8F8895}"/>
                  </a:ext>
                </a:extLst>
              </p:cNvPr>
              <p:cNvSpPr/>
              <p:nvPr/>
            </p:nvSpPr>
            <p:spPr>
              <a:xfrm>
                <a:off x="4376520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4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4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3538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501C5556-449D-CA7F-8E4E-4F6CEB7C536F}"/>
                  </a:ext>
                </a:extLst>
              </p:cNvPr>
              <p:cNvSpPr/>
              <p:nvPr/>
            </p:nvSpPr>
            <p:spPr>
              <a:xfrm>
                <a:off x="4581151" y="2000084"/>
                <a:ext cx="97831" cy="300016"/>
              </a:xfrm>
              <a:custGeom>
                <a:avLst/>
                <a:gdLst>
                  <a:gd name="connsiteX0" fmla="*/ 63590 w 97831"/>
                  <a:gd name="connsiteY0" fmla="*/ 148378 h 300016"/>
                  <a:gd name="connsiteX1" fmla="*/ 63590 w 97831"/>
                  <a:gd name="connsiteY1" fmla="*/ 300016 h 300016"/>
                  <a:gd name="connsiteX2" fmla="*/ 18751 w 97831"/>
                  <a:gd name="connsiteY2" fmla="*/ 300016 h 300016"/>
                  <a:gd name="connsiteX3" fmla="*/ 18751 w 97831"/>
                  <a:gd name="connsiteY3" fmla="*/ 148378 h 300016"/>
                  <a:gd name="connsiteX4" fmla="*/ 0 w 97831"/>
                  <a:gd name="connsiteY4" fmla="*/ 148378 h 300016"/>
                  <a:gd name="connsiteX5" fmla="*/ 0 w 97831"/>
                  <a:gd name="connsiteY5" fmla="*/ 106799 h 300016"/>
                  <a:gd name="connsiteX6" fmla="*/ 18751 w 97831"/>
                  <a:gd name="connsiteY6" fmla="*/ 106799 h 300016"/>
                  <a:gd name="connsiteX7" fmla="*/ 18751 w 97831"/>
                  <a:gd name="connsiteY7" fmla="*/ 35871 h 300016"/>
                  <a:gd name="connsiteX8" fmla="*/ 63590 w 97831"/>
                  <a:gd name="connsiteY8" fmla="*/ 0 h 300016"/>
                  <a:gd name="connsiteX9" fmla="*/ 63590 w 97831"/>
                  <a:gd name="connsiteY9" fmla="*/ 106799 h 300016"/>
                  <a:gd name="connsiteX10" fmla="*/ 97831 w 97831"/>
                  <a:gd name="connsiteY10" fmla="*/ 106799 h 300016"/>
                  <a:gd name="connsiteX11" fmla="*/ 97831 w 97831"/>
                  <a:gd name="connsiteY11" fmla="*/ 148378 h 300016"/>
                  <a:gd name="connsiteX12" fmla="*/ 63590 w 97831"/>
                  <a:gd name="connsiteY12" fmla="*/ 148378 h 300016"/>
                  <a:gd name="connsiteX13" fmla="*/ 63590 w 97831"/>
                  <a:gd name="connsiteY13" fmla="*/ 148378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831" h="300016">
                    <a:moveTo>
                      <a:pt x="63590" y="148378"/>
                    </a:moveTo>
                    <a:lnTo>
                      <a:pt x="63590" y="300016"/>
                    </a:lnTo>
                    <a:lnTo>
                      <a:pt x="18751" y="300016"/>
                    </a:lnTo>
                    <a:lnTo>
                      <a:pt x="18751" y="148378"/>
                    </a:lnTo>
                    <a:lnTo>
                      <a:pt x="0" y="148378"/>
                    </a:lnTo>
                    <a:lnTo>
                      <a:pt x="0" y="106799"/>
                    </a:lnTo>
                    <a:lnTo>
                      <a:pt x="18751" y="106799"/>
                    </a:lnTo>
                    <a:lnTo>
                      <a:pt x="18751" y="35871"/>
                    </a:lnTo>
                    <a:lnTo>
                      <a:pt x="63590" y="0"/>
                    </a:lnTo>
                    <a:lnTo>
                      <a:pt x="63590" y="106799"/>
                    </a:lnTo>
                    <a:lnTo>
                      <a:pt x="97831" y="106799"/>
                    </a:lnTo>
                    <a:lnTo>
                      <a:pt x="97831" y="148378"/>
                    </a:lnTo>
                    <a:lnTo>
                      <a:pt x="63590" y="148378"/>
                    </a:lnTo>
                    <a:lnTo>
                      <a:pt x="63590" y="148378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1396FC4C-6270-303D-3440-7D2D16DFBDE6}"/>
                  </a:ext>
                </a:extLst>
              </p:cNvPr>
              <p:cNvSpPr/>
              <p:nvPr/>
            </p:nvSpPr>
            <p:spPr>
              <a:xfrm>
                <a:off x="2713387" y="1976441"/>
                <a:ext cx="260883" cy="324473"/>
              </a:xfrm>
              <a:custGeom>
                <a:avLst/>
                <a:gdLst>
                  <a:gd name="connsiteX0" fmla="*/ 260884 w 260883"/>
                  <a:gd name="connsiteY0" fmla="*/ 324474 h 324473"/>
                  <a:gd name="connsiteX1" fmla="*/ 130442 w 260883"/>
                  <a:gd name="connsiteY1" fmla="*/ 0 h 324473"/>
                  <a:gd name="connsiteX2" fmla="*/ 130442 w 260883"/>
                  <a:gd name="connsiteY2" fmla="*/ 0 h 324473"/>
                  <a:gd name="connsiteX3" fmla="*/ 0 w 260883"/>
                  <a:gd name="connsiteY3" fmla="*/ 324474 h 324473"/>
                  <a:gd name="connsiteX4" fmla="*/ 50546 w 260883"/>
                  <a:gd name="connsiteY4" fmla="*/ 324474 h 324473"/>
                  <a:gd name="connsiteX5" fmla="*/ 130442 w 260883"/>
                  <a:gd name="connsiteY5" fmla="*/ 118213 h 324473"/>
                  <a:gd name="connsiteX6" fmla="*/ 210337 w 260883"/>
                  <a:gd name="connsiteY6" fmla="*/ 324474 h 324473"/>
                  <a:gd name="connsiteX7" fmla="*/ 260884 w 260883"/>
                  <a:gd name="connsiteY7" fmla="*/ 324474 h 324473"/>
                  <a:gd name="connsiteX8" fmla="*/ 260884 w 260883"/>
                  <a:gd name="connsiteY8" fmla="*/ 324474 h 324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883" h="324473">
                    <a:moveTo>
                      <a:pt x="260884" y="324474"/>
                    </a:moveTo>
                    <a:lnTo>
                      <a:pt x="130442" y="0"/>
                    </a:lnTo>
                    <a:lnTo>
                      <a:pt x="130442" y="0"/>
                    </a:lnTo>
                    <a:lnTo>
                      <a:pt x="0" y="324474"/>
                    </a:lnTo>
                    <a:lnTo>
                      <a:pt x="50546" y="324474"/>
                    </a:lnTo>
                    <a:lnTo>
                      <a:pt x="130442" y="118213"/>
                    </a:lnTo>
                    <a:lnTo>
                      <a:pt x="210337" y="324474"/>
                    </a:lnTo>
                    <a:lnTo>
                      <a:pt x="260884" y="324474"/>
                    </a:lnTo>
                    <a:lnTo>
                      <a:pt x="260884" y="324474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F377ACB-F205-D35A-F718-72A804413FF0}"/>
              </a:ext>
            </a:extLst>
          </p:cNvPr>
          <p:cNvGrpSpPr/>
          <p:nvPr userDrawn="1"/>
        </p:nvGrpSpPr>
        <p:grpSpPr>
          <a:xfrm>
            <a:off x="1643750" y="8413381"/>
            <a:ext cx="2528437" cy="506652"/>
            <a:chOff x="23097424" y="288009"/>
            <a:chExt cx="989811" cy="19834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11DB78B-8952-47BE-5421-27BAB3F259A3}"/>
                </a:ext>
              </a:extLst>
            </p:cNvPr>
            <p:cNvSpPr/>
            <p:nvPr/>
          </p:nvSpPr>
          <p:spPr>
            <a:xfrm>
              <a:off x="23888895" y="288009"/>
              <a:ext cx="198340" cy="198340"/>
            </a:xfrm>
            <a:prstGeom prst="ellipse">
              <a:avLst/>
            </a:prstGeom>
            <a:solidFill>
              <a:schemeClr val="accent6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C90CB76-A782-90BB-D411-64997A684A0D}"/>
                </a:ext>
              </a:extLst>
            </p:cNvPr>
            <p:cNvSpPr/>
            <p:nvPr/>
          </p:nvSpPr>
          <p:spPr>
            <a:xfrm>
              <a:off x="23625072" y="288009"/>
              <a:ext cx="198340" cy="198340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6C97728-33B5-CD66-1780-355350F945EF}"/>
                </a:ext>
              </a:extLst>
            </p:cNvPr>
            <p:cNvSpPr/>
            <p:nvPr/>
          </p:nvSpPr>
          <p:spPr>
            <a:xfrm>
              <a:off x="23361248" y="288009"/>
              <a:ext cx="198340" cy="198340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805F1E3-D77F-C27E-777C-FB0554020D94}"/>
                </a:ext>
              </a:extLst>
            </p:cNvPr>
            <p:cNvSpPr/>
            <p:nvPr/>
          </p:nvSpPr>
          <p:spPr>
            <a:xfrm>
              <a:off x="23097424" y="288009"/>
              <a:ext cx="198340" cy="198340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4208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865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A1E6EC-28BF-B8E1-6B88-A69A30898C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24386470" cy="13715999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5" name="Bulleted List">
            <a:extLst>
              <a:ext uri="{FF2B5EF4-FFF2-40B4-BE49-F238E27FC236}">
                <a16:creationId xmlns:a16="http://schemas.microsoft.com/office/drawing/2014/main" id="{EDFC0AD8-9E90-33D8-7745-FAA9C28D42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05732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bg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bg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bg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2" name="Date Placeholder 4">
            <a:extLst>
              <a:ext uri="{FF2B5EF4-FFF2-40B4-BE49-F238E27FC236}">
                <a16:creationId xmlns:a16="http://schemas.microsoft.com/office/drawing/2014/main" id="{F803BBE3-0DB7-0679-00FB-48CDCA1061A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57A928B1-FB75-7349-85E2-F74B9C2E7596}" type="datetime4">
              <a:rPr lang="en-US" smtClean="0"/>
              <a:t>June 25, 2026</a:t>
            </a:fld>
            <a:endParaRPr lang="en-US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A9C9C76F-1BE8-B8C8-5AC8-AAA5DB35E0E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6" name="Slide Number Placeholder 7">
            <a:extLst>
              <a:ext uri="{FF2B5EF4-FFF2-40B4-BE49-F238E27FC236}">
                <a16:creationId xmlns:a16="http://schemas.microsoft.com/office/drawing/2014/main" id="{C9794ED4-0B1D-2900-734A-564F6F4560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39B844-8EDE-6BB5-3962-18A774EC1CA2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F4DE29C-4BF2-38D1-B2A8-2D97F3683623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4180740-020F-6E80-2B8F-96ACC68A59AD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2273294-2D71-89B7-C0CA-4F5786C3CF5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2F8440-0B61-9EAF-10BB-C4265A46A6C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26528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285237468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ummary">
            <a:extLst>
              <a:ext uri="{FF2B5EF4-FFF2-40B4-BE49-F238E27FC236}">
                <a16:creationId xmlns:a16="http://schemas.microsoft.com/office/drawing/2014/main" id="{7A63D8FE-8B92-BC56-8C6B-B36D0F3B213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D8F48421-FF4D-FD53-F5BD-0F5B7BADC3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0410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B4163C5E-2916-4B15-71A1-30C1F03FF6B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842C30A9-3889-3991-803C-4095A46A8491}"/>
              </a:ext>
            </a:extLst>
          </p:cNvPr>
          <p:cNvSpPr>
            <a:spLocks noGrp="1"/>
          </p:cNvSpPr>
          <p:nvPr>
            <p:ph type="ftr" sz="quarter" idx="68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C967118-8130-9CB9-A84F-3987B83F51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4FC34D36-A044-124E-5351-6BF6BE0EE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0099FB0-6D77-2E60-139D-EADE41B2B8D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F1A025E-F594-A513-C7F5-84E8CA8CAB57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9E4120D-1271-1864-BCC1-43369B3FC0C8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05CD70-FFD0-54F6-DD6A-3E639B14B5CA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E6D15BA-B9F1-FC48-166A-B5DFBB8B20B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20444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17396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14348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1300821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0444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7396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14348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1300821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20444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7396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4348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1300821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20444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7396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4348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1300821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509819907"/>
              </p:ext>
            </p:extLst>
          </p:nvPr>
        </p:nvGraphicFramePr>
        <p:xfrm>
          <a:off x="10988285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Logo 16">
            <a:extLst>
              <a:ext uri="{FF2B5EF4-FFF2-40B4-BE49-F238E27FC236}">
                <a16:creationId xmlns:a16="http://schemas.microsoft.com/office/drawing/2014/main" id="{A2E43C3E-A4C5-7CC0-21AE-623ABDFA019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20444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9" name="Logo 15">
            <a:extLst>
              <a:ext uri="{FF2B5EF4-FFF2-40B4-BE49-F238E27FC236}">
                <a16:creationId xmlns:a16="http://schemas.microsoft.com/office/drawing/2014/main" id="{C5C1F63F-5389-CF77-C6EE-F3153D70BF9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7396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0" name="Logo 14">
            <a:extLst>
              <a:ext uri="{FF2B5EF4-FFF2-40B4-BE49-F238E27FC236}">
                <a16:creationId xmlns:a16="http://schemas.microsoft.com/office/drawing/2014/main" id="{0DF08ADE-DB56-91D5-D081-5D9CA620576B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4348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1" name="Logo 13">
            <a:extLst>
              <a:ext uri="{FF2B5EF4-FFF2-40B4-BE49-F238E27FC236}">
                <a16:creationId xmlns:a16="http://schemas.microsoft.com/office/drawing/2014/main" id="{05E1498A-B7D7-E599-14BA-F67A441817B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11300821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2" name="Summary">
            <a:extLst>
              <a:ext uri="{FF2B5EF4-FFF2-40B4-BE49-F238E27FC236}">
                <a16:creationId xmlns:a16="http://schemas.microsoft.com/office/drawing/2014/main" id="{0A20A898-FAAF-8383-89A1-9F509D22EBE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4D753983-5103-3CF3-3BC6-84C381A5E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371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ogo 25">
            <a:extLst>
              <a:ext uri="{FF2B5EF4-FFF2-40B4-BE49-F238E27FC236}">
                <a16:creationId xmlns:a16="http://schemas.microsoft.com/office/drawing/2014/main" id="{308C0CC9-D237-014E-871D-E6742A33916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084771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0" name="Logo 24">
            <a:extLst>
              <a:ext uri="{FF2B5EF4-FFF2-40B4-BE49-F238E27FC236}">
                <a16:creationId xmlns:a16="http://schemas.microsoft.com/office/drawing/2014/main" id="{A6E777BC-72C4-FF41-92F2-A8B13C17CA89}"/>
              </a:ext>
            </a:extLst>
          </p:cNvPr>
          <p:cNvSpPr>
            <a:spLocks noGrp="1"/>
          </p:cNvSpPr>
          <p:nvPr>
            <p:ph type="pic" sz="quarter" idx="85" hasCustomPrompt="1"/>
          </p:nvPr>
        </p:nvSpPr>
        <p:spPr>
          <a:xfrm>
            <a:off x="1847027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9" name="Logo 23">
            <a:extLst>
              <a:ext uri="{FF2B5EF4-FFF2-40B4-BE49-F238E27FC236}">
                <a16:creationId xmlns:a16="http://schemas.microsoft.com/office/drawing/2014/main" id="{F183E6DF-B70F-AA49-B36D-23DF0385173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1609283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1" name="Logo 22">
            <a:extLst>
              <a:ext uri="{FF2B5EF4-FFF2-40B4-BE49-F238E27FC236}">
                <a16:creationId xmlns:a16="http://schemas.microsoft.com/office/drawing/2014/main" id="{44B0F08B-B1F7-1945-BA8C-E28F123EE591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1371539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2" name="Logo 21">
            <a:extLst>
              <a:ext uri="{FF2B5EF4-FFF2-40B4-BE49-F238E27FC236}">
                <a16:creationId xmlns:a16="http://schemas.microsoft.com/office/drawing/2014/main" id="{2808FB49-3B69-3A48-8C98-29BDFF182DF5}"/>
              </a:ext>
            </a:extLst>
          </p:cNvPr>
          <p:cNvSpPr>
            <a:spLocks noGrp="1" noChangeAspect="1"/>
          </p:cNvSpPr>
          <p:nvPr>
            <p:ph type="pic" sz="quarter" idx="87" hasCustomPrompt="1"/>
          </p:nvPr>
        </p:nvSpPr>
        <p:spPr>
          <a:xfrm>
            <a:off x="11337956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8" name="Logo 20">
            <a:extLst>
              <a:ext uri="{FF2B5EF4-FFF2-40B4-BE49-F238E27FC236}">
                <a16:creationId xmlns:a16="http://schemas.microsoft.com/office/drawing/2014/main" id="{7A099AF8-347E-DC41-9EEE-E5A89437C6FF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2084771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5" name="Logo 19">
            <a:extLst>
              <a:ext uri="{FF2B5EF4-FFF2-40B4-BE49-F238E27FC236}">
                <a16:creationId xmlns:a16="http://schemas.microsoft.com/office/drawing/2014/main" id="{D9E5C961-B888-7C43-8A64-470BA039C5EE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847027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4" name="Logo 18">
            <a:extLst>
              <a:ext uri="{FF2B5EF4-FFF2-40B4-BE49-F238E27FC236}">
                <a16:creationId xmlns:a16="http://schemas.microsoft.com/office/drawing/2014/main" id="{48CD9A60-A4B6-FC43-9358-41F296E6D71E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609283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6" name="Logo 17">
            <a:extLst>
              <a:ext uri="{FF2B5EF4-FFF2-40B4-BE49-F238E27FC236}">
                <a16:creationId xmlns:a16="http://schemas.microsoft.com/office/drawing/2014/main" id="{E489D711-9055-9C40-AB53-0A74ACB4DA88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71539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7" name="Logo 16">
            <a:extLst>
              <a:ext uri="{FF2B5EF4-FFF2-40B4-BE49-F238E27FC236}">
                <a16:creationId xmlns:a16="http://schemas.microsoft.com/office/drawing/2014/main" id="{A7C8DA76-9C71-4143-BC07-17C3C7F1914A}"/>
              </a:ext>
            </a:extLst>
          </p:cNvPr>
          <p:cNvSpPr>
            <a:spLocks noGrp="1" noChangeAspect="1"/>
          </p:cNvSpPr>
          <p:nvPr>
            <p:ph type="pic" sz="quarter" idx="82" hasCustomPrompt="1"/>
          </p:nvPr>
        </p:nvSpPr>
        <p:spPr>
          <a:xfrm>
            <a:off x="11337956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3" name="Logo 15">
            <a:extLst>
              <a:ext uri="{FF2B5EF4-FFF2-40B4-BE49-F238E27FC236}">
                <a16:creationId xmlns:a16="http://schemas.microsoft.com/office/drawing/2014/main" id="{DD69138C-DAC3-E445-92A1-9F82EB093E1D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2084771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0" name="Logo 14">
            <a:extLst>
              <a:ext uri="{FF2B5EF4-FFF2-40B4-BE49-F238E27FC236}">
                <a16:creationId xmlns:a16="http://schemas.microsoft.com/office/drawing/2014/main" id="{5905493A-4289-0543-B95C-13C235FD3653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847027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9" name="Logo 13">
            <a:extLst>
              <a:ext uri="{FF2B5EF4-FFF2-40B4-BE49-F238E27FC236}">
                <a16:creationId xmlns:a16="http://schemas.microsoft.com/office/drawing/2014/main" id="{52720793-EB87-0148-9EE4-2B3799AABAD0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609283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1" name="Logo 12">
            <a:extLst>
              <a:ext uri="{FF2B5EF4-FFF2-40B4-BE49-F238E27FC236}">
                <a16:creationId xmlns:a16="http://schemas.microsoft.com/office/drawing/2014/main" id="{FB90F93C-22CE-3241-A8BC-14E50FDF2D74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371539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2" name="Logo 11">
            <a:extLst>
              <a:ext uri="{FF2B5EF4-FFF2-40B4-BE49-F238E27FC236}">
                <a16:creationId xmlns:a16="http://schemas.microsoft.com/office/drawing/2014/main" id="{E6B1A4AE-4BB4-FA47-937F-8372D0C2BFFB}"/>
              </a:ext>
            </a:extLst>
          </p:cNvPr>
          <p:cNvSpPr>
            <a:spLocks noGrp="1" noChangeAspect="1"/>
          </p:cNvSpPr>
          <p:nvPr>
            <p:ph type="pic" sz="quarter" idx="77" hasCustomPrompt="1"/>
          </p:nvPr>
        </p:nvSpPr>
        <p:spPr>
          <a:xfrm>
            <a:off x="11337956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8" name="Logo 10">
            <a:extLst>
              <a:ext uri="{FF2B5EF4-FFF2-40B4-BE49-F238E27FC236}">
                <a16:creationId xmlns:a16="http://schemas.microsoft.com/office/drawing/2014/main" id="{395D7864-8946-DD40-8A1A-5BAF006A49F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2084771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5" name="Logo 9">
            <a:extLst>
              <a:ext uri="{FF2B5EF4-FFF2-40B4-BE49-F238E27FC236}">
                <a16:creationId xmlns:a16="http://schemas.microsoft.com/office/drawing/2014/main" id="{80483B91-2A50-0444-BAE0-16220E7F0B34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8464600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4" name="Logo 8">
            <a:extLst>
              <a:ext uri="{FF2B5EF4-FFF2-40B4-BE49-F238E27FC236}">
                <a16:creationId xmlns:a16="http://schemas.microsoft.com/office/drawing/2014/main" id="{F0D67F03-C3C0-9D4B-A37B-F9D55220C9BB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6089052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6" name="Logo 7">
            <a:extLst>
              <a:ext uri="{FF2B5EF4-FFF2-40B4-BE49-F238E27FC236}">
                <a16:creationId xmlns:a16="http://schemas.microsoft.com/office/drawing/2014/main" id="{1047FEFC-5F5D-DE4F-99EC-B5090B81113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3713504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7" name="Logo 6">
            <a:extLst>
              <a:ext uri="{FF2B5EF4-FFF2-40B4-BE49-F238E27FC236}">
                <a16:creationId xmlns:a16="http://schemas.microsoft.com/office/drawing/2014/main" id="{F6B1D749-1D39-104F-8385-BF1C1C67C682}"/>
              </a:ext>
            </a:extLst>
          </p:cNvPr>
          <p:cNvSpPr>
            <a:spLocks noGrp="1" noChangeAspect="1"/>
          </p:cNvSpPr>
          <p:nvPr>
            <p:ph type="pic" sz="quarter" idx="72" hasCustomPrompt="1"/>
          </p:nvPr>
        </p:nvSpPr>
        <p:spPr>
          <a:xfrm>
            <a:off x="11337956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3" name="Logo 5">
            <a:extLst>
              <a:ext uri="{FF2B5EF4-FFF2-40B4-BE49-F238E27FC236}">
                <a16:creationId xmlns:a16="http://schemas.microsoft.com/office/drawing/2014/main" id="{77BBD705-D6ED-4A4B-9158-2301211CA9F3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2084771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3" name="Logo 4">
            <a:extLst>
              <a:ext uri="{FF2B5EF4-FFF2-40B4-BE49-F238E27FC236}">
                <a16:creationId xmlns:a16="http://schemas.microsoft.com/office/drawing/2014/main" id="{EC150C69-32C0-0448-9444-220674283AF7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847027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2" name="Logo 3">
            <a:extLst>
              <a:ext uri="{FF2B5EF4-FFF2-40B4-BE49-F238E27FC236}">
                <a16:creationId xmlns:a16="http://schemas.microsoft.com/office/drawing/2014/main" id="{486CC6F0-6F3B-114B-9023-0942BF5C2FCC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609283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4" name="Logo 2">
            <a:extLst>
              <a:ext uri="{FF2B5EF4-FFF2-40B4-BE49-F238E27FC236}">
                <a16:creationId xmlns:a16="http://schemas.microsoft.com/office/drawing/2014/main" id="{BE00895A-BA3C-6541-B0A5-3D929B322A19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371539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5" name="Logo 1">
            <a:extLst>
              <a:ext uri="{FF2B5EF4-FFF2-40B4-BE49-F238E27FC236}">
                <a16:creationId xmlns:a16="http://schemas.microsoft.com/office/drawing/2014/main" id="{922D5804-503A-4B4B-8851-668397C5BAE6}"/>
              </a:ext>
            </a:extLst>
          </p:cNvPr>
          <p:cNvSpPr>
            <a:spLocks noGrp="1" noChangeAspect="1"/>
          </p:cNvSpPr>
          <p:nvPr>
            <p:ph type="pic" sz="quarter" idx="67" hasCustomPrompt="1"/>
          </p:nvPr>
        </p:nvSpPr>
        <p:spPr>
          <a:xfrm>
            <a:off x="11337956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292342266"/>
              </p:ext>
            </p:extLst>
          </p:nvPr>
        </p:nvGraphicFramePr>
        <p:xfrm>
          <a:off x="11109356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ection">
            <a:extLst>
              <a:ext uri="{FF2B5EF4-FFF2-40B4-BE49-F238E27FC236}">
                <a16:creationId xmlns:a16="http://schemas.microsoft.com/office/drawing/2014/main" id="{80416621-E7D7-2572-FF21-F6481D34B4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3B0DAA-F72B-6317-7A31-BBE025BCFA0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49BEF06-7CA1-1DDB-CB12-9CECC08A437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587B6E2-9516-6419-AC5D-5E8C7765B14B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FB4BF2C-2810-E945-D347-E17F69D27A86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F19B89-9784-061A-4CCE-FB3BDC43F3B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7D6677C0-F9C5-AEBE-836F-40BDEC639AA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27BE484F-4066-8AA4-DB1C-2BCD14BA4DD3}"/>
              </a:ext>
            </a:extLst>
          </p:cNvPr>
          <p:cNvSpPr>
            <a:spLocks noGrp="1"/>
          </p:cNvSpPr>
          <p:nvPr>
            <p:ph type="ftr" sz="quarter" idx="89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9780DE0-95B6-8EE8-B194-1EF0B5EEAB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Summary">
            <a:extLst>
              <a:ext uri="{FF2B5EF4-FFF2-40B4-BE49-F238E27FC236}">
                <a16:creationId xmlns:a16="http://schemas.microsoft.com/office/drawing/2014/main" id="{AC231A2D-C27C-875D-582C-C82720527C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815733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78C5DE-3E5B-C9C3-26B9-CBAEA0521F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5735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 xml:space="preserve">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283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FFA100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Orange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816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3" name="Red Circle - Hyperlinked">
            <a:extLst>
              <a:ext uri="{FF2B5EF4-FFF2-40B4-BE49-F238E27FC236}">
                <a16:creationId xmlns:a16="http://schemas.microsoft.com/office/drawing/2014/main" id="{C114B3DA-2926-7C9E-AE0F-31B6F5FB1981}"/>
              </a:ext>
            </a:extLst>
          </p:cNvPr>
          <p:cNvSpPr/>
          <p:nvPr userDrawn="1"/>
        </p:nvSpPr>
        <p:spPr>
          <a:xfrm>
            <a:off x="23373177" y="287077"/>
            <a:ext cx="198340" cy="198340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chemeClr val="accent4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1635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 Sub-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65EDC97-ACF5-A7DA-A607-80D979691694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C6AB6D-49BE-9714-F97E-BEE9C223669D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5E251B-0C7F-5F1D-AB7A-95506CBB737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597FF7-35F2-228E-50A3-35783C6B3CD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332696-8B94-6FF4-3A41-541326EFEC55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14550" indent="0">
              <a:tabLst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ection">
            <a:extLst>
              <a:ext uri="{FF2B5EF4-FFF2-40B4-BE49-F238E27FC236}">
                <a16:creationId xmlns:a16="http://schemas.microsoft.com/office/drawing/2014/main" id="{373A6BEB-6D69-6400-0083-9DAC31382A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451CFCBF-2962-CDD5-4D49-C188CC81E86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69960AE1-A19C-3E38-EE99-5F87972BBE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E225C532-CA3B-E3EB-156A-58E97E5026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62764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28" name="Green Circle - Hyperlinked">
            <a:extLst>
              <a:ext uri="{FF2B5EF4-FFF2-40B4-BE49-F238E27FC236}">
                <a16:creationId xmlns:a16="http://schemas.microsoft.com/office/drawing/2014/main" id="{13143D70-DF02-316E-96E9-C53A13B7196D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462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en-Client Examp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background with a white border  Description automatically generated with medium confidence">
            <a:extLst>
              <a:ext uri="{FF2B5EF4-FFF2-40B4-BE49-F238E27FC236}">
                <a16:creationId xmlns:a16="http://schemas.microsoft.com/office/drawing/2014/main" id="{C042CE2D-FB51-5F81-E019-2FAFAA319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24381557" cy="13713236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7FF34-0328-ED19-7CD8-5ED04F22EE2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7A928B1-FB75-7349-85E2-F74B9C2E7596}" type="datetime4">
              <a:rPr lang="en-US" smtClean="0"/>
              <a:t>June 25,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62953-87D5-8A69-9C97-90ADC3C758F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4A53420-1991-4197-C574-F3FF882E64F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4EE515B4-CFBD-F516-FF1A-91DCB5C129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C6BB4-6EF3-AAE5-50A4-86008FCABCD7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8ED9487A-FE2B-3FF1-60E0-20E5FFB12551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60850FB-1AE1-DF80-1B52-FE6243A3F603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5D5DB55-658D-D59F-A61F-2CCCAFEBEC64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FE77E1-9002-0360-2487-6AC8152BA86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DE34C3-BA76-490E-DB32-D4F5E7CF9888}"/>
              </a:ext>
            </a:extLst>
          </p:cNvPr>
          <p:cNvGrpSpPr/>
          <p:nvPr userDrawn="1"/>
        </p:nvGrpSpPr>
        <p:grpSpPr>
          <a:xfrm>
            <a:off x="1068388" y="948476"/>
            <a:ext cx="710654" cy="710654"/>
            <a:chOff x="537473" y="441271"/>
            <a:chExt cx="355327" cy="35532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3EE4B93-2DC8-8555-DA43-88B7926EB5F8}"/>
                </a:ext>
              </a:extLst>
            </p:cNvPr>
            <p:cNvSpPr/>
            <p:nvPr/>
          </p:nvSpPr>
          <p:spPr>
            <a:xfrm>
              <a:off x="537473" y="441271"/>
              <a:ext cx="355327" cy="355327"/>
            </a:xfrm>
            <a:prstGeom prst="ellipse">
              <a:avLst/>
            </a:prstGeom>
            <a:solidFill>
              <a:srgbClr val="00B478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 sz="1800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B80519C-A0A6-2B20-A8F0-953C8645D3A6}"/>
                </a:ext>
              </a:extLst>
            </p:cNvPr>
            <p:cNvSpPr/>
            <p:nvPr/>
          </p:nvSpPr>
          <p:spPr>
            <a:xfrm>
              <a:off x="617782" y="542584"/>
              <a:ext cx="201186" cy="138281"/>
            </a:xfrm>
            <a:custGeom>
              <a:avLst/>
              <a:gdLst>
                <a:gd name="connsiteX0" fmla="*/ 0 w 441298"/>
                <a:gd name="connsiteY0" fmla="*/ 139148 h 290223"/>
                <a:gd name="connsiteX1" fmla="*/ 151075 w 441298"/>
                <a:gd name="connsiteY1" fmla="*/ 290223 h 290223"/>
                <a:gd name="connsiteX2" fmla="*/ 441298 w 441298"/>
                <a:gd name="connsiteY2" fmla="*/ 0 h 290223"/>
                <a:gd name="connsiteX0" fmla="*/ 0 w 422248"/>
                <a:gd name="connsiteY0" fmla="*/ 158198 h 290223"/>
                <a:gd name="connsiteX1" fmla="*/ 132025 w 422248"/>
                <a:gd name="connsiteY1" fmla="*/ 290223 h 290223"/>
                <a:gd name="connsiteX2" fmla="*/ 422248 w 422248"/>
                <a:gd name="connsiteY2" fmla="*/ 0 h 2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2248" h="290223">
                  <a:moveTo>
                    <a:pt x="0" y="158198"/>
                  </a:moveTo>
                  <a:lnTo>
                    <a:pt x="132025" y="290223"/>
                  </a:lnTo>
                  <a:lnTo>
                    <a:pt x="422248" y="0"/>
                  </a:lnTo>
                </a:path>
              </a:pathLst>
            </a:custGeom>
            <a:noFill/>
            <a:ln w="1016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sz="1800">
                <a:latin typeface="Figtree" pitchFamily="2" charset="0"/>
              </a:endParaRPr>
            </a:p>
          </p:txBody>
        </p:sp>
      </p:grpSp>
      <p:sp>
        <p:nvSpPr>
          <p:cNvPr id="19" name="Title 14">
            <a:extLst>
              <a:ext uri="{FF2B5EF4-FFF2-40B4-BE49-F238E27FC236}">
                <a16:creationId xmlns:a16="http://schemas.microsoft.com/office/drawing/2014/main" id="{4F6833BB-1B7C-0A00-4B8E-8F80C93F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>
            <a:lvl1pPr marL="2120900" indent="0"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Green Circle - Hyperlinked">
            <a:extLst>
              <a:ext uri="{FF2B5EF4-FFF2-40B4-BE49-F238E27FC236}">
                <a16:creationId xmlns:a16="http://schemas.microsoft.com/office/drawing/2014/main" id="{9DF2C76B-CE66-B224-E75B-51BFAEAB05CC}"/>
              </a:ext>
            </a:extLst>
          </p:cNvPr>
          <p:cNvSpPr/>
          <p:nvPr userDrawn="1"/>
        </p:nvSpPr>
        <p:spPr>
          <a:xfrm>
            <a:off x="23638517" y="287077"/>
            <a:ext cx="198340" cy="198340"/>
          </a:xfrm>
          <a:prstGeom prst="ellipse">
            <a:avLst/>
          </a:prstGeom>
          <a:solidFill>
            <a:srgbClr val="00B478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053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- 9-1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90C8A4F-C8A5-2784-5BB3-1FB79112F7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6470" cy="13715999"/>
          </a:xfrm>
          <a:prstGeom prst="rect">
            <a:avLst/>
          </a:prstGeom>
        </p:spPr>
      </p:pic>
      <p:sp>
        <p:nvSpPr>
          <p:cNvPr id="149" name="Headshot 3 Title">
            <a:extLst>
              <a:ext uri="{FF2B5EF4-FFF2-40B4-BE49-F238E27FC236}">
                <a16:creationId xmlns:a16="http://schemas.microsoft.com/office/drawing/2014/main" id="{FA7E17B7-A75B-459E-BD36-412F61E30671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20112361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8" name="Headshot 3 Name">
            <a:extLst>
              <a:ext uri="{FF2B5EF4-FFF2-40B4-BE49-F238E27FC236}">
                <a16:creationId xmlns:a16="http://schemas.microsoft.com/office/drawing/2014/main" id="{604D779B-1F9A-469C-8BAC-1B180766BBA0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20112361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7" name="Headshot 3 Image">
            <a:extLst>
              <a:ext uri="{FF2B5EF4-FFF2-40B4-BE49-F238E27FC236}">
                <a16:creationId xmlns:a16="http://schemas.microsoft.com/office/drawing/2014/main" id="{BD059C14-E991-2640-98FB-741FA61927D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20317591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7" name="Headshot 2 Title">
            <a:extLst>
              <a:ext uri="{FF2B5EF4-FFF2-40B4-BE49-F238E27FC236}">
                <a16:creationId xmlns:a16="http://schemas.microsoft.com/office/drawing/2014/main" id="{44F78D72-A4D7-412B-8D54-07450DA91307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16983391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146" name="Headshot 2 Name">
            <a:extLst>
              <a:ext uri="{FF2B5EF4-FFF2-40B4-BE49-F238E27FC236}">
                <a16:creationId xmlns:a16="http://schemas.microsoft.com/office/drawing/2014/main" id="{C718CDDB-5D42-48CF-93CD-3607FB8BB9AB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16983391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6" name="Headshot 2 Image">
            <a:extLst>
              <a:ext uri="{FF2B5EF4-FFF2-40B4-BE49-F238E27FC236}">
                <a16:creationId xmlns:a16="http://schemas.microsoft.com/office/drawing/2014/main" id="{5D53F939-BDBC-AD4F-B30F-7BB7432158E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7188621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5" name="Headshot 1 Title">
            <a:extLst>
              <a:ext uri="{FF2B5EF4-FFF2-40B4-BE49-F238E27FC236}">
                <a16:creationId xmlns:a16="http://schemas.microsoft.com/office/drawing/2014/main" id="{79E2707B-5A69-40CC-8E44-FB933406F463}"/>
              </a:ext>
            </a:extLst>
          </p:cNvPr>
          <p:cNvSpPr>
            <a:spLocks noGrp="1"/>
          </p:cNvSpPr>
          <p:nvPr userDrawn="1">
            <p:ph type="body" sz="quarter" idx="58" hasCustomPrompt="1"/>
          </p:nvPr>
        </p:nvSpPr>
        <p:spPr>
          <a:xfrm>
            <a:off x="13854422" y="4556014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4" name="Headshot 1 Name">
            <a:extLst>
              <a:ext uri="{FF2B5EF4-FFF2-40B4-BE49-F238E27FC236}">
                <a16:creationId xmlns:a16="http://schemas.microsoft.com/office/drawing/2014/main" id="{1C075D70-4DC9-4766-9792-C861DA69328D}"/>
              </a:ext>
            </a:extLst>
          </p:cNvPr>
          <p:cNvSpPr>
            <a:spLocks noGrp="1"/>
          </p:cNvSpPr>
          <p:nvPr userDrawn="1">
            <p:ph type="body" sz="quarter" idx="57" hasCustomPrompt="1"/>
          </p:nvPr>
        </p:nvSpPr>
        <p:spPr>
          <a:xfrm>
            <a:off x="13854422" y="4016518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" name="Headshot 1 Image">
            <a:extLst>
              <a:ext uri="{FF2B5EF4-FFF2-40B4-BE49-F238E27FC236}">
                <a16:creationId xmlns:a16="http://schemas.microsoft.com/office/drawing/2014/main" id="{15685170-DFAB-6547-8534-9967010DFFB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14059652" y="1371601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5" name="Headshot 3 Title">
            <a:extLst>
              <a:ext uri="{FF2B5EF4-FFF2-40B4-BE49-F238E27FC236}">
                <a16:creationId xmlns:a16="http://schemas.microsoft.com/office/drawing/2014/main" id="{4921A1EC-C8B9-0908-0F2C-04E124348DD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0112361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6" name="Headshot 3 Name">
            <a:extLst>
              <a:ext uri="{FF2B5EF4-FFF2-40B4-BE49-F238E27FC236}">
                <a16:creationId xmlns:a16="http://schemas.microsoft.com/office/drawing/2014/main" id="{1E44EA40-3B26-4ABC-0607-CCA2E434ACF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0112361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8" name="Headshot 3 Image">
            <a:extLst>
              <a:ext uri="{FF2B5EF4-FFF2-40B4-BE49-F238E27FC236}">
                <a16:creationId xmlns:a16="http://schemas.microsoft.com/office/drawing/2014/main" id="{DD06FA8C-33DD-D3F1-FA09-33A300106890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20317591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9" name="Headshot 2 Title">
            <a:extLst>
              <a:ext uri="{FF2B5EF4-FFF2-40B4-BE49-F238E27FC236}">
                <a16:creationId xmlns:a16="http://schemas.microsoft.com/office/drawing/2014/main" id="{9708DA8A-5B75-0BEE-F21C-EE1C3181064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6983391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20" name="Headshot 2 Name">
            <a:extLst>
              <a:ext uri="{FF2B5EF4-FFF2-40B4-BE49-F238E27FC236}">
                <a16:creationId xmlns:a16="http://schemas.microsoft.com/office/drawing/2014/main" id="{256400D5-6FE6-B6E2-B155-C157DC18BECC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6983391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5" name="Headshot 2 Image">
            <a:extLst>
              <a:ext uri="{FF2B5EF4-FFF2-40B4-BE49-F238E27FC236}">
                <a16:creationId xmlns:a16="http://schemas.microsoft.com/office/drawing/2014/main" id="{C4A2BAC8-5A05-EFE5-9A1C-EF812C8C9428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17188621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26" name="Headshot 1 Title">
            <a:extLst>
              <a:ext uri="{FF2B5EF4-FFF2-40B4-BE49-F238E27FC236}">
                <a16:creationId xmlns:a16="http://schemas.microsoft.com/office/drawing/2014/main" id="{318BE640-BF8A-8889-B364-E4842F27A7A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854422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28" name="Headshot 1 Name">
            <a:extLst>
              <a:ext uri="{FF2B5EF4-FFF2-40B4-BE49-F238E27FC236}">
                <a16:creationId xmlns:a16="http://schemas.microsoft.com/office/drawing/2014/main" id="{09ED41C2-0460-FCA7-6781-E5175F3682D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13854422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9" name="Headshot 1 Image">
            <a:extLst>
              <a:ext uri="{FF2B5EF4-FFF2-40B4-BE49-F238E27FC236}">
                <a16:creationId xmlns:a16="http://schemas.microsoft.com/office/drawing/2014/main" id="{4BB0CEF6-8E44-46F8-0B99-B63DE4C9581C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4059652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1" name="Headshot 1 Title">
            <a:extLst>
              <a:ext uri="{FF2B5EF4-FFF2-40B4-BE49-F238E27FC236}">
                <a16:creationId xmlns:a16="http://schemas.microsoft.com/office/drawing/2014/main" id="{E49BCA3B-52D7-C26E-53E0-D522016A015B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0725453" y="8402245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2" name="Headshot 1 Name">
            <a:extLst>
              <a:ext uri="{FF2B5EF4-FFF2-40B4-BE49-F238E27FC236}">
                <a16:creationId xmlns:a16="http://schemas.microsoft.com/office/drawing/2014/main" id="{AE7D0037-F3E8-155B-83B3-FAE1C21924F4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725453" y="7862749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3" name="Headshot 1 Image">
            <a:extLst>
              <a:ext uri="{FF2B5EF4-FFF2-40B4-BE49-F238E27FC236}">
                <a16:creationId xmlns:a16="http://schemas.microsoft.com/office/drawing/2014/main" id="{B8492D52-84AC-7286-5436-912ACDA9143F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0930683" y="5217832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4" name="Headshot 3 Title">
            <a:extLst>
              <a:ext uri="{FF2B5EF4-FFF2-40B4-BE49-F238E27FC236}">
                <a16:creationId xmlns:a16="http://schemas.microsoft.com/office/drawing/2014/main" id="{CE22E960-72EA-117B-EDD9-9D8E9B698931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0112361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6" name="Headshot 3 Name">
            <a:extLst>
              <a:ext uri="{FF2B5EF4-FFF2-40B4-BE49-F238E27FC236}">
                <a16:creationId xmlns:a16="http://schemas.microsoft.com/office/drawing/2014/main" id="{D83B72D6-9CF6-77B1-5D8A-2E2DFEE4C17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20112361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7" name="Headshot 3 Image">
            <a:extLst>
              <a:ext uri="{FF2B5EF4-FFF2-40B4-BE49-F238E27FC236}">
                <a16:creationId xmlns:a16="http://schemas.microsoft.com/office/drawing/2014/main" id="{10B23A92-FB57-5FED-E7F3-A8608953A7E4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20317591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8" name="Headshot 2 Title">
            <a:extLst>
              <a:ext uri="{FF2B5EF4-FFF2-40B4-BE49-F238E27FC236}">
                <a16:creationId xmlns:a16="http://schemas.microsoft.com/office/drawing/2014/main" id="{99F04926-D562-DB83-C69B-04923B813393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6983391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39" name="Headshot 2 Name">
            <a:extLst>
              <a:ext uri="{FF2B5EF4-FFF2-40B4-BE49-F238E27FC236}">
                <a16:creationId xmlns:a16="http://schemas.microsoft.com/office/drawing/2014/main" id="{CBDB5BBA-04B6-5D06-90A6-756BA9438009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6983391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0" name="Headshot 2 Image">
            <a:extLst>
              <a:ext uri="{FF2B5EF4-FFF2-40B4-BE49-F238E27FC236}">
                <a16:creationId xmlns:a16="http://schemas.microsoft.com/office/drawing/2014/main" id="{9C325882-2330-47D7-844E-E194B6F83560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14059652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1" name="Headshot 1 Title">
            <a:extLst>
              <a:ext uri="{FF2B5EF4-FFF2-40B4-BE49-F238E27FC236}">
                <a16:creationId xmlns:a16="http://schemas.microsoft.com/office/drawing/2014/main" id="{9BC0EA76-8393-950F-2CA3-732BAF4AD306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3854422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42" name="Headshot 1 Name">
            <a:extLst>
              <a:ext uri="{FF2B5EF4-FFF2-40B4-BE49-F238E27FC236}">
                <a16:creationId xmlns:a16="http://schemas.microsoft.com/office/drawing/2014/main" id="{83A7882D-DFFD-75EF-E658-EFBE1864C64A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3854422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3" name="Headshot 1 Image">
            <a:extLst>
              <a:ext uri="{FF2B5EF4-FFF2-40B4-BE49-F238E27FC236}">
                <a16:creationId xmlns:a16="http://schemas.microsoft.com/office/drawing/2014/main" id="{645A808F-7315-C04D-BE93-862C8EA80AF9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930683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4" name="Headshot 1 Title">
            <a:extLst>
              <a:ext uri="{FF2B5EF4-FFF2-40B4-BE49-F238E27FC236}">
                <a16:creationId xmlns:a16="http://schemas.microsoft.com/office/drawing/2014/main" id="{60745B0B-B9FE-EDD8-9598-2426ABAC861C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596484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45" name="Headshot 1 Name">
            <a:extLst>
              <a:ext uri="{FF2B5EF4-FFF2-40B4-BE49-F238E27FC236}">
                <a16:creationId xmlns:a16="http://schemas.microsoft.com/office/drawing/2014/main" id="{83BBA854-886D-9766-5FD8-C08E0A89774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7596484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46" name="Headshot 1 Image">
            <a:extLst>
              <a:ext uri="{FF2B5EF4-FFF2-40B4-BE49-F238E27FC236}">
                <a16:creationId xmlns:a16="http://schemas.microsoft.com/office/drawing/2014/main" id="{FADA4332-6C92-9E93-06CC-8C75DA8685AE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7801714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7" name="Headshot 1 Image">
            <a:extLst>
              <a:ext uri="{FF2B5EF4-FFF2-40B4-BE49-F238E27FC236}">
                <a16:creationId xmlns:a16="http://schemas.microsoft.com/office/drawing/2014/main" id="{ECD53920-8A10-7E42-D105-23F65EA11597}"/>
              </a:ext>
            </a:extLst>
          </p:cNvPr>
          <p:cNvSpPr>
            <a:spLocks noGrp="1"/>
          </p:cNvSpPr>
          <p:nvPr>
            <p:ph type="pic" sz="quarter" idx="94" hasCustomPrompt="1"/>
          </p:nvPr>
        </p:nvSpPr>
        <p:spPr>
          <a:xfrm>
            <a:off x="4672745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8" name="Headshot 1 Image">
            <a:extLst>
              <a:ext uri="{FF2B5EF4-FFF2-40B4-BE49-F238E27FC236}">
                <a16:creationId xmlns:a16="http://schemas.microsoft.com/office/drawing/2014/main" id="{59805890-3C7C-03C4-405B-DE6E060BD45F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1543776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9" name="Headshot 1 Name">
            <a:extLst>
              <a:ext uri="{FF2B5EF4-FFF2-40B4-BE49-F238E27FC236}">
                <a16:creationId xmlns:a16="http://schemas.microsoft.com/office/drawing/2014/main" id="{BEDEEA46-F32C-C048-97E1-86290805F22A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4467515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0" name="Headshot 1 Name">
            <a:extLst>
              <a:ext uri="{FF2B5EF4-FFF2-40B4-BE49-F238E27FC236}">
                <a16:creationId xmlns:a16="http://schemas.microsoft.com/office/drawing/2014/main" id="{03A83B67-30D2-CA8A-6437-6511901C31AB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338546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1" name="Headshot 1 Title">
            <a:extLst>
              <a:ext uri="{FF2B5EF4-FFF2-40B4-BE49-F238E27FC236}">
                <a16:creationId xmlns:a16="http://schemas.microsoft.com/office/drawing/2014/main" id="{715F1E00-D7F9-1866-0BC9-8B07E4052EEA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467515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52" name="Headshot 1 Title">
            <a:extLst>
              <a:ext uri="{FF2B5EF4-FFF2-40B4-BE49-F238E27FC236}">
                <a16:creationId xmlns:a16="http://schemas.microsoft.com/office/drawing/2014/main" id="{E9196127-E22E-75F5-23DC-1BFCF6DF7E0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1338546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59" name="Title">
            <a:extLst>
              <a:ext uri="{FF2B5EF4-FFF2-40B4-BE49-F238E27FC236}">
                <a16:creationId xmlns:a16="http://schemas.microsoft.com/office/drawing/2014/main" id="{8D8B581F-C8B0-CFE7-FC01-952AAC14DC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8388" y="3105976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70000"/>
              </a:lnSpc>
              <a:defRPr sz="12200" b="1" i="0" cap="none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 xml:space="preserve">Title 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62" name="Section">
            <a:extLst>
              <a:ext uri="{FF2B5EF4-FFF2-40B4-BE49-F238E27FC236}">
                <a16:creationId xmlns:a16="http://schemas.microsoft.com/office/drawing/2014/main" id="{9EC5D225-8B9E-4DFA-5F00-4057F0500BB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32" name="Date Placeholder 10">
            <a:extLst>
              <a:ext uri="{FF2B5EF4-FFF2-40B4-BE49-F238E27FC236}">
                <a16:creationId xmlns:a16="http://schemas.microsoft.com/office/drawing/2014/main" id="{1B0410A5-9150-9143-A78E-6A0255F0748D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D3A6C4A2-1E4A-9440-9AE6-5547B9C9963D}" type="datetime4">
              <a:rPr lang="en-US" smtClean="0"/>
              <a:t>June 25, 2026</a:t>
            </a:fld>
            <a:endParaRPr lang="en-US"/>
          </a:p>
        </p:txBody>
      </p:sp>
      <p:sp>
        <p:nvSpPr>
          <p:cNvPr id="133" name="Footer Placeholder 12">
            <a:extLst>
              <a:ext uri="{FF2B5EF4-FFF2-40B4-BE49-F238E27FC236}">
                <a16:creationId xmlns:a16="http://schemas.microsoft.com/office/drawing/2014/main" id="{89D40F44-AE0F-2CBC-ECF5-3EBF63937EC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34" name="Slide Number Placeholder 13">
            <a:extLst>
              <a:ext uri="{FF2B5EF4-FFF2-40B4-BE49-F238E27FC236}">
                <a16:creationId xmlns:a16="http://schemas.microsoft.com/office/drawing/2014/main" id="{EABD6A3D-43AF-C303-93B5-150EF1AE1BC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5" name="Headshot 3 Image">
            <a:extLst>
              <a:ext uri="{FF2B5EF4-FFF2-40B4-BE49-F238E27FC236}">
                <a16:creationId xmlns:a16="http://schemas.microsoft.com/office/drawing/2014/main" id="{7D57B561-9BB2-CE67-D8AC-B6434CD8F145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17188621" y="9043730"/>
            <a:ext cx="2613628" cy="261362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36" name="Headshot 1 Title">
            <a:extLst>
              <a:ext uri="{FF2B5EF4-FFF2-40B4-BE49-F238E27FC236}">
                <a16:creationId xmlns:a16="http://schemas.microsoft.com/office/drawing/2014/main" id="{60DE55DC-B164-A031-6035-FAF5BFD9181E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10725453" y="12228143"/>
            <a:ext cx="302408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37" name="Headshot 1 Name">
            <a:extLst>
              <a:ext uri="{FF2B5EF4-FFF2-40B4-BE49-F238E27FC236}">
                <a16:creationId xmlns:a16="http://schemas.microsoft.com/office/drawing/2014/main" id="{91BCDC18-2BA4-E529-C188-C4789A157F5A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0725453" y="11688647"/>
            <a:ext cx="302408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945F644-7D47-EBF2-7CFF-CC505EF18B0B}"/>
              </a:ext>
            </a:extLst>
          </p:cNvPr>
          <p:cNvGrpSpPr/>
          <p:nvPr userDrawn="1"/>
        </p:nvGrpSpPr>
        <p:grpSpPr>
          <a:xfrm>
            <a:off x="1091918" y="11951828"/>
            <a:ext cx="2612177" cy="564835"/>
            <a:chOff x="1515004" y="11850632"/>
            <a:chExt cx="2739754" cy="592422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3B64BBD6-B172-CA82-4E84-70CBE1EB172B}"/>
                </a:ext>
              </a:extLst>
            </p:cNvPr>
            <p:cNvGrpSpPr/>
            <p:nvPr/>
          </p:nvGrpSpPr>
          <p:grpSpPr>
            <a:xfrm>
              <a:off x="1515004" y="11850632"/>
              <a:ext cx="585683" cy="592422"/>
              <a:chOff x="1515004" y="11850632"/>
              <a:chExt cx="585683" cy="592422"/>
            </a:xfrm>
          </p:grpSpPr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5AE103EB-FC2C-BFD5-4AE5-97634ECBACC3}"/>
                  </a:ext>
                </a:extLst>
              </p:cNvPr>
              <p:cNvSpPr/>
              <p:nvPr/>
            </p:nvSpPr>
            <p:spPr>
              <a:xfrm>
                <a:off x="1515004" y="12035196"/>
                <a:ext cx="147651" cy="147651"/>
              </a:xfrm>
              <a:custGeom>
                <a:avLst/>
                <a:gdLst>
                  <a:gd name="connsiteX0" fmla="*/ 147651 w 147651"/>
                  <a:gd name="connsiteY0" fmla="*/ 73826 h 147651"/>
                  <a:gd name="connsiteX1" fmla="*/ 73826 w 147651"/>
                  <a:gd name="connsiteY1" fmla="*/ 147652 h 147651"/>
                  <a:gd name="connsiteX2" fmla="*/ 0 w 147651"/>
                  <a:gd name="connsiteY2" fmla="*/ 73826 h 147651"/>
                  <a:gd name="connsiteX3" fmla="*/ 73826 w 147651"/>
                  <a:gd name="connsiteY3" fmla="*/ 0 h 147651"/>
                  <a:gd name="connsiteX4" fmla="*/ 147651 w 147651"/>
                  <a:gd name="connsiteY4" fmla="*/ 73826 h 14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51" h="147651">
                    <a:moveTo>
                      <a:pt x="147651" y="73826"/>
                    </a:moveTo>
                    <a:cubicBezTo>
                      <a:pt x="147651" y="114599"/>
                      <a:pt x="114599" y="147652"/>
                      <a:pt x="73826" y="147652"/>
                    </a:cubicBezTo>
                    <a:cubicBezTo>
                      <a:pt x="33053" y="147652"/>
                      <a:pt x="0" y="114599"/>
                      <a:pt x="0" y="73826"/>
                    </a:cubicBezTo>
                    <a:cubicBezTo>
                      <a:pt x="0" y="33053"/>
                      <a:pt x="33053" y="0"/>
                      <a:pt x="73826" y="0"/>
                    </a:cubicBezTo>
                    <a:cubicBezTo>
                      <a:pt x="114599" y="0"/>
                      <a:pt x="147651" y="33053"/>
                      <a:pt x="147651" y="73826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FC46E4E1-3531-5072-8FC6-D9C3C23D19A6}"/>
                  </a:ext>
                </a:extLst>
              </p:cNvPr>
              <p:cNvSpPr/>
              <p:nvPr/>
            </p:nvSpPr>
            <p:spPr>
              <a:xfrm>
                <a:off x="1548635" y="11850632"/>
                <a:ext cx="552052" cy="592422"/>
              </a:xfrm>
              <a:custGeom>
                <a:avLst/>
                <a:gdLst>
                  <a:gd name="connsiteX0" fmla="*/ 487250 w 552052"/>
                  <a:gd name="connsiteY0" fmla="*/ 76287 h 592422"/>
                  <a:gd name="connsiteX1" fmla="*/ 492992 w 552052"/>
                  <a:gd name="connsiteY1" fmla="*/ 92692 h 592422"/>
                  <a:gd name="connsiteX2" fmla="*/ 552052 w 552052"/>
                  <a:gd name="connsiteY2" fmla="*/ 0 h 592422"/>
                  <a:gd name="connsiteX3" fmla="*/ 453618 w 552052"/>
                  <a:gd name="connsiteY3" fmla="*/ 52498 h 592422"/>
                  <a:gd name="connsiteX4" fmla="*/ 469204 w 552052"/>
                  <a:gd name="connsiteY4" fmla="*/ 58240 h 592422"/>
                  <a:gd name="connsiteX5" fmla="*/ 519241 w 552052"/>
                  <a:gd name="connsiteY5" fmla="*/ 30351 h 592422"/>
                  <a:gd name="connsiteX6" fmla="*/ 0 w 552052"/>
                  <a:gd name="connsiteY6" fmla="*/ 442955 h 592422"/>
                  <a:gd name="connsiteX7" fmla="*/ 391276 w 552052"/>
                  <a:gd name="connsiteY7" fmla="*/ 556974 h 592422"/>
                  <a:gd name="connsiteX8" fmla="*/ 505296 w 552052"/>
                  <a:gd name="connsiteY8" fmla="*/ 166518 h 592422"/>
                  <a:gd name="connsiteX9" fmla="*/ 459360 w 552052"/>
                  <a:gd name="connsiteY9" fmla="*/ 104176 h 592422"/>
                  <a:gd name="connsiteX10" fmla="*/ 487250 w 552052"/>
                  <a:gd name="connsiteY10" fmla="*/ 76287 h 592422"/>
                  <a:gd name="connsiteX11" fmla="*/ 475766 w 552052"/>
                  <a:gd name="connsiteY11" fmla="*/ 444595 h 592422"/>
                  <a:gd name="connsiteX12" fmla="*/ 319912 w 552052"/>
                  <a:gd name="connsiteY12" fmla="*/ 519241 h 592422"/>
                  <a:gd name="connsiteX13" fmla="*/ 237883 w 552052"/>
                  <a:gd name="connsiteY13" fmla="*/ 404401 h 592422"/>
                  <a:gd name="connsiteX14" fmla="*/ 408502 w 552052"/>
                  <a:gd name="connsiteY14" fmla="*/ 153394 h 592422"/>
                  <a:gd name="connsiteX15" fmla="*/ 475766 w 552052"/>
                  <a:gd name="connsiteY15" fmla="*/ 444595 h 592422"/>
                  <a:gd name="connsiteX16" fmla="*/ 475766 w 552052"/>
                  <a:gd name="connsiteY16" fmla="*/ 444595 h 592422"/>
                  <a:gd name="connsiteX17" fmla="*/ 475766 w 552052"/>
                  <a:gd name="connsiteY17" fmla="*/ 444595 h 59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2052" h="592422">
                    <a:moveTo>
                      <a:pt x="487250" y="76287"/>
                    </a:moveTo>
                    <a:lnTo>
                      <a:pt x="492992" y="92692"/>
                    </a:lnTo>
                    <a:lnTo>
                      <a:pt x="552052" y="0"/>
                    </a:lnTo>
                    <a:lnTo>
                      <a:pt x="453618" y="52498"/>
                    </a:lnTo>
                    <a:lnTo>
                      <a:pt x="469204" y="58240"/>
                    </a:lnTo>
                    <a:lnTo>
                      <a:pt x="519241" y="30351"/>
                    </a:lnTo>
                    <a:lnTo>
                      <a:pt x="0" y="442955"/>
                    </a:lnTo>
                    <a:cubicBezTo>
                      <a:pt x="76287" y="582403"/>
                      <a:pt x="251828" y="633261"/>
                      <a:pt x="391276" y="556974"/>
                    </a:cubicBezTo>
                    <a:cubicBezTo>
                      <a:pt x="530725" y="480688"/>
                      <a:pt x="581583" y="305967"/>
                      <a:pt x="505296" y="166518"/>
                    </a:cubicBezTo>
                    <a:cubicBezTo>
                      <a:pt x="492992" y="143550"/>
                      <a:pt x="477406" y="122223"/>
                      <a:pt x="459360" y="104176"/>
                    </a:cubicBezTo>
                    <a:cubicBezTo>
                      <a:pt x="469204" y="93513"/>
                      <a:pt x="479047" y="84489"/>
                      <a:pt x="487250" y="76287"/>
                    </a:cubicBezTo>
                    <a:close/>
                    <a:moveTo>
                      <a:pt x="475766" y="444595"/>
                    </a:moveTo>
                    <a:cubicBezTo>
                      <a:pt x="453618" y="508577"/>
                      <a:pt x="383894" y="542209"/>
                      <a:pt x="319912" y="519241"/>
                    </a:cubicBezTo>
                    <a:cubicBezTo>
                      <a:pt x="270694" y="502015"/>
                      <a:pt x="237883" y="456079"/>
                      <a:pt x="237883" y="404401"/>
                    </a:cubicBezTo>
                    <a:cubicBezTo>
                      <a:pt x="237883" y="337138"/>
                      <a:pt x="284639" y="260851"/>
                      <a:pt x="408502" y="153394"/>
                    </a:cubicBezTo>
                    <a:cubicBezTo>
                      <a:pt x="408502" y="153394"/>
                      <a:pt x="534006" y="270694"/>
                      <a:pt x="475766" y="444595"/>
                    </a:cubicBezTo>
                    <a:lnTo>
                      <a:pt x="475766" y="444595"/>
                    </a:lnTo>
                    <a:lnTo>
                      <a:pt x="475766" y="444595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617952EA-48A6-8E80-6A1B-3A990AC0546B}"/>
                  </a:ext>
                </a:extLst>
              </p:cNvPr>
              <p:cNvSpPr/>
              <p:nvPr/>
            </p:nvSpPr>
            <p:spPr>
              <a:xfrm>
                <a:off x="1573244" y="11867394"/>
                <a:ext cx="408502" cy="110382"/>
              </a:xfrm>
              <a:custGeom>
                <a:avLst/>
                <a:gdLst>
                  <a:gd name="connsiteX0" fmla="*/ 346161 w 408502"/>
                  <a:gd name="connsiteY0" fmla="*/ 102999 h 110382"/>
                  <a:gd name="connsiteX1" fmla="*/ 408502 w 408502"/>
                  <a:gd name="connsiteY1" fmla="*/ 63626 h 110382"/>
                  <a:gd name="connsiteX2" fmla="*/ 3281 w 408502"/>
                  <a:gd name="connsiteY2" fmla="*/ 106281 h 110382"/>
                  <a:gd name="connsiteX3" fmla="*/ 0 w 408502"/>
                  <a:gd name="connsiteY3" fmla="*/ 110382 h 110382"/>
                  <a:gd name="connsiteX4" fmla="*/ 346161 w 408502"/>
                  <a:gd name="connsiteY4" fmla="*/ 102999 h 110382"/>
                  <a:gd name="connsiteX5" fmla="*/ 346161 w 408502"/>
                  <a:gd name="connsiteY5" fmla="*/ 102999 h 11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502" h="110382">
                    <a:moveTo>
                      <a:pt x="346161" y="102999"/>
                    </a:moveTo>
                    <a:lnTo>
                      <a:pt x="408502" y="63626"/>
                    </a:lnTo>
                    <a:cubicBezTo>
                      <a:pt x="284639" y="-35629"/>
                      <a:pt x="103356" y="-16762"/>
                      <a:pt x="3281" y="106281"/>
                    </a:cubicBezTo>
                    <a:cubicBezTo>
                      <a:pt x="2461" y="107921"/>
                      <a:pt x="820" y="108741"/>
                      <a:pt x="0" y="110382"/>
                    </a:cubicBezTo>
                    <a:cubicBezTo>
                      <a:pt x="100895" y="30814"/>
                      <a:pt x="241984" y="28353"/>
                      <a:pt x="346161" y="102999"/>
                    </a:cubicBezTo>
                    <a:lnTo>
                      <a:pt x="346161" y="102999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2F455877-64E5-FAD6-9169-D6914943F1DC}"/>
                </a:ext>
              </a:extLst>
            </p:cNvPr>
            <p:cNvGrpSpPr/>
            <p:nvPr/>
          </p:nvGrpSpPr>
          <p:grpSpPr>
            <a:xfrm>
              <a:off x="2277049" y="11966292"/>
              <a:ext cx="1977709" cy="432515"/>
              <a:chOff x="2277049" y="11966292"/>
              <a:chExt cx="1977709" cy="432515"/>
            </a:xfrm>
            <a:solidFill>
              <a:schemeClr val="bg1"/>
            </a:solidFill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0ED07651-EABB-9CB8-EEC6-6AD3931D0720}"/>
                  </a:ext>
                </a:extLst>
              </p:cNvPr>
              <p:cNvSpPr/>
              <p:nvPr/>
            </p:nvSpPr>
            <p:spPr>
              <a:xfrm>
                <a:off x="2576453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09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335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56F214C3-9718-7038-038D-D55D1D8C27A9}"/>
                  </a:ext>
                </a:extLst>
              </p:cNvPr>
              <p:cNvSpPr/>
              <p:nvPr/>
            </p:nvSpPr>
            <p:spPr>
              <a:xfrm>
                <a:off x="2788860" y="12091748"/>
                <a:ext cx="197736" cy="307059"/>
              </a:xfrm>
              <a:custGeom>
                <a:avLst/>
                <a:gdLst>
                  <a:gd name="connsiteX0" fmla="*/ 152620 w 197736"/>
                  <a:gd name="connsiteY0" fmla="*/ 5790 h 307059"/>
                  <a:gd name="connsiteX1" fmla="*/ 197736 w 197736"/>
                  <a:gd name="connsiteY1" fmla="*/ 5790 h 307059"/>
                  <a:gd name="connsiteX2" fmla="*/ 197736 w 197736"/>
                  <a:gd name="connsiteY2" fmla="*/ 185432 h 307059"/>
                  <a:gd name="connsiteX3" fmla="*/ 165745 w 197736"/>
                  <a:gd name="connsiteY3" fmla="*/ 286327 h 307059"/>
                  <a:gd name="connsiteX4" fmla="*/ 100943 w 197736"/>
                  <a:gd name="connsiteY4" fmla="*/ 306835 h 307059"/>
                  <a:gd name="connsiteX5" fmla="*/ 36960 w 197736"/>
                  <a:gd name="connsiteY5" fmla="*/ 283046 h 307059"/>
                  <a:gd name="connsiteX6" fmla="*/ 8250 w 197736"/>
                  <a:gd name="connsiteY6" fmla="*/ 222345 h 307059"/>
                  <a:gd name="connsiteX7" fmla="*/ 52546 w 197736"/>
                  <a:gd name="connsiteY7" fmla="*/ 222345 h 307059"/>
                  <a:gd name="connsiteX8" fmla="*/ 67311 w 197736"/>
                  <a:gd name="connsiteY8" fmla="*/ 252696 h 307059"/>
                  <a:gd name="connsiteX9" fmla="*/ 102583 w 197736"/>
                  <a:gd name="connsiteY9" fmla="*/ 265820 h 307059"/>
                  <a:gd name="connsiteX10" fmla="*/ 137855 w 197736"/>
                  <a:gd name="connsiteY10" fmla="*/ 252696 h 307059"/>
                  <a:gd name="connsiteX11" fmla="*/ 152620 w 197736"/>
                  <a:gd name="connsiteY11" fmla="*/ 203478 h 307059"/>
                  <a:gd name="connsiteX12" fmla="*/ 152620 w 197736"/>
                  <a:gd name="connsiteY12" fmla="*/ 178050 h 307059"/>
                  <a:gd name="connsiteX13" fmla="*/ 93560 w 197736"/>
                  <a:gd name="connsiteY13" fmla="*/ 205939 h 307059"/>
                  <a:gd name="connsiteX14" fmla="*/ 29578 w 197736"/>
                  <a:gd name="connsiteY14" fmla="*/ 179690 h 307059"/>
                  <a:gd name="connsiteX15" fmla="*/ 47 w 197736"/>
                  <a:gd name="connsiteY15" fmla="*/ 102583 h 307059"/>
                  <a:gd name="connsiteX16" fmla="*/ 28757 w 197736"/>
                  <a:gd name="connsiteY16" fmla="*/ 27117 h 307059"/>
                  <a:gd name="connsiteX17" fmla="*/ 95200 w 197736"/>
                  <a:gd name="connsiteY17" fmla="*/ 48 h 307059"/>
                  <a:gd name="connsiteX18" fmla="*/ 153441 w 197736"/>
                  <a:gd name="connsiteY18" fmla="*/ 26297 h 307059"/>
                  <a:gd name="connsiteX19" fmla="*/ 152620 w 197736"/>
                  <a:gd name="connsiteY19" fmla="*/ 5790 h 307059"/>
                  <a:gd name="connsiteX20" fmla="*/ 152620 w 197736"/>
                  <a:gd name="connsiteY20" fmla="*/ 5790 h 307059"/>
                  <a:gd name="connsiteX21" fmla="*/ 65670 w 197736"/>
                  <a:gd name="connsiteY21" fmla="*/ 55007 h 307059"/>
                  <a:gd name="connsiteX22" fmla="*/ 45983 w 197736"/>
                  <a:gd name="connsiteY22" fmla="*/ 104224 h 307059"/>
                  <a:gd name="connsiteX23" fmla="*/ 65670 w 197736"/>
                  <a:gd name="connsiteY23" fmla="*/ 153441 h 307059"/>
                  <a:gd name="connsiteX24" fmla="*/ 100122 w 197736"/>
                  <a:gd name="connsiteY24" fmla="*/ 166566 h 307059"/>
                  <a:gd name="connsiteX25" fmla="*/ 137855 w 197736"/>
                  <a:gd name="connsiteY25" fmla="*/ 150980 h 307059"/>
                  <a:gd name="connsiteX26" fmla="*/ 155081 w 197736"/>
                  <a:gd name="connsiteY26" fmla="*/ 105044 h 307059"/>
                  <a:gd name="connsiteX27" fmla="*/ 137035 w 197736"/>
                  <a:gd name="connsiteY27" fmla="*/ 55827 h 307059"/>
                  <a:gd name="connsiteX28" fmla="*/ 100943 w 197736"/>
                  <a:gd name="connsiteY28" fmla="*/ 41882 h 307059"/>
                  <a:gd name="connsiteX29" fmla="*/ 65670 w 197736"/>
                  <a:gd name="connsiteY29" fmla="*/ 55007 h 307059"/>
                  <a:gd name="connsiteX30" fmla="*/ 65670 w 197736"/>
                  <a:gd name="connsiteY30" fmla="*/ 55007 h 307059"/>
                  <a:gd name="connsiteX31" fmla="*/ 65670 w 197736"/>
                  <a:gd name="connsiteY31" fmla="*/ 55007 h 30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7736" h="307059">
                    <a:moveTo>
                      <a:pt x="152620" y="5790"/>
                    </a:moveTo>
                    <a:lnTo>
                      <a:pt x="197736" y="5790"/>
                    </a:lnTo>
                    <a:lnTo>
                      <a:pt x="197736" y="185432"/>
                    </a:lnTo>
                    <a:cubicBezTo>
                      <a:pt x="197736" y="231368"/>
                      <a:pt x="192815" y="264180"/>
                      <a:pt x="165745" y="286327"/>
                    </a:cubicBezTo>
                    <a:cubicBezTo>
                      <a:pt x="147699" y="301093"/>
                      <a:pt x="124731" y="308475"/>
                      <a:pt x="100943" y="306835"/>
                    </a:cubicBezTo>
                    <a:cubicBezTo>
                      <a:pt x="77154" y="307655"/>
                      <a:pt x="54186" y="299452"/>
                      <a:pt x="36960" y="283046"/>
                    </a:cubicBezTo>
                    <a:cubicBezTo>
                      <a:pt x="21375" y="266641"/>
                      <a:pt x="11531" y="245313"/>
                      <a:pt x="8250" y="222345"/>
                    </a:cubicBezTo>
                    <a:lnTo>
                      <a:pt x="52546" y="222345"/>
                    </a:lnTo>
                    <a:cubicBezTo>
                      <a:pt x="54186" y="233829"/>
                      <a:pt x="59108" y="244493"/>
                      <a:pt x="67311" y="252696"/>
                    </a:cubicBezTo>
                    <a:cubicBezTo>
                      <a:pt x="76334" y="261719"/>
                      <a:pt x="89458" y="266641"/>
                      <a:pt x="102583" y="265820"/>
                    </a:cubicBezTo>
                    <a:cubicBezTo>
                      <a:pt x="115708" y="266641"/>
                      <a:pt x="128832" y="261719"/>
                      <a:pt x="137855" y="252696"/>
                    </a:cubicBezTo>
                    <a:cubicBezTo>
                      <a:pt x="149339" y="238751"/>
                      <a:pt x="155081" y="221525"/>
                      <a:pt x="152620" y="203478"/>
                    </a:cubicBezTo>
                    <a:lnTo>
                      <a:pt x="152620" y="178050"/>
                    </a:lnTo>
                    <a:cubicBezTo>
                      <a:pt x="138676" y="196096"/>
                      <a:pt x="116528" y="206760"/>
                      <a:pt x="93560" y="205939"/>
                    </a:cubicBezTo>
                    <a:cubicBezTo>
                      <a:pt x="68951" y="206760"/>
                      <a:pt x="45983" y="197736"/>
                      <a:pt x="29578" y="179690"/>
                    </a:cubicBezTo>
                    <a:cubicBezTo>
                      <a:pt x="9891" y="158363"/>
                      <a:pt x="47" y="131293"/>
                      <a:pt x="47" y="102583"/>
                    </a:cubicBezTo>
                    <a:cubicBezTo>
                      <a:pt x="-773" y="74694"/>
                      <a:pt x="9070" y="47624"/>
                      <a:pt x="28757" y="27117"/>
                    </a:cubicBezTo>
                    <a:cubicBezTo>
                      <a:pt x="45983" y="9071"/>
                      <a:pt x="69772" y="-773"/>
                      <a:pt x="95200" y="48"/>
                    </a:cubicBezTo>
                    <a:cubicBezTo>
                      <a:pt x="117348" y="-773"/>
                      <a:pt x="138676" y="9071"/>
                      <a:pt x="153441" y="26297"/>
                    </a:cubicBezTo>
                    <a:lnTo>
                      <a:pt x="152620" y="5790"/>
                    </a:lnTo>
                    <a:lnTo>
                      <a:pt x="152620" y="5790"/>
                    </a:lnTo>
                    <a:close/>
                    <a:moveTo>
                      <a:pt x="65670" y="55007"/>
                    </a:moveTo>
                    <a:cubicBezTo>
                      <a:pt x="52546" y="68131"/>
                      <a:pt x="45163" y="86178"/>
                      <a:pt x="45983" y="104224"/>
                    </a:cubicBezTo>
                    <a:cubicBezTo>
                      <a:pt x="45163" y="122270"/>
                      <a:pt x="52546" y="140316"/>
                      <a:pt x="65670" y="153441"/>
                    </a:cubicBezTo>
                    <a:cubicBezTo>
                      <a:pt x="75514" y="161644"/>
                      <a:pt x="87818" y="166566"/>
                      <a:pt x="100122" y="166566"/>
                    </a:cubicBezTo>
                    <a:cubicBezTo>
                      <a:pt x="114067" y="167386"/>
                      <a:pt x="128012" y="161644"/>
                      <a:pt x="137855" y="150980"/>
                    </a:cubicBezTo>
                    <a:cubicBezTo>
                      <a:pt x="149339" y="138676"/>
                      <a:pt x="155081" y="122270"/>
                      <a:pt x="155081" y="105044"/>
                    </a:cubicBezTo>
                    <a:cubicBezTo>
                      <a:pt x="155902" y="86998"/>
                      <a:pt x="149339" y="68952"/>
                      <a:pt x="137035" y="55827"/>
                    </a:cubicBezTo>
                    <a:cubicBezTo>
                      <a:pt x="127192" y="45984"/>
                      <a:pt x="114067" y="41062"/>
                      <a:pt x="100943" y="41882"/>
                    </a:cubicBezTo>
                    <a:cubicBezTo>
                      <a:pt x="86998" y="41062"/>
                      <a:pt x="74693" y="45984"/>
                      <a:pt x="65670" y="55007"/>
                    </a:cubicBezTo>
                    <a:lnTo>
                      <a:pt x="65670" y="55007"/>
                    </a:lnTo>
                    <a:lnTo>
                      <a:pt x="65670" y="55007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CDFDA53D-1B45-05F0-C39A-494213FF24D1}"/>
                  </a:ext>
                </a:extLst>
              </p:cNvPr>
              <p:cNvSpPr/>
              <p:nvPr/>
            </p:nvSpPr>
            <p:spPr>
              <a:xfrm>
                <a:off x="3042365" y="11990900"/>
                <a:ext cx="45126" cy="301865"/>
              </a:xfrm>
              <a:custGeom>
                <a:avLst/>
                <a:gdLst>
                  <a:gd name="connsiteX0" fmla="*/ 45127 w 45126"/>
                  <a:gd name="connsiteY0" fmla="*/ 0 h 301865"/>
                  <a:gd name="connsiteX1" fmla="*/ 45127 w 45126"/>
                  <a:gd name="connsiteY1" fmla="*/ 301865 h 301865"/>
                  <a:gd name="connsiteX2" fmla="*/ 11 w 45126"/>
                  <a:gd name="connsiteY2" fmla="*/ 301865 h 301865"/>
                  <a:gd name="connsiteX3" fmla="*/ 11 w 45126"/>
                  <a:gd name="connsiteY3" fmla="*/ 36093 h 301865"/>
                  <a:gd name="connsiteX4" fmla="*/ 45127 w 45126"/>
                  <a:gd name="connsiteY4" fmla="*/ 0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26" h="301865">
                    <a:moveTo>
                      <a:pt x="45127" y="0"/>
                    </a:moveTo>
                    <a:lnTo>
                      <a:pt x="45127" y="301865"/>
                    </a:lnTo>
                    <a:lnTo>
                      <a:pt x="11" y="301865"/>
                    </a:lnTo>
                    <a:lnTo>
                      <a:pt x="11" y="36093"/>
                    </a:lnTo>
                    <a:cubicBezTo>
                      <a:pt x="-809" y="36093"/>
                      <a:pt x="45127" y="0"/>
                      <a:pt x="45127" y="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5A848D80-D1B2-9310-740F-33D2B0A11A3B}"/>
                  </a:ext>
                </a:extLst>
              </p:cNvPr>
              <p:cNvSpPr/>
              <p:nvPr/>
            </p:nvSpPr>
            <p:spPr>
              <a:xfrm>
                <a:off x="3850358" y="11990900"/>
                <a:ext cx="45115" cy="62341"/>
              </a:xfrm>
              <a:custGeom>
                <a:avLst/>
                <a:gdLst>
                  <a:gd name="connsiteX0" fmla="*/ 45116 w 45115"/>
                  <a:gd name="connsiteY0" fmla="*/ 0 h 62341"/>
                  <a:gd name="connsiteX1" fmla="*/ 45116 w 45115"/>
                  <a:gd name="connsiteY1" fmla="*/ 62342 h 62341"/>
                  <a:gd name="connsiteX2" fmla="*/ 0 w 45115"/>
                  <a:gd name="connsiteY2" fmla="*/ 62342 h 62341"/>
                  <a:gd name="connsiteX3" fmla="*/ 0 w 45115"/>
                  <a:gd name="connsiteY3" fmla="*/ 36093 h 62341"/>
                  <a:gd name="connsiteX4" fmla="*/ 45116 w 45115"/>
                  <a:gd name="connsiteY4" fmla="*/ 0 h 62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62341">
                    <a:moveTo>
                      <a:pt x="45116" y="0"/>
                    </a:moveTo>
                    <a:lnTo>
                      <a:pt x="45116" y="62342"/>
                    </a:lnTo>
                    <a:lnTo>
                      <a:pt x="0" y="62342"/>
                    </a:lnTo>
                    <a:lnTo>
                      <a:pt x="0" y="36093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112EFA08-BF25-3310-DEF5-AE046AA48C98}"/>
                  </a:ext>
                </a:extLst>
              </p:cNvPr>
              <p:cNvSpPr/>
              <p:nvPr/>
            </p:nvSpPr>
            <p:spPr>
              <a:xfrm>
                <a:off x="3132563" y="12092565"/>
                <a:ext cx="185618" cy="206133"/>
              </a:xfrm>
              <a:custGeom>
                <a:avLst/>
                <a:gdLst>
                  <a:gd name="connsiteX0" fmla="*/ 184608 w 185618"/>
                  <a:gd name="connsiteY0" fmla="*/ 155906 h 206133"/>
                  <a:gd name="connsiteX1" fmla="*/ 151797 w 185618"/>
                  <a:gd name="connsiteY1" fmla="*/ 191178 h 206133"/>
                  <a:gd name="connsiteX2" fmla="*/ 94377 w 185618"/>
                  <a:gd name="connsiteY2" fmla="*/ 205943 h 206133"/>
                  <a:gd name="connsiteX3" fmla="*/ 28754 w 185618"/>
                  <a:gd name="connsiteY3" fmla="*/ 181335 h 206133"/>
                  <a:gd name="connsiteX4" fmla="*/ 44 w 185618"/>
                  <a:gd name="connsiteY4" fmla="*/ 106689 h 206133"/>
                  <a:gd name="connsiteX5" fmla="*/ 31215 w 185618"/>
                  <a:gd name="connsiteY5" fmla="*/ 26301 h 206133"/>
                  <a:gd name="connsiteX6" fmla="*/ 96018 w 185618"/>
                  <a:gd name="connsiteY6" fmla="*/ 51 h 206133"/>
                  <a:gd name="connsiteX7" fmla="*/ 158359 w 185618"/>
                  <a:gd name="connsiteY7" fmla="*/ 25480 h 206133"/>
                  <a:gd name="connsiteX8" fmla="*/ 185429 w 185618"/>
                  <a:gd name="connsiteY8" fmla="*/ 107509 h 206133"/>
                  <a:gd name="connsiteX9" fmla="*/ 185429 w 185618"/>
                  <a:gd name="connsiteY9" fmla="*/ 113251 h 206133"/>
                  <a:gd name="connsiteX10" fmla="*/ 45980 w 185618"/>
                  <a:gd name="connsiteY10" fmla="*/ 113251 h 206133"/>
                  <a:gd name="connsiteX11" fmla="*/ 62386 w 185618"/>
                  <a:gd name="connsiteY11" fmla="*/ 152625 h 206133"/>
                  <a:gd name="connsiteX12" fmla="*/ 96838 w 185618"/>
                  <a:gd name="connsiteY12" fmla="*/ 164929 h 206133"/>
                  <a:gd name="connsiteX13" fmla="*/ 128009 w 185618"/>
                  <a:gd name="connsiteY13" fmla="*/ 155085 h 206133"/>
                  <a:gd name="connsiteX14" fmla="*/ 146055 w 185618"/>
                  <a:gd name="connsiteY14" fmla="*/ 133758 h 206133"/>
                  <a:gd name="connsiteX15" fmla="*/ 184608 w 185618"/>
                  <a:gd name="connsiteY15" fmla="*/ 155906 h 206133"/>
                  <a:gd name="connsiteX16" fmla="*/ 184608 w 185618"/>
                  <a:gd name="connsiteY16" fmla="*/ 155906 h 206133"/>
                  <a:gd name="connsiteX17" fmla="*/ 140313 w 185618"/>
                  <a:gd name="connsiteY17" fmla="*/ 76338 h 206133"/>
                  <a:gd name="connsiteX18" fmla="*/ 126368 w 185618"/>
                  <a:gd name="connsiteY18" fmla="*/ 50089 h 206133"/>
                  <a:gd name="connsiteX19" fmla="*/ 64026 w 185618"/>
                  <a:gd name="connsiteY19" fmla="*/ 51729 h 206133"/>
                  <a:gd name="connsiteX20" fmla="*/ 50082 w 185618"/>
                  <a:gd name="connsiteY20" fmla="*/ 76338 h 206133"/>
                  <a:gd name="connsiteX21" fmla="*/ 140313 w 185618"/>
                  <a:gd name="connsiteY21" fmla="*/ 76338 h 206133"/>
                  <a:gd name="connsiteX22" fmla="*/ 140313 w 185618"/>
                  <a:gd name="connsiteY22" fmla="*/ 76338 h 20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618" h="206133">
                    <a:moveTo>
                      <a:pt x="184608" y="155906"/>
                    </a:moveTo>
                    <a:cubicBezTo>
                      <a:pt x="176406" y="170671"/>
                      <a:pt x="165742" y="182155"/>
                      <a:pt x="151797" y="191178"/>
                    </a:cubicBezTo>
                    <a:cubicBezTo>
                      <a:pt x="134571" y="201021"/>
                      <a:pt x="114884" y="206764"/>
                      <a:pt x="94377" y="205943"/>
                    </a:cubicBezTo>
                    <a:cubicBezTo>
                      <a:pt x="69768" y="207584"/>
                      <a:pt x="45980" y="198561"/>
                      <a:pt x="28754" y="181335"/>
                    </a:cubicBezTo>
                    <a:cubicBezTo>
                      <a:pt x="9887" y="161648"/>
                      <a:pt x="-776" y="134578"/>
                      <a:pt x="44" y="106689"/>
                    </a:cubicBezTo>
                    <a:cubicBezTo>
                      <a:pt x="-776" y="77158"/>
                      <a:pt x="10708" y="48448"/>
                      <a:pt x="31215" y="26301"/>
                    </a:cubicBezTo>
                    <a:cubicBezTo>
                      <a:pt x="48441" y="9075"/>
                      <a:pt x="72229" y="-769"/>
                      <a:pt x="96018" y="51"/>
                    </a:cubicBezTo>
                    <a:cubicBezTo>
                      <a:pt x="119806" y="-769"/>
                      <a:pt x="141954" y="8254"/>
                      <a:pt x="158359" y="25480"/>
                    </a:cubicBezTo>
                    <a:cubicBezTo>
                      <a:pt x="178046" y="48448"/>
                      <a:pt x="187069" y="77979"/>
                      <a:pt x="185429" y="107509"/>
                    </a:cubicBezTo>
                    <a:lnTo>
                      <a:pt x="185429" y="113251"/>
                    </a:lnTo>
                    <a:lnTo>
                      <a:pt x="45980" y="113251"/>
                    </a:lnTo>
                    <a:cubicBezTo>
                      <a:pt x="46800" y="128016"/>
                      <a:pt x="52542" y="141961"/>
                      <a:pt x="62386" y="152625"/>
                    </a:cubicBezTo>
                    <a:cubicBezTo>
                      <a:pt x="71409" y="161648"/>
                      <a:pt x="84534" y="165749"/>
                      <a:pt x="96838" y="164929"/>
                    </a:cubicBezTo>
                    <a:cubicBezTo>
                      <a:pt x="108322" y="165749"/>
                      <a:pt x="118986" y="161648"/>
                      <a:pt x="128009" y="155085"/>
                    </a:cubicBezTo>
                    <a:cubicBezTo>
                      <a:pt x="135391" y="149343"/>
                      <a:pt x="141133" y="141961"/>
                      <a:pt x="146055" y="133758"/>
                    </a:cubicBezTo>
                    <a:lnTo>
                      <a:pt x="184608" y="155906"/>
                    </a:lnTo>
                    <a:lnTo>
                      <a:pt x="184608" y="155906"/>
                    </a:lnTo>
                    <a:close/>
                    <a:moveTo>
                      <a:pt x="140313" y="76338"/>
                    </a:moveTo>
                    <a:cubicBezTo>
                      <a:pt x="138672" y="66495"/>
                      <a:pt x="133751" y="57471"/>
                      <a:pt x="126368" y="50089"/>
                    </a:cubicBezTo>
                    <a:cubicBezTo>
                      <a:pt x="108322" y="34503"/>
                      <a:pt x="81252" y="35324"/>
                      <a:pt x="64026" y="51729"/>
                    </a:cubicBezTo>
                    <a:cubicBezTo>
                      <a:pt x="57464" y="58292"/>
                      <a:pt x="52542" y="67315"/>
                      <a:pt x="50082" y="76338"/>
                    </a:cubicBezTo>
                    <a:lnTo>
                      <a:pt x="140313" y="76338"/>
                    </a:lnTo>
                    <a:lnTo>
                      <a:pt x="140313" y="76338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8D112C9B-CB7E-38A5-3FA3-796B153EFE5C}"/>
                  </a:ext>
                </a:extLst>
              </p:cNvPr>
              <p:cNvSpPr/>
              <p:nvPr/>
            </p:nvSpPr>
            <p:spPr>
              <a:xfrm>
                <a:off x="3364748" y="12092568"/>
                <a:ext cx="197688" cy="306014"/>
              </a:xfrm>
              <a:custGeom>
                <a:avLst/>
                <a:gdLst>
                  <a:gd name="connsiteX0" fmla="*/ 45116 w 197688"/>
                  <a:gd name="connsiteY0" fmla="*/ 306014 h 306014"/>
                  <a:gd name="connsiteX1" fmla="*/ 0 w 197688"/>
                  <a:gd name="connsiteY1" fmla="*/ 306014 h 306014"/>
                  <a:gd name="connsiteX2" fmla="*/ 0 w 197688"/>
                  <a:gd name="connsiteY2" fmla="*/ 4969 h 306014"/>
                  <a:gd name="connsiteX3" fmla="*/ 45116 w 197688"/>
                  <a:gd name="connsiteY3" fmla="*/ 4969 h 306014"/>
                  <a:gd name="connsiteX4" fmla="*/ 45116 w 197688"/>
                  <a:gd name="connsiteY4" fmla="*/ 26297 h 306014"/>
                  <a:gd name="connsiteX5" fmla="*/ 102536 w 197688"/>
                  <a:gd name="connsiteY5" fmla="*/ 48 h 306014"/>
                  <a:gd name="connsiteX6" fmla="*/ 197689 w 197688"/>
                  <a:gd name="connsiteY6" fmla="*/ 100943 h 306014"/>
                  <a:gd name="connsiteX7" fmla="*/ 103356 w 197688"/>
                  <a:gd name="connsiteY7" fmla="*/ 205119 h 306014"/>
                  <a:gd name="connsiteX8" fmla="*/ 45116 w 197688"/>
                  <a:gd name="connsiteY8" fmla="*/ 176409 h 306014"/>
                  <a:gd name="connsiteX9" fmla="*/ 45116 w 197688"/>
                  <a:gd name="connsiteY9" fmla="*/ 306014 h 306014"/>
                  <a:gd name="connsiteX10" fmla="*/ 45116 w 197688"/>
                  <a:gd name="connsiteY10" fmla="*/ 306014 h 306014"/>
                  <a:gd name="connsiteX11" fmla="*/ 42655 w 197688"/>
                  <a:gd name="connsiteY11" fmla="*/ 104224 h 306014"/>
                  <a:gd name="connsiteX12" fmla="*/ 97614 w 197688"/>
                  <a:gd name="connsiteY12" fmla="*/ 165745 h 306014"/>
                  <a:gd name="connsiteX13" fmla="*/ 151753 w 197688"/>
                  <a:gd name="connsiteY13" fmla="*/ 104224 h 306014"/>
                  <a:gd name="connsiteX14" fmla="*/ 97614 w 197688"/>
                  <a:gd name="connsiteY14" fmla="*/ 41882 h 306014"/>
                  <a:gd name="connsiteX15" fmla="*/ 42655 w 197688"/>
                  <a:gd name="connsiteY15" fmla="*/ 104224 h 306014"/>
                  <a:gd name="connsiteX16" fmla="*/ 42655 w 197688"/>
                  <a:gd name="connsiteY16" fmla="*/ 104224 h 306014"/>
                  <a:gd name="connsiteX17" fmla="*/ 42655 w 197688"/>
                  <a:gd name="connsiteY17" fmla="*/ 104224 h 306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7688" h="306014">
                    <a:moveTo>
                      <a:pt x="45116" y="306014"/>
                    </a:moveTo>
                    <a:lnTo>
                      <a:pt x="0" y="306014"/>
                    </a:lnTo>
                    <a:lnTo>
                      <a:pt x="0" y="4969"/>
                    </a:lnTo>
                    <a:lnTo>
                      <a:pt x="45116" y="4969"/>
                    </a:lnTo>
                    <a:lnTo>
                      <a:pt x="45116" y="26297"/>
                    </a:lnTo>
                    <a:cubicBezTo>
                      <a:pt x="59061" y="9071"/>
                      <a:pt x="80388" y="-773"/>
                      <a:pt x="102536" y="48"/>
                    </a:cubicBezTo>
                    <a:cubicBezTo>
                      <a:pt x="154214" y="48"/>
                      <a:pt x="197689" y="39421"/>
                      <a:pt x="197689" y="100943"/>
                    </a:cubicBezTo>
                    <a:cubicBezTo>
                      <a:pt x="197689" y="166566"/>
                      <a:pt x="149292" y="205119"/>
                      <a:pt x="103356" y="205119"/>
                    </a:cubicBezTo>
                    <a:cubicBezTo>
                      <a:pt x="80388" y="204299"/>
                      <a:pt x="59061" y="194455"/>
                      <a:pt x="45116" y="176409"/>
                    </a:cubicBezTo>
                    <a:lnTo>
                      <a:pt x="45116" y="306014"/>
                    </a:lnTo>
                    <a:lnTo>
                      <a:pt x="45116" y="306014"/>
                    </a:lnTo>
                    <a:close/>
                    <a:moveTo>
                      <a:pt x="42655" y="104224"/>
                    </a:moveTo>
                    <a:cubicBezTo>
                      <a:pt x="42655" y="145238"/>
                      <a:pt x="68904" y="165745"/>
                      <a:pt x="97614" y="165745"/>
                    </a:cubicBezTo>
                    <a:cubicBezTo>
                      <a:pt x="130425" y="165745"/>
                      <a:pt x="151753" y="137856"/>
                      <a:pt x="151753" y="104224"/>
                    </a:cubicBezTo>
                    <a:cubicBezTo>
                      <a:pt x="151753" y="70592"/>
                      <a:pt x="130425" y="41882"/>
                      <a:pt x="97614" y="41882"/>
                    </a:cubicBezTo>
                    <a:cubicBezTo>
                      <a:pt x="68904" y="41062"/>
                      <a:pt x="42655" y="61569"/>
                      <a:pt x="42655" y="104224"/>
                    </a:cubicBezTo>
                    <a:lnTo>
                      <a:pt x="42655" y="104224"/>
                    </a:lnTo>
                    <a:lnTo>
                      <a:pt x="42655" y="10422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EBE6E123-55DB-209B-229B-A5852C4F3F0B}"/>
                  </a:ext>
                </a:extLst>
              </p:cNvPr>
              <p:cNvSpPr/>
              <p:nvPr/>
            </p:nvSpPr>
            <p:spPr>
              <a:xfrm>
                <a:off x="3597699" y="12091751"/>
                <a:ext cx="208374" cy="208407"/>
              </a:xfrm>
              <a:custGeom>
                <a:avLst/>
                <a:gdLst>
                  <a:gd name="connsiteX0" fmla="*/ 208363 w 208374"/>
                  <a:gd name="connsiteY0" fmla="*/ 103400 h 208407"/>
                  <a:gd name="connsiteX1" fmla="*/ 105828 w 208374"/>
                  <a:gd name="connsiteY1" fmla="*/ 208397 h 208407"/>
                  <a:gd name="connsiteX2" fmla="*/ 11 w 208374"/>
                  <a:gd name="connsiteY2" fmla="*/ 105861 h 208407"/>
                  <a:gd name="connsiteX3" fmla="*/ 102547 w 208374"/>
                  <a:gd name="connsiteY3" fmla="*/ 44 h 208407"/>
                  <a:gd name="connsiteX4" fmla="*/ 104187 w 208374"/>
                  <a:gd name="connsiteY4" fmla="*/ 44 h 208407"/>
                  <a:gd name="connsiteX5" fmla="*/ 208363 w 208374"/>
                  <a:gd name="connsiteY5" fmla="*/ 98478 h 208407"/>
                  <a:gd name="connsiteX6" fmla="*/ 208363 w 208374"/>
                  <a:gd name="connsiteY6" fmla="*/ 103400 h 208407"/>
                  <a:gd name="connsiteX7" fmla="*/ 208363 w 208374"/>
                  <a:gd name="connsiteY7" fmla="*/ 103400 h 208407"/>
                  <a:gd name="connsiteX8" fmla="*/ 161607 w 208374"/>
                  <a:gd name="connsiteY8" fmla="*/ 104220 h 208407"/>
                  <a:gd name="connsiteX9" fmla="*/ 104187 w 208374"/>
                  <a:gd name="connsiteY9" fmla="*/ 41879 h 208407"/>
                  <a:gd name="connsiteX10" fmla="*/ 46767 w 208374"/>
                  <a:gd name="connsiteY10" fmla="*/ 104220 h 208407"/>
                  <a:gd name="connsiteX11" fmla="*/ 104187 w 208374"/>
                  <a:gd name="connsiteY11" fmla="*/ 165742 h 208407"/>
                  <a:gd name="connsiteX12" fmla="*/ 161607 w 208374"/>
                  <a:gd name="connsiteY12" fmla="*/ 104220 h 20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374" h="208407">
                    <a:moveTo>
                      <a:pt x="208363" y="103400"/>
                    </a:moveTo>
                    <a:cubicBezTo>
                      <a:pt x="209184" y="160820"/>
                      <a:pt x="163248" y="208397"/>
                      <a:pt x="105828" y="208397"/>
                    </a:cubicBezTo>
                    <a:cubicBezTo>
                      <a:pt x="48408" y="209217"/>
                      <a:pt x="831" y="163281"/>
                      <a:pt x="11" y="105861"/>
                    </a:cubicBezTo>
                    <a:cubicBezTo>
                      <a:pt x="-809" y="48441"/>
                      <a:pt x="45127" y="864"/>
                      <a:pt x="102547" y="44"/>
                    </a:cubicBezTo>
                    <a:cubicBezTo>
                      <a:pt x="103367" y="44"/>
                      <a:pt x="103367" y="44"/>
                      <a:pt x="104187" y="44"/>
                    </a:cubicBezTo>
                    <a:cubicBezTo>
                      <a:pt x="159967" y="-1596"/>
                      <a:pt x="206723" y="42699"/>
                      <a:pt x="208363" y="98478"/>
                    </a:cubicBezTo>
                    <a:cubicBezTo>
                      <a:pt x="208363" y="100939"/>
                      <a:pt x="208363" y="102580"/>
                      <a:pt x="208363" y="103400"/>
                    </a:cubicBezTo>
                    <a:lnTo>
                      <a:pt x="208363" y="103400"/>
                    </a:lnTo>
                    <a:close/>
                    <a:moveTo>
                      <a:pt x="161607" y="104220"/>
                    </a:moveTo>
                    <a:cubicBezTo>
                      <a:pt x="161607" y="59925"/>
                      <a:pt x="132897" y="41879"/>
                      <a:pt x="104187" y="41879"/>
                    </a:cubicBezTo>
                    <a:cubicBezTo>
                      <a:pt x="75477" y="41879"/>
                      <a:pt x="46767" y="59925"/>
                      <a:pt x="46767" y="104220"/>
                    </a:cubicBezTo>
                    <a:cubicBezTo>
                      <a:pt x="46767" y="141954"/>
                      <a:pt x="68915" y="165742"/>
                      <a:pt x="104187" y="165742"/>
                    </a:cubicBezTo>
                    <a:cubicBezTo>
                      <a:pt x="139459" y="165742"/>
                      <a:pt x="161607" y="141954"/>
                      <a:pt x="161607" y="10422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C3DBCDDD-8D9B-0683-6C2C-B3DB84ACC4BE}"/>
                  </a:ext>
                </a:extLst>
              </p:cNvPr>
              <p:cNvSpPr/>
              <p:nvPr/>
            </p:nvSpPr>
            <p:spPr>
              <a:xfrm>
                <a:off x="3850358" y="12097538"/>
                <a:ext cx="45115" cy="194407"/>
              </a:xfrm>
              <a:custGeom>
                <a:avLst/>
                <a:gdLst>
                  <a:gd name="connsiteX0" fmla="*/ 45116 w 45115"/>
                  <a:gd name="connsiteY0" fmla="*/ 0 h 194407"/>
                  <a:gd name="connsiteX1" fmla="*/ 45116 w 45115"/>
                  <a:gd name="connsiteY1" fmla="*/ 194408 h 194407"/>
                  <a:gd name="connsiteX2" fmla="*/ 0 w 45115"/>
                  <a:gd name="connsiteY2" fmla="*/ 194408 h 194407"/>
                  <a:gd name="connsiteX3" fmla="*/ 0 w 45115"/>
                  <a:gd name="connsiteY3" fmla="*/ 0 h 194407"/>
                  <a:gd name="connsiteX4" fmla="*/ 45116 w 45115"/>
                  <a:gd name="connsiteY4" fmla="*/ 0 h 194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194407">
                    <a:moveTo>
                      <a:pt x="45116" y="0"/>
                    </a:moveTo>
                    <a:lnTo>
                      <a:pt x="45116" y="194408"/>
                    </a:lnTo>
                    <a:lnTo>
                      <a:pt x="0" y="194408"/>
                    </a:lnTo>
                    <a:lnTo>
                      <a:pt x="0" y="0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71C149E5-1957-13CC-E8C7-DF8296330ECF}"/>
                  </a:ext>
                </a:extLst>
              </p:cNvPr>
              <p:cNvSpPr/>
              <p:nvPr/>
            </p:nvSpPr>
            <p:spPr>
              <a:xfrm>
                <a:off x="3950432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10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417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804E1E08-4547-3B3A-F06C-AF15E4415356}"/>
                  </a:ext>
                </a:extLst>
              </p:cNvPr>
              <p:cNvSpPr/>
              <p:nvPr/>
            </p:nvSpPr>
            <p:spPr>
              <a:xfrm>
                <a:off x="4156324" y="11990080"/>
                <a:ext cx="98434" cy="301865"/>
              </a:xfrm>
              <a:custGeom>
                <a:avLst/>
                <a:gdLst>
                  <a:gd name="connsiteX0" fmla="*/ 63982 w 98434"/>
                  <a:gd name="connsiteY0" fmla="*/ 149292 h 301865"/>
                  <a:gd name="connsiteX1" fmla="*/ 63982 w 98434"/>
                  <a:gd name="connsiteY1" fmla="*/ 301865 h 301865"/>
                  <a:gd name="connsiteX2" fmla="*/ 18866 w 98434"/>
                  <a:gd name="connsiteY2" fmla="*/ 301865 h 301865"/>
                  <a:gd name="connsiteX3" fmla="*/ 18866 w 98434"/>
                  <a:gd name="connsiteY3" fmla="*/ 149292 h 301865"/>
                  <a:gd name="connsiteX4" fmla="*/ 0 w 98434"/>
                  <a:gd name="connsiteY4" fmla="*/ 149292 h 301865"/>
                  <a:gd name="connsiteX5" fmla="*/ 0 w 98434"/>
                  <a:gd name="connsiteY5" fmla="*/ 107457 h 301865"/>
                  <a:gd name="connsiteX6" fmla="*/ 18866 w 98434"/>
                  <a:gd name="connsiteY6" fmla="*/ 107457 h 301865"/>
                  <a:gd name="connsiteX7" fmla="*/ 18866 w 98434"/>
                  <a:gd name="connsiteY7" fmla="*/ 36093 h 301865"/>
                  <a:gd name="connsiteX8" fmla="*/ 63982 w 98434"/>
                  <a:gd name="connsiteY8" fmla="*/ 0 h 301865"/>
                  <a:gd name="connsiteX9" fmla="*/ 63982 w 98434"/>
                  <a:gd name="connsiteY9" fmla="*/ 107457 h 301865"/>
                  <a:gd name="connsiteX10" fmla="*/ 98434 w 98434"/>
                  <a:gd name="connsiteY10" fmla="*/ 107457 h 301865"/>
                  <a:gd name="connsiteX11" fmla="*/ 98434 w 98434"/>
                  <a:gd name="connsiteY11" fmla="*/ 149292 h 301865"/>
                  <a:gd name="connsiteX12" fmla="*/ 63982 w 98434"/>
                  <a:gd name="connsiteY12" fmla="*/ 149292 h 301865"/>
                  <a:gd name="connsiteX13" fmla="*/ 63982 w 98434"/>
                  <a:gd name="connsiteY13" fmla="*/ 149292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434" h="301865">
                    <a:moveTo>
                      <a:pt x="63982" y="149292"/>
                    </a:moveTo>
                    <a:lnTo>
                      <a:pt x="63982" y="301865"/>
                    </a:lnTo>
                    <a:lnTo>
                      <a:pt x="18866" y="301865"/>
                    </a:lnTo>
                    <a:lnTo>
                      <a:pt x="18866" y="149292"/>
                    </a:lnTo>
                    <a:lnTo>
                      <a:pt x="0" y="149292"/>
                    </a:lnTo>
                    <a:lnTo>
                      <a:pt x="0" y="107457"/>
                    </a:lnTo>
                    <a:lnTo>
                      <a:pt x="18866" y="107457"/>
                    </a:lnTo>
                    <a:lnTo>
                      <a:pt x="18866" y="36093"/>
                    </a:lnTo>
                    <a:lnTo>
                      <a:pt x="63982" y="0"/>
                    </a:lnTo>
                    <a:lnTo>
                      <a:pt x="63982" y="107457"/>
                    </a:lnTo>
                    <a:lnTo>
                      <a:pt x="98434" y="107457"/>
                    </a:lnTo>
                    <a:lnTo>
                      <a:pt x="98434" y="149292"/>
                    </a:lnTo>
                    <a:lnTo>
                      <a:pt x="63982" y="149292"/>
                    </a:lnTo>
                    <a:lnTo>
                      <a:pt x="63982" y="149292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E8259EBC-16AD-75A3-D794-205EC98C5ACC}"/>
                  </a:ext>
                </a:extLst>
              </p:cNvPr>
              <p:cNvSpPr/>
              <p:nvPr/>
            </p:nvSpPr>
            <p:spPr>
              <a:xfrm>
                <a:off x="2277049" y="11966292"/>
                <a:ext cx="262491" cy="326473"/>
              </a:xfrm>
              <a:custGeom>
                <a:avLst/>
                <a:gdLst>
                  <a:gd name="connsiteX0" fmla="*/ 262492 w 262491"/>
                  <a:gd name="connsiteY0" fmla="*/ 326474 h 326473"/>
                  <a:gd name="connsiteX1" fmla="*/ 131246 w 262491"/>
                  <a:gd name="connsiteY1" fmla="*/ 0 h 326473"/>
                  <a:gd name="connsiteX2" fmla="*/ 131246 w 262491"/>
                  <a:gd name="connsiteY2" fmla="*/ 0 h 326473"/>
                  <a:gd name="connsiteX3" fmla="*/ 0 w 262491"/>
                  <a:gd name="connsiteY3" fmla="*/ 326474 h 326473"/>
                  <a:gd name="connsiteX4" fmla="*/ 50858 w 262491"/>
                  <a:gd name="connsiteY4" fmla="*/ 326474 h 326473"/>
                  <a:gd name="connsiteX5" fmla="*/ 131246 w 262491"/>
                  <a:gd name="connsiteY5" fmla="*/ 118941 h 326473"/>
                  <a:gd name="connsiteX6" fmla="*/ 211634 w 262491"/>
                  <a:gd name="connsiteY6" fmla="*/ 326474 h 326473"/>
                  <a:gd name="connsiteX7" fmla="*/ 262492 w 262491"/>
                  <a:gd name="connsiteY7" fmla="*/ 326474 h 326473"/>
                  <a:gd name="connsiteX8" fmla="*/ 262492 w 262491"/>
                  <a:gd name="connsiteY8" fmla="*/ 326474 h 32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491" h="326473">
                    <a:moveTo>
                      <a:pt x="262492" y="326474"/>
                    </a:moveTo>
                    <a:lnTo>
                      <a:pt x="131246" y="0"/>
                    </a:lnTo>
                    <a:lnTo>
                      <a:pt x="131246" y="0"/>
                    </a:lnTo>
                    <a:lnTo>
                      <a:pt x="0" y="326474"/>
                    </a:lnTo>
                    <a:lnTo>
                      <a:pt x="50858" y="326474"/>
                    </a:lnTo>
                    <a:lnTo>
                      <a:pt x="131246" y="118941"/>
                    </a:lnTo>
                    <a:lnTo>
                      <a:pt x="211634" y="326474"/>
                    </a:lnTo>
                    <a:lnTo>
                      <a:pt x="262492" y="326474"/>
                    </a:lnTo>
                    <a:lnTo>
                      <a:pt x="262492" y="32647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B796442-E164-B353-3279-7A6B67ED827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8F2FCB6-8694-995B-7310-5C2CE43C0D3F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915D6B-B07F-92F7-C2FE-29C644F72805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139BC56-61A9-05FC-96C0-1F8C73AC6EBB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671490-E84F-F764-532E-9A380E95CF81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1" name="Orange Circle - Hyperlinked">
            <a:extLst>
              <a:ext uri="{FF2B5EF4-FFF2-40B4-BE49-F238E27FC236}">
                <a16:creationId xmlns:a16="http://schemas.microsoft.com/office/drawing/2014/main" id="{9E8CF3F0-30E9-A3D4-B92F-E8D098AC408B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09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- 6-9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48BB32-76AE-3856-BE08-DD5EC49143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6470" cy="1371599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A08B0C-B722-AD66-2A40-FAC9D2C40355}"/>
              </a:ext>
            </a:extLst>
          </p:cNvPr>
          <p:cNvGrpSpPr/>
          <p:nvPr userDrawn="1"/>
        </p:nvGrpSpPr>
        <p:grpSpPr>
          <a:xfrm>
            <a:off x="1091918" y="11951828"/>
            <a:ext cx="2612177" cy="564835"/>
            <a:chOff x="1515004" y="11850632"/>
            <a:chExt cx="2739754" cy="59242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2C1FE3-4555-F9FF-0130-4CA0B30BB73C}"/>
                </a:ext>
              </a:extLst>
            </p:cNvPr>
            <p:cNvGrpSpPr/>
            <p:nvPr/>
          </p:nvGrpSpPr>
          <p:grpSpPr>
            <a:xfrm>
              <a:off x="1515004" y="11850632"/>
              <a:ext cx="585683" cy="592422"/>
              <a:chOff x="1515004" y="11850632"/>
              <a:chExt cx="585683" cy="592422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3146AD65-6669-21AC-4B8C-4E21E6795DF6}"/>
                  </a:ext>
                </a:extLst>
              </p:cNvPr>
              <p:cNvSpPr/>
              <p:nvPr/>
            </p:nvSpPr>
            <p:spPr>
              <a:xfrm>
                <a:off x="1515004" y="12035196"/>
                <a:ext cx="147651" cy="147651"/>
              </a:xfrm>
              <a:custGeom>
                <a:avLst/>
                <a:gdLst>
                  <a:gd name="connsiteX0" fmla="*/ 147651 w 147651"/>
                  <a:gd name="connsiteY0" fmla="*/ 73826 h 147651"/>
                  <a:gd name="connsiteX1" fmla="*/ 73826 w 147651"/>
                  <a:gd name="connsiteY1" fmla="*/ 147652 h 147651"/>
                  <a:gd name="connsiteX2" fmla="*/ 0 w 147651"/>
                  <a:gd name="connsiteY2" fmla="*/ 73826 h 147651"/>
                  <a:gd name="connsiteX3" fmla="*/ 73826 w 147651"/>
                  <a:gd name="connsiteY3" fmla="*/ 0 h 147651"/>
                  <a:gd name="connsiteX4" fmla="*/ 147651 w 147651"/>
                  <a:gd name="connsiteY4" fmla="*/ 73826 h 147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651" h="147651">
                    <a:moveTo>
                      <a:pt x="147651" y="73826"/>
                    </a:moveTo>
                    <a:cubicBezTo>
                      <a:pt x="147651" y="114599"/>
                      <a:pt x="114599" y="147652"/>
                      <a:pt x="73826" y="147652"/>
                    </a:cubicBezTo>
                    <a:cubicBezTo>
                      <a:pt x="33053" y="147652"/>
                      <a:pt x="0" y="114599"/>
                      <a:pt x="0" y="73826"/>
                    </a:cubicBezTo>
                    <a:cubicBezTo>
                      <a:pt x="0" y="33053"/>
                      <a:pt x="33053" y="0"/>
                      <a:pt x="73826" y="0"/>
                    </a:cubicBezTo>
                    <a:cubicBezTo>
                      <a:pt x="114599" y="0"/>
                      <a:pt x="147651" y="33053"/>
                      <a:pt x="147651" y="73826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36CB5C19-1085-75C5-F9A3-0376EAF48395}"/>
                  </a:ext>
                </a:extLst>
              </p:cNvPr>
              <p:cNvSpPr/>
              <p:nvPr/>
            </p:nvSpPr>
            <p:spPr>
              <a:xfrm>
                <a:off x="1548635" y="11850632"/>
                <a:ext cx="552052" cy="592422"/>
              </a:xfrm>
              <a:custGeom>
                <a:avLst/>
                <a:gdLst>
                  <a:gd name="connsiteX0" fmla="*/ 487250 w 552052"/>
                  <a:gd name="connsiteY0" fmla="*/ 76287 h 592422"/>
                  <a:gd name="connsiteX1" fmla="*/ 492992 w 552052"/>
                  <a:gd name="connsiteY1" fmla="*/ 92692 h 592422"/>
                  <a:gd name="connsiteX2" fmla="*/ 552052 w 552052"/>
                  <a:gd name="connsiteY2" fmla="*/ 0 h 592422"/>
                  <a:gd name="connsiteX3" fmla="*/ 453618 w 552052"/>
                  <a:gd name="connsiteY3" fmla="*/ 52498 h 592422"/>
                  <a:gd name="connsiteX4" fmla="*/ 469204 w 552052"/>
                  <a:gd name="connsiteY4" fmla="*/ 58240 h 592422"/>
                  <a:gd name="connsiteX5" fmla="*/ 519241 w 552052"/>
                  <a:gd name="connsiteY5" fmla="*/ 30351 h 592422"/>
                  <a:gd name="connsiteX6" fmla="*/ 0 w 552052"/>
                  <a:gd name="connsiteY6" fmla="*/ 442955 h 592422"/>
                  <a:gd name="connsiteX7" fmla="*/ 391276 w 552052"/>
                  <a:gd name="connsiteY7" fmla="*/ 556974 h 592422"/>
                  <a:gd name="connsiteX8" fmla="*/ 505296 w 552052"/>
                  <a:gd name="connsiteY8" fmla="*/ 166518 h 592422"/>
                  <a:gd name="connsiteX9" fmla="*/ 459360 w 552052"/>
                  <a:gd name="connsiteY9" fmla="*/ 104176 h 592422"/>
                  <a:gd name="connsiteX10" fmla="*/ 487250 w 552052"/>
                  <a:gd name="connsiteY10" fmla="*/ 76287 h 592422"/>
                  <a:gd name="connsiteX11" fmla="*/ 475766 w 552052"/>
                  <a:gd name="connsiteY11" fmla="*/ 444595 h 592422"/>
                  <a:gd name="connsiteX12" fmla="*/ 319912 w 552052"/>
                  <a:gd name="connsiteY12" fmla="*/ 519241 h 592422"/>
                  <a:gd name="connsiteX13" fmla="*/ 237883 w 552052"/>
                  <a:gd name="connsiteY13" fmla="*/ 404401 h 592422"/>
                  <a:gd name="connsiteX14" fmla="*/ 408502 w 552052"/>
                  <a:gd name="connsiteY14" fmla="*/ 153394 h 592422"/>
                  <a:gd name="connsiteX15" fmla="*/ 475766 w 552052"/>
                  <a:gd name="connsiteY15" fmla="*/ 444595 h 592422"/>
                  <a:gd name="connsiteX16" fmla="*/ 475766 w 552052"/>
                  <a:gd name="connsiteY16" fmla="*/ 444595 h 592422"/>
                  <a:gd name="connsiteX17" fmla="*/ 475766 w 552052"/>
                  <a:gd name="connsiteY17" fmla="*/ 444595 h 59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52052" h="592422">
                    <a:moveTo>
                      <a:pt x="487250" y="76287"/>
                    </a:moveTo>
                    <a:lnTo>
                      <a:pt x="492992" y="92692"/>
                    </a:lnTo>
                    <a:lnTo>
                      <a:pt x="552052" y="0"/>
                    </a:lnTo>
                    <a:lnTo>
                      <a:pt x="453618" y="52498"/>
                    </a:lnTo>
                    <a:lnTo>
                      <a:pt x="469204" y="58240"/>
                    </a:lnTo>
                    <a:lnTo>
                      <a:pt x="519241" y="30351"/>
                    </a:lnTo>
                    <a:lnTo>
                      <a:pt x="0" y="442955"/>
                    </a:lnTo>
                    <a:cubicBezTo>
                      <a:pt x="76287" y="582403"/>
                      <a:pt x="251828" y="633261"/>
                      <a:pt x="391276" y="556974"/>
                    </a:cubicBezTo>
                    <a:cubicBezTo>
                      <a:pt x="530725" y="480688"/>
                      <a:pt x="581583" y="305967"/>
                      <a:pt x="505296" y="166518"/>
                    </a:cubicBezTo>
                    <a:cubicBezTo>
                      <a:pt x="492992" y="143550"/>
                      <a:pt x="477406" y="122223"/>
                      <a:pt x="459360" y="104176"/>
                    </a:cubicBezTo>
                    <a:cubicBezTo>
                      <a:pt x="469204" y="93513"/>
                      <a:pt x="479047" y="84489"/>
                      <a:pt x="487250" y="76287"/>
                    </a:cubicBezTo>
                    <a:close/>
                    <a:moveTo>
                      <a:pt x="475766" y="444595"/>
                    </a:moveTo>
                    <a:cubicBezTo>
                      <a:pt x="453618" y="508577"/>
                      <a:pt x="383894" y="542209"/>
                      <a:pt x="319912" y="519241"/>
                    </a:cubicBezTo>
                    <a:cubicBezTo>
                      <a:pt x="270694" y="502015"/>
                      <a:pt x="237883" y="456079"/>
                      <a:pt x="237883" y="404401"/>
                    </a:cubicBezTo>
                    <a:cubicBezTo>
                      <a:pt x="237883" y="337138"/>
                      <a:pt x="284639" y="260851"/>
                      <a:pt x="408502" y="153394"/>
                    </a:cubicBezTo>
                    <a:cubicBezTo>
                      <a:pt x="408502" y="153394"/>
                      <a:pt x="534006" y="270694"/>
                      <a:pt x="475766" y="444595"/>
                    </a:cubicBezTo>
                    <a:lnTo>
                      <a:pt x="475766" y="444595"/>
                    </a:lnTo>
                    <a:lnTo>
                      <a:pt x="475766" y="444595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86CAD81C-7976-81D3-76D9-BB588DF439BC}"/>
                  </a:ext>
                </a:extLst>
              </p:cNvPr>
              <p:cNvSpPr/>
              <p:nvPr/>
            </p:nvSpPr>
            <p:spPr>
              <a:xfrm>
                <a:off x="1573244" y="11867394"/>
                <a:ext cx="408502" cy="110382"/>
              </a:xfrm>
              <a:custGeom>
                <a:avLst/>
                <a:gdLst>
                  <a:gd name="connsiteX0" fmla="*/ 346161 w 408502"/>
                  <a:gd name="connsiteY0" fmla="*/ 102999 h 110382"/>
                  <a:gd name="connsiteX1" fmla="*/ 408502 w 408502"/>
                  <a:gd name="connsiteY1" fmla="*/ 63626 h 110382"/>
                  <a:gd name="connsiteX2" fmla="*/ 3281 w 408502"/>
                  <a:gd name="connsiteY2" fmla="*/ 106281 h 110382"/>
                  <a:gd name="connsiteX3" fmla="*/ 0 w 408502"/>
                  <a:gd name="connsiteY3" fmla="*/ 110382 h 110382"/>
                  <a:gd name="connsiteX4" fmla="*/ 346161 w 408502"/>
                  <a:gd name="connsiteY4" fmla="*/ 102999 h 110382"/>
                  <a:gd name="connsiteX5" fmla="*/ 346161 w 408502"/>
                  <a:gd name="connsiteY5" fmla="*/ 102999 h 110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8502" h="110382">
                    <a:moveTo>
                      <a:pt x="346161" y="102999"/>
                    </a:moveTo>
                    <a:lnTo>
                      <a:pt x="408502" y="63626"/>
                    </a:lnTo>
                    <a:cubicBezTo>
                      <a:pt x="284639" y="-35629"/>
                      <a:pt x="103356" y="-16762"/>
                      <a:pt x="3281" y="106281"/>
                    </a:cubicBezTo>
                    <a:cubicBezTo>
                      <a:pt x="2461" y="107921"/>
                      <a:pt x="820" y="108741"/>
                      <a:pt x="0" y="110382"/>
                    </a:cubicBezTo>
                    <a:cubicBezTo>
                      <a:pt x="100895" y="30814"/>
                      <a:pt x="241984" y="28353"/>
                      <a:pt x="346161" y="102999"/>
                    </a:cubicBezTo>
                    <a:lnTo>
                      <a:pt x="346161" y="102999"/>
                    </a:lnTo>
                    <a:close/>
                  </a:path>
                </a:pathLst>
              </a:custGeom>
              <a:solidFill>
                <a:srgbClr val="FFB81C"/>
              </a:solidFill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4094D27-B74E-3F64-E87F-0D88D0051DA6}"/>
                </a:ext>
              </a:extLst>
            </p:cNvPr>
            <p:cNvGrpSpPr/>
            <p:nvPr/>
          </p:nvGrpSpPr>
          <p:grpSpPr>
            <a:xfrm>
              <a:off x="2277049" y="11966292"/>
              <a:ext cx="1977709" cy="432515"/>
              <a:chOff x="2277049" y="11966292"/>
              <a:chExt cx="1977709" cy="432515"/>
            </a:xfrm>
            <a:solidFill>
              <a:schemeClr val="bg1"/>
            </a:solidFill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873A549-7C88-DDBA-F9FB-1718ADC85AC8}"/>
                  </a:ext>
                </a:extLst>
              </p:cNvPr>
              <p:cNvSpPr/>
              <p:nvPr/>
            </p:nvSpPr>
            <p:spPr>
              <a:xfrm>
                <a:off x="2576453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09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335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230F395-E746-8084-03C8-17D7044B8ADD}"/>
                  </a:ext>
                </a:extLst>
              </p:cNvPr>
              <p:cNvSpPr/>
              <p:nvPr/>
            </p:nvSpPr>
            <p:spPr>
              <a:xfrm>
                <a:off x="2788860" y="12091748"/>
                <a:ext cx="197736" cy="307059"/>
              </a:xfrm>
              <a:custGeom>
                <a:avLst/>
                <a:gdLst>
                  <a:gd name="connsiteX0" fmla="*/ 152620 w 197736"/>
                  <a:gd name="connsiteY0" fmla="*/ 5790 h 307059"/>
                  <a:gd name="connsiteX1" fmla="*/ 197736 w 197736"/>
                  <a:gd name="connsiteY1" fmla="*/ 5790 h 307059"/>
                  <a:gd name="connsiteX2" fmla="*/ 197736 w 197736"/>
                  <a:gd name="connsiteY2" fmla="*/ 185432 h 307059"/>
                  <a:gd name="connsiteX3" fmla="*/ 165745 w 197736"/>
                  <a:gd name="connsiteY3" fmla="*/ 286327 h 307059"/>
                  <a:gd name="connsiteX4" fmla="*/ 100943 w 197736"/>
                  <a:gd name="connsiteY4" fmla="*/ 306835 h 307059"/>
                  <a:gd name="connsiteX5" fmla="*/ 36960 w 197736"/>
                  <a:gd name="connsiteY5" fmla="*/ 283046 h 307059"/>
                  <a:gd name="connsiteX6" fmla="*/ 8250 w 197736"/>
                  <a:gd name="connsiteY6" fmla="*/ 222345 h 307059"/>
                  <a:gd name="connsiteX7" fmla="*/ 52546 w 197736"/>
                  <a:gd name="connsiteY7" fmla="*/ 222345 h 307059"/>
                  <a:gd name="connsiteX8" fmla="*/ 67311 w 197736"/>
                  <a:gd name="connsiteY8" fmla="*/ 252696 h 307059"/>
                  <a:gd name="connsiteX9" fmla="*/ 102583 w 197736"/>
                  <a:gd name="connsiteY9" fmla="*/ 265820 h 307059"/>
                  <a:gd name="connsiteX10" fmla="*/ 137855 w 197736"/>
                  <a:gd name="connsiteY10" fmla="*/ 252696 h 307059"/>
                  <a:gd name="connsiteX11" fmla="*/ 152620 w 197736"/>
                  <a:gd name="connsiteY11" fmla="*/ 203478 h 307059"/>
                  <a:gd name="connsiteX12" fmla="*/ 152620 w 197736"/>
                  <a:gd name="connsiteY12" fmla="*/ 178050 h 307059"/>
                  <a:gd name="connsiteX13" fmla="*/ 93560 w 197736"/>
                  <a:gd name="connsiteY13" fmla="*/ 205939 h 307059"/>
                  <a:gd name="connsiteX14" fmla="*/ 29578 w 197736"/>
                  <a:gd name="connsiteY14" fmla="*/ 179690 h 307059"/>
                  <a:gd name="connsiteX15" fmla="*/ 47 w 197736"/>
                  <a:gd name="connsiteY15" fmla="*/ 102583 h 307059"/>
                  <a:gd name="connsiteX16" fmla="*/ 28757 w 197736"/>
                  <a:gd name="connsiteY16" fmla="*/ 27117 h 307059"/>
                  <a:gd name="connsiteX17" fmla="*/ 95200 w 197736"/>
                  <a:gd name="connsiteY17" fmla="*/ 48 h 307059"/>
                  <a:gd name="connsiteX18" fmla="*/ 153441 w 197736"/>
                  <a:gd name="connsiteY18" fmla="*/ 26297 h 307059"/>
                  <a:gd name="connsiteX19" fmla="*/ 152620 w 197736"/>
                  <a:gd name="connsiteY19" fmla="*/ 5790 h 307059"/>
                  <a:gd name="connsiteX20" fmla="*/ 152620 w 197736"/>
                  <a:gd name="connsiteY20" fmla="*/ 5790 h 307059"/>
                  <a:gd name="connsiteX21" fmla="*/ 65670 w 197736"/>
                  <a:gd name="connsiteY21" fmla="*/ 55007 h 307059"/>
                  <a:gd name="connsiteX22" fmla="*/ 45983 w 197736"/>
                  <a:gd name="connsiteY22" fmla="*/ 104224 h 307059"/>
                  <a:gd name="connsiteX23" fmla="*/ 65670 w 197736"/>
                  <a:gd name="connsiteY23" fmla="*/ 153441 h 307059"/>
                  <a:gd name="connsiteX24" fmla="*/ 100122 w 197736"/>
                  <a:gd name="connsiteY24" fmla="*/ 166566 h 307059"/>
                  <a:gd name="connsiteX25" fmla="*/ 137855 w 197736"/>
                  <a:gd name="connsiteY25" fmla="*/ 150980 h 307059"/>
                  <a:gd name="connsiteX26" fmla="*/ 155081 w 197736"/>
                  <a:gd name="connsiteY26" fmla="*/ 105044 h 307059"/>
                  <a:gd name="connsiteX27" fmla="*/ 137035 w 197736"/>
                  <a:gd name="connsiteY27" fmla="*/ 55827 h 307059"/>
                  <a:gd name="connsiteX28" fmla="*/ 100943 w 197736"/>
                  <a:gd name="connsiteY28" fmla="*/ 41882 h 307059"/>
                  <a:gd name="connsiteX29" fmla="*/ 65670 w 197736"/>
                  <a:gd name="connsiteY29" fmla="*/ 55007 h 307059"/>
                  <a:gd name="connsiteX30" fmla="*/ 65670 w 197736"/>
                  <a:gd name="connsiteY30" fmla="*/ 55007 h 307059"/>
                  <a:gd name="connsiteX31" fmla="*/ 65670 w 197736"/>
                  <a:gd name="connsiteY31" fmla="*/ 55007 h 307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7736" h="307059">
                    <a:moveTo>
                      <a:pt x="152620" y="5790"/>
                    </a:moveTo>
                    <a:lnTo>
                      <a:pt x="197736" y="5790"/>
                    </a:lnTo>
                    <a:lnTo>
                      <a:pt x="197736" y="185432"/>
                    </a:lnTo>
                    <a:cubicBezTo>
                      <a:pt x="197736" y="231368"/>
                      <a:pt x="192815" y="264180"/>
                      <a:pt x="165745" y="286327"/>
                    </a:cubicBezTo>
                    <a:cubicBezTo>
                      <a:pt x="147699" y="301093"/>
                      <a:pt x="124731" y="308475"/>
                      <a:pt x="100943" y="306835"/>
                    </a:cubicBezTo>
                    <a:cubicBezTo>
                      <a:pt x="77154" y="307655"/>
                      <a:pt x="54186" y="299452"/>
                      <a:pt x="36960" y="283046"/>
                    </a:cubicBezTo>
                    <a:cubicBezTo>
                      <a:pt x="21375" y="266641"/>
                      <a:pt x="11531" y="245313"/>
                      <a:pt x="8250" y="222345"/>
                    </a:cubicBezTo>
                    <a:lnTo>
                      <a:pt x="52546" y="222345"/>
                    </a:lnTo>
                    <a:cubicBezTo>
                      <a:pt x="54186" y="233829"/>
                      <a:pt x="59108" y="244493"/>
                      <a:pt x="67311" y="252696"/>
                    </a:cubicBezTo>
                    <a:cubicBezTo>
                      <a:pt x="76334" y="261719"/>
                      <a:pt x="89458" y="266641"/>
                      <a:pt x="102583" y="265820"/>
                    </a:cubicBezTo>
                    <a:cubicBezTo>
                      <a:pt x="115708" y="266641"/>
                      <a:pt x="128832" y="261719"/>
                      <a:pt x="137855" y="252696"/>
                    </a:cubicBezTo>
                    <a:cubicBezTo>
                      <a:pt x="149339" y="238751"/>
                      <a:pt x="155081" y="221525"/>
                      <a:pt x="152620" y="203478"/>
                    </a:cubicBezTo>
                    <a:lnTo>
                      <a:pt x="152620" y="178050"/>
                    </a:lnTo>
                    <a:cubicBezTo>
                      <a:pt x="138676" y="196096"/>
                      <a:pt x="116528" y="206760"/>
                      <a:pt x="93560" y="205939"/>
                    </a:cubicBezTo>
                    <a:cubicBezTo>
                      <a:pt x="68951" y="206760"/>
                      <a:pt x="45983" y="197736"/>
                      <a:pt x="29578" y="179690"/>
                    </a:cubicBezTo>
                    <a:cubicBezTo>
                      <a:pt x="9891" y="158363"/>
                      <a:pt x="47" y="131293"/>
                      <a:pt x="47" y="102583"/>
                    </a:cubicBezTo>
                    <a:cubicBezTo>
                      <a:pt x="-773" y="74694"/>
                      <a:pt x="9070" y="47624"/>
                      <a:pt x="28757" y="27117"/>
                    </a:cubicBezTo>
                    <a:cubicBezTo>
                      <a:pt x="45983" y="9071"/>
                      <a:pt x="69772" y="-773"/>
                      <a:pt x="95200" y="48"/>
                    </a:cubicBezTo>
                    <a:cubicBezTo>
                      <a:pt x="117348" y="-773"/>
                      <a:pt x="138676" y="9071"/>
                      <a:pt x="153441" y="26297"/>
                    </a:cubicBezTo>
                    <a:lnTo>
                      <a:pt x="152620" y="5790"/>
                    </a:lnTo>
                    <a:lnTo>
                      <a:pt x="152620" y="5790"/>
                    </a:lnTo>
                    <a:close/>
                    <a:moveTo>
                      <a:pt x="65670" y="55007"/>
                    </a:moveTo>
                    <a:cubicBezTo>
                      <a:pt x="52546" y="68131"/>
                      <a:pt x="45163" y="86178"/>
                      <a:pt x="45983" y="104224"/>
                    </a:cubicBezTo>
                    <a:cubicBezTo>
                      <a:pt x="45163" y="122270"/>
                      <a:pt x="52546" y="140316"/>
                      <a:pt x="65670" y="153441"/>
                    </a:cubicBezTo>
                    <a:cubicBezTo>
                      <a:pt x="75514" y="161644"/>
                      <a:pt x="87818" y="166566"/>
                      <a:pt x="100122" y="166566"/>
                    </a:cubicBezTo>
                    <a:cubicBezTo>
                      <a:pt x="114067" y="167386"/>
                      <a:pt x="128012" y="161644"/>
                      <a:pt x="137855" y="150980"/>
                    </a:cubicBezTo>
                    <a:cubicBezTo>
                      <a:pt x="149339" y="138676"/>
                      <a:pt x="155081" y="122270"/>
                      <a:pt x="155081" y="105044"/>
                    </a:cubicBezTo>
                    <a:cubicBezTo>
                      <a:pt x="155902" y="86998"/>
                      <a:pt x="149339" y="68952"/>
                      <a:pt x="137035" y="55827"/>
                    </a:cubicBezTo>
                    <a:cubicBezTo>
                      <a:pt x="127192" y="45984"/>
                      <a:pt x="114067" y="41062"/>
                      <a:pt x="100943" y="41882"/>
                    </a:cubicBezTo>
                    <a:cubicBezTo>
                      <a:pt x="86998" y="41062"/>
                      <a:pt x="74693" y="45984"/>
                      <a:pt x="65670" y="55007"/>
                    </a:cubicBezTo>
                    <a:lnTo>
                      <a:pt x="65670" y="55007"/>
                    </a:lnTo>
                    <a:lnTo>
                      <a:pt x="65670" y="55007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9A8CC9A-E53A-807B-A0F5-9120996340BA}"/>
                  </a:ext>
                </a:extLst>
              </p:cNvPr>
              <p:cNvSpPr/>
              <p:nvPr/>
            </p:nvSpPr>
            <p:spPr>
              <a:xfrm>
                <a:off x="3042365" y="11990900"/>
                <a:ext cx="45126" cy="301865"/>
              </a:xfrm>
              <a:custGeom>
                <a:avLst/>
                <a:gdLst>
                  <a:gd name="connsiteX0" fmla="*/ 45127 w 45126"/>
                  <a:gd name="connsiteY0" fmla="*/ 0 h 301865"/>
                  <a:gd name="connsiteX1" fmla="*/ 45127 w 45126"/>
                  <a:gd name="connsiteY1" fmla="*/ 301865 h 301865"/>
                  <a:gd name="connsiteX2" fmla="*/ 11 w 45126"/>
                  <a:gd name="connsiteY2" fmla="*/ 301865 h 301865"/>
                  <a:gd name="connsiteX3" fmla="*/ 11 w 45126"/>
                  <a:gd name="connsiteY3" fmla="*/ 36093 h 301865"/>
                  <a:gd name="connsiteX4" fmla="*/ 45127 w 45126"/>
                  <a:gd name="connsiteY4" fmla="*/ 0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26" h="301865">
                    <a:moveTo>
                      <a:pt x="45127" y="0"/>
                    </a:moveTo>
                    <a:lnTo>
                      <a:pt x="45127" y="301865"/>
                    </a:lnTo>
                    <a:lnTo>
                      <a:pt x="11" y="301865"/>
                    </a:lnTo>
                    <a:lnTo>
                      <a:pt x="11" y="36093"/>
                    </a:lnTo>
                    <a:cubicBezTo>
                      <a:pt x="-809" y="36093"/>
                      <a:pt x="45127" y="0"/>
                      <a:pt x="45127" y="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56E83A1A-E133-1FB8-12A3-A75A61BA801D}"/>
                  </a:ext>
                </a:extLst>
              </p:cNvPr>
              <p:cNvSpPr/>
              <p:nvPr/>
            </p:nvSpPr>
            <p:spPr>
              <a:xfrm>
                <a:off x="3850358" y="11990900"/>
                <a:ext cx="45115" cy="62341"/>
              </a:xfrm>
              <a:custGeom>
                <a:avLst/>
                <a:gdLst>
                  <a:gd name="connsiteX0" fmla="*/ 45116 w 45115"/>
                  <a:gd name="connsiteY0" fmla="*/ 0 h 62341"/>
                  <a:gd name="connsiteX1" fmla="*/ 45116 w 45115"/>
                  <a:gd name="connsiteY1" fmla="*/ 62342 h 62341"/>
                  <a:gd name="connsiteX2" fmla="*/ 0 w 45115"/>
                  <a:gd name="connsiteY2" fmla="*/ 62342 h 62341"/>
                  <a:gd name="connsiteX3" fmla="*/ 0 w 45115"/>
                  <a:gd name="connsiteY3" fmla="*/ 36093 h 62341"/>
                  <a:gd name="connsiteX4" fmla="*/ 45116 w 45115"/>
                  <a:gd name="connsiteY4" fmla="*/ 0 h 62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62341">
                    <a:moveTo>
                      <a:pt x="45116" y="0"/>
                    </a:moveTo>
                    <a:lnTo>
                      <a:pt x="45116" y="62342"/>
                    </a:lnTo>
                    <a:lnTo>
                      <a:pt x="0" y="62342"/>
                    </a:lnTo>
                    <a:lnTo>
                      <a:pt x="0" y="36093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7F3C071-FF93-482C-FD37-9187048A47F8}"/>
                  </a:ext>
                </a:extLst>
              </p:cNvPr>
              <p:cNvSpPr/>
              <p:nvPr/>
            </p:nvSpPr>
            <p:spPr>
              <a:xfrm>
                <a:off x="3132563" y="12092565"/>
                <a:ext cx="185618" cy="206133"/>
              </a:xfrm>
              <a:custGeom>
                <a:avLst/>
                <a:gdLst>
                  <a:gd name="connsiteX0" fmla="*/ 184608 w 185618"/>
                  <a:gd name="connsiteY0" fmla="*/ 155906 h 206133"/>
                  <a:gd name="connsiteX1" fmla="*/ 151797 w 185618"/>
                  <a:gd name="connsiteY1" fmla="*/ 191178 h 206133"/>
                  <a:gd name="connsiteX2" fmla="*/ 94377 w 185618"/>
                  <a:gd name="connsiteY2" fmla="*/ 205943 h 206133"/>
                  <a:gd name="connsiteX3" fmla="*/ 28754 w 185618"/>
                  <a:gd name="connsiteY3" fmla="*/ 181335 h 206133"/>
                  <a:gd name="connsiteX4" fmla="*/ 44 w 185618"/>
                  <a:gd name="connsiteY4" fmla="*/ 106689 h 206133"/>
                  <a:gd name="connsiteX5" fmla="*/ 31215 w 185618"/>
                  <a:gd name="connsiteY5" fmla="*/ 26301 h 206133"/>
                  <a:gd name="connsiteX6" fmla="*/ 96018 w 185618"/>
                  <a:gd name="connsiteY6" fmla="*/ 51 h 206133"/>
                  <a:gd name="connsiteX7" fmla="*/ 158359 w 185618"/>
                  <a:gd name="connsiteY7" fmla="*/ 25480 h 206133"/>
                  <a:gd name="connsiteX8" fmla="*/ 185429 w 185618"/>
                  <a:gd name="connsiteY8" fmla="*/ 107509 h 206133"/>
                  <a:gd name="connsiteX9" fmla="*/ 185429 w 185618"/>
                  <a:gd name="connsiteY9" fmla="*/ 113251 h 206133"/>
                  <a:gd name="connsiteX10" fmla="*/ 45980 w 185618"/>
                  <a:gd name="connsiteY10" fmla="*/ 113251 h 206133"/>
                  <a:gd name="connsiteX11" fmla="*/ 62386 w 185618"/>
                  <a:gd name="connsiteY11" fmla="*/ 152625 h 206133"/>
                  <a:gd name="connsiteX12" fmla="*/ 96838 w 185618"/>
                  <a:gd name="connsiteY12" fmla="*/ 164929 h 206133"/>
                  <a:gd name="connsiteX13" fmla="*/ 128009 w 185618"/>
                  <a:gd name="connsiteY13" fmla="*/ 155085 h 206133"/>
                  <a:gd name="connsiteX14" fmla="*/ 146055 w 185618"/>
                  <a:gd name="connsiteY14" fmla="*/ 133758 h 206133"/>
                  <a:gd name="connsiteX15" fmla="*/ 184608 w 185618"/>
                  <a:gd name="connsiteY15" fmla="*/ 155906 h 206133"/>
                  <a:gd name="connsiteX16" fmla="*/ 184608 w 185618"/>
                  <a:gd name="connsiteY16" fmla="*/ 155906 h 206133"/>
                  <a:gd name="connsiteX17" fmla="*/ 140313 w 185618"/>
                  <a:gd name="connsiteY17" fmla="*/ 76338 h 206133"/>
                  <a:gd name="connsiteX18" fmla="*/ 126368 w 185618"/>
                  <a:gd name="connsiteY18" fmla="*/ 50089 h 206133"/>
                  <a:gd name="connsiteX19" fmla="*/ 64026 w 185618"/>
                  <a:gd name="connsiteY19" fmla="*/ 51729 h 206133"/>
                  <a:gd name="connsiteX20" fmla="*/ 50082 w 185618"/>
                  <a:gd name="connsiteY20" fmla="*/ 76338 h 206133"/>
                  <a:gd name="connsiteX21" fmla="*/ 140313 w 185618"/>
                  <a:gd name="connsiteY21" fmla="*/ 76338 h 206133"/>
                  <a:gd name="connsiteX22" fmla="*/ 140313 w 185618"/>
                  <a:gd name="connsiteY22" fmla="*/ 76338 h 20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5618" h="206133">
                    <a:moveTo>
                      <a:pt x="184608" y="155906"/>
                    </a:moveTo>
                    <a:cubicBezTo>
                      <a:pt x="176406" y="170671"/>
                      <a:pt x="165742" y="182155"/>
                      <a:pt x="151797" y="191178"/>
                    </a:cubicBezTo>
                    <a:cubicBezTo>
                      <a:pt x="134571" y="201021"/>
                      <a:pt x="114884" y="206764"/>
                      <a:pt x="94377" y="205943"/>
                    </a:cubicBezTo>
                    <a:cubicBezTo>
                      <a:pt x="69768" y="207584"/>
                      <a:pt x="45980" y="198561"/>
                      <a:pt x="28754" y="181335"/>
                    </a:cubicBezTo>
                    <a:cubicBezTo>
                      <a:pt x="9887" y="161648"/>
                      <a:pt x="-776" y="134578"/>
                      <a:pt x="44" y="106689"/>
                    </a:cubicBezTo>
                    <a:cubicBezTo>
                      <a:pt x="-776" y="77158"/>
                      <a:pt x="10708" y="48448"/>
                      <a:pt x="31215" y="26301"/>
                    </a:cubicBezTo>
                    <a:cubicBezTo>
                      <a:pt x="48441" y="9075"/>
                      <a:pt x="72229" y="-769"/>
                      <a:pt x="96018" y="51"/>
                    </a:cubicBezTo>
                    <a:cubicBezTo>
                      <a:pt x="119806" y="-769"/>
                      <a:pt x="141954" y="8254"/>
                      <a:pt x="158359" y="25480"/>
                    </a:cubicBezTo>
                    <a:cubicBezTo>
                      <a:pt x="178046" y="48448"/>
                      <a:pt x="187069" y="77979"/>
                      <a:pt x="185429" y="107509"/>
                    </a:cubicBezTo>
                    <a:lnTo>
                      <a:pt x="185429" y="113251"/>
                    </a:lnTo>
                    <a:lnTo>
                      <a:pt x="45980" y="113251"/>
                    </a:lnTo>
                    <a:cubicBezTo>
                      <a:pt x="46800" y="128016"/>
                      <a:pt x="52542" y="141961"/>
                      <a:pt x="62386" y="152625"/>
                    </a:cubicBezTo>
                    <a:cubicBezTo>
                      <a:pt x="71409" y="161648"/>
                      <a:pt x="84534" y="165749"/>
                      <a:pt x="96838" y="164929"/>
                    </a:cubicBezTo>
                    <a:cubicBezTo>
                      <a:pt x="108322" y="165749"/>
                      <a:pt x="118986" y="161648"/>
                      <a:pt x="128009" y="155085"/>
                    </a:cubicBezTo>
                    <a:cubicBezTo>
                      <a:pt x="135391" y="149343"/>
                      <a:pt x="141133" y="141961"/>
                      <a:pt x="146055" y="133758"/>
                    </a:cubicBezTo>
                    <a:lnTo>
                      <a:pt x="184608" y="155906"/>
                    </a:lnTo>
                    <a:lnTo>
                      <a:pt x="184608" y="155906"/>
                    </a:lnTo>
                    <a:close/>
                    <a:moveTo>
                      <a:pt x="140313" y="76338"/>
                    </a:moveTo>
                    <a:cubicBezTo>
                      <a:pt x="138672" y="66495"/>
                      <a:pt x="133751" y="57471"/>
                      <a:pt x="126368" y="50089"/>
                    </a:cubicBezTo>
                    <a:cubicBezTo>
                      <a:pt x="108322" y="34503"/>
                      <a:pt x="81252" y="35324"/>
                      <a:pt x="64026" y="51729"/>
                    </a:cubicBezTo>
                    <a:cubicBezTo>
                      <a:pt x="57464" y="58292"/>
                      <a:pt x="52542" y="67315"/>
                      <a:pt x="50082" y="76338"/>
                    </a:cubicBezTo>
                    <a:lnTo>
                      <a:pt x="140313" y="76338"/>
                    </a:lnTo>
                    <a:lnTo>
                      <a:pt x="140313" y="76338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52580CD-4FCA-3965-0476-F4881BE6E5BC}"/>
                  </a:ext>
                </a:extLst>
              </p:cNvPr>
              <p:cNvSpPr/>
              <p:nvPr/>
            </p:nvSpPr>
            <p:spPr>
              <a:xfrm>
                <a:off x="3364748" y="12092568"/>
                <a:ext cx="197688" cy="306014"/>
              </a:xfrm>
              <a:custGeom>
                <a:avLst/>
                <a:gdLst>
                  <a:gd name="connsiteX0" fmla="*/ 45116 w 197688"/>
                  <a:gd name="connsiteY0" fmla="*/ 306014 h 306014"/>
                  <a:gd name="connsiteX1" fmla="*/ 0 w 197688"/>
                  <a:gd name="connsiteY1" fmla="*/ 306014 h 306014"/>
                  <a:gd name="connsiteX2" fmla="*/ 0 w 197688"/>
                  <a:gd name="connsiteY2" fmla="*/ 4969 h 306014"/>
                  <a:gd name="connsiteX3" fmla="*/ 45116 w 197688"/>
                  <a:gd name="connsiteY3" fmla="*/ 4969 h 306014"/>
                  <a:gd name="connsiteX4" fmla="*/ 45116 w 197688"/>
                  <a:gd name="connsiteY4" fmla="*/ 26297 h 306014"/>
                  <a:gd name="connsiteX5" fmla="*/ 102536 w 197688"/>
                  <a:gd name="connsiteY5" fmla="*/ 48 h 306014"/>
                  <a:gd name="connsiteX6" fmla="*/ 197689 w 197688"/>
                  <a:gd name="connsiteY6" fmla="*/ 100943 h 306014"/>
                  <a:gd name="connsiteX7" fmla="*/ 103356 w 197688"/>
                  <a:gd name="connsiteY7" fmla="*/ 205119 h 306014"/>
                  <a:gd name="connsiteX8" fmla="*/ 45116 w 197688"/>
                  <a:gd name="connsiteY8" fmla="*/ 176409 h 306014"/>
                  <a:gd name="connsiteX9" fmla="*/ 45116 w 197688"/>
                  <a:gd name="connsiteY9" fmla="*/ 306014 h 306014"/>
                  <a:gd name="connsiteX10" fmla="*/ 45116 w 197688"/>
                  <a:gd name="connsiteY10" fmla="*/ 306014 h 306014"/>
                  <a:gd name="connsiteX11" fmla="*/ 42655 w 197688"/>
                  <a:gd name="connsiteY11" fmla="*/ 104224 h 306014"/>
                  <a:gd name="connsiteX12" fmla="*/ 97614 w 197688"/>
                  <a:gd name="connsiteY12" fmla="*/ 165745 h 306014"/>
                  <a:gd name="connsiteX13" fmla="*/ 151753 w 197688"/>
                  <a:gd name="connsiteY13" fmla="*/ 104224 h 306014"/>
                  <a:gd name="connsiteX14" fmla="*/ 97614 w 197688"/>
                  <a:gd name="connsiteY14" fmla="*/ 41882 h 306014"/>
                  <a:gd name="connsiteX15" fmla="*/ 42655 w 197688"/>
                  <a:gd name="connsiteY15" fmla="*/ 104224 h 306014"/>
                  <a:gd name="connsiteX16" fmla="*/ 42655 w 197688"/>
                  <a:gd name="connsiteY16" fmla="*/ 104224 h 306014"/>
                  <a:gd name="connsiteX17" fmla="*/ 42655 w 197688"/>
                  <a:gd name="connsiteY17" fmla="*/ 104224 h 306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7688" h="306014">
                    <a:moveTo>
                      <a:pt x="45116" y="306014"/>
                    </a:moveTo>
                    <a:lnTo>
                      <a:pt x="0" y="306014"/>
                    </a:lnTo>
                    <a:lnTo>
                      <a:pt x="0" y="4969"/>
                    </a:lnTo>
                    <a:lnTo>
                      <a:pt x="45116" y="4969"/>
                    </a:lnTo>
                    <a:lnTo>
                      <a:pt x="45116" y="26297"/>
                    </a:lnTo>
                    <a:cubicBezTo>
                      <a:pt x="59061" y="9071"/>
                      <a:pt x="80388" y="-773"/>
                      <a:pt x="102536" y="48"/>
                    </a:cubicBezTo>
                    <a:cubicBezTo>
                      <a:pt x="154214" y="48"/>
                      <a:pt x="197689" y="39421"/>
                      <a:pt x="197689" y="100943"/>
                    </a:cubicBezTo>
                    <a:cubicBezTo>
                      <a:pt x="197689" y="166566"/>
                      <a:pt x="149292" y="205119"/>
                      <a:pt x="103356" y="205119"/>
                    </a:cubicBezTo>
                    <a:cubicBezTo>
                      <a:pt x="80388" y="204299"/>
                      <a:pt x="59061" y="194455"/>
                      <a:pt x="45116" y="176409"/>
                    </a:cubicBezTo>
                    <a:lnTo>
                      <a:pt x="45116" y="306014"/>
                    </a:lnTo>
                    <a:lnTo>
                      <a:pt x="45116" y="306014"/>
                    </a:lnTo>
                    <a:close/>
                    <a:moveTo>
                      <a:pt x="42655" y="104224"/>
                    </a:moveTo>
                    <a:cubicBezTo>
                      <a:pt x="42655" y="145238"/>
                      <a:pt x="68904" y="165745"/>
                      <a:pt x="97614" y="165745"/>
                    </a:cubicBezTo>
                    <a:cubicBezTo>
                      <a:pt x="130425" y="165745"/>
                      <a:pt x="151753" y="137856"/>
                      <a:pt x="151753" y="104224"/>
                    </a:cubicBezTo>
                    <a:cubicBezTo>
                      <a:pt x="151753" y="70592"/>
                      <a:pt x="130425" y="41882"/>
                      <a:pt x="97614" y="41882"/>
                    </a:cubicBezTo>
                    <a:cubicBezTo>
                      <a:pt x="68904" y="41062"/>
                      <a:pt x="42655" y="61569"/>
                      <a:pt x="42655" y="104224"/>
                    </a:cubicBezTo>
                    <a:lnTo>
                      <a:pt x="42655" y="104224"/>
                    </a:lnTo>
                    <a:lnTo>
                      <a:pt x="42655" y="10422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BFDCB67-3E71-382F-191F-12C541E19AE8}"/>
                  </a:ext>
                </a:extLst>
              </p:cNvPr>
              <p:cNvSpPr/>
              <p:nvPr/>
            </p:nvSpPr>
            <p:spPr>
              <a:xfrm>
                <a:off x="3597699" y="12091751"/>
                <a:ext cx="208374" cy="208407"/>
              </a:xfrm>
              <a:custGeom>
                <a:avLst/>
                <a:gdLst>
                  <a:gd name="connsiteX0" fmla="*/ 208363 w 208374"/>
                  <a:gd name="connsiteY0" fmla="*/ 103400 h 208407"/>
                  <a:gd name="connsiteX1" fmla="*/ 105828 w 208374"/>
                  <a:gd name="connsiteY1" fmla="*/ 208397 h 208407"/>
                  <a:gd name="connsiteX2" fmla="*/ 11 w 208374"/>
                  <a:gd name="connsiteY2" fmla="*/ 105861 h 208407"/>
                  <a:gd name="connsiteX3" fmla="*/ 102547 w 208374"/>
                  <a:gd name="connsiteY3" fmla="*/ 44 h 208407"/>
                  <a:gd name="connsiteX4" fmla="*/ 104187 w 208374"/>
                  <a:gd name="connsiteY4" fmla="*/ 44 h 208407"/>
                  <a:gd name="connsiteX5" fmla="*/ 208363 w 208374"/>
                  <a:gd name="connsiteY5" fmla="*/ 98478 h 208407"/>
                  <a:gd name="connsiteX6" fmla="*/ 208363 w 208374"/>
                  <a:gd name="connsiteY6" fmla="*/ 103400 h 208407"/>
                  <a:gd name="connsiteX7" fmla="*/ 208363 w 208374"/>
                  <a:gd name="connsiteY7" fmla="*/ 103400 h 208407"/>
                  <a:gd name="connsiteX8" fmla="*/ 161607 w 208374"/>
                  <a:gd name="connsiteY8" fmla="*/ 104220 h 208407"/>
                  <a:gd name="connsiteX9" fmla="*/ 104187 w 208374"/>
                  <a:gd name="connsiteY9" fmla="*/ 41879 h 208407"/>
                  <a:gd name="connsiteX10" fmla="*/ 46767 w 208374"/>
                  <a:gd name="connsiteY10" fmla="*/ 104220 h 208407"/>
                  <a:gd name="connsiteX11" fmla="*/ 104187 w 208374"/>
                  <a:gd name="connsiteY11" fmla="*/ 165742 h 208407"/>
                  <a:gd name="connsiteX12" fmla="*/ 161607 w 208374"/>
                  <a:gd name="connsiteY12" fmla="*/ 104220 h 208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374" h="208407">
                    <a:moveTo>
                      <a:pt x="208363" y="103400"/>
                    </a:moveTo>
                    <a:cubicBezTo>
                      <a:pt x="209184" y="160820"/>
                      <a:pt x="163248" y="208397"/>
                      <a:pt x="105828" y="208397"/>
                    </a:cubicBezTo>
                    <a:cubicBezTo>
                      <a:pt x="48408" y="209217"/>
                      <a:pt x="831" y="163281"/>
                      <a:pt x="11" y="105861"/>
                    </a:cubicBezTo>
                    <a:cubicBezTo>
                      <a:pt x="-809" y="48441"/>
                      <a:pt x="45127" y="864"/>
                      <a:pt x="102547" y="44"/>
                    </a:cubicBezTo>
                    <a:cubicBezTo>
                      <a:pt x="103367" y="44"/>
                      <a:pt x="103367" y="44"/>
                      <a:pt x="104187" y="44"/>
                    </a:cubicBezTo>
                    <a:cubicBezTo>
                      <a:pt x="159967" y="-1596"/>
                      <a:pt x="206723" y="42699"/>
                      <a:pt x="208363" y="98478"/>
                    </a:cubicBezTo>
                    <a:cubicBezTo>
                      <a:pt x="208363" y="100939"/>
                      <a:pt x="208363" y="102580"/>
                      <a:pt x="208363" y="103400"/>
                    </a:cubicBezTo>
                    <a:lnTo>
                      <a:pt x="208363" y="103400"/>
                    </a:lnTo>
                    <a:close/>
                    <a:moveTo>
                      <a:pt x="161607" y="104220"/>
                    </a:moveTo>
                    <a:cubicBezTo>
                      <a:pt x="161607" y="59925"/>
                      <a:pt x="132897" y="41879"/>
                      <a:pt x="104187" y="41879"/>
                    </a:cubicBezTo>
                    <a:cubicBezTo>
                      <a:pt x="75477" y="41879"/>
                      <a:pt x="46767" y="59925"/>
                      <a:pt x="46767" y="104220"/>
                    </a:cubicBezTo>
                    <a:cubicBezTo>
                      <a:pt x="46767" y="141954"/>
                      <a:pt x="68915" y="165742"/>
                      <a:pt x="104187" y="165742"/>
                    </a:cubicBezTo>
                    <a:cubicBezTo>
                      <a:pt x="139459" y="165742"/>
                      <a:pt x="161607" y="141954"/>
                      <a:pt x="161607" y="104220"/>
                    </a:cubicBez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307934C-9296-3F19-426D-56D2707EF52F}"/>
                  </a:ext>
                </a:extLst>
              </p:cNvPr>
              <p:cNvSpPr/>
              <p:nvPr/>
            </p:nvSpPr>
            <p:spPr>
              <a:xfrm>
                <a:off x="3850358" y="12097538"/>
                <a:ext cx="45115" cy="194407"/>
              </a:xfrm>
              <a:custGeom>
                <a:avLst/>
                <a:gdLst>
                  <a:gd name="connsiteX0" fmla="*/ 45116 w 45115"/>
                  <a:gd name="connsiteY0" fmla="*/ 0 h 194407"/>
                  <a:gd name="connsiteX1" fmla="*/ 45116 w 45115"/>
                  <a:gd name="connsiteY1" fmla="*/ 194408 h 194407"/>
                  <a:gd name="connsiteX2" fmla="*/ 0 w 45115"/>
                  <a:gd name="connsiteY2" fmla="*/ 194408 h 194407"/>
                  <a:gd name="connsiteX3" fmla="*/ 0 w 45115"/>
                  <a:gd name="connsiteY3" fmla="*/ 0 h 194407"/>
                  <a:gd name="connsiteX4" fmla="*/ 45116 w 45115"/>
                  <a:gd name="connsiteY4" fmla="*/ 0 h 194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15" h="194407">
                    <a:moveTo>
                      <a:pt x="45116" y="0"/>
                    </a:moveTo>
                    <a:lnTo>
                      <a:pt x="45116" y="194408"/>
                    </a:lnTo>
                    <a:lnTo>
                      <a:pt x="0" y="194408"/>
                    </a:lnTo>
                    <a:lnTo>
                      <a:pt x="0" y="0"/>
                    </a:lnTo>
                    <a:lnTo>
                      <a:pt x="45116" y="0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FE71BF5C-FCEB-5870-F87C-A286778D5FA7}"/>
                  </a:ext>
                </a:extLst>
              </p:cNvPr>
              <p:cNvSpPr/>
              <p:nvPr/>
            </p:nvSpPr>
            <p:spPr>
              <a:xfrm>
                <a:off x="3950432" y="12092439"/>
                <a:ext cx="167338" cy="200326"/>
              </a:xfrm>
              <a:custGeom>
                <a:avLst/>
                <a:gdLst>
                  <a:gd name="connsiteX0" fmla="*/ 0 w 167338"/>
                  <a:gd name="connsiteY0" fmla="*/ 5099 h 200326"/>
                  <a:gd name="connsiteX1" fmla="*/ 45116 w 167338"/>
                  <a:gd name="connsiteY1" fmla="*/ 5099 h 200326"/>
                  <a:gd name="connsiteX2" fmla="*/ 45116 w 167338"/>
                  <a:gd name="connsiteY2" fmla="*/ 23145 h 200326"/>
                  <a:gd name="connsiteX3" fmla="*/ 97614 w 167338"/>
                  <a:gd name="connsiteY3" fmla="*/ 177 h 200326"/>
                  <a:gd name="connsiteX4" fmla="*/ 155034 w 167338"/>
                  <a:gd name="connsiteY4" fmla="*/ 26426 h 200326"/>
                  <a:gd name="connsiteX5" fmla="*/ 167338 w 167338"/>
                  <a:gd name="connsiteY5" fmla="*/ 80565 h 200326"/>
                  <a:gd name="connsiteX6" fmla="*/ 167338 w 167338"/>
                  <a:gd name="connsiteY6" fmla="*/ 199507 h 200326"/>
                  <a:gd name="connsiteX7" fmla="*/ 122223 w 167338"/>
                  <a:gd name="connsiteY7" fmla="*/ 199507 h 200326"/>
                  <a:gd name="connsiteX8" fmla="*/ 122223 w 167338"/>
                  <a:gd name="connsiteY8" fmla="*/ 92049 h 200326"/>
                  <a:gd name="connsiteX9" fmla="*/ 86950 w 167338"/>
                  <a:gd name="connsiteY9" fmla="*/ 41191 h 200326"/>
                  <a:gd name="connsiteX10" fmla="*/ 45936 w 167338"/>
                  <a:gd name="connsiteY10" fmla="*/ 106814 h 200326"/>
                  <a:gd name="connsiteX11" fmla="*/ 45936 w 167338"/>
                  <a:gd name="connsiteY11" fmla="*/ 200327 h 200326"/>
                  <a:gd name="connsiteX12" fmla="*/ 820 w 167338"/>
                  <a:gd name="connsiteY12" fmla="*/ 200327 h 200326"/>
                  <a:gd name="connsiteX13" fmla="*/ 0 w 167338"/>
                  <a:gd name="connsiteY13" fmla="*/ 5099 h 200326"/>
                  <a:gd name="connsiteX14" fmla="*/ 0 w 167338"/>
                  <a:gd name="connsiteY14" fmla="*/ 5099 h 200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7338" h="200326">
                    <a:moveTo>
                      <a:pt x="0" y="5099"/>
                    </a:moveTo>
                    <a:lnTo>
                      <a:pt x="45116" y="5099"/>
                    </a:lnTo>
                    <a:lnTo>
                      <a:pt x="45116" y="23145"/>
                    </a:lnTo>
                    <a:cubicBezTo>
                      <a:pt x="58240" y="7560"/>
                      <a:pt x="77927" y="-643"/>
                      <a:pt x="97614" y="177"/>
                    </a:cubicBezTo>
                    <a:cubicBezTo>
                      <a:pt x="119762" y="-1464"/>
                      <a:pt x="141910" y="8380"/>
                      <a:pt x="155034" y="26426"/>
                    </a:cubicBezTo>
                    <a:cubicBezTo>
                      <a:pt x="162417" y="37090"/>
                      <a:pt x="167338" y="50214"/>
                      <a:pt x="167338" y="80565"/>
                    </a:cubicBezTo>
                    <a:lnTo>
                      <a:pt x="167338" y="199507"/>
                    </a:lnTo>
                    <a:lnTo>
                      <a:pt x="122223" y="199507"/>
                    </a:lnTo>
                    <a:lnTo>
                      <a:pt x="122223" y="92049"/>
                    </a:lnTo>
                    <a:cubicBezTo>
                      <a:pt x="122223" y="42832"/>
                      <a:pt x="104176" y="41191"/>
                      <a:pt x="86950" y="41191"/>
                    </a:cubicBezTo>
                    <a:cubicBezTo>
                      <a:pt x="66443" y="41191"/>
                      <a:pt x="45936" y="43652"/>
                      <a:pt x="45936" y="106814"/>
                    </a:cubicBezTo>
                    <a:lnTo>
                      <a:pt x="45936" y="200327"/>
                    </a:lnTo>
                    <a:lnTo>
                      <a:pt x="820" y="200327"/>
                    </a:lnTo>
                    <a:lnTo>
                      <a:pt x="0" y="5099"/>
                    </a:lnTo>
                    <a:lnTo>
                      <a:pt x="0" y="5099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899CBE5-E93D-C331-5C7C-0D2755675EA4}"/>
                  </a:ext>
                </a:extLst>
              </p:cNvPr>
              <p:cNvSpPr/>
              <p:nvPr/>
            </p:nvSpPr>
            <p:spPr>
              <a:xfrm>
                <a:off x="4156324" y="11990080"/>
                <a:ext cx="98434" cy="301865"/>
              </a:xfrm>
              <a:custGeom>
                <a:avLst/>
                <a:gdLst>
                  <a:gd name="connsiteX0" fmla="*/ 63982 w 98434"/>
                  <a:gd name="connsiteY0" fmla="*/ 149292 h 301865"/>
                  <a:gd name="connsiteX1" fmla="*/ 63982 w 98434"/>
                  <a:gd name="connsiteY1" fmla="*/ 301865 h 301865"/>
                  <a:gd name="connsiteX2" fmla="*/ 18866 w 98434"/>
                  <a:gd name="connsiteY2" fmla="*/ 301865 h 301865"/>
                  <a:gd name="connsiteX3" fmla="*/ 18866 w 98434"/>
                  <a:gd name="connsiteY3" fmla="*/ 149292 h 301865"/>
                  <a:gd name="connsiteX4" fmla="*/ 0 w 98434"/>
                  <a:gd name="connsiteY4" fmla="*/ 149292 h 301865"/>
                  <a:gd name="connsiteX5" fmla="*/ 0 w 98434"/>
                  <a:gd name="connsiteY5" fmla="*/ 107457 h 301865"/>
                  <a:gd name="connsiteX6" fmla="*/ 18866 w 98434"/>
                  <a:gd name="connsiteY6" fmla="*/ 107457 h 301865"/>
                  <a:gd name="connsiteX7" fmla="*/ 18866 w 98434"/>
                  <a:gd name="connsiteY7" fmla="*/ 36093 h 301865"/>
                  <a:gd name="connsiteX8" fmla="*/ 63982 w 98434"/>
                  <a:gd name="connsiteY8" fmla="*/ 0 h 301865"/>
                  <a:gd name="connsiteX9" fmla="*/ 63982 w 98434"/>
                  <a:gd name="connsiteY9" fmla="*/ 107457 h 301865"/>
                  <a:gd name="connsiteX10" fmla="*/ 98434 w 98434"/>
                  <a:gd name="connsiteY10" fmla="*/ 107457 h 301865"/>
                  <a:gd name="connsiteX11" fmla="*/ 98434 w 98434"/>
                  <a:gd name="connsiteY11" fmla="*/ 149292 h 301865"/>
                  <a:gd name="connsiteX12" fmla="*/ 63982 w 98434"/>
                  <a:gd name="connsiteY12" fmla="*/ 149292 h 301865"/>
                  <a:gd name="connsiteX13" fmla="*/ 63982 w 98434"/>
                  <a:gd name="connsiteY13" fmla="*/ 149292 h 3018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8434" h="301865">
                    <a:moveTo>
                      <a:pt x="63982" y="149292"/>
                    </a:moveTo>
                    <a:lnTo>
                      <a:pt x="63982" y="301865"/>
                    </a:lnTo>
                    <a:lnTo>
                      <a:pt x="18866" y="301865"/>
                    </a:lnTo>
                    <a:lnTo>
                      <a:pt x="18866" y="149292"/>
                    </a:lnTo>
                    <a:lnTo>
                      <a:pt x="0" y="149292"/>
                    </a:lnTo>
                    <a:lnTo>
                      <a:pt x="0" y="107457"/>
                    </a:lnTo>
                    <a:lnTo>
                      <a:pt x="18866" y="107457"/>
                    </a:lnTo>
                    <a:lnTo>
                      <a:pt x="18866" y="36093"/>
                    </a:lnTo>
                    <a:lnTo>
                      <a:pt x="63982" y="0"/>
                    </a:lnTo>
                    <a:lnTo>
                      <a:pt x="63982" y="107457"/>
                    </a:lnTo>
                    <a:lnTo>
                      <a:pt x="98434" y="107457"/>
                    </a:lnTo>
                    <a:lnTo>
                      <a:pt x="98434" y="149292"/>
                    </a:lnTo>
                    <a:lnTo>
                      <a:pt x="63982" y="149292"/>
                    </a:lnTo>
                    <a:lnTo>
                      <a:pt x="63982" y="149292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FB6B1CE-62A4-7B26-9F96-B7F9A9850781}"/>
                  </a:ext>
                </a:extLst>
              </p:cNvPr>
              <p:cNvSpPr/>
              <p:nvPr/>
            </p:nvSpPr>
            <p:spPr>
              <a:xfrm>
                <a:off x="2277049" y="11966292"/>
                <a:ext cx="262491" cy="326473"/>
              </a:xfrm>
              <a:custGeom>
                <a:avLst/>
                <a:gdLst>
                  <a:gd name="connsiteX0" fmla="*/ 262492 w 262491"/>
                  <a:gd name="connsiteY0" fmla="*/ 326474 h 326473"/>
                  <a:gd name="connsiteX1" fmla="*/ 131246 w 262491"/>
                  <a:gd name="connsiteY1" fmla="*/ 0 h 326473"/>
                  <a:gd name="connsiteX2" fmla="*/ 131246 w 262491"/>
                  <a:gd name="connsiteY2" fmla="*/ 0 h 326473"/>
                  <a:gd name="connsiteX3" fmla="*/ 0 w 262491"/>
                  <a:gd name="connsiteY3" fmla="*/ 326474 h 326473"/>
                  <a:gd name="connsiteX4" fmla="*/ 50858 w 262491"/>
                  <a:gd name="connsiteY4" fmla="*/ 326474 h 326473"/>
                  <a:gd name="connsiteX5" fmla="*/ 131246 w 262491"/>
                  <a:gd name="connsiteY5" fmla="*/ 118941 h 326473"/>
                  <a:gd name="connsiteX6" fmla="*/ 211634 w 262491"/>
                  <a:gd name="connsiteY6" fmla="*/ 326474 h 326473"/>
                  <a:gd name="connsiteX7" fmla="*/ 262492 w 262491"/>
                  <a:gd name="connsiteY7" fmla="*/ 326474 h 326473"/>
                  <a:gd name="connsiteX8" fmla="*/ 262492 w 262491"/>
                  <a:gd name="connsiteY8" fmla="*/ 326474 h 32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491" h="326473">
                    <a:moveTo>
                      <a:pt x="262492" y="326474"/>
                    </a:moveTo>
                    <a:lnTo>
                      <a:pt x="131246" y="0"/>
                    </a:lnTo>
                    <a:lnTo>
                      <a:pt x="131246" y="0"/>
                    </a:lnTo>
                    <a:lnTo>
                      <a:pt x="0" y="326474"/>
                    </a:lnTo>
                    <a:lnTo>
                      <a:pt x="50858" y="326474"/>
                    </a:lnTo>
                    <a:lnTo>
                      <a:pt x="131246" y="118941"/>
                    </a:lnTo>
                    <a:lnTo>
                      <a:pt x="211634" y="326474"/>
                    </a:lnTo>
                    <a:lnTo>
                      <a:pt x="262492" y="326474"/>
                    </a:lnTo>
                    <a:lnTo>
                      <a:pt x="262492" y="326474"/>
                    </a:lnTo>
                    <a:close/>
                  </a:path>
                </a:pathLst>
              </a:custGeom>
              <a:grpFill/>
              <a:ln w="81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137" name="Headshot 9 Title">
            <a:extLst>
              <a:ext uri="{FF2B5EF4-FFF2-40B4-BE49-F238E27FC236}">
                <a16:creationId xmlns:a16="http://schemas.microsoft.com/office/drawing/2014/main" id="{9B4EA6D6-E592-4893-8729-749BE936C10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173252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36" name="Headshot 9 Name">
            <a:extLst>
              <a:ext uri="{FF2B5EF4-FFF2-40B4-BE49-F238E27FC236}">
                <a16:creationId xmlns:a16="http://schemas.microsoft.com/office/drawing/2014/main" id="{235AD1C0-3695-4688-B10E-37483D282F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173252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20" name="Headshot 9 Image">
            <a:extLst>
              <a:ext uri="{FF2B5EF4-FFF2-40B4-BE49-F238E27FC236}">
                <a16:creationId xmlns:a16="http://schemas.microsoft.com/office/drawing/2014/main" id="{FE124FF8-6531-814A-8790-2179F5A32F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173252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9" name="Headshot 8 Title">
            <a:extLst>
              <a:ext uri="{FF2B5EF4-FFF2-40B4-BE49-F238E27FC236}">
                <a16:creationId xmlns:a16="http://schemas.microsoft.com/office/drawing/2014/main" id="{425C8BBB-2629-403F-AE6C-77F22674628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355494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8" name="Headshot 8 Name">
            <a:extLst>
              <a:ext uri="{FF2B5EF4-FFF2-40B4-BE49-F238E27FC236}">
                <a16:creationId xmlns:a16="http://schemas.microsoft.com/office/drawing/2014/main" id="{438637C9-22E4-43A3-B564-529C95070A8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6355494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9" name="Headshot 8 Image">
            <a:extLst>
              <a:ext uri="{FF2B5EF4-FFF2-40B4-BE49-F238E27FC236}">
                <a16:creationId xmlns:a16="http://schemas.microsoft.com/office/drawing/2014/main" id="{4C5310C9-26B2-E043-B2F5-839DDD294C0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355494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5" name="Headshot 7 Title">
            <a:extLst>
              <a:ext uri="{FF2B5EF4-FFF2-40B4-BE49-F238E27FC236}">
                <a16:creationId xmlns:a16="http://schemas.microsoft.com/office/drawing/2014/main" id="{7B729B38-71D9-4F4A-8902-E9E95C3D407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537736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4" name="Headshot 7 Name">
            <a:extLst>
              <a:ext uri="{FF2B5EF4-FFF2-40B4-BE49-F238E27FC236}">
                <a16:creationId xmlns:a16="http://schemas.microsoft.com/office/drawing/2014/main" id="{193D88E1-E637-430A-B896-20C10D9C81A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537736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8" name="Headshot 7 Image">
            <a:extLst>
              <a:ext uri="{FF2B5EF4-FFF2-40B4-BE49-F238E27FC236}">
                <a16:creationId xmlns:a16="http://schemas.microsoft.com/office/drawing/2014/main" id="{F4BD81BD-7377-EA4D-923F-88FE4E0D75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537736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1" name="Headshot 6 Title">
            <a:extLst>
              <a:ext uri="{FF2B5EF4-FFF2-40B4-BE49-F238E27FC236}">
                <a16:creationId xmlns:a16="http://schemas.microsoft.com/office/drawing/2014/main" id="{DFC132F2-8063-488A-8CD0-655B62AE94C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719978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0" name="Headshot 6 Name">
            <a:extLst>
              <a:ext uri="{FF2B5EF4-FFF2-40B4-BE49-F238E27FC236}">
                <a16:creationId xmlns:a16="http://schemas.microsoft.com/office/drawing/2014/main" id="{DE3AF9B2-2DA5-417F-ADDC-5122F2E4ECD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719978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4" name="Headshot 6 Image">
            <a:extLst>
              <a:ext uri="{FF2B5EF4-FFF2-40B4-BE49-F238E27FC236}">
                <a16:creationId xmlns:a16="http://schemas.microsoft.com/office/drawing/2014/main" id="{A52E1C16-97C6-0C4C-A4C1-DB214BC0F92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719978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17" name="Headshot 5 Title">
            <a:extLst>
              <a:ext uri="{FF2B5EF4-FFF2-40B4-BE49-F238E27FC236}">
                <a16:creationId xmlns:a16="http://schemas.microsoft.com/office/drawing/2014/main" id="{318FE40D-EEA5-4248-AED1-CF755C16C6F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02220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16" name="Headshot 5 Name">
            <a:extLst>
              <a:ext uri="{FF2B5EF4-FFF2-40B4-BE49-F238E27FC236}">
                <a16:creationId xmlns:a16="http://schemas.microsoft.com/office/drawing/2014/main" id="{02E3585C-5813-45A9-A772-E8845DD8020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902220" y="11570208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3" name="Headshot 5 Image">
            <a:extLst>
              <a:ext uri="{FF2B5EF4-FFF2-40B4-BE49-F238E27FC236}">
                <a16:creationId xmlns:a16="http://schemas.microsoft.com/office/drawing/2014/main" id="{53CF112F-1D30-9D4F-BAB2-C745A662D1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902220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87" name="Headshot 4 Title">
            <a:extLst>
              <a:ext uri="{FF2B5EF4-FFF2-40B4-BE49-F238E27FC236}">
                <a16:creationId xmlns:a16="http://schemas.microsoft.com/office/drawing/2014/main" id="{04C6C523-C73E-4677-8B82-DC1C371617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84462" y="12109704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86" name="Headshot 4 Name">
            <a:extLst>
              <a:ext uri="{FF2B5EF4-FFF2-40B4-BE49-F238E27FC236}">
                <a16:creationId xmlns:a16="http://schemas.microsoft.com/office/drawing/2014/main" id="{5A43AAF7-BD7B-4D0F-8FC6-5D16B3A6BC7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4462" y="11570208"/>
            <a:ext cx="3145536" cy="539496"/>
          </a:xfrm>
          <a:prstGeom prst="rect">
            <a:avLst/>
          </a:prstGeom>
          <a:noFill/>
        </p:spPr>
        <p:txBody>
          <a:bodyPr lIns="182880" tIns="4572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55" name="Headshot 4 Image">
            <a:extLst>
              <a:ext uri="{FF2B5EF4-FFF2-40B4-BE49-F238E27FC236}">
                <a16:creationId xmlns:a16="http://schemas.microsoft.com/office/drawing/2014/main" id="{7400B20C-D969-964E-B2B7-D2EF3E9D42E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84462" y="8424672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t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9" name="Headshot 3 Title">
            <a:extLst>
              <a:ext uri="{FF2B5EF4-FFF2-40B4-BE49-F238E27FC236}">
                <a16:creationId xmlns:a16="http://schemas.microsoft.com/office/drawing/2014/main" id="{FA7E17B7-A75B-459E-BD36-412F61E30671}"/>
              </a:ext>
            </a:extLst>
          </p:cNvPr>
          <p:cNvSpPr>
            <a:spLocks noGrp="1"/>
          </p:cNvSpPr>
          <p:nvPr userDrawn="1">
            <p:ph type="body" sz="quarter" idx="62" hasCustomPrompt="1"/>
          </p:nvPr>
        </p:nvSpPr>
        <p:spPr>
          <a:xfrm>
            <a:off x="20173252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8" name="Headshot 3 Name">
            <a:extLst>
              <a:ext uri="{FF2B5EF4-FFF2-40B4-BE49-F238E27FC236}">
                <a16:creationId xmlns:a16="http://schemas.microsoft.com/office/drawing/2014/main" id="{604D779B-1F9A-469C-8BAC-1B180766BBA0}"/>
              </a:ext>
            </a:extLst>
          </p:cNvPr>
          <p:cNvSpPr>
            <a:spLocks noGrp="1"/>
          </p:cNvSpPr>
          <p:nvPr userDrawn="1">
            <p:ph type="body" sz="quarter" idx="61" hasCustomPrompt="1"/>
          </p:nvPr>
        </p:nvSpPr>
        <p:spPr>
          <a:xfrm>
            <a:off x="20173252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7" name="Headshot 3 Image">
            <a:extLst>
              <a:ext uri="{FF2B5EF4-FFF2-40B4-BE49-F238E27FC236}">
                <a16:creationId xmlns:a16="http://schemas.microsoft.com/office/drawing/2014/main" id="{BD059C14-E991-2640-98FB-741FA61927D7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20173252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 defTabSz="1828708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7" name="Headshot 2 Title">
            <a:extLst>
              <a:ext uri="{FF2B5EF4-FFF2-40B4-BE49-F238E27FC236}">
                <a16:creationId xmlns:a16="http://schemas.microsoft.com/office/drawing/2014/main" id="{44F78D72-A4D7-412B-8D54-07450DA91307}"/>
              </a:ext>
            </a:extLst>
          </p:cNvPr>
          <p:cNvSpPr>
            <a:spLocks noGrp="1"/>
          </p:cNvSpPr>
          <p:nvPr userDrawn="1">
            <p:ph type="body" sz="quarter" idx="60" hasCustomPrompt="1"/>
          </p:nvPr>
        </p:nvSpPr>
        <p:spPr>
          <a:xfrm>
            <a:off x="16355494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bg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146" name="Headshot 2 Name">
            <a:extLst>
              <a:ext uri="{FF2B5EF4-FFF2-40B4-BE49-F238E27FC236}">
                <a16:creationId xmlns:a16="http://schemas.microsoft.com/office/drawing/2014/main" id="{C718CDDB-5D42-48CF-93CD-3607FB8BB9AB}"/>
              </a:ext>
            </a:extLst>
          </p:cNvPr>
          <p:cNvSpPr>
            <a:spLocks noGrp="1"/>
          </p:cNvSpPr>
          <p:nvPr userDrawn="1">
            <p:ph type="body" sz="quarter" idx="59" hasCustomPrompt="1"/>
          </p:nvPr>
        </p:nvSpPr>
        <p:spPr>
          <a:xfrm>
            <a:off x="16355494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6" name="Headshot 2 Image">
            <a:extLst>
              <a:ext uri="{FF2B5EF4-FFF2-40B4-BE49-F238E27FC236}">
                <a16:creationId xmlns:a16="http://schemas.microsoft.com/office/drawing/2014/main" id="{5D53F939-BDBC-AD4F-B30F-7BB7432158E8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16355494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5" name="Headshot 1 Title">
            <a:extLst>
              <a:ext uri="{FF2B5EF4-FFF2-40B4-BE49-F238E27FC236}">
                <a16:creationId xmlns:a16="http://schemas.microsoft.com/office/drawing/2014/main" id="{79E2707B-5A69-40CC-8E44-FB933406F463}"/>
              </a:ext>
            </a:extLst>
          </p:cNvPr>
          <p:cNvSpPr>
            <a:spLocks noGrp="1"/>
          </p:cNvSpPr>
          <p:nvPr userDrawn="1">
            <p:ph type="body" sz="quarter" idx="58" hasCustomPrompt="1"/>
          </p:nvPr>
        </p:nvSpPr>
        <p:spPr>
          <a:xfrm>
            <a:off x="12537736" y="6791008"/>
            <a:ext cx="3145536" cy="539496"/>
          </a:xfrm>
          <a:prstGeom prst="rect">
            <a:avLst/>
          </a:prstGeom>
          <a:noFill/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4" name="Headshot 1 Name">
            <a:extLst>
              <a:ext uri="{FF2B5EF4-FFF2-40B4-BE49-F238E27FC236}">
                <a16:creationId xmlns:a16="http://schemas.microsoft.com/office/drawing/2014/main" id="{1C075D70-4DC9-4766-9792-C861DA69328D}"/>
              </a:ext>
            </a:extLst>
          </p:cNvPr>
          <p:cNvSpPr>
            <a:spLocks noGrp="1"/>
          </p:cNvSpPr>
          <p:nvPr userDrawn="1">
            <p:ph type="body" sz="quarter" idx="57" hasCustomPrompt="1"/>
          </p:nvPr>
        </p:nvSpPr>
        <p:spPr>
          <a:xfrm>
            <a:off x="12537736" y="6251512"/>
            <a:ext cx="3145536" cy="539496"/>
          </a:xfrm>
          <a:prstGeom prst="rect">
            <a:avLst/>
          </a:prstGeom>
          <a:noFill/>
        </p:spPr>
        <p:txBody>
          <a:bodyPr lIns="182880" rIns="182880" bIns="45720" anchor="b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3" name="Headshot 1 Image">
            <a:extLst>
              <a:ext uri="{FF2B5EF4-FFF2-40B4-BE49-F238E27FC236}">
                <a16:creationId xmlns:a16="http://schemas.microsoft.com/office/drawing/2014/main" id="{15685170-DFAB-6547-8534-9967010DFFB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12537736" y="3105976"/>
            <a:ext cx="3145536" cy="3145536"/>
          </a:xfrm>
          <a:prstGeom prst="ellipse">
            <a:avLst/>
          </a:prstGeom>
          <a:noFill/>
          <a:ln w="50800">
            <a:gradFill>
              <a:gsLst>
                <a:gs pos="0">
                  <a:schemeClr val="accent2"/>
                </a:gs>
                <a:gs pos="75000">
                  <a:srgbClr val="FFA100"/>
                </a:gs>
              </a:gsLst>
              <a:lin ang="5400000" scaled="1"/>
            </a:gradFill>
          </a:ln>
        </p:spPr>
        <p:txBody>
          <a:bodyPr tIns="36576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5" name="Date Placeholder 10">
            <a:extLst>
              <a:ext uri="{FF2B5EF4-FFF2-40B4-BE49-F238E27FC236}">
                <a16:creationId xmlns:a16="http://schemas.microsoft.com/office/drawing/2014/main" id="{297F2CD1-E2CE-0730-B829-1842B7B988EA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0" y="13260491"/>
            <a:ext cx="1485900" cy="452745"/>
          </a:xfrm>
        </p:spPr>
        <p:txBody>
          <a:bodyPr/>
          <a:lstStyle/>
          <a:p>
            <a:fld id="{D3A6C4A2-1E4A-9440-9AE6-5547B9C9963D}" type="datetime4">
              <a:rPr lang="en-US" smtClean="0"/>
              <a:t>June 25, 2026</a:t>
            </a:fld>
            <a:endParaRPr 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ADC2EF40-DDB9-680A-55ED-6192DBAFAE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0531559" y="13263254"/>
            <a:ext cx="3187055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F559ACD-1C8F-FEE8-A009-6854F18E35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3718740" y="13263254"/>
            <a:ext cx="668433" cy="452746"/>
          </a:xfrm>
        </p:spPr>
        <p:txBody>
          <a:bodyPr/>
          <a:lstStyle>
            <a:lvl1pPr>
              <a:defRPr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itle">
            <a:extLst>
              <a:ext uri="{FF2B5EF4-FFF2-40B4-BE49-F238E27FC236}">
                <a16:creationId xmlns:a16="http://schemas.microsoft.com/office/drawing/2014/main" id="{DE6878F3-3479-0672-1E14-7AED0DB01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8388" y="3105976"/>
            <a:ext cx="1079712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70000"/>
              </a:lnSpc>
              <a:defRPr sz="12200" b="1" i="0" cap="none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 xml:space="preserve">Title (102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26" name="Section">
            <a:extLst>
              <a:ext uri="{FF2B5EF4-FFF2-40B4-BE49-F238E27FC236}">
                <a16:creationId xmlns:a16="http://schemas.microsoft.com/office/drawing/2014/main" id="{C5F29D92-6445-E0C2-F744-1779ACDA254B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320B77-B91E-BB54-3074-43A3E173BDF6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accent1">
              <a:lumMod val="60000"/>
              <a:lumOff val="40000"/>
              <a:alpha val="25000"/>
            </a:scheme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857F987-9D28-4CC7-DC1A-28CD019F469C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1917D60-6108-FE81-F96D-A5095FC3612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60E1446-C7B5-79F4-40C0-132B50D39431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08EBCBB-CB82-92C2-5711-919CE05B664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3" name="Orange Circle - Hyperlinked">
            <a:extLst>
              <a:ext uri="{FF2B5EF4-FFF2-40B4-BE49-F238E27FC236}">
                <a16:creationId xmlns:a16="http://schemas.microsoft.com/office/drawing/2014/main" id="{F414DAEB-B350-AD8E-A21D-D9D4C52FD442}"/>
              </a:ext>
            </a:extLst>
          </p:cNvPr>
          <p:cNvSpPr/>
          <p:nvPr userDrawn="1"/>
        </p:nvSpPr>
        <p:spPr>
          <a:xfrm>
            <a:off x="23109354" y="287077"/>
            <a:ext cx="198340" cy="198340"/>
          </a:xfrm>
          <a:prstGeom prst="ellipse">
            <a:avLst/>
          </a:prstGeom>
          <a:solidFill>
            <a:srgbClr val="FFA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35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 with 2023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Single Corner Rectangle 39">
            <a:extLst>
              <a:ext uri="{FF2B5EF4-FFF2-40B4-BE49-F238E27FC236}">
                <a16:creationId xmlns:a16="http://schemas.microsoft.com/office/drawing/2014/main" id="{AFA4AD5D-8802-EE77-2A1E-F206207A8C44}"/>
              </a:ext>
            </a:extLst>
          </p:cNvPr>
          <p:cNvSpPr/>
          <p:nvPr userDrawn="1"/>
        </p:nvSpPr>
        <p:spPr>
          <a:xfrm rot="10800000" flipH="1">
            <a:off x="1" y="0"/>
            <a:ext cx="7122949" cy="13716000"/>
          </a:xfrm>
          <a:prstGeom prst="snip1Rect">
            <a:avLst>
              <a:gd name="adj" fmla="val 0"/>
            </a:avLst>
          </a:prstGeom>
          <a:gradFill>
            <a:gsLst>
              <a:gs pos="100000">
                <a:srgbClr val="001B3B"/>
              </a:gs>
              <a:gs pos="8000">
                <a:schemeClr val="tx2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4111363"/>
            <a:ext cx="6333063" cy="1434239"/>
          </a:xfrm>
          <a:prstGeom prst="rect">
            <a:avLst/>
          </a:prstGeom>
        </p:spPr>
        <p:txBody>
          <a:bodyPr>
            <a:spAutoFit/>
          </a:bodyPr>
          <a:lstStyle>
            <a:lvl1pPr marL="977900" indent="0">
              <a:buNone/>
              <a:tabLst/>
              <a:defRPr sz="3200" b="0" i="1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764973"/>
            <a:ext cx="6333063" cy="323790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977900" indent="0">
              <a:lnSpc>
                <a:spcPct val="80000"/>
              </a:lnSpc>
              <a:tabLst/>
              <a:defRPr sz="6400" spc="-1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 xml:space="preserve">Short Title (Title Caps, 64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BD176C15-7A79-AE57-6A86-6757214CF0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147" y="1828800"/>
            <a:ext cx="17281285" cy="1161288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pic>
        <p:nvPicPr>
          <p:cNvPr id="11" name="Anglepoint Logo">
            <a:extLst>
              <a:ext uri="{FF2B5EF4-FFF2-40B4-BE49-F238E27FC236}">
                <a16:creationId xmlns:a16="http://schemas.microsoft.com/office/drawing/2014/main" id="{78B86235-5494-DFFF-4F72-EEDF9AD6E5A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C2CC208F-924D-62D2-CC6B-05D9AF56FB7D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9726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68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672">
          <p15:clr>
            <a:srgbClr val="FBAE40"/>
          </p15:clr>
        </p15:guide>
        <p15:guide id="4" pos="14689">
          <p15:clr>
            <a:srgbClr val="FBAE40"/>
          </p15:clr>
        </p15:guide>
        <p15:guide id="5" pos="5137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June 25,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Rectangle 39">
            <a:extLst>
              <a:ext uri="{FF2B5EF4-FFF2-40B4-BE49-F238E27FC236}">
                <a16:creationId xmlns:a16="http://schemas.microsoft.com/office/drawing/2014/main" id="{7644720D-786C-97B9-BEEC-010F69AF071D}"/>
              </a:ext>
            </a:extLst>
          </p:cNvPr>
          <p:cNvSpPr/>
          <p:nvPr userDrawn="1"/>
        </p:nvSpPr>
        <p:spPr>
          <a:xfrm rot="10800000" flipH="1">
            <a:off x="1" y="0"/>
            <a:ext cx="7122949" cy="13716000"/>
          </a:xfrm>
          <a:prstGeom prst="snip1Rect">
            <a:avLst>
              <a:gd name="adj" fmla="val 0"/>
            </a:avLst>
          </a:prstGeom>
          <a:gradFill>
            <a:gsLst>
              <a:gs pos="100000">
                <a:srgbClr val="001B3B"/>
              </a:gs>
              <a:gs pos="8000">
                <a:schemeClr val="tx2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95B91DE-3027-0A49-E900-FC9E85663D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4111363"/>
            <a:ext cx="6333063" cy="1434239"/>
          </a:xfrm>
          <a:prstGeom prst="rect">
            <a:avLst/>
          </a:prstGeom>
        </p:spPr>
        <p:txBody>
          <a:bodyPr>
            <a:spAutoFit/>
          </a:bodyPr>
          <a:lstStyle>
            <a:lvl1pPr marL="977900" indent="0">
              <a:buNone/>
              <a:tabLst/>
              <a:defRPr sz="3200" b="0" i="1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1854864-722A-E35D-DD77-BEB08F3FD5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764973"/>
            <a:ext cx="6333063" cy="323790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977900" indent="0">
              <a:lnSpc>
                <a:spcPct val="80000"/>
              </a:lnSpc>
              <a:tabLst/>
              <a:defRPr sz="6400" spc="-100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 xml:space="preserve">Short Title (Title Caps, 64 Pt </a:t>
            </a:r>
            <a:r>
              <a:rPr lang="en-US" err="1"/>
              <a:t>ExtraBold</a:t>
            </a:r>
            <a:r>
              <a:rPr lang="en-US"/>
              <a:t>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9BFCFFE-9E70-8D70-B133-97CB19947C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E9E98CF-CD39-E414-C173-6D09FA97C2C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059B35A4-9115-4FAC-5852-1A8531B049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85432F-E6A2-B93C-4384-E4F6E23502EF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38E3A51-0C83-44A0-C776-5285526AD505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482072-DA78-3DC3-F18B-F43E3E06CFB7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1F16B8-CECE-2C01-31C6-960DFFC3F6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6D6B7DD-8A56-FD60-7315-6C84784F25CB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848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49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  <p15:guide id="5" pos="5137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-20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EC37002-7863-B40E-FC9B-5BB30F0D62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</p:spPr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8CFA76D-10FB-77DB-F06E-F8AC58DE324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ection">
            <a:extLst>
              <a:ext uri="{FF2B5EF4-FFF2-40B4-BE49-F238E27FC236}">
                <a16:creationId xmlns:a16="http://schemas.microsoft.com/office/drawing/2014/main" id="{23F4A491-F3AD-B659-333A-FA871A437B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7B331E-CACA-1CD8-5DB5-B82D79A25D7B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EC44D5-FE76-C946-F604-62B319EF01C8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9C5FC30-8E19-31DC-0F5B-CEDD58643566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85D29501-0B38-BC9F-89F2-3B0884FF6809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C535BA-CF29-06BA-AD2E-E07BEAD523A8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" name="Title 14">
            <a:extLst>
              <a:ext uri="{FF2B5EF4-FFF2-40B4-BE49-F238E27FC236}">
                <a16:creationId xmlns:a16="http://schemas.microsoft.com/office/drawing/2014/main" id="{DBE11A1C-B001-5C77-CCD2-FDA61BC4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81867"/>
            <a:ext cx="12767733" cy="2806191"/>
          </a:xfrm>
        </p:spPr>
        <p:txBody>
          <a:bodyPr wrap="square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ulleted List">
            <a:extLst>
              <a:ext uri="{FF2B5EF4-FFF2-40B4-BE49-F238E27FC236}">
                <a16:creationId xmlns:a16="http://schemas.microsoft.com/office/drawing/2014/main" id="{4931A96C-DE33-1F0E-AA1D-805EF690F4C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" y="6180667"/>
            <a:ext cx="12767730" cy="2438399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920750" indent="0">
              <a:lnSpc>
                <a:spcPct val="110000"/>
              </a:lnSpc>
              <a:spcBef>
                <a:spcPts val="2000"/>
              </a:spcBef>
              <a:spcAft>
                <a:spcPts val="600"/>
              </a:spcAft>
              <a:buNone/>
              <a:defRPr sz="28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28 pt. regular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7050C-6317-838F-8022-AB00EEF593F8}"/>
              </a:ext>
            </a:extLst>
          </p:cNvPr>
          <p:cNvCxnSpPr>
            <a:cxnSpLocks/>
          </p:cNvCxnSpPr>
          <p:nvPr userDrawn="1"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272407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191AF91-5C06-6CBB-1AE4-2A0E78537593}"/>
              </a:ext>
            </a:extLst>
          </p:cNvPr>
          <p:cNvPicPr>
            <a:picLocks/>
          </p:cNvPicPr>
          <p:nvPr userDrawn="1"/>
        </p:nvPicPr>
        <p:blipFill>
          <a:blip r:embed="rId2"/>
          <a:srcRect/>
          <a:stretch/>
        </p:blipFill>
        <p:spPr>
          <a:xfrm>
            <a:off x="0" y="2804"/>
            <a:ext cx="24387175" cy="1060029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8910B74-4E88-046A-2B40-F09CA300163E}"/>
              </a:ext>
            </a:extLst>
          </p:cNvPr>
          <p:cNvSpPr>
            <a:spLocks/>
          </p:cNvSpPr>
          <p:nvPr userDrawn="1"/>
        </p:nvSpPr>
        <p:spPr>
          <a:xfrm rot="10800000">
            <a:off x="0" y="2805"/>
            <a:ext cx="24387046" cy="10770492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5" name="Background">
            <a:extLst>
              <a:ext uri="{FF2B5EF4-FFF2-40B4-BE49-F238E27FC236}">
                <a16:creationId xmlns:a16="http://schemas.microsoft.com/office/drawing/2014/main" id="{843CD2E4-7D5A-7AFF-08FA-1C80E5934B58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0" y="2804"/>
            <a:ext cx="24387175" cy="106002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0E918D-A6CF-CD5A-EAA8-7DCE31A7B286}"/>
              </a:ext>
            </a:extLst>
          </p:cNvPr>
          <p:cNvSpPr>
            <a:spLocks/>
          </p:cNvSpPr>
          <p:nvPr userDrawn="1"/>
        </p:nvSpPr>
        <p:spPr>
          <a:xfrm rot="10800000">
            <a:off x="0" y="2805"/>
            <a:ext cx="24387046" cy="10770492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25789" y="11491914"/>
            <a:ext cx="1074821" cy="156362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41285" y="11794318"/>
            <a:ext cx="3740881" cy="806417"/>
          </a:xfrm>
          <a:prstGeom prst="rect">
            <a:avLst/>
          </a:prstGeom>
        </p:spPr>
      </p:pic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01153" y="1417928"/>
            <a:ext cx="2532873" cy="987963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wrap="none" lIns="274320" tIns="365760" rIns="265176" bIns="274320" anchor="ctr" anchorCtr="0">
            <a:spAutoFit/>
          </a:bodyPr>
          <a:lstStyle>
            <a:lvl1pPr marL="0" indent="0" algn="l">
              <a:buNone/>
              <a:defRPr sz="24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" name="Rectangle Separator">
            <a:extLst>
              <a:ext uri="{FF2B5EF4-FFF2-40B4-BE49-F238E27FC236}">
                <a16:creationId xmlns:a16="http://schemas.microsoft.com/office/drawing/2014/main" id="{47377444-F499-C0C0-944D-673F717A5A50}"/>
              </a:ext>
            </a:extLst>
          </p:cNvPr>
          <p:cNvSpPr>
            <a:spLocks/>
          </p:cNvSpPr>
          <p:nvPr/>
        </p:nvSpPr>
        <p:spPr>
          <a:xfrm rot="16200000" flipH="1">
            <a:off x="11993182" y="-1623374"/>
            <a:ext cx="400683" cy="2438704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47E3189C-E710-CB86-9077-7BAEA6C3D6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  <a:prstGeom prst="rect">
            <a:avLst/>
          </a:prstGeom>
        </p:spPr>
        <p:txBody>
          <a:bodyPr lIns="1463040" tIns="0" rIns="1828800" anchor="b" anchorCtr="0">
            <a:noAutofit/>
          </a:bodyPr>
          <a:lstStyle>
            <a:lvl1pPr marL="0" indent="0" algn="l">
              <a:lnSpc>
                <a:spcPct val="80000"/>
              </a:lnSpc>
              <a:defRPr sz="13000"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 xml:space="preserve">Title (Aligned with Filename, Title Caps, </a:t>
            </a:r>
            <a:br>
              <a:rPr lang="en-US"/>
            </a:br>
            <a:r>
              <a:rPr lang="en-US"/>
              <a:t>130 Ex Bold)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8AEC2D5-6778-99BF-66D2-AEBD3081C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463040" tIns="0" anchor="t"/>
          <a:lstStyle>
            <a:lvl1pPr marL="23812" indent="0" algn="l">
              <a:spcBef>
                <a:spcPts val="0"/>
              </a:spcBef>
              <a:buNone/>
              <a:tabLst/>
              <a:defRPr sz="3601" b="0" i="0">
                <a:solidFill>
                  <a:srgbClr val="80AFC2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pic>
        <p:nvPicPr>
          <p:cNvPr id="6" name="Anglepoint Logo">
            <a:extLst>
              <a:ext uri="{FF2B5EF4-FFF2-40B4-BE49-F238E27FC236}">
                <a16:creationId xmlns:a16="http://schemas.microsoft.com/office/drawing/2014/main" id="{D8B27B49-4E96-AFF7-464F-17CFBA99BA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545019" y="11794318"/>
            <a:ext cx="3733412" cy="806417"/>
          </a:xfrm>
          <a:prstGeom prst="rect">
            <a:avLst/>
          </a:prstGeom>
        </p:spPr>
      </p:pic>
      <p:sp>
        <p:nvSpPr>
          <p:cNvPr id="10" name="Rectangle Separator">
            <a:extLst>
              <a:ext uri="{FF2B5EF4-FFF2-40B4-BE49-F238E27FC236}">
                <a16:creationId xmlns:a16="http://schemas.microsoft.com/office/drawing/2014/main" id="{26A65955-5F84-4233-FDCF-7416AB16E39E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1993182" y="-1623374"/>
            <a:ext cx="400683" cy="2438704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3745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C2482B-3838-21DA-9FAE-330C9D8D8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9C608B-112E-8422-8DF7-93E81354FD96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14087"/>
            <a:chExt cx="1481666" cy="3203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6C2788-2ED8-6D4D-6FE8-AE664B974D3B}"/>
                </a:ext>
              </a:extLst>
            </p:cNvPr>
            <p:cNvGrpSpPr/>
            <p:nvPr userDrawn="1"/>
          </p:nvGrpSpPr>
          <p:grpSpPr>
            <a:xfrm>
              <a:off x="22585681" y="214087"/>
              <a:ext cx="316739" cy="320384"/>
              <a:chOff x="22585681" y="214087"/>
              <a:chExt cx="316739" cy="32038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C76335D-C5BB-59DE-8B96-7E9D390925BA}"/>
                  </a:ext>
                </a:extLst>
              </p:cNvPr>
              <p:cNvSpPr/>
              <p:nvPr/>
            </p:nvSpPr>
            <p:spPr>
              <a:xfrm>
                <a:off x="22585681" y="313900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3717F44-A84C-06B0-A601-0A0DE0CF462E}"/>
                  </a:ext>
                </a:extLst>
              </p:cNvPr>
              <p:cNvSpPr/>
              <p:nvPr/>
            </p:nvSpPr>
            <p:spPr>
              <a:xfrm>
                <a:off x="22617177" y="223152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F6E232F-8269-A5D4-EC27-2B72D6134328}"/>
                  </a:ext>
                </a:extLst>
              </p:cNvPr>
              <p:cNvSpPr/>
              <p:nvPr/>
            </p:nvSpPr>
            <p:spPr>
              <a:xfrm>
                <a:off x="22603869" y="214087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706DB86-C129-5AEC-3F5E-8EACC6C4C652}"/>
                </a:ext>
              </a:extLst>
            </p:cNvPr>
            <p:cNvGrpSpPr/>
            <p:nvPr userDrawn="1"/>
          </p:nvGrpSpPr>
          <p:grpSpPr>
            <a:xfrm>
              <a:off x="22997797" y="276636"/>
              <a:ext cx="1069550" cy="233905"/>
              <a:chOff x="22997797" y="276636"/>
              <a:chExt cx="1069550" cy="233905"/>
            </a:xfrm>
            <a:solidFill>
              <a:srgbClr val="005F86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2C32686-805E-0F5D-6D4B-EDA44643AACE}"/>
                  </a:ext>
                </a:extLst>
              </p:cNvPr>
              <p:cNvSpPr/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3E480583-2D7C-F688-110F-4983E7A3ABD2}"/>
                  </a:ext>
                </a:extLst>
              </p:cNvPr>
              <p:cNvSpPr/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E88C719-1107-3B50-B466-7228836205BA}"/>
                  </a:ext>
                </a:extLst>
              </p:cNvPr>
              <p:cNvSpPr/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D1DB8F1-7FF0-A997-BDA8-7FA2336B9873}"/>
                  </a:ext>
                </a:extLst>
              </p:cNvPr>
              <p:cNvSpPr/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EFA1905-0779-5061-7396-CFEA6F18673F}"/>
                  </a:ext>
                </a:extLst>
              </p:cNvPr>
              <p:cNvSpPr/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F9B37A0-D5F9-99F9-CD57-8DF768E289A7}"/>
                  </a:ext>
                </a:extLst>
              </p:cNvPr>
              <p:cNvSpPr/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FE9070F-8BD9-BDF8-9CF7-F1C68BEC32B5}"/>
                  </a:ext>
                </a:extLst>
              </p:cNvPr>
              <p:cNvSpPr/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8BB778D-966F-FFD9-6BF7-EBC56BE84C45}"/>
                  </a:ext>
                </a:extLst>
              </p:cNvPr>
              <p:cNvSpPr/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C376585-F3AA-FBA9-C3ED-2DD46F0C80F9}"/>
                  </a:ext>
                </a:extLst>
              </p:cNvPr>
              <p:cNvSpPr/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8DB69FD-3426-F9EC-306B-E88BF338B195}"/>
                  </a:ext>
                </a:extLst>
              </p:cNvPr>
              <p:cNvSpPr/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3EE4CA4-7B7A-3D64-B715-A8367B047CC6}"/>
                  </a:ext>
                </a:extLst>
              </p:cNvPr>
              <p:cNvSpPr/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869069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1F19-55C9-AA17-EF2F-A3B276CFC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318E27-1AFF-A25C-734D-DF1400AD8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573D6F79-21DF-CD48-261E-04872A1F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  <a:noFill/>
        </p:spPr>
        <p:txBody>
          <a:bodyPr rIns="246888" anchor="t" anchorCtr="0"/>
          <a:lstStyle>
            <a:lvl1pPr algn="r">
              <a:defRPr b="1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249063C5-97CF-4324-2AF4-1613A353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rgbClr val="4087A4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  <a:p>
            <a:pPr lvl="0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62BA60-1025-33BA-8CA1-C502B884F4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0CF5D96-C843-7FB5-16D5-7AE77E09727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4D9D221-073B-CECD-6DDB-11B5E6F52A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BBE6E5D-7783-D292-148C-1EEF2D651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97856B8-C221-FCA1-0103-1A04E2093C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2B7C44-9EF9-80CB-FEBD-A721C270AB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D8210A7-44CC-1600-9CFC-7F4273CBE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786E2C4-9132-ECB8-8900-87F6948C3C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38804D1-74A6-05AC-6188-0DFDA19A0E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62CB9F-EDA2-7B13-5FD1-68AE6068772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B69E64A-997F-2123-F685-D94B430308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C8E0757-B3E5-DB26-CD9A-B9E778D80C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99A41F3-748F-A58B-FA83-E882F34449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ABB12CC-B613-D6E3-60DA-CD0F49ECDD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3C6D054-D28B-1135-7A55-AC0FF2911A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D19DD80-6124-B06D-AE7B-ABDEF02B94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9435D0F-D016-C969-7864-6A6A431651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6" name="Section">
            <a:extLst>
              <a:ext uri="{FF2B5EF4-FFF2-40B4-BE49-F238E27FC236}">
                <a16:creationId xmlns:a16="http://schemas.microsoft.com/office/drawing/2014/main" id="{05A6A6AA-1624-38D0-9812-5EB930C936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rgbClr val="4087A4">
                    <a:alpha val="75000"/>
                  </a:srgb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38D34DF-6006-EA71-014F-E26925538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  <a:latin typeface="Figtree" pitchFamily="2" charset="0"/>
              </a:defRPr>
            </a:lvl2pPr>
            <a:lvl3pPr>
              <a:defRPr>
                <a:solidFill>
                  <a:schemeClr val="bg1"/>
                </a:solidFill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F0956-AE90-EE4B-EAA5-BA7B439D96B3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263133-06E4-63A9-76E2-3551CBF2013C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7F69A6D-3C1F-2897-C224-BCF358BCEF23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EF07D13-8819-4599-A581-0DBEB481B901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A3F926-92C8-CD6A-BB9D-8667EEAC0E43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50C01B-2C05-10B8-4E39-7B6E52BE0A46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81AF8B78-5775-4876-494F-61A0913AAE3C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5551A2D-D579-2DAA-2610-2A7D36F0D342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6890003-2FAA-33E6-A116-87639397BB82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D6D2073-1FDD-238F-5F01-8BE8295EBCF8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0EFB3F4-A465-98CF-A886-571E4027A052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81155D7-7FA8-0A41-A404-3978361612F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19BAF8A-4C33-730A-C74B-D03B2DDBFCC5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10C581-6A9C-2CEC-C78B-F364C4E9FD47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0AD47C7-B236-C1F0-A159-76EAE44EBF5F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3C633F-913F-C4B6-8D0A-5EA14F1742C9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6BF7B1D-4A8A-286F-8285-1191DA65EC2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98635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Margi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D5F3E9-22A7-3E33-7981-EE1589D6916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10926"/>
            <a:ext cx="6911975" cy="136941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D71F19-55C9-AA17-EF2F-A3B276CFC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916898"/>
            <a:ext cx="6540279" cy="2990084"/>
          </a:xfrm>
          <a:prstGeom prst="rect">
            <a:avLst/>
          </a:prstGeom>
        </p:spPr>
        <p:txBody>
          <a:bodyPr tIns="91440" anchor="t" anchorCtr="0"/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Pt Ex Bold)</a:t>
            </a:r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249063C5-97CF-4324-2AF4-1613A353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9641305"/>
            <a:ext cx="6534145" cy="3128211"/>
          </a:xfrm>
          <a:prstGeom prst="rect">
            <a:avLst/>
          </a:prstGeom>
        </p:spPr>
        <p:txBody>
          <a:bodyPr wrap="square" bIns="0" anchor="b" anchorCtr="0">
            <a:noAutofit/>
          </a:bodyPr>
          <a:lstStyle>
            <a:lvl1pPr marL="914355" indent="0">
              <a:spcBef>
                <a:spcPts val="0"/>
              </a:spcBef>
              <a:spcAft>
                <a:spcPts val="600"/>
              </a:spcAft>
              <a:buNone/>
              <a:defRPr sz="3200" b="0" i="1" spc="-5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0CF5D96-C843-7FB5-16D5-7AE77E09727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316739" cy="320384"/>
            <a:chOff x="22585681" y="228601"/>
            <a:chExt cx="316739" cy="320384"/>
          </a:xfrm>
        </p:grpSpPr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14D9D221-073B-CECD-6DDB-11B5E6F52A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585681" y="328414"/>
              <a:ext cx="79850" cy="79850"/>
            </a:xfrm>
            <a:custGeom>
              <a:avLst/>
              <a:gdLst>
                <a:gd name="connsiteX0" fmla="*/ 79850 w 79850"/>
                <a:gd name="connsiteY0" fmla="*/ 39925 h 79850"/>
                <a:gd name="connsiteX1" fmla="*/ 39925 w 79850"/>
                <a:gd name="connsiteY1" fmla="*/ 79851 h 79850"/>
                <a:gd name="connsiteX2" fmla="*/ 0 w 79850"/>
                <a:gd name="connsiteY2" fmla="*/ 39925 h 79850"/>
                <a:gd name="connsiteX3" fmla="*/ 39925 w 79850"/>
                <a:gd name="connsiteY3" fmla="*/ 0 h 79850"/>
                <a:gd name="connsiteX4" fmla="*/ 79850 w 79850"/>
                <a:gd name="connsiteY4" fmla="*/ 39925 h 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50" h="79850">
                  <a:moveTo>
                    <a:pt x="79850" y="39925"/>
                  </a:moveTo>
                  <a:cubicBezTo>
                    <a:pt x="79850" y="61975"/>
                    <a:pt x="61975" y="79851"/>
                    <a:pt x="39925" y="79851"/>
                  </a:cubicBezTo>
                  <a:cubicBezTo>
                    <a:pt x="17875" y="79851"/>
                    <a:pt x="0" y="61975"/>
                    <a:pt x="0" y="39925"/>
                  </a:cubicBezTo>
                  <a:cubicBezTo>
                    <a:pt x="0" y="17875"/>
                    <a:pt x="17875" y="0"/>
                    <a:pt x="39925" y="0"/>
                  </a:cubicBezTo>
                  <a:cubicBezTo>
                    <a:pt x="61975" y="0"/>
                    <a:pt x="79850" y="17875"/>
                    <a:pt x="79850" y="39925"/>
                  </a:cubicBez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BBE6E5D-7783-D292-148C-1EEF2D6518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03869" y="228601"/>
              <a:ext cx="298551" cy="320384"/>
            </a:xfrm>
            <a:custGeom>
              <a:avLst/>
              <a:gdLst>
                <a:gd name="connsiteX0" fmla="*/ 263506 w 298551"/>
                <a:gd name="connsiteY0" fmla="*/ 41256 h 320384"/>
                <a:gd name="connsiteX1" fmla="*/ 266611 w 298551"/>
                <a:gd name="connsiteY1" fmla="*/ 50128 h 320384"/>
                <a:gd name="connsiteX2" fmla="*/ 298551 w 298551"/>
                <a:gd name="connsiteY2" fmla="*/ 0 h 320384"/>
                <a:gd name="connsiteX3" fmla="*/ 245318 w 298551"/>
                <a:gd name="connsiteY3" fmla="*/ 28391 h 320384"/>
                <a:gd name="connsiteX4" fmla="*/ 253747 w 298551"/>
                <a:gd name="connsiteY4" fmla="*/ 31497 h 320384"/>
                <a:gd name="connsiteX5" fmla="*/ 280807 w 298551"/>
                <a:gd name="connsiteY5" fmla="*/ 16414 h 320384"/>
                <a:gd name="connsiteX6" fmla="*/ 0 w 298551"/>
                <a:gd name="connsiteY6" fmla="*/ 239552 h 320384"/>
                <a:gd name="connsiteX7" fmla="*/ 211603 w 298551"/>
                <a:gd name="connsiteY7" fmla="*/ 301214 h 320384"/>
                <a:gd name="connsiteX8" fmla="*/ 273266 w 298551"/>
                <a:gd name="connsiteY8" fmla="*/ 90054 h 320384"/>
                <a:gd name="connsiteX9" fmla="*/ 248423 w 298551"/>
                <a:gd name="connsiteY9" fmla="*/ 56339 h 320384"/>
                <a:gd name="connsiteX10" fmla="*/ 263506 w 298551"/>
                <a:gd name="connsiteY10" fmla="*/ 41256 h 320384"/>
                <a:gd name="connsiteX11" fmla="*/ 257295 w 298551"/>
                <a:gd name="connsiteY11" fmla="*/ 240439 h 320384"/>
                <a:gd name="connsiteX12" fmla="*/ 173009 w 298551"/>
                <a:gd name="connsiteY12" fmla="*/ 280808 h 320384"/>
                <a:gd name="connsiteX13" fmla="*/ 128648 w 298551"/>
                <a:gd name="connsiteY13" fmla="*/ 218702 h 320384"/>
                <a:gd name="connsiteX14" fmla="*/ 220919 w 298551"/>
                <a:gd name="connsiteY14" fmla="*/ 82956 h 320384"/>
                <a:gd name="connsiteX15" fmla="*/ 257295 w 298551"/>
                <a:gd name="connsiteY15" fmla="*/ 240439 h 320384"/>
                <a:gd name="connsiteX16" fmla="*/ 257295 w 298551"/>
                <a:gd name="connsiteY16" fmla="*/ 240439 h 320384"/>
                <a:gd name="connsiteX17" fmla="*/ 257295 w 298551"/>
                <a:gd name="connsiteY17" fmla="*/ 240439 h 32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8551" h="320384">
                  <a:moveTo>
                    <a:pt x="263506" y="41256"/>
                  </a:moveTo>
                  <a:lnTo>
                    <a:pt x="266611" y="50128"/>
                  </a:lnTo>
                  <a:lnTo>
                    <a:pt x="298551" y="0"/>
                  </a:lnTo>
                  <a:lnTo>
                    <a:pt x="245318" y="28391"/>
                  </a:lnTo>
                  <a:lnTo>
                    <a:pt x="253747" y="31497"/>
                  </a:lnTo>
                  <a:lnTo>
                    <a:pt x="280807" y="16414"/>
                  </a:lnTo>
                  <a:lnTo>
                    <a:pt x="0" y="239552"/>
                  </a:lnTo>
                  <a:cubicBezTo>
                    <a:pt x="41256" y="314966"/>
                    <a:pt x="136189" y="342470"/>
                    <a:pt x="211603" y="301214"/>
                  </a:cubicBezTo>
                  <a:cubicBezTo>
                    <a:pt x="287018" y="259958"/>
                    <a:pt x="314522" y="165468"/>
                    <a:pt x="273266" y="90054"/>
                  </a:cubicBezTo>
                  <a:cubicBezTo>
                    <a:pt x="266611" y="77632"/>
                    <a:pt x="258183" y="66098"/>
                    <a:pt x="248423" y="56339"/>
                  </a:cubicBezTo>
                  <a:cubicBezTo>
                    <a:pt x="253747" y="50572"/>
                    <a:pt x="259070" y="45692"/>
                    <a:pt x="263506" y="41256"/>
                  </a:cubicBezTo>
                  <a:close/>
                  <a:moveTo>
                    <a:pt x="257295" y="240439"/>
                  </a:moveTo>
                  <a:cubicBezTo>
                    <a:pt x="245318" y="275041"/>
                    <a:pt x="207611" y="293229"/>
                    <a:pt x="173009" y="280808"/>
                  </a:cubicBezTo>
                  <a:cubicBezTo>
                    <a:pt x="146392" y="271492"/>
                    <a:pt x="128648" y="246649"/>
                    <a:pt x="128648" y="218702"/>
                  </a:cubicBezTo>
                  <a:cubicBezTo>
                    <a:pt x="128648" y="182325"/>
                    <a:pt x="153934" y="141069"/>
                    <a:pt x="220919" y="82956"/>
                  </a:cubicBezTo>
                  <a:cubicBezTo>
                    <a:pt x="220919" y="82956"/>
                    <a:pt x="288792" y="146393"/>
                    <a:pt x="257295" y="240439"/>
                  </a:cubicBezTo>
                  <a:lnTo>
                    <a:pt x="257295" y="240439"/>
                  </a:lnTo>
                  <a:lnTo>
                    <a:pt x="257295" y="240439"/>
                  </a:ln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797856B8-C221-FCA1-0103-1A04E2093C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617177" y="237666"/>
              <a:ext cx="220919" cy="59695"/>
            </a:xfrm>
            <a:custGeom>
              <a:avLst/>
              <a:gdLst>
                <a:gd name="connsiteX0" fmla="*/ 187205 w 220919"/>
                <a:gd name="connsiteY0" fmla="*/ 55703 h 59695"/>
                <a:gd name="connsiteX1" fmla="*/ 220919 w 220919"/>
                <a:gd name="connsiteY1" fmla="*/ 34409 h 59695"/>
                <a:gd name="connsiteX2" fmla="*/ 1774 w 220919"/>
                <a:gd name="connsiteY2" fmla="*/ 57477 h 59695"/>
                <a:gd name="connsiteX3" fmla="*/ 0 w 220919"/>
                <a:gd name="connsiteY3" fmla="*/ 59695 h 59695"/>
                <a:gd name="connsiteX4" fmla="*/ 187205 w 220919"/>
                <a:gd name="connsiteY4" fmla="*/ 55703 h 59695"/>
                <a:gd name="connsiteX5" fmla="*/ 187205 w 220919"/>
                <a:gd name="connsiteY5" fmla="*/ 55703 h 5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919" h="59695">
                  <a:moveTo>
                    <a:pt x="187205" y="55703"/>
                  </a:moveTo>
                  <a:lnTo>
                    <a:pt x="220919" y="34409"/>
                  </a:lnTo>
                  <a:cubicBezTo>
                    <a:pt x="153934" y="-19268"/>
                    <a:pt x="55895" y="-9065"/>
                    <a:pt x="1774" y="57477"/>
                  </a:cubicBezTo>
                  <a:cubicBezTo>
                    <a:pt x="1331" y="58364"/>
                    <a:pt x="444" y="58808"/>
                    <a:pt x="0" y="59695"/>
                  </a:cubicBezTo>
                  <a:cubicBezTo>
                    <a:pt x="54564" y="16665"/>
                    <a:pt x="130866" y="15334"/>
                    <a:pt x="187205" y="55703"/>
                  </a:cubicBezTo>
                  <a:lnTo>
                    <a:pt x="187205" y="55703"/>
                  </a:ln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72B7C44-9EF9-80CB-FEBD-A721C270AB7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997797" y="276636"/>
            <a:ext cx="1069550" cy="233905"/>
            <a:chOff x="22997797" y="291150"/>
            <a:chExt cx="1069550" cy="233905"/>
          </a:xfrm>
          <a:solidFill>
            <a:schemeClr val="accent1"/>
          </a:solidFill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D8210A7-44CC-1600-9CFC-7F4273CBE5A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159716" y="359371"/>
              <a:ext cx="90497" cy="108337"/>
            </a:xfrm>
            <a:custGeom>
              <a:avLst/>
              <a:gdLst>
                <a:gd name="connsiteX0" fmla="*/ 0 w 90497"/>
                <a:gd name="connsiteY0" fmla="*/ 2757 h 108337"/>
                <a:gd name="connsiteX1" fmla="*/ 24399 w 90497"/>
                <a:gd name="connsiteY1" fmla="*/ 2757 h 108337"/>
                <a:gd name="connsiteX2" fmla="*/ 24399 w 90497"/>
                <a:gd name="connsiteY2" fmla="*/ 12517 h 108337"/>
                <a:gd name="connsiteX3" fmla="*/ 52790 w 90497"/>
                <a:gd name="connsiteY3" fmla="*/ 96 h 108337"/>
                <a:gd name="connsiteX4" fmla="*/ 83843 w 90497"/>
                <a:gd name="connsiteY4" fmla="*/ 14291 h 108337"/>
                <a:gd name="connsiteX5" fmla="*/ 90497 w 90497"/>
                <a:gd name="connsiteY5" fmla="*/ 43570 h 108337"/>
                <a:gd name="connsiteX6" fmla="*/ 90497 w 90497"/>
                <a:gd name="connsiteY6" fmla="*/ 107894 h 108337"/>
                <a:gd name="connsiteX7" fmla="*/ 66098 w 90497"/>
                <a:gd name="connsiteY7" fmla="*/ 107894 h 108337"/>
                <a:gd name="connsiteX8" fmla="*/ 66098 w 90497"/>
                <a:gd name="connsiteY8" fmla="*/ 49780 h 108337"/>
                <a:gd name="connsiteX9" fmla="*/ 47023 w 90497"/>
                <a:gd name="connsiteY9" fmla="*/ 22276 h 108337"/>
                <a:gd name="connsiteX10" fmla="*/ 24842 w 90497"/>
                <a:gd name="connsiteY10" fmla="*/ 57766 h 108337"/>
                <a:gd name="connsiteX11" fmla="*/ 24842 w 90497"/>
                <a:gd name="connsiteY11" fmla="*/ 108338 h 108337"/>
                <a:gd name="connsiteX12" fmla="*/ 444 w 90497"/>
                <a:gd name="connsiteY12" fmla="*/ 108338 h 108337"/>
                <a:gd name="connsiteX13" fmla="*/ 0 w 90497"/>
                <a:gd name="connsiteY13" fmla="*/ 2757 h 108337"/>
                <a:gd name="connsiteX14" fmla="*/ 0 w 90497"/>
                <a:gd name="connsiteY14" fmla="*/ 2757 h 10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97" h="108337">
                  <a:moveTo>
                    <a:pt x="0" y="2757"/>
                  </a:moveTo>
                  <a:lnTo>
                    <a:pt x="24399" y="2757"/>
                  </a:lnTo>
                  <a:lnTo>
                    <a:pt x="24399" y="12517"/>
                  </a:lnTo>
                  <a:cubicBezTo>
                    <a:pt x="31497" y="4088"/>
                    <a:pt x="42143" y="-348"/>
                    <a:pt x="52790" y="96"/>
                  </a:cubicBezTo>
                  <a:cubicBezTo>
                    <a:pt x="64768" y="-792"/>
                    <a:pt x="76745" y="4532"/>
                    <a:pt x="83843" y="14291"/>
                  </a:cubicBezTo>
                  <a:cubicBezTo>
                    <a:pt x="87835" y="20058"/>
                    <a:pt x="90497" y="27156"/>
                    <a:pt x="90497" y="43570"/>
                  </a:cubicBezTo>
                  <a:lnTo>
                    <a:pt x="90497" y="107894"/>
                  </a:lnTo>
                  <a:lnTo>
                    <a:pt x="66098" y="107894"/>
                  </a:lnTo>
                  <a:lnTo>
                    <a:pt x="66098" y="49780"/>
                  </a:lnTo>
                  <a:cubicBezTo>
                    <a:pt x="66098" y="23164"/>
                    <a:pt x="55895" y="22276"/>
                    <a:pt x="47023" y="22276"/>
                  </a:cubicBezTo>
                  <a:cubicBezTo>
                    <a:pt x="35933" y="22276"/>
                    <a:pt x="24842" y="23607"/>
                    <a:pt x="24842" y="57766"/>
                  </a:cubicBezTo>
                  <a:lnTo>
                    <a:pt x="24842" y="108338"/>
                  </a:lnTo>
                  <a:lnTo>
                    <a:pt x="444" y="108338"/>
                  </a:lnTo>
                  <a:lnTo>
                    <a:pt x="0" y="2757"/>
                  </a:lnTo>
                  <a:lnTo>
                    <a:pt x="0" y="2757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786E2C4-9132-ECB8-8900-87F6948C3C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274586" y="358997"/>
              <a:ext cx="106936" cy="166058"/>
            </a:xfrm>
            <a:custGeom>
              <a:avLst/>
              <a:gdLst>
                <a:gd name="connsiteX0" fmla="*/ 82538 w 106936"/>
                <a:gd name="connsiteY0" fmla="*/ 3131 h 166058"/>
                <a:gd name="connsiteX1" fmla="*/ 106936 w 106936"/>
                <a:gd name="connsiteY1" fmla="*/ 3131 h 166058"/>
                <a:gd name="connsiteX2" fmla="*/ 106936 w 106936"/>
                <a:gd name="connsiteY2" fmla="*/ 100282 h 166058"/>
                <a:gd name="connsiteX3" fmla="*/ 89635 w 106936"/>
                <a:gd name="connsiteY3" fmla="*/ 154847 h 166058"/>
                <a:gd name="connsiteX4" fmla="*/ 54590 w 106936"/>
                <a:gd name="connsiteY4" fmla="*/ 165937 h 166058"/>
                <a:gd name="connsiteX5" fmla="*/ 19988 w 106936"/>
                <a:gd name="connsiteY5" fmla="*/ 153073 h 166058"/>
                <a:gd name="connsiteX6" fmla="*/ 4462 w 106936"/>
                <a:gd name="connsiteY6" fmla="*/ 120245 h 166058"/>
                <a:gd name="connsiteX7" fmla="*/ 28417 w 106936"/>
                <a:gd name="connsiteY7" fmla="*/ 120245 h 166058"/>
                <a:gd name="connsiteX8" fmla="*/ 36402 w 106936"/>
                <a:gd name="connsiteY8" fmla="*/ 136659 h 166058"/>
                <a:gd name="connsiteX9" fmla="*/ 55477 w 106936"/>
                <a:gd name="connsiteY9" fmla="*/ 143757 h 166058"/>
                <a:gd name="connsiteX10" fmla="*/ 74553 w 106936"/>
                <a:gd name="connsiteY10" fmla="*/ 136659 h 166058"/>
                <a:gd name="connsiteX11" fmla="*/ 82538 w 106936"/>
                <a:gd name="connsiteY11" fmla="*/ 110042 h 166058"/>
                <a:gd name="connsiteX12" fmla="*/ 82538 w 106936"/>
                <a:gd name="connsiteY12" fmla="*/ 96290 h 166058"/>
                <a:gd name="connsiteX13" fmla="*/ 50597 w 106936"/>
                <a:gd name="connsiteY13" fmla="*/ 111373 h 166058"/>
                <a:gd name="connsiteX14" fmla="*/ 15996 w 106936"/>
                <a:gd name="connsiteY14" fmla="*/ 97177 h 166058"/>
                <a:gd name="connsiteX15" fmla="*/ 26 w 106936"/>
                <a:gd name="connsiteY15" fmla="*/ 55477 h 166058"/>
                <a:gd name="connsiteX16" fmla="*/ 15552 w 106936"/>
                <a:gd name="connsiteY16" fmla="*/ 14665 h 166058"/>
                <a:gd name="connsiteX17" fmla="*/ 51485 w 106936"/>
                <a:gd name="connsiteY17" fmla="*/ 26 h 166058"/>
                <a:gd name="connsiteX18" fmla="*/ 82981 w 106936"/>
                <a:gd name="connsiteY18" fmla="*/ 14221 h 166058"/>
                <a:gd name="connsiteX19" fmla="*/ 82538 w 106936"/>
                <a:gd name="connsiteY19" fmla="*/ 3131 h 166058"/>
                <a:gd name="connsiteX20" fmla="*/ 82538 w 106936"/>
                <a:gd name="connsiteY20" fmla="*/ 3131 h 166058"/>
                <a:gd name="connsiteX21" fmla="*/ 35515 w 106936"/>
                <a:gd name="connsiteY21" fmla="*/ 29748 h 166058"/>
                <a:gd name="connsiteX22" fmla="*/ 24868 w 106936"/>
                <a:gd name="connsiteY22" fmla="*/ 56365 h 166058"/>
                <a:gd name="connsiteX23" fmla="*/ 35515 w 106936"/>
                <a:gd name="connsiteY23" fmla="*/ 82981 h 166058"/>
                <a:gd name="connsiteX24" fmla="*/ 54146 w 106936"/>
                <a:gd name="connsiteY24" fmla="*/ 90079 h 166058"/>
                <a:gd name="connsiteX25" fmla="*/ 74553 w 106936"/>
                <a:gd name="connsiteY25" fmla="*/ 81651 h 166058"/>
                <a:gd name="connsiteX26" fmla="*/ 83868 w 106936"/>
                <a:gd name="connsiteY26" fmla="*/ 56808 h 166058"/>
                <a:gd name="connsiteX27" fmla="*/ 74109 w 106936"/>
                <a:gd name="connsiteY27" fmla="*/ 30191 h 166058"/>
                <a:gd name="connsiteX28" fmla="*/ 54590 w 106936"/>
                <a:gd name="connsiteY28" fmla="*/ 22650 h 166058"/>
                <a:gd name="connsiteX29" fmla="*/ 35515 w 106936"/>
                <a:gd name="connsiteY29" fmla="*/ 29748 h 166058"/>
                <a:gd name="connsiteX30" fmla="*/ 35515 w 106936"/>
                <a:gd name="connsiteY30" fmla="*/ 29748 h 166058"/>
                <a:gd name="connsiteX31" fmla="*/ 35515 w 106936"/>
                <a:gd name="connsiteY31" fmla="*/ 29748 h 16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936" h="166058">
                  <a:moveTo>
                    <a:pt x="82538" y="3131"/>
                  </a:moveTo>
                  <a:lnTo>
                    <a:pt x="106936" y="3131"/>
                  </a:lnTo>
                  <a:lnTo>
                    <a:pt x="106936" y="100282"/>
                  </a:lnTo>
                  <a:cubicBezTo>
                    <a:pt x="106936" y="125125"/>
                    <a:pt x="104275" y="142869"/>
                    <a:pt x="89635" y="154847"/>
                  </a:cubicBezTo>
                  <a:cubicBezTo>
                    <a:pt x="79876" y="162832"/>
                    <a:pt x="67455" y="166825"/>
                    <a:pt x="54590" y="165937"/>
                  </a:cubicBezTo>
                  <a:cubicBezTo>
                    <a:pt x="41725" y="166381"/>
                    <a:pt x="29304" y="161945"/>
                    <a:pt x="19988" y="153073"/>
                  </a:cubicBezTo>
                  <a:cubicBezTo>
                    <a:pt x="11560" y="144200"/>
                    <a:pt x="6236" y="132666"/>
                    <a:pt x="4462" y="120245"/>
                  </a:cubicBezTo>
                  <a:lnTo>
                    <a:pt x="28417" y="120245"/>
                  </a:lnTo>
                  <a:cubicBezTo>
                    <a:pt x="29304" y="126456"/>
                    <a:pt x="31966" y="132223"/>
                    <a:pt x="36402" y="136659"/>
                  </a:cubicBezTo>
                  <a:cubicBezTo>
                    <a:pt x="41282" y="141539"/>
                    <a:pt x="48379" y="144200"/>
                    <a:pt x="55477" y="143757"/>
                  </a:cubicBezTo>
                  <a:cubicBezTo>
                    <a:pt x="62575" y="144200"/>
                    <a:pt x="69673" y="141539"/>
                    <a:pt x="74553" y="136659"/>
                  </a:cubicBezTo>
                  <a:cubicBezTo>
                    <a:pt x="80763" y="129117"/>
                    <a:pt x="83868" y="119801"/>
                    <a:pt x="82538" y="110042"/>
                  </a:cubicBezTo>
                  <a:lnTo>
                    <a:pt x="82538" y="96290"/>
                  </a:lnTo>
                  <a:cubicBezTo>
                    <a:pt x="74996" y="106049"/>
                    <a:pt x="63019" y="111816"/>
                    <a:pt x="50597" y="111373"/>
                  </a:cubicBezTo>
                  <a:cubicBezTo>
                    <a:pt x="37289" y="111816"/>
                    <a:pt x="24868" y="106937"/>
                    <a:pt x="15996" y="97177"/>
                  </a:cubicBezTo>
                  <a:cubicBezTo>
                    <a:pt x="5349" y="85643"/>
                    <a:pt x="26" y="71004"/>
                    <a:pt x="26" y="55477"/>
                  </a:cubicBezTo>
                  <a:cubicBezTo>
                    <a:pt x="-418" y="40395"/>
                    <a:pt x="4905" y="25755"/>
                    <a:pt x="15552" y="14665"/>
                  </a:cubicBezTo>
                  <a:cubicBezTo>
                    <a:pt x="24868" y="4905"/>
                    <a:pt x="37733" y="-418"/>
                    <a:pt x="51485" y="26"/>
                  </a:cubicBezTo>
                  <a:cubicBezTo>
                    <a:pt x="63462" y="-418"/>
                    <a:pt x="74996" y="4905"/>
                    <a:pt x="82981" y="14221"/>
                  </a:cubicBezTo>
                  <a:lnTo>
                    <a:pt x="82538" y="3131"/>
                  </a:lnTo>
                  <a:lnTo>
                    <a:pt x="82538" y="3131"/>
                  </a:lnTo>
                  <a:close/>
                  <a:moveTo>
                    <a:pt x="35515" y="29748"/>
                  </a:moveTo>
                  <a:cubicBezTo>
                    <a:pt x="28417" y="36846"/>
                    <a:pt x="24424" y="46605"/>
                    <a:pt x="24868" y="56365"/>
                  </a:cubicBezTo>
                  <a:cubicBezTo>
                    <a:pt x="24424" y="66124"/>
                    <a:pt x="28417" y="75884"/>
                    <a:pt x="35515" y="82981"/>
                  </a:cubicBezTo>
                  <a:cubicBezTo>
                    <a:pt x="40838" y="87418"/>
                    <a:pt x="47492" y="90079"/>
                    <a:pt x="54146" y="90079"/>
                  </a:cubicBezTo>
                  <a:cubicBezTo>
                    <a:pt x="61688" y="90523"/>
                    <a:pt x="69229" y="87418"/>
                    <a:pt x="74553" y="81651"/>
                  </a:cubicBezTo>
                  <a:cubicBezTo>
                    <a:pt x="80763" y="74996"/>
                    <a:pt x="83868" y="66124"/>
                    <a:pt x="83868" y="56808"/>
                  </a:cubicBezTo>
                  <a:cubicBezTo>
                    <a:pt x="84312" y="47049"/>
                    <a:pt x="80763" y="37289"/>
                    <a:pt x="74109" y="30191"/>
                  </a:cubicBezTo>
                  <a:cubicBezTo>
                    <a:pt x="68786" y="24868"/>
                    <a:pt x="61688" y="22206"/>
                    <a:pt x="54590" y="22650"/>
                  </a:cubicBezTo>
                  <a:cubicBezTo>
                    <a:pt x="47049" y="22206"/>
                    <a:pt x="40394" y="24868"/>
                    <a:pt x="35515" y="29748"/>
                  </a:cubicBezTo>
                  <a:lnTo>
                    <a:pt x="35515" y="29748"/>
                  </a:lnTo>
                  <a:lnTo>
                    <a:pt x="35515" y="2974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738804D1-74A6-05AC-6188-0DFDA19A0E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411682" y="304458"/>
              <a:ext cx="24404" cy="163249"/>
            </a:xfrm>
            <a:custGeom>
              <a:avLst/>
              <a:gdLst>
                <a:gd name="connsiteX0" fmla="*/ 24405 w 24404"/>
                <a:gd name="connsiteY0" fmla="*/ 0 h 163249"/>
                <a:gd name="connsiteX1" fmla="*/ 24405 w 24404"/>
                <a:gd name="connsiteY1" fmla="*/ 163250 h 163249"/>
                <a:gd name="connsiteX2" fmla="*/ 6 w 24404"/>
                <a:gd name="connsiteY2" fmla="*/ 163250 h 163249"/>
                <a:gd name="connsiteX3" fmla="*/ 6 w 24404"/>
                <a:gd name="connsiteY3" fmla="*/ 19519 h 163249"/>
                <a:gd name="connsiteX4" fmla="*/ 24405 w 24404"/>
                <a:gd name="connsiteY4" fmla="*/ 0 h 16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04" h="163249">
                  <a:moveTo>
                    <a:pt x="24405" y="0"/>
                  </a:moveTo>
                  <a:lnTo>
                    <a:pt x="24405" y="163250"/>
                  </a:lnTo>
                  <a:lnTo>
                    <a:pt x="6" y="163250"/>
                  </a:lnTo>
                  <a:lnTo>
                    <a:pt x="6" y="19519"/>
                  </a:lnTo>
                  <a:cubicBezTo>
                    <a:pt x="-438" y="19519"/>
                    <a:pt x="24405" y="0"/>
                    <a:pt x="24405" y="0"/>
                  </a:cubicBez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F862CB9F-EDA2-7B13-5FD1-68AE606877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48646" y="304458"/>
              <a:ext cx="24398" cy="33714"/>
            </a:xfrm>
            <a:custGeom>
              <a:avLst/>
              <a:gdLst>
                <a:gd name="connsiteX0" fmla="*/ 24399 w 24398"/>
                <a:gd name="connsiteY0" fmla="*/ 0 h 33714"/>
                <a:gd name="connsiteX1" fmla="*/ 24399 w 24398"/>
                <a:gd name="connsiteY1" fmla="*/ 33715 h 33714"/>
                <a:gd name="connsiteX2" fmla="*/ 0 w 24398"/>
                <a:gd name="connsiteY2" fmla="*/ 33715 h 33714"/>
                <a:gd name="connsiteX3" fmla="*/ 0 w 24398"/>
                <a:gd name="connsiteY3" fmla="*/ 19519 h 33714"/>
                <a:gd name="connsiteX4" fmla="*/ 24399 w 24398"/>
                <a:gd name="connsiteY4" fmla="*/ 0 h 3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8" h="33714">
                  <a:moveTo>
                    <a:pt x="24399" y="0"/>
                  </a:moveTo>
                  <a:lnTo>
                    <a:pt x="24399" y="33715"/>
                  </a:lnTo>
                  <a:lnTo>
                    <a:pt x="0" y="33715"/>
                  </a:lnTo>
                  <a:lnTo>
                    <a:pt x="0" y="19519"/>
                  </a:lnTo>
                  <a:lnTo>
                    <a:pt x="24399" y="0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B69E64A-997F-2123-F685-D94B430308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460461" y="359439"/>
              <a:ext cx="100382" cy="111477"/>
            </a:xfrm>
            <a:custGeom>
              <a:avLst/>
              <a:gdLst>
                <a:gd name="connsiteX0" fmla="*/ 99837 w 100382"/>
                <a:gd name="connsiteY0" fmla="*/ 84314 h 111477"/>
                <a:gd name="connsiteX1" fmla="*/ 82092 w 100382"/>
                <a:gd name="connsiteY1" fmla="*/ 103390 h 111477"/>
                <a:gd name="connsiteX2" fmla="*/ 51039 w 100382"/>
                <a:gd name="connsiteY2" fmla="*/ 111375 h 111477"/>
                <a:gd name="connsiteX3" fmla="*/ 15550 w 100382"/>
                <a:gd name="connsiteY3" fmla="*/ 98066 h 111477"/>
                <a:gd name="connsiteX4" fmla="*/ 24 w 100382"/>
                <a:gd name="connsiteY4" fmla="*/ 57698 h 111477"/>
                <a:gd name="connsiteX5" fmla="*/ 16881 w 100382"/>
                <a:gd name="connsiteY5" fmla="*/ 14223 h 111477"/>
                <a:gd name="connsiteX6" fmla="*/ 51927 w 100382"/>
                <a:gd name="connsiteY6" fmla="*/ 28 h 111477"/>
                <a:gd name="connsiteX7" fmla="*/ 85641 w 100382"/>
                <a:gd name="connsiteY7" fmla="*/ 13780 h 111477"/>
                <a:gd name="connsiteX8" fmla="*/ 100280 w 100382"/>
                <a:gd name="connsiteY8" fmla="*/ 58141 h 111477"/>
                <a:gd name="connsiteX9" fmla="*/ 100280 w 100382"/>
                <a:gd name="connsiteY9" fmla="*/ 61247 h 111477"/>
                <a:gd name="connsiteX10" fmla="*/ 24866 w 100382"/>
                <a:gd name="connsiteY10" fmla="*/ 61247 h 111477"/>
                <a:gd name="connsiteX11" fmla="*/ 33738 w 100382"/>
                <a:gd name="connsiteY11" fmla="*/ 82540 h 111477"/>
                <a:gd name="connsiteX12" fmla="*/ 52370 w 100382"/>
                <a:gd name="connsiteY12" fmla="*/ 89194 h 111477"/>
                <a:gd name="connsiteX13" fmla="*/ 69227 w 100382"/>
                <a:gd name="connsiteY13" fmla="*/ 83871 h 111477"/>
                <a:gd name="connsiteX14" fmla="*/ 78987 w 100382"/>
                <a:gd name="connsiteY14" fmla="*/ 72337 h 111477"/>
                <a:gd name="connsiteX15" fmla="*/ 99837 w 100382"/>
                <a:gd name="connsiteY15" fmla="*/ 84314 h 111477"/>
                <a:gd name="connsiteX16" fmla="*/ 99837 w 100382"/>
                <a:gd name="connsiteY16" fmla="*/ 84314 h 111477"/>
                <a:gd name="connsiteX17" fmla="*/ 75882 w 100382"/>
                <a:gd name="connsiteY17" fmla="*/ 41284 h 111477"/>
                <a:gd name="connsiteX18" fmla="*/ 68340 w 100382"/>
                <a:gd name="connsiteY18" fmla="*/ 27088 h 111477"/>
                <a:gd name="connsiteX19" fmla="*/ 34626 w 100382"/>
                <a:gd name="connsiteY19" fmla="*/ 27975 h 111477"/>
                <a:gd name="connsiteX20" fmla="*/ 27084 w 100382"/>
                <a:gd name="connsiteY20" fmla="*/ 41284 h 111477"/>
                <a:gd name="connsiteX21" fmla="*/ 75882 w 100382"/>
                <a:gd name="connsiteY21" fmla="*/ 41284 h 111477"/>
                <a:gd name="connsiteX22" fmla="*/ 75882 w 100382"/>
                <a:gd name="connsiteY22" fmla="*/ 41284 h 11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0382" h="111477">
                  <a:moveTo>
                    <a:pt x="99837" y="84314"/>
                  </a:moveTo>
                  <a:cubicBezTo>
                    <a:pt x="95401" y="92299"/>
                    <a:pt x="89634" y="98510"/>
                    <a:pt x="82092" y="103390"/>
                  </a:cubicBezTo>
                  <a:cubicBezTo>
                    <a:pt x="72776" y="108713"/>
                    <a:pt x="62130" y="111818"/>
                    <a:pt x="51039" y="111375"/>
                  </a:cubicBezTo>
                  <a:cubicBezTo>
                    <a:pt x="37731" y="112262"/>
                    <a:pt x="24866" y="107382"/>
                    <a:pt x="15550" y="98066"/>
                  </a:cubicBezTo>
                  <a:cubicBezTo>
                    <a:pt x="5347" y="87420"/>
                    <a:pt x="-420" y="72780"/>
                    <a:pt x="24" y="57698"/>
                  </a:cubicBezTo>
                  <a:cubicBezTo>
                    <a:pt x="-420" y="41728"/>
                    <a:pt x="5791" y="26201"/>
                    <a:pt x="16881" y="14223"/>
                  </a:cubicBezTo>
                  <a:cubicBezTo>
                    <a:pt x="26197" y="4908"/>
                    <a:pt x="39062" y="-416"/>
                    <a:pt x="51927" y="28"/>
                  </a:cubicBezTo>
                  <a:cubicBezTo>
                    <a:pt x="64791" y="-416"/>
                    <a:pt x="76769" y="4464"/>
                    <a:pt x="85641" y="13780"/>
                  </a:cubicBezTo>
                  <a:cubicBezTo>
                    <a:pt x="96288" y="26201"/>
                    <a:pt x="101168" y="42171"/>
                    <a:pt x="100280" y="58141"/>
                  </a:cubicBezTo>
                  <a:lnTo>
                    <a:pt x="100280" y="61247"/>
                  </a:lnTo>
                  <a:lnTo>
                    <a:pt x="24866" y="61247"/>
                  </a:lnTo>
                  <a:cubicBezTo>
                    <a:pt x="25310" y="69232"/>
                    <a:pt x="28415" y="76773"/>
                    <a:pt x="33738" y="82540"/>
                  </a:cubicBezTo>
                  <a:cubicBezTo>
                    <a:pt x="38618" y="87420"/>
                    <a:pt x="45716" y="89638"/>
                    <a:pt x="52370" y="89194"/>
                  </a:cubicBezTo>
                  <a:cubicBezTo>
                    <a:pt x="58581" y="89638"/>
                    <a:pt x="64348" y="87420"/>
                    <a:pt x="69227" y="83871"/>
                  </a:cubicBezTo>
                  <a:cubicBezTo>
                    <a:pt x="73220" y="80766"/>
                    <a:pt x="76325" y="76773"/>
                    <a:pt x="78987" y="72337"/>
                  </a:cubicBezTo>
                  <a:lnTo>
                    <a:pt x="99837" y="84314"/>
                  </a:lnTo>
                  <a:lnTo>
                    <a:pt x="99837" y="84314"/>
                  </a:lnTo>
                  <a:close/>
                  <a:moveTo>
                    <a:pt x="75882" y="41284"/>
                  </a:moveTo>
                  <a:cubicBezTo>
                    <a:pt x="74994" y="35961"/>
                    <a:pt x="72333" y="31081"/>
                    <a:pt x="68340" y="27088"/>
                  </a:cubicBezTo>
                  <a:cubicBezTo>
                    <a:pt x="58581" y="18660"/>
                    <a:pt x="43942" y="19103"/>
                    <a:pt x="34626" y="27975"/>
                  </a:cubicBezTo>
                  <a:cubicBezTo>
                    <a:pt x="31077" y="31524"/>
                    <a:pt x="28415" y="36404"/>
                    <a:pt x="27084" y="41284"/>
                  </a:cubicBezTo>
                  <a:lnTo>
                    <a:pt x="75882" y="41284"/>
                  </a:lnTo>
                  <a:lnTo>
                    <a:pt x="75882" y="41284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C8E0757-B3E5-DB26-CD9A-B9E778D80C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586028" y="359441"/>
              <a:ext cx="106910" cy="165493"/>
            </a:xfrm>
            <a:custGeom>
              <a:avLst/>
              <a:gdLst>
                <a:gd name="connsiteX0" fmla="*/ 24399 w 106910"/>
                <a:gd name="connsiteY0" fmla="*/ 165494 h 165493"/>
                <a:gd name="connsiteX1" fmla="*/ 0 w 106910"/>
                <a:gd name="connsiteY1" fmla="*/ 165494 h 165493"/>
                <a:gd name="connsiteX2" fmla="*/ 0 w 106910"/>
                <a:gd name="connsiteY2" fmla="*/ 2687 h 165493"/>
                <a:gd name="connsiteX3" fmla="*/ 24399 w 106910"/>
                <a:gd name="connsiteY3" fmla="*/ 2687 h 165493"/>
                <a:gd name="connsiteX4" fmla="*/ 24399 w 106910"/>
                <a:gd name="connsiteY4" fmla="*/ 14221 h 165493"/>
                <a:gd name="connsiteX5" fmla="*/ 55452 w 106910"/>
                <a:gd name="connsiteY5" fmla="*/ 26 h 165493"/>
                <a:gd name="connsiteX6" fmla="*/ 106911 w 106910"/>
                <a:gd name="connsiteY6" fmla="*/ 54590 h 165493"/>
                <a:gd name="connsiteX7" fmla="*/ 55895 w 106910"/>
                <a:gd name="connsiteY7" fmla="*/ 110929 h 165493"/>
                <a:gd name="connsiteX8" fmla="*/ 24399 w 106910"/>
                <a:gd name="connsiteY8" fmla="*/ 95403 h 165493"/>
                <a:gd name="connsiteX9" fmla="*/ 24399 w 106910"/>
                <a:gd name="connsiteY9" fmla="*/ 165494 h 165493"/>
                <a:gd name="connsiteX10" fmla="*/ 24399 w 106910"/>
                <a:gd name="connsiteY10" fmla="*/ 165494 h 165493"/>
                <a:gd name="connsiteX11" fmla="*/ 23068 w 106910"/>
                <a:gd name="connsiteY11" fmla="*/ 56365 h 165493"/>
                <a:gd name="connsiteX12" fmla="*/ 52790 w 106910"/>
                <a:gd name="connsiteY12" fmla="*/ 89636 h 165493"/>
                <a:gd name="connsiteX13" fmla="*/ 82068 w 106910"/>
                <a:gd name="connsiteY13" fmla="*/ 56365 h 165493"/>
                <a:gd name="connsiteX14" fmla="*/ 52790 w 106910"/>
                <a:gd name="connsiteY14" fmla="*/ 22650 h 165493"/>
                <a:gd name="connsiteX15" fmla="*/ 23068 w 106910"/>
                <a:gd name="connsiteY15" fmla="*/ 56365 h 165493"/>
                <a:gd name="connsiteX16" fmla="*/ 23068 w 106910"/>
                <a:gd name="connsiteY16" fmla="*/ 56365 h 165493"/>
                <a:gd name="connsiteX17" fmla="*/ 23068 w 106910"/>
                <a:gd name="connsiteY17" fmla="*/ 56365 h 16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910" h="165493">
                  <a:moveTo>
                    <a:pt x="24399" y="165494"/>
                  </a:moveTo>
                  <a:lnTo>
                    <a:pt x="0" y="165494"/>
                  </a:lnTo>
                  <a:lnTo>
                    <a:pt x="0" y="2687"/>
                  </a:lnTo>
                  <a:lnTo>
                    <a:pt x="24399" y="2687"/>
                  </a:lnTo>
                  <a:lnTo>
                    <a:pt x="24399" y="14221"/>
                  </a:lnTo>
                  <a:cubicBezTo>
                    <a:pt x="31940" y="4905"/>
                    <a:pt x="43474" y="-418"/>
                    <a:pt x="55452" y="26"/>
                  </a:cubicBezTo>
                  <a:cubicBezTo>
                    <a:pt x="83399" y="26"/>
                    <a:pt x="106911" y="21319"/>
                    <a:pt x="106911" y="54590"/>
                  </a:cubicBezTo>
                  <a:cubicBezTo>
                    <a:pt x="106911" y="90079"/>
                    <a:pt x="80738" y="110929"/>
                    <a:pt x="55895" y="110929"/>
                  </a:cubicBezTo>
                  <a:cubicBezTo>
                    <a:pt x="43474" y="110486"/>
                    <a:pt x="31940" y="105162"/>
                    <a:pt x="24399" y="95403"/>
                  </a:cubicBezTo>
                  <a:lnTo>
                    <a:pt x="24399" y="165494"/>
                  </a:lnTo>
                  <a:lnTo>
                    <a:pt x="24399" y="165494"/>
                  </a:lnTo>
                  <a:close/>
                  <a:moveTo>
                    <a:pt x="23068" y="56365"/>
                  </a:moveTo>
                  <a:cubicBezTo>
                    <a:pt x="23068" y="78545"/>
                    <a:pt x="37263" y="89636"/>
                    <a:pt x="52790" y="89636"/>
                  </a:cubicBezTo>
                  <a:cubicBezTo>
                    <a:pt x="70534" y="89636"/>
                    <a:pt x="82068" y="74553"/>
                    <a:pt x="82068" y="56365"/>
                  </a:cubicBezTo>
                  <a:cubicBezTo>
                    <a:pt x="82068" y="38176"/>
                    <a:pt x="70534" y="22650"/>
                    <a:pt x="52790" y="22650"/>
                  </a:cubicBezTo>
                  <a:cubicBezTo>
                    <a:pt x="37263" y="22206"/>
                    <a:pt x="23068" y="33297"/>
                    <a:pt x="23068" y="56365"/>
                  </a:cubicBezTo>
                  <a:lnTo>
                    <a:pt x="23068" y="56365"/>
                  </a:lnTo>
                  <a:lnTo>
                    <a:pt x="23068" y="56365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99A41F3-748F-A58B-FA83-E882F34449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712008" y="358999"/>
              <a:ext cx="112689" cy="112707"/>
            </a:xfrm>
            <a:custGeom>
              <a:avLst/>
              <a:gdLst>
                <a:gd name="connsiteX0" fmla="*/ 112683 w 112689"/>
                <a:gd name="connsiteY0" fmla="*/ 55919 h 112707"/>
                <a:gd name="connsiteX1" fmla="*/ 57232 w 112689"/>
                <a:gd name="connsiteY1" fmla="*/ 112702 h 112707"/>
                <a:gd name="connsiteX2" fmla="*/ 6 w 112689"/>
                <a:gd name="connsiteY2" fmla="*/ 57250 h 112707"/>
                <a:gd name="connsiteX3" fmla="*/ 55457 w 112689"/>
                <a:gd name="connsiteY3" fmla="*/ 24 h 112707"/>
                <a:gd name="connsiteX4" fmla="*/ 56345 w 112689"/>
                <a:gd name="connsiteY4" fmla="*/ 24 h 112707"/>
                <a:gd name="connsiteX5" fmla="*/ 112683 w 112689"/>
                <a:gd name="connsiteY5" fmla="*/ 53258 h 112707"/>
                <a:gd name="connsiteX6" fmla="*/ 112683 w 112689"/>
                <a:gd name="connsiteY6" fmla="*/ 55919 h 112707"/>
                <a:gd name="connsiteX7" fmla="*/ 112683 w 112689"/>
                <a:gd name="connsiteY7" fmla="*/ 55919 h 112707"/>
                <a:gd name="connsiteX8" fmla="*/ 87398 w 112689"/>
                <a:gd name="connsiteY8" fmla="*/ 56363 h 112707"/>
                <a:gd name="connsiteX9" fmla="*/ 56345 w 112689"/>
                <a:gd name="connsiteY9" fmla="*/ 22648 h 112707"/>
                <a:gd name="connsiteX10" fmla="*/ 25292 w 112689"/>
                <a:gd name="connsiteY10" fmla="*/ 56363 h 112707"/>
                <a:gd name="connsiteX11" fmla="*/ 56345 w 112689"/>
                <a:gd name="connsiteY11" fmla="*/ 89634 h 112707"/>
                <a:gd name="connsiteX12" fmla="*/ 87398 w 112689"/>
                <a:gd name="connsiteY12" fmla="*/ 56363 h 11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689" h="112707">
                  <a:moveTo>
                    <a:pt x="112683" y="55919"/>
                  </a:moveTo>
                  <a:cubicBezTo>
                    <a:pt x="113127" y="86972"/>
                    <a:pt x="88285" y="112702"/>
                    <a:pt x="57232" y="112702"/>
                  </a:cubicBezTo>
                  <a:cubicBezTo>
                    <a:pt x="26179" y="113145"/>
                    <a:pt x="449" y="88303"/>
                    <a:pt x="6" y="57250"/>
                  </a:cubicBezTo>
                  <a:cubicBezTo>
                    <a:pt x="-438" y="26197"/>
                    <a:pt x="24405" y="467"/>
                    <a:pt x="55457" y="24"/>
                  </a:cubicBezTo>
                  <a:cubicBezTo>
                    <a:pt x="55901" y="24"/>
                    <a:pt x="55901" y="24"/>
                    <a:pt x="56345" y="24"/>
                  </a:cubicBezTo>
                  <a:cubicBezTo>
                    <a:pt x="86510" y="-863"/>
                    <a:pt x="111796" y="23092"/>
                    <a:pt x="112683" y="53258"/>
                  </a:cubicBezTo>
                  <a:cubicBezTo>
                    <a:pt x="112683" y="54588"/>
                    <a:pt x="112683" y="55476"/>
                    <a:pt x="112683" y="55919"/>
                  </a:cubicBezTo>
                  <a:lnTo>
                    <a:pt x="112683" y="55919"/>
                  </a:lnTo>
                  <a:close/>
                  <a:moveTo>
                    <a:pt x="87398" y="56363"/>
                  </a:moveTo>
                  <a:cubicBezTo>
                    <a:pt x="87398" y="32408"/>
                    <a:pt x="71871" y="22648"/>
                    <a:pt x="56345" y="22648"/>
                  </a:cubicBezTo>
                  <a:cubicBezTo>
                    <a:pt x="40818" y="22648"/>
                    <a:pt x="25292" y="32408"/>
                    <a:pt x="25292" y="56363"/>
                  </a:cubicBezTo>
                  <a:cubicBezTo>
                    <a:pt x="25292" y="76769"/>
                    <a:pt x="37269" y="89634"/>
                    <a:pt x="56345" y="89634"/>
                  </a:cubicBezTo>
                  <a:cubicBezTo>
                    <a:pt x="75420" y="89634"/>
                    <a:pt x="87398" y="76769"/>
                    <a:pt x="87398" y="56363"/>
                  </a:cubicBez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BABB12CC-B613-D6E3-60DA-CD0F49ECDD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848646" y="362128"/>
              <a:ext cx="24398" cy="105136"/>
            </a:xfrm>
            <a:custGeom>
              <a:avLst/>
              <a:gdLst>
                <a:gd name="connsiteX0" fmla="*/ 24399 w 24398"/>
                <a:gd name="connsiteY0" fmla="*/ 0 h 105136"/>
                <a:gd name="connsiteX1" fmla="*/ 24399 w 24398"/>
                <a:gd name="connsiteY1" fmla="*/ 105136 h 105136"/>
                <a:gd name="connsiteX2" fmla="*/ 0 w 24398"/>
                <a:gd name="connsiteY2" fmla="*/ 105136 h 105136"/>
                <a:gd name="connsiteX3" fmla="*/ 0 w 24398"/>
                <a:gd name="connsiteY3" fmla="*/ 0 h 105136"/>
                <a:gd name="connsiteX4" fmla="*/ 24399 w 24398"/>
                <a:gd name="connsiteY4" fmla="*/ 0 h 10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8" h="105136">
                  <a:moveTo>
                    <a:pt x="24399" y="0"/>
                  </a:moveTo>
                  <a:lnTo>
                    <a:pt x="24399" y="105136"/>
                  </a:lnTo>
                  <a:lnTo>
                    <a:pt x="0" y="105136"/>
                  </a:lnTo>
                  <a:lnTo>
                    <a:pt x="0" y="0"/>
                  </a:lnTo>
                  <a:lnTo>
                    <a:pt x="24399" y="0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13C6D054-D28B-1135-7A55-AC0FF2911A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902767" y="359371"/>
              <a:ext cx="90496" cy="108337"/>
            </a:xfrm>
            <a:custGeom>
              <a:avLst/>
              <a:gdLst>
                <a:gd name="connsiteX0" fmla="*/ 0 w 90496"/>
                <a:gd name="connsiteY0" fmla="*/ 2757 h 108337"/>
                <a:gd name="connsiteX1" fmla="*/ 24399 w 90496"/>
                <a:gd name="connsiteY1" fmla="*/ 2757 h 108337"/>
                <a:gd name="connsiteX2" fmla="*/ 24399 w 90496"/>
                <a:gd name="connsiteY2" fmla="*/ 12517 h 108337"/>
                <a:gd name="connsiteX3" fmla="*/ 52790 w 90496"/>
                <a:gd name="connsiteY3" fmla="*/ 96 h 108337"/>
                <a:gd name="connsiteX4" fmla="*/ 83843 w 90496"/>
                <a:gd name="connsiteY4" fmla="*/ 14291 h 108337"/>
                <a:gd name="connsiteX5" fmla="*/ 90497 w 90496"/>
                <a:gd name="connsiteY5" fmla="*/ 43570 h 108337"/>
                <a:gd name="connsiteX6" fmla="*/ 90497 w 90496"/>
                <a:gd name="connsiteY6" fmla="*/ 107894 h 108337"/>
                <a:gd name="connsiteX7" fmla="*/ 66098 w 90496"/>
                <a:gd name="connsiteY7" fmla="*/ 107894 h 108337"/>
                <a:gd name="connsiteX8" fmla="*/ 66098 w 90496"/>
                <a:gd name="connsiteY8" fmla="*/ 49780 h 108337"/>
                <a:gd name="connsiteX9" fmla="*/ 47023 w 90496"/>
                <a:gd name="connsiteY9" fmla="*/ 22276 h 108337"/>
                <a:gd name="connsiteX10" fmla="*/ 24842 w 90496"/>
                <a:gd name="connsiteY10" fmla="*/ 57766 h 108337"/>
                <a:gd name="connsiteX11" fmla="*/ 24842 w 90496"/>
                <a:gd name="connsiteY11" fmla="*/ 108338 h 108337"/>
                <a:gd name="connsiteX12" fmla="*/ 444 w 90496"/>
                <a:gd name="connsiteY12" fmla="*/ 108338 h 108337"/>
                <a:gd name="connsiteX13" fmla="*/ 0 w 90496"/>
                <a:gd name="connsiteY13" fmla="*/ 2757 h 108337"/>
                <a:gd name="connsiteX14" fmla="*/ 0 w 90496"/>
                <a:gd name="connsiteY14" fmla="*/ 2757 h 10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96" h="108337">
                  <a:moveTo>
                    <a:pt x="0" y="2757"/>
                  </a:moveTo>
                  <a:lnTo>
                    <a:pt x="24399" y="2757"/>
                  </a:lnTo>
                  <a:lnTo>
                    <a:pt x="24399" y="12517"/>
                  </a:lnTo>
                  <a:cubicBezTo>
                    <a:pt x="31497" y="4088"/>
                    <a:pt x="42143" y="-348"/>
                    <a:pt x="52790" y="96"/>
                  </a:cubicBezTo>
                  <a:cubicBezTo>
                    <a:pt x="64768" y="-792"/>
                    <a:pt x="76745" y="4532"/>
                    <a:pt x="83843" y="14291"/>
                  </a:cubicBezTo>
                  <a:cubicBezTo>
                    <a:pt x="87835" y="20058"/>
                    <a:pt x="90497" y="27156"/>
                    <a:pt x="90497" y="43570"/>
                  </a:cubicBezTo>
                  <a:lnTo>
                    <a:pt x="90497" y="107894"/>
                  </a:lnTo>
                  <a:lnTo>
                    <a:pt x="66098" y="107894"/>
                  </a:lnTo>
                  <a:lnTo>
                    <a:pt x="66098" y="49780"/>
                  </a:lnTo>
                  <a:cubicBezTo>
                    <a:pt x="66098" y="23164"/>
                    <a:pt x="56339" y="22276"/>
                    <a:pt x="47023" y="22276"/>
                  </a:cubicBezTo>
                  <a:cubicBezTo>
                    <a:pt x="35933" y="22276"/>
                    <a:pt x="24842" y="23607"/>
                    <a:pt x="24842" y="57766"/>
                  </a:cubicBezTo>
                  <a:lnTo>
                    <a:pt x="24842" y="108338"/>
                  </a:lnTo>
                  <a:lnTo>
                    <a:pt x="444" y="108338"/>
                  </a:lnTo>
                  <a:lnTo>
                    <a:pt x="0" y="2757"/>
                  </a:lnTo>
                  <a:lnTo>
                    <a:pt x="0" y="2757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D19DD80-6124-B06D-AE7B-ABDEF02B94F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014114" y="304015"/>
              <a:ext cx="53233" cy="163249"/>
            </a:xfrm>
            <a:custGeom>
              <a:avLst/>
              <a:gdLst>
                <a:gd name="connsiteX0" fmla="*/ 34602 w 53233"/>
                <a:gd name="connsiteY0" fmla="*/ 80738 h 163249"/>
                <a:gd name="connsiteX1" fmla="*/ 34602 w 53233"/>
                <a:gd name="connsiteY1" fmla="*/ 163250 h 163249"/>
                <a:gd name="connsiteX2" fmla="*/ 10203 w 53233"/>
                <a:gd name="connsiteY2" fmla="*/ 163250 h 163249"/>
                <a:gd name="connsiteX3" fmla="*/ 10203 w 53233"/>
                <a:gd name="connsiteY3" fmla="*/ 80738 h 163249"/>
                <a:gd name="connsiteX4" fmla="*/ 0 w 53233"/>
                <a:gd name="connsiteY4" fmla="*/ 80738 h 163249"/>
                <a:gd name="connsiteX5" fmla="*/ 0 w 53233"/>
                <a:gd name="connsiteY5" fmla="*/ 58113 h 163249"/>
                <a:gd name="connsiteX6" fmla="*/ 10203 w 53233"/>
                <a:gd name="connsiteY6" fmla="*/ 58113 h 163249"/>
                <a:gd name="connsiteX7" fmla="*/ 10203 w 53233"/>
                <a:gd name="connsiteY7" fmla="*/ 19519 h 163249"/>
                <a:gd name="connsiteX8" fmla="*/ 34602 w 53233"/>
                <a:gd name="connsiteY8" fmla="*/ 0 h 163249"/>
                <a:gd name="connsiteX9" fmla="*/ 34602 w 53233"/>
                <a:gd name="connsiteY9" fmla="*/ 58113 h 163249"/>
                <a:gd name="connsiteX10" fmla="*/ 53234 w 53233"/>
                <a:gd name="connsiteY10" fmla="*/ 58113 h 163249"/>
                <a:gd name="connsiteX11" fmla="*/ 53234 w 53233"/>
                <a:gd name="connsiteY11" fmla="*/ 80738 h 163249"/>
                <a:gd name="connsiteX12" fmla="*/ 34602 w 53233"/>
                <a:gd name="connsiteY12" fmla="*/ 80738 h 163249"/>
                <a:gd name="connsiteX13" fmla="*/ 34602 w 53233"/>
                <a:gd name="connsiteY13" fmla="*/ 80738 h 16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33" h="163249">
                  <a:moveTo>
                    <a:pt x="34602" y="80738"/>
                  </a:moveTo>
                  <a:lnTo>
                    <a:pt x="34602" y="163250"/>
                  </a:lnTo>
                  <a:lnTo>
                    <a:pt x="10203" y="163250"/>
                  </a:lnTo>
                  <a:lnTo>
                    <a:pt x="10203" y="80738"/>
                  </a:lnTo>
                  <a:lnTo>
                    <a:pt x="0" y="80738"/>
                  </a:lnTo>
                  <a:lnTo>
                    <a:pt x="0" y="58113"/>
                  </a:lnTo>
                  <a:lnTo>
                    <a:pt x="10203" y="58113"/>
                  </a:lnTo>
                  <a:lnTo>
                    <a:pt x="10203" y="19519"/>
                  </a:lnTo>
                  <a:lnTo>
                    <a:pt x="34602" y="0"/>
                  </a:lnTo>
                  <a:lnTo>
                    <a:pt x="34602" y="58113"/>
                  </a:lnTo>
                  <a:lnTo>
                    <a:pt x="53234" y="58113"/>
                  </a:lnTo>
                  <a:lnTo>
                    <a:pt x="53234" y="80738"/>
                  </a:lnTo>
                  <a:lnTo>
                    <a:pt x="34602" y="80738"/>
                  </a:lnTo>
                  <a:lnTo>
                    <a:pt x="34602" y="8073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9435D0F-D016-C969-7864-6A6A431651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997797" y="291150"/>
              <a:ext cx="141956" cy="176558"/>
            </a:xfrm>
            <a:custGeom>
              <a:avLst/>
              <a:gdLst>
                <a:gd name="connsiteX0" fmla="*/ 141956 w 141956"/>
                <a:gd name="connsiteY0" fmla="*/ 176558 h 176558"/>
                <a:gd name="connsiteX1" fmla="*/ 70978 w 141956"/>
                <a:gd name="connsiteY1" fmla="*/ 0 h 176558"/>
                <a:gd name="connsiteX2" fmla="*/ 70978 w 141956"/>
                <a:gd name="connsiteY2" fmla="*/ 0 h 176558"/>
                <a:gd name="connsiteX3" fmla="*/ 0 w 141956"/>
                <a:gd name="connsiteY3" fmla="*/ 176558 h 176558"/>
                <a:gd name="connsiteX4" fmla="*/ 27504 w 141956"/>
                <a:gd name="connsiteY4" fmla="*/ 176558 h 176558"/>
                <a:gd name="connsiteX5" fmla="*/ 70978 w 141956"/>
                <a:gd name="connsiteY5" fmla="*/ 64324 h 176558"/>
                <a:gd name="connsiteX6" fmla="*/ 114452 w 141956"/>
                <a:gd name="connsiteY6" fmla="*/ 176558 h 176558"/>
                <a:gd name="connsiteX7" fmla="*/ 141956 w 141956"/>
                <a:gd name="connsiteY7" fmla="*/ 176558 h 176558"/>
                <a:gd name="connsiteX8" fmla="*/ 141956 w 141956"/>
                <a:gd name="connsiteY8" fmla="*/ 176558 h 176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56" h="176558">
                  <a:moveTo>
                    <a:pt x="141956" y="176558"/>
                  </a:moveTo>
                  <a:lnTo>
                    <a:pt x="70978" y="0"/>
                  </a:lnTo>
                  <a:lnTo>
                    <a:pt x="70978" y="0"/>
                  </a:lnTo>
                  <a:lnTo>
                    <a:pt x="0" y="176558"/>
                  </a:lnTo>
                  <a:lnTo>
                    <a:pt x="27504" y="176558"/>
                  </a:lnTo>
                  <a:lnTo>
                    <a:pt x="70978" y="64324"/>
                  </a:lnTo>
                  <a:lnTo>
                    <a:pt x="114452" y="176558"/>
                  </a:lnTo>
                  <a:lnTo>
                    <a:pt x="141956" y="176558"/>
                  </a:lnTo>
                  <a:lnTo>
                    <a:pt x="141956" y="17655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4" name="Rectangle Separator">
            <a:extLst>
              <a:ext uri="{FF2B5EF4-FFF2-40B4-BE49-F238E27FC236}">
                <a16:creationId xmlns:a16="http://schemas.microsoft.com/office/drawing/2014/main" id="{224A8BF8-2B4F-73A9-2D33-26012C540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6804066" y="-10037"/>
            <a:ext cx="365760" cy="13736066"/>
          </a:xfrm>
          <a:prstGeom prst="rect">
            <a:avLst/>
          </a:prstGeom>
          <a:gradFill>
            <a:gsLst>
              <a:gs pos="0">
                <a:schemeClr val="accent2"/>
              </a:gs>
              <a:gs pos="90000">
                <a:schemeClr val="accent3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5" name="Section">
            <a:extLst>
              <a:ext uri="{FF2B5EF4-FFF2-40B4-BE49-F238E27FC236}">
                <a16:creationId xmlns:a16="http://schemas.microsoft.com/office/drawing/2014/main" id="{74C45896-B329-5E42-FA24-7BE4F9E826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E4786-A0D7-2E13-1A2F-A1D2E8F37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9A8968-8DB8-31F1-B5C0-B09FD5840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36AFCDE7-4783-E1CA-5A42-8ABC048100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8270539" y="2128783"/>
            <a:ext cx="15048248" cy="10520417"/>
          </a:xfrm>
        </p:spPr>
        <p:txBody>
          <a:bodyPr/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927E1-4B95-6C5A-AF4B-DCFE7217775E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0" y="10926"/>
            <a:ext cx="6911975" cy="13694147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D1FC932-F872-A20B-84D1-ACD5BC8DC233}"/>
              </a:ext>
            </a:extLst>
          </p:cNvPr>
          <p:cNvGrpSpPr/>
          <p:nvPr userDrawn="1"/>
        </p:nvGrpSpPr>
        <p:grpSpPr>
          <a:xfrm>
            <a:off x="22585681" y="214087"/>
            <a:ext cx="316739" cy="320384"/>
            <a:chOff x="22585681" y="228601"/>
            <a:chExt cx="316739" cy="320384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6AB2FE5-C25D-FAA7-6C15-464D66E61A84}"/>
                </a:ext>
              </a:extLst>
            </p:cNvPr>
            <p:cNvSpPr/>
            <p:nvPr/>
          </p:nvSpPr>
          <p:spPr>
            <a:xfrm>
              <a:off x="22585681" y="328414"/>
              <a:ext cx="79850" cy="79850"/>
            </a:xfrm>
            <a:custGeom>
              <a:avLst/>
              <a:gdLst>
                <a:gd name="connsiteX0" fmla="*/ 79850 w 79850"/>
                <a:gd name="connsiteY0" fmla="*/ 39925 h 79850"/>
                <a:gd name="connsiteX1" fmla="*/ 39925 w 79850"/>
                <a:gd name="connsiteY1" fmla="*/ 79851 h 79850"/>
                <a:gd name="connsiteX2" fmla="*/ 0 w 79850"/>
                <a:gd name="connsiteY2" fmla="*/ 39925 h 79850"/>
                <a:gd name="connsiteX3" fmla="*/ 39925 w 79850"/>
                <a:gd name="connsiteY3" fmla="*/ 0 h 79850"/>
                <a:gd name="connsiteX4" fmla="*/ 79850 w 79850"/>
                <a:gd name="connsiteY4" fmla="*/ 39925 h 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850" h="79850">
                  <a:moveTo>
                    <a:pt x="79850" y="39925"/>
                  </a:moveTo>
                  <a:cubicBezTo>
                    <a:pt x="79850" y="61975"/>
                    <a:pt x="61975" y="79851"/>
                    <a:pt x="39925" y="79851"/>
                  </a:cubicBezTo>
                  <a:cubicBezTo>
                    <a:pt x="17875" y="79851"/>
                    <a:pt x="0" y="61975"/>
                    <a:pt x="0" y="39925"/>
                  </a:cubicBezTo>
                  <a:cubicBezTo>
                    <a:pt x="0" y="17875"/>
                    <a:pt x="17875" y="0"/>
                    <a:pt x="39925" y="0"/>
                  </a:cubicBezTo>
                  <a:cubicBezTo>
                    <a:pt x="61975" y="0"/>
                    <a:pt x="79850" y="17875"/>
                    <a:pt x="79850" y="39925"/>
                  </a:cubicBez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37125D2-43B2-3559-B161-54585A4F9838}"/>
                </a:ext>
              </a:extLst>
            </p:cNvPr>
            <p:cNvSpPr/>
            <p:nvPr/>
          </p:nvSpPr>
          <p:spPr>
            <a:xfrm>
              <a:off x="22603869" y="228601"/>
              <a:ext cx="298551" cy="320384"/>
            </a:xfrm>
            <a:custGeom>
              <a:avLst/>
              <a:gdLst>
                <a:gd name="connsiteX0" fmla="*/ 263506 w 298551"/>
                <a:gd name="connsiteY0" fmla="*/ 41256 h 320384"/>
                <a:gd name="connsiteX1" fmla="*/ 266611 w 298551"/>
                <a:gd name="connsiteY1" fmla="*/ 50128 h 320384"/>
                <a:gd name="connsiteX2" fmla="*/ 298551 w 298551"/>
                <a:gd name="connsiteY2" fmla="*/ 0 h 320384"/>
                <a:gd name="connsiteX3" fmla="*/ 245318 w 298551"/>
                <a:gd name="connsiteY3" fmla="*/ 28391 h 320384"/>
                <a:gd name="connsiteX4" fmla="*/ 253747 w 298551"/>
                <a:gd name="connsiteY4" fmla="*/ 31497 h 320384"/>
                <a:gd name="connsiteX5" fmla="*/ 280807 w 298551"/>
                <a:gd name="connsiteY5" fmla="*/ 16414 h 320384"/>
                <a:gd name="connsiteX6" fmla="*/ 0 w 298551"/>
                <a:gd name="connsiteY6" fmla="*/ 239552 h 320384"/>
                <a:gd name="connsiteX7" fmla="*/ 211603 w 298551"/>
                <a:gd name="connsiteY7" fmla="*/ 301214 h 320384"/>
                <a:gd name="connsiteX8" fmla="*/ 273266 w 298551"/>
                <a:gd name="connsiteY8" fmla="*/ 90054 h 320384"/>
                <a:gd name="connsiteX9" fmla="*/ 248423 w 298551"/>
                <a:gd name="connsiteY9" fmla="*/ 56339 h 320384"/>
                <a:gd name="connsiteX10" fmla="*/ 263506 w 298551"/>
                <a:gd name="connsiteY10" fmla="*/ 41256 h 320384"/>
                <a:gd name="connsiteX11" fmla="*/ 257295 w 298551"/>
                <a:gd name="connsiteY11" fmla="*/ 240439 h 320384"/>
                <a:gd name="connsiteX12" fmla="*/ 173009 w 298551"/>
                <a:gd name="connsiteY12" fmla="*/ 280808 h 320384"/>
                <a:gd name="connsiteX13" fmla="*/ 128648 w 298551"/>
                <a:gd name="connsiteY13" fmla="*/ 218702 h 320384"/>
                <a:gd name="connsiteX14" fmla="*/ 220919 w 298551"/>
                <a:gd name="connsiteY14" fmla="*/ 82956 h 320384"/>
                <a:gd name="connsiteX15" fmla="*/ 257295 w 298551"/>
                <a:gd name="connsiteY15" fmla="*/ 240439 h 320384"/>
                <a:gd name="connsiteX16" fmla="*/ 257295 w 298551"/>
                <a:gd name="connsiteY16" fmla="*/ 240439 h 320384"/>
                <a:gd name="connsiteX17" fmla="*/ 257295 w 298551"/>
                <a:gd name="connsiteY17" fmla="*/ 240439 h 320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8551" h="320384">
                  <a:moveTo>
                    <a:pt x="263506" y="41256"/>
                  </a:moveTo>
                  <a:lnTo>
                    <a:pt x="266611" y="50128"/>
                  </a:lnTo>
                  <a:lnTo>
                    <a:pt x="298551" y="0"/>
                  </a:lnTo>
                  <a:lnTo>
                    <a:pt x="245318" y="28391"/>
                  </a:lnTo>
                  <a:lnTo>
                    <a:pt x="253747" y="31497"/>
                  </a:lnTo>
                  <a:lnTo>
                    <a:pt x="280807" y="16414"/>
                  </a:lnTo>
                  <a:lnTo>
                    <a:pt x="0" y="239552"/>
                  </a:lnTo>
                  <a:cubicBezTo>
                    <a:pt x="41256" y="314966"/>
                    <a:pt x="136189" y="342470"/>
                    <a:pt x="211603" y="301214"/>
                  </a:cubicBezTo>
                  <a:cubicBezTo>
                    <a:pt x="287018" y="259958"/>
                    <a:pt x="314522" y="165468"/>
                    <a:pt x="273266" y="90054"/>
                  </a:cubicBezTo>
                  <a:cubicBezTo>
                    <a:pt x="266611" y="77632"/>
                    <a:pt x="258183" y="66098"/>
                    <a:pt x="248423" y="56339"/>
                  </a:cubicBezTo>
                  <a:cubicBezTo>
                    <a:pt x="253747" y="50572"/>
                    <a:pt x="259070" y="45692"/>
                    <a:pt x="263506" y="41256"/>
                  </a:cubicBezTo>
                  <a:close/>
                  <a:moveTo>
                    <a:pt x="257295" y="240439"/>
                  </a:moveTo>
                  <a:cubicBezTo>
                    <a:pt x="245318" y="275041"/>
                    <a:pt x="207611" y="293229"/>
                    <a:pt x="173009" y="280808"/>
                  </a:cubicBezTo>
                  <a:cubicBezTo>
                    <a:pt x="146392" y="271492"/>
                    <a:pt x="128648" y="246649"/>
                    <a:pt x="128648" y="218702"/>
                  </a:cubicBezTo>
                  <a:cubicBezTo>
                    <a:pt x="128648" y="182325"/>
                    <a:pt x="153934" y="141069"/>
                    <a:pt x="220919" y="82956"/>
                  </a:cubicBezTo>
                  <a:cubicBezTo>
                    <a:pt x="220919" y="82956"/>
                    <a:pt x="288792" y="146393"/>
                    <a:pt x="257295" y="240439"/>
                  </a:cubicBezTo>
                  <a:lnTo>
                    <a:pt x="257295" y="240439"/>
                  </a:lnTo>
                  <a:lnTo>
                    <a:pt x="257295" y="240439"/>
                  </a:ln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693A433-A163-9D4D-8961-09E6C2B7A2D6}"/>
                </a:ext>
              </a:extLst>
            </p:cNvPr>
            <p:cNvSpPr/>
            <p:nvPr/>
          </p:nvSpPr>
          <p:spPr>
            <a:xfrm>
              <a:off x="22617177" y="237666"/>
              <a:ext cx="220919" cy="59695"/>
            </a:xfrm>
            <a:custGeom>
              <a:avLst/>
              <a:gdLst>
                <a:gd name="connsiteX0" fmla="*/ 187205 w 220919"/>
                <a:gd name="connsiteY0" fmla="*/ 55703 h 59695"/>
                <a:gd name="connsiteX1" fmla="*/ 220919 w 220919"/>
                <a:gd name="connsiteY1" fmla="*/ 34409 h 59695"/>
                <a:gd name="connsiteX2" fmla="*/ 1774 w 220919"/>
                <a:gd name="connsiteY2" fmla="*/ 57477 h 59695"/>
                <a:gd name="connsiteX3" fmla="*/ 0 w 220919"/>
                <a:gd name="connsiteY3" fmla="*/ 59695 h 59695"/>
                <a:gd name="connsiteX4" fmla="*/ 187205 w 220919"/>
                <a:gd name="connsiteY4" fmla="*/ 55703 h 59695"/>
                <a:gd name="connsiteX5" fmla="*/ 187205 w 220919"/>
                <a:gd name="connsiteY5" fmla="*/ 55703 h 59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0919" h="59695">
                  <a:moveTo>
                    <a:pt x="187205" y="55703"/>
                  </a:moveTo>
                  <a:lnTo>
                    <a:pt x="220919" y="34409"/>
                  </a:lnTo>
                  <a:cubicBezTo>
                    <a:pt x="153934" y="-19268"/>
                    <a:pt x="55895" y="-9065"/>
                    <a:pt x="1774" y="57477"/>
                  </a:cubicBezTo>
                  <a:cubicBezTo>
                    <a:pt x="1331" y="58364"/>
                    <a:pt x="444" y="58808"/>
                    <a:pt x="0" y="59695"/>
                  </a:cubicBezTo>
                  <a:cubicBezTo>
                    <a:pt x="54564" y="16665"/>
                    <a:pt x="130866" y="15334"/>
                    <a:pt x="187205" y="55703"/>
                  </a:cubicBezTo>
                  <a:lnTo>
                    <a:pt x="187205" y="55703"/>
                  </a:lnTo>
                  <a:close/>
                </a:path>
              </a:pathLst>
            </a:custGeom>
            <a:solidFill>
              <a:srgbClr val="FFB81C"/>
            </a:solidFill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EB5FC1E-8B52-B770-03F4-39216DDED1CA}"/>
              </a:ext>
            </a:extLst>
          </p:cNvPr>
          <p:cNvGrpSpPr/>
          <p:nvPr userDrawn="1"/>
        </p:nvGrpSpPr>
        <p:grpSpPr>
          <a:xfrm>
            <a:off x="22997797" y="276636"/>
            <a:ext cx="1069550" cy="233905"/>
            <a:chOff x="22997797" y="291150"/>
            <a:chExt cx="1069550" cy="233905"/>
          </a:xfrm>
          <a:solidFill>
            <a:schemeClr val="accent1"/>
          </a:solidFill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CAF08C9-0193-9BCA-4216-313C34C3128A}"/>
                </a:ext>
              </a:extLst>
            </p:cNvPr>
            <p:cNvSpPr/>
            <p:nvPr/>
          </p:nvSpPr>
          <p:spPr>
            <a:xfrm>
              <a:off x="23159716" y="359371"/>
              <a:ext cx="90497" cy="108337"/>
            </a:xfrm>
            <a:custGeom>
              <a:avLst/>
              <a:gdLst>
                <a:gd name="connsiteX0" fmla="*/ 0 w 90497"/>
                <a:gd name="connsiteY0" fmla="*/ 2757 h 108337"/>
                <a:gd name="connsiteX1" fmla="*/ 24399 w 90497"/>
                <a:gd name="connsiteY1" fmla="*/ 2757 h 108337"/>
                <a:gd name="connsiteX2" fmla="*/ 24399 w 90497"/>
                <a:gd name="connsiteY2" fmla="*/ 12517 h 108337"/>
                <a:gd name="connsiteX3" fmla="*/ 52790 w 90497"/>
                <a:gd name="connsiteY3" fmla="*/ 96 h 108337"/>
                <a:gd name="connsiteX4" fmla="*/ 83843 w 90497"/>
                <a:gd name="connsiteY4" fmla="*/ 14291 h 108337"/>
                <a:gd name="connsiteX5" fmla="*/ 90497 w 90497"/>
                <a:gd name="connsiteY5" fmla="*/ 43570 h 108337"/>
                <a:gd name="connsiteX6" fmla="*/ 90497 w 90497"/>
                <a:gd name="connsiteY6" fmla="*/ 107894 h 108337"/>
                <a:gd name="connsiteX7" fmla="*/ 66098 w 90497"/>
                <a:gd name="connsiteY7" fmla="*/ 107894 h 108337"/>
                <a:gd name="connsiteX8" fmla="*/ 66098 w 90497"/>
                <a:gd name="connsiteY8" fmla="*/ 49780 h 108337"/>
                <a:gd name="connsiteX9" fmla="*/ 47023 w 90497"/>
                <a:gd name="connsiteY9" fmla="*/ 22276 h 108337"/>
                <a:gd name="connsiteX10" fmla="*/ 24842 w 90497"/>
                <a:gd name="connsiteY10" fmla="*/ 57766 h 108337"/>
                <a:gd name="connsiteX11" fmla="*/ 24842 w 90497"/>
                <a:gd name="connsiteY11" fmla="*/ 108338 h 108337"/>
                <a:gd name="connsiteX12" fmla="*/ 444 w 90497"/>
                <a:gd name="connsiteY12" fmla="*/ 108338 h 108337"/>
                <a:gd name="connsiteX13" fmla="*/ 0 w 90497"/>
                <a:gd name="connsiteY13" fmla="*/ 2757 h 108337"/>
                <a:gd name="connsiteX14" fmla="*/ 0 w 90497"/>
                <a:gd name="connsiteY14" fmla="*/ 2757 h 10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97" h="108337">
                  <a:moveTo>
                    <a:pt x="0" y="2757"/>
                  </a:moveTo>
                  <a:lnTo>
                    <a:pt x="24399" y="2757"/>
                  </a:lnTo>
                  <a:lnTo>
                    <a:pt x="24399" y="12517"/>
                  </a:lnTo>
                  <a:cubicBezTo>
                    <a:pt x="31497" y="4088"/>
                    <a:pt x="42143" y="-348"/>
                    <a:pt x="52790" y="96"/>
                  </a:cubicBezTo>
                  <a:cubicBezTo>
                    <a:pt x="64768" y="-792"/>
                    <a:pt x="76745" y="4532"/>
                    <a:pt x="83843" y="14291"/>
                  </a:cubicBezTo>
                  <a:cubicBezTo>
                    <a:pt x="87835" y="20058"/>
                    <a:pt x="90497" y="27156"/>
                    <a:pt x="90497" y="43570"/>
                  </a:cubicBezTo>
                  <a:lnTo>
                    <a:pt x="90497" y="107894"/>
                  </a:lnTo>
                  <a:lnTo>
                    <a:pt x="66098" y="107894"/>
                  </a:lnTo>
                  <a:lnTo>
                    <a:pt x="66098" y="49780"/>
                  </a:lnTo>
                  <a:cubicBezTo>
                    <a:pt x="66098" y="23164"/>
                    <a:pt x="55895" y="22276"/>
                    <a:pt x="47023" y="22276"/>
                  </a:cubicBezTo>
                  <a:cubicBezTo>
                    <a:pt x="35933" y="22276"/>
                    <a:pt x="24842" y="23607"/>
                    <a:pt x="24842" y="57766"/>
                  </a:cubicBezTo>
                  <a:lnTo>
                    <a:pt x="24842" y="108338"/>
                  </a:lnTo>
                  <a:lnTo>
                    <a:pt x="444" y="108338"/>
                  </a:lnTo>
                  <a:lnTo>
                    <a:pt x="0" y="2757"/>
                  </a:lnTo>
                  <a:lnTo>
                    <a:pt x="0" y="2757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C499BA69-C61D-7391-0F1A-8110B6F86C16}"/>
                </a:ext>
              </a:extLst>
            </p:cNvPr>
            <p:cNvSpPr/>
            <p:nvPr/>
          </p:nvSpPr>
          <p:spPr>
            <a:xfrm>
              <a:off x="23274586" y="358997"/>
              <a:ext cx="106936" cy="166058"/>
            </a:xfrm>
            <a:custGeom>
              <a:avLst/>
              <a:gdLst>
                <a:gd name="connsiteX0" fmla="*/ 82538 w 106936"/>
                <a:gd name="connsiteY0" fmla="*/ 3131 h 166058"/>
                <a:gd name="connsiteX1" fmla="*/ 106936 w 106936"/>
                <a:gd name="connsiteY1" fmla="*/ 3131 h 166058"/>
                <a:gd name="connsiteX2" fmla="*/ 106936 w 106936"/>
                <a:gd name="connsiteY2" fmla="*/ 100282 h 166058"/>
                <a:gd name="connsiteX3" fmla="*/ 89635 w 106936"/>
                <a:gd name="connsiteY3" fmla="*/ 154847 h 166058"/>
                <a:gd name="connsiteX4" fmla="*/ 54590 w 106936"/>
                <a:gd name="connsiteY4" fmla="*/ 165937 h 166058"/>
                <a:gd name="connsiteX5" fmla="*/ 19988 w 106936"/>
                <a:gd name="connsiteY5" fmla="*/ 153073 h 166058"/>
                <a:gd name="connsiteX6" fmla="*/ 4462 w 106936"/>
                <a:gd name="connsiteY6" fmla="*/ 120245 h 166058"/>
                <a:gd name="connsiteX7" fmla="*/ 28417 w 106936"/>
                <a:gd name="connsiteY7" fmla="*/ 120245 h 166058"/>
                <a:gd name="connsiteX8" fmla="*/ 36402 w 106936"/>
                <a:gd name="connsiteY8" fmla="*/ 136659 h 166058"/>
                <a:gd name="connsiteX9" fmla="*/ 55477 w 106936"/>
                <a:gd name="connsiteY9" fmla="*/ 143757 h 166058"/>
                <a:gd name="connsiteX10" fmla="*/ 74553 w 106936"/>
                <a:gd name="connsiteY10" fmla="*/ 136659 h 166058"/>
                <a:gd name="connsiteX11" fmla="*/ 82538 w 106936"/>
                <a:gd name="connsiteY11" fmla="*/ 110042 h 166058"/>
                <a:gd name="connsiteX12" fmla="*/ 82538 w 106936"/>
                <a:gd name="connsiteY12" fmla="*/ 96290 h 166058"/>
                <a:gd name="connsiteX13" fmla="*/ 50597 w 106936"/>
                <a:gd name="connsiteY13" fmla="*/ 111373 h 166058"/>
                <a:gd name="connsiteX14" fmla="*/ 15996 w 106936"/>
                <a:gd name="connsiteY14" fmla="*/ 97177 h 166058"/>
                <a:gd name="connsiteX15" fmla="*/ 26 w 106936"/>
                <a:gd name="connsiteY15" fmla="*/ 55477 h 166058"/>
                <a:gd name="connsiteX16" fmla="*/ 15552 w 106936"/>
                <a:gd name="connsiteY16" fmla="*/ 14665 h 166058"/>
                <a:gd name="connsiteX17" fmla="*/ 51485 w 106936"/>
                <a:gd name="connsiteY17" fmla="*/ 26 h 166058"/>
                <a:gd name="connsiteX18" fmla="*/ 82981 w 106936"/>
                <a:gd name="connsiteY18" fmla="*/ 14221 h 166058"/>
                <a:gd name="connsiteX19" fmla="*/ 82538 w 106936"/>
                <a:gd name="connsiteY19" fmla="*/ 3131 h 166058"/>
                <a:gd name="connsiteX20" fmla="*/ 82538 w 106936"/>
                <a:gd name="connsiteY20" fmla="*/ 3131 h 166058"/>
                <a:gd name="connsiteX21" fmla="*/ 35515 w 106936"/>
                <a:gd name="connsiteY21" fmla="*/ 29748 h 166058"/>
                <a:gd name="connsiteX22" fmla="*/ 24868 w 106936"/>
                <a:gd name="connsiteY22" fmla="*/ 56365 h 166058"/>
                <a:gd name="connsiteX23" fmla="*/ 35515 w 106936"/>
                <a:gd name="connsiteY23" fmla="*/ 82981 h 166058"/>
                <a:gd name="connsiteX24" fmla="*/ 54146 w 106936"/>
                <a:gd name="connsiteY24" fmla="*/ 90079 h 166058"/>
                <a:gd name="connsiteX25" fmla="*/ 74553 w 106936"/>
                <a:gd name="connsiteY25" fmla="*/ 81651 h 166058"/>
                <a:gd name="connsiteX26" fmla="*/ 83868 w 106936"/>
                <a:gd name="connsiteY26" fmla="*/ 56808 h 166058"/>
                <a:gd name="connsiteX27" fmla="*/ 74109 w 106936"/>
                <a:gd name="connsiteY27" fmla="*/ 30191 h 166058"/>
                <a:gd name="connsiteX28" fmla="*/ 54590 w 106936"/>
                <a:gd name="connsiteY28" fmla="*/ 22650 h 166058"/>
                <a:gd name="connsiteX29" fmla="*/ 35515 w 106936"/>
                <a:gd name="connsiteY29" fmla="*/ 29748 h 166058"/>
                <a:gd name="connsiteX30" fmla="*/ 35515 w 106936"/>
                <a:gd name="connsiteY30" fmla="*/ 29748 h 166058"/>
                <a:gd name="connsiteX31" fmla="*/ 35515 w 106936"/>
                <a:gd name="connsiteY31" fmla="*/ 29748 h 166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06936" h="166058">
                  <a:moveTo>
                    <a:pt x="82538" y="3131"/>
                  </a:moveTo>
                  <a:lnTo>
                    <a:pt x="106936" y="3131"/>
                  </a:lnTo>
                  <a:lnTo>
                    <a:pt x="106936" y="100282"/>
                  </a:lnTo>
                  <a:cubicBezTo>
                    <a:pt x="106936" y="125125"/>
                    <a:pt x="104275" y="142869"/>
                    <a:pt x="89635" y="154847"/>
                  </a:cubicBezTo>
                  <a:cubicBezTo>
                    <a:pt x="79876" y="162832"/>
                    <a:pt x="67455" y="166825"/>
                    <a:pt x="54590" y="165937"/>
                  </a:cubicBezTo>
                  <a:cubicBezTo>
                    <a:pt x="41725" y="166381"/>
                    <a:pt x="29304" y="161945"/>
                    <a:pt x="19988" y="153073"/>
                  </a:cubicBezTo>
                  <a:cubicBezTo>
                    <a:pt x="11560" y="144200"/>
                    <a:pt x="6236" y="132666"/>
                    <a:pt x="4462" y="120245"/>
                  </a:cubicBezTo>
                  <a:lnTo>
                    <a:pt x="28417" y="120245"/>
                  </a:lnTo>
                  <a:cubicBezTo>
                    <a:pt x="29304" y="126456"/>
                    <a:pt x="31966" y="132223"/>
                    <a:pt x="36402" y="136659"/>
                  </a:cubicBezTo>
                  <a:cubicBezTo>
                    <a:pt x="41282" y="141539"/>
                    <a:pt x="48379" y="144200"/>
                    <a:pt x="55477" y="143757"/>
                  </a:cubicBezTo>
                  <a:cubicBezTo>
                    <a:pt x="62575" y="144200"/>
                    <a:pt x="69673" y="141539"/>
                    <a:pt x="74553" y="136659"/>
                  </a:cubicBezTo>
                  <a:cubicBezTo>
                    <a:pt x="80763" y="129117"/>
                    <a:pt x="83868" y="119801"/>
                    <a:pt x="82538" y="110042"/>
                  </a:cubicBezTo>
                  <a:lnTo>
                    <a:pt x="82538" y="96290"/>
                  </a:lnTo>
                  <a:cubicBezTo>
                    <a:pt x="74996" y="106049"/>
                    <a:pt x="63019" y="111816"/>
                    <a:pt x="50597" y="111373"/>
                  </a:cubicBezTo>
                  <a:cubicBezTo>
                    <a:pt x="37289" y="111816"/>
                    <a:pt x="24868" y="106937"/>
                    <a:pt x="15996" y="97177"/>
                  </a:cubicBezTo>
                  <a:cubicBezTo>
                    <a:pt x="5349" y="85643"/>
                    <a:pt x="26" y="71004"/>
                    <a:pt x="26" y="55477"/>
                  </a:cubicBezTo>
                  <a:cubicBezTo>
                    <a:pt x="-418" y="40395"/>
                    <a:pt x="4905" y="25755"/>
                    <a:pt x="15552" y="14665"/>
                  </a:cubicBezTo>
                  <a:cubicBezTo>
                    <a:pt x="24868" y="4905"/>
                    <a:pt x="37733" y="-418"/>
                    <a:pt x="51485" y="26"/>
                  </a:cubicBezTo>
                  <a:cubicBezTo>
                    <a:pt x="63462" y="-418"/>
                    <a:pt x="74996" y="4905"/>
                    <a:pt x="82981" y="14221"/>
                  </a:cubicBezTo>
                  <a:lnTo>
                    <a:pt x="82538" y="3131"/>
                  </a:lnTo>
                  <a:lnTo>
                    <a:pt x="82538" y="3131"/>
                  </a:lnTo>
                  <a:close/>
                  <a:moveTo>
                    <a:pt x="35515" y="29748"/>
                  </a:moveTo>
                  <a:cubicBezTo>
                    <a:pt x="28417" y="36846"/>
                    <a:pt x="24424" y="46605"/>
                    <a:pt x="24868" y="56365"/>
                  </a:cubicBezTo>
                  <a:cubicBezTo>
                    <a:pt x="24424" y="66124"/>
                    <a:pt x="28417" y="75884"/>
                    <a:pt x="35515" y="82981"/>
                  </a:cubicBezTo>
                  <a:cubicBezTo>
                    <a:pt x="40838" y="87418"/>
                    <a:pt x="47492" y="90079"/>
                    <a:pt x="54146" y="90079"/>
                  </a:cubicBezTo>
                  <a:cubicBezTo>
                    <a:pt x="61688" y="90523"/>
                    <a:pt x="69229" y="87418"/>
                    <a:pt x="74553" y="81651"/>
                  </a:cubicBezTo>
                  <a:cubicBezTo>
                    <a:pt x="80763" y="74996"/>
                    <a:pt x="83868" y="66124"/>
                    <a:pt x="83868" y="56808"/>
                  </a:cubicBezTo>
                  <a:cubicBezTo>
                    <a:pt x="84312" y="47049"/>
                    <a:pt x="80763" y="37289"/>
                    <a:pt x="74109" y="30191"/>
                  </a:cubicBezTo>
                  <a:cubicBezTo>
                    <a:pt x="68786" y="24868"/>
                    <a:pt x="61688" y="22206"/>
                    <a:pt x="54590" y="22650"/>
                  </a:cubicBezTo>
                  <a:cubicBezTo>
                    <a:pt x="47049" y="22206"/>
                    <a:pt x="40394" y="24868"/>
                    <a:pt x="35515" y="29748"/>
                  </a:cubicBezTo>
                  <a:lnTo>
                    <a:pt x="35515" y="29748"/>
                  </a:lnTo>
                  <a:lnTo>
                    <a:pt x="35515" y="2974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3041074-86AF-FA70-5923-EBD194BD1AD2}"/>
                </a:ext>
              </a:extLst>
            </p:cNvPr>
            <p:cNvSpPr/>
            <p:nvPr/>
          </p:nvSpPr>
          <p:spPr>
            <a:xfrm>
              <a:off x="23411682" y="304458"/>
              <a:ext cx="24404" cy="163249"/>
            </a:xfrm>
            <a:custGeom>
              <a:avLst/>
              <a:gdLst>
                <a:gd name="connsiteX0" fmla="*/ 24405 w 24404"/>
                <a:gd name="connsiteY0" fmla="*/ 0 h 163249"/>
                <a:gd name="connsiteX1" fmla="*/ 24405 w 24404"/>
                <a:gd name="connsiteY1" fmla="*/ 163250 h 163249"/>
                <a:gd name="connsiteX2" fmla="*/ 6 w 24404"/>
                <a:gd name="connsiteY2" fmla="*/ 163250 h 163249"/>
                <a:gd name="connsiteX3" fmla="*/ 6 w 24404"/>
                <a:gd name="connsiteY3" fmla="*/ 19519 h 163249"/>
                <a:gd name="connsiteX4" fmla="*/ 24405 w 24404"/>
                <a:gd name="connsiteY4" fmla="*/ 0 h 16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04" h="163249">
                  <a:moveTo>
                    <a:pt x="24405" y="0"/>
                  </a:moveTo>
                  <a:lnTo>
                    <a:pt x="24405" y="163250"/>
                  </a:lnTo>
                  <a:lnTo>
                    <a:pt x="6" y="163250"/>
                  </a:lnTo>
                  <a:lnTo>
                    <a:pt x="6" y="19519"/>
                  </a:lnTo>
                  <a:cubicBezTo>
                    <a:pt x="-438" y="19519"/>
                    <a:pt x="24405" y="0"/>
                    <a:pt x="24405" y="0"/>
                  </a:cubicBez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BD03E9C-007B-492E-122F-4C34A8FD708E}"/>
                </a:ext>
              </a:extLst>
            </p:cNvPr>
            <p:cNvSpPr/>
            <p:nvPr/>
          </p:nvSpPr>
          <p:spPr>
            <a:xfrm>
              <a:off x="23848646" y="304458"/>
              <a:ext cx="24398" cy="33714"/>
            </a:xfrm>
            <a:custGeom>
              <a:avLst/>
              <a:gdLst>
                <a:gd name="connsiteX0" fmla="*/ 24399 w 24398"/>
                <a:gd name="connsiteY0" fmla="*/ 0 h 33714"/>
                <a:gd name="connsiteX1" fmla="*/ 24399 w 24398"/>
                <a:gd name="connsiteY1" fmla="*/ 33715 h 33714"/>
                <a:gd name="connsiteX2" fmla="*/ 0 w 24398"/>
                <a:gd name="connsiteY2" fmla="*/ 33715 h 33714"/>
                <a:gd name="connsiteX3" fmla="*/ 0 w 24398"/>
                <a:gd name="connsiteY3" fmla="*/ 19519 h 33714"/>
                <a:gd name="connsiteX4" fmla="*/ 24399 w 24398"/>
                <a:gd name="connsiteY4" fmla="*/ 0 h 3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8" h="33714">
                  <a:moveTo>
                    <a:pt x="24399" y="0"/>
                  </a:moveTo>
                  <a:lnTo>
                    <a:pt x="24399" y="33715"/>
                  </a:lnTo>
                  <a:lnTo>
                    <a:pt x="0" y="33715"/>
                  </a:lnTo>
                  <a:lnTo>
                    <a:pt x="0" y="19519"/>
                  </a:lnTo>
                  <a:lnTo>
                    <a:pt x="24399" y="0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78BD123-495E-4FE7-7FD1-7FAAF95F8E0A}"/>
                </a:ext>
              </a:extLst>
            </p:cNvPr>
            <p:cNvSpPr/>
            <p:nvPr/>
          </p:nvSpPr>
          <p:spPr>
            <a:xfrm>
              <a:off x="23460461" y="359439"/>
              <a:ext cx="100382" cy="111477"/>
            </a:xfrm>
            <a:custGeom>
              <a:avLst/>
              <a:gdLst>
                <a:gd name="connsiteX0" fmla="*/ 99837 w 100382"/>
                <a:gd name="connsiteY0" fmla="*/ 84314 h 111477"/>
                <a:gd name="connsiteX1" fmla="*/ 82092 w 100382"/>
                <a:gd name="connsiteY1" fmla="*/ 103390 h 111477"/>
                <a:gd name="connsiteX2" fmla="*/ 51039 w 100382"/>
                <a:gd name="connsiteY2" fmla="*/ 111375 h 111477"/>
                <a:gd name="connsiteX3" fmla="*/ 15550 w 100382"/>
                <a:gd name="connsiteY3" fmla="*/ 98066 h 111477"/>
                <a:gd name="connsiteX4" fmla="*/ 24 w 100382"/>
                <a:gd name="connsiteY4" fmla="*/ 57698 h 111477"/>
                <a:gd name="connsiteX5" fmla="*/ 16881 w 100382"/>
                <a:gd name="connsiteY5" fmla="*/ 14223 h 111477"/>
                <a:gd name="connsiteX6" fmla="*/ 51927 w 100382"/>
                <a:gd name="connsiteY6" fmla="*/ 28 h 111477"/>
                <a:gd name="connsiteX7" fmla="*/ 85641 w 100382"/>
                <a:gd name="connsiteY7" fmla="*/ 13780 h 111477"/>
                <a:gd name="connsiteX8" fmla="*/ 100280 w 100382"/>
                <a:gd name="connsiteY8" fmla="*/ 58141 h 111477"/>
                <a:gd name="connsiteX9" fmla="*/ 100280 w 100382"/>
                <a:gd name="connsiteY9" fmla="*/ 61247 h 111477"/>
                <a:gd name="connsiteX10" fmla="*/ 24866 w 100382"/>
                <a:gd name="connsiteY10" fmla="*/ 61247 h 111477"/>
                <a:gd name="connsiteX11" fmla="*/ 33738 w 100382"/>
                <a:gd name="connsiteY11" fmla="*/ 82540 h 111477"/>
                <a:gd name="connsiteX12" fmla="*/ 52370 w 100382"/>
                <a:gd name="connsiteY12" fmla="*/ 89194 h 111477"/>
                <a:gd name="connsiteX13" fmla="*/ 69227 w 100382"/>
                <a:gd name="connsiteY13" fmla="*/ 83871 h 111477"/>
                <a:gd name="connsiteX14" fmla="*/ 78987 w 100382"/>
                <a:gd name="connsiteY14" fmla="*/ 72337 h 111477"/>
                <a:gd name="connsiteX15" fmla="*/ 99837 w 100382"/>
                <a:gd name="connsiteY15" fmla="*/ 84314 h 111477"/>
                <a:gd name="connsiteX16" fmla="*/ 99837 w 100382"/>
                <a:gd name="connsiteY16" fmla="*/ 84314 h 111477"/>
                <a:gd name="connsiteX17" fmla="*/ 75882 w 100382"/>
                <a:gd name="connsiteY17" fmla="*/ 41284 h 111477"/>
                <a:gd name="connsiteX18" fmla="*/ 68340 w 100382"/>
                <a:gd name="connsiteY18" fmla="*/ 27088 h 111477"/>
                <a:gd name="connsiteX19" fmla="*/ 34626 w 100382"/>
                <a:gd name="connsiteY19" fmla="*/ 27975 h 111477"/>
                <a:gd name="connsiteX20" fmla="*/ 27084 w 100382"/>
                <a:gd name="connsiteY20" fmla="*/ 41284 h 111477"/>
                <a:gd name="connsiteX21" fmla="*/ 75882 w 100382"/>
                <a:gd name="connsiteY21" fmla="*/ 41284 h 111477"/>
                <a:gd name="connsiteX22" fmla="*/ 75882 w 100382"/>
                <a:gd name="connsiteY22" fmla="*/ 41284 h 11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0382" h="111477">
                  <a:moveTo>
                    <a:pt x="99837" y="84314"/>
                  </a:moveTo>
                  <a:cubicBezTo>
                    <a:pt x="95401" y="92299"/>
                    <a:pt x="89634" y="98510"/>
                    <a:pt x="82092" y="103390"/>
                  </a:cubicBezTo>
                  <a:cubicBezTo>
                    <a:pt x="72776" y="108713"/>
                    <a:pt x="62130" y="111818"/>
                    <a:pt x="51039" y="111375"/>
                  </a:cubicBezTo>
                  <a:cubicBezTo>
                    <a:pt x="37731" y="112262"/>
                    <a:pt x="24866" y="107382"/>
                    <a:pt x="15550" y="98066"/>
                  </a:cubicBezTo>
                  <a:cubicBezTo>
                    <a:pt x="5347" y="87420"/>
                    <a:pt x="-420" y="72780"/>
                    <a:pt x="24" y="57698"/>
                  </a:cubicBezTo>
                  <a:cubicBezTo>
                    <a:pt x="-420" y="41728"/>
                    <a:pt x="5791" y="26201"/>
                    <a:pt x="16881" y="14223"/>
                  </a:cubicBezTo>
                  <a:cubicBezTo>
                    <a:pt x="26197" y="4908"/>
                    <a:pt x="39062" y="-416"/>
                    <a:pt x="51927" y="28"/>
                  </a:cubicBezTo>
                  <a:cubicBezTo>
                    <a:pt x="64791" y="-416"/>
                    <a:pt x="76769" y="4464"/>
                    <a:pt x="85641" y="13780"/>
                  </a:cubicBezTo>
                  <a:cubicBezTo>
                    <a:pt x="96288" y="26201"/>
                    <a:pt x="101168" y="42171"/>
                    <a:pt x="100280" y="58141"/>
                  </a:cubicBezTo>
                  <a:lnTo>
                    <a:pt x="100280" y="61247"/>
                  </a:lnTo>
                  <a:lnTo>
                    <a:pt x="24866" y="61247"/>
                  </a:lnTo>
                  <a:cubicBezTo>
                    <a:pt x="25310" y="69232"/>
                    <a:pt x="28415" y="76773"/>
                    <a:pt x="33738" y="82540"/>
                  </a:cubicBezTo>
                  <a:cubicBezTo>
                    <a:pt x="38618" y="87420"/>
                    <a:pt x="45716" y="89638"/>
                    <a:pt x="52370" y="89194"/>
                  </a:cubicBezTo>
                  <a:cubicBezTo>
                    <a:pt x="58581" y="89638"/>
                    <a:pt x="64348" y="87420"/>
                    <a:pt x="69227" y="83871"/>
                  </a:cubicBezTo>
                  <a:cubicBezTo>
                    <a:pt x="73220" y="80766"/>
                    <a:pt x="76325" y="76773"/>
                    <a:pt x="78987" y="72337"/>
                  </a:cubicBezTo>
                  <a:lnTo>
                    <a:pt x="99837" y="84314"/>
                  </a:lnTo>
                  <a:lnTo>
                    <a:pt x="99837" y="84314"/>
                  </a:lnTo>
                  <a:close/>
                  <a:moveTo>
                    <a:pt x="75882" y="41284"/>
                  </a:moveTo>
                  <a:cubicBezTo>
                    <a:pt x="74994" y="35961"/>
                    <a:pt x="72333" y="31081"/>
                    <a:pt x="68340" y="27088"/>
                  </a:cubicBezTo>
                  <a:cubicBezTo>
                    <a:pt x="58581" y="18660"/>
                    <a:pt x="43942" y="19103"/>
                    <a:pt x="34626" y="27975"/>
                  </a:cubicBezTo>
                  <a:cubicBezTo>
                    <a:pt x="31077" y="31524"/>
                    <a:pt x="28415" y="36404"/>
                    <a:pt x="27084" y="41284"/>
                  </a:cubicBezTo>
                  <a:lnTo>
                    <a:pt x="75882" y="41284"/>
                  </a:lnTo>
                  <a:lnTo>
                    <a:pt x="75882" y="41284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74AECC5-F689-FBD5-6801-88A13E50497F}"/>
                </a:ext>
              </a:extLst>
            </p:cNvPr>
            <p:cNvSpPr/>
            <p:nvPr/>
          </p:nvSpPr>
          <p:spPr>
            <a:xfrm>
              <a:off x="23586028" y="359441"/>
              <a:ext cx="106910" cy="165493"/>
            </a:xfrm>
            <a:custGeom>
              <a:avLst/>
              <a:gdLst>
                <a:gd name="connsiteX0" fmla="*/ 24399 w 106910"/>
                <a:gd name="connsiteY0" fmla="*/ 165494 h 165493"/>
                <a:gd name="connsiteX1" fmla="*/ 0 w 106910"/>
                <a:gd name="connsiteY1" fmla="*/ 165494 h 165493"/>
                <a:gd name="connsiteX2" fmla="*/ 0 w 106910"/>
                <a:gd name="connsiteY2" fmla="*/ 2687 h 165493"/>
                <a:gd name="connsiteX3" fmla="*/ 24399 w 106910"/>
                <a:gd name="connsiteY3" fmla="*/ 2687 h 165493"/>
                <a:gd name="connsiteX4" fmla="*/ 24399 w 106910"/>
                <a:gd name="connsiteY4" fmla="*/ 14221 h 165493"/>
                <a:gd name="connsiteX5" fmla="*/ 55452 w 106910"/>
                <a:gd name="connsiteY5" fmla="*/ 26 h 165493"/>
                <a:gd name="connsiteX6" fmla="*/ 106911 w 106910"/>
                <a:gd name="connsiteY6" fmla="*/ 54590 h 165493"/>
                <a:gd name="connsiteX7" fmla="*/ 55895 w 106910"/>
                <a:gd name="connsiteY7" fmla="*/ 110929 h 165493"/>
                <a:gd name="connsiteX8" fmla="*/ 24399 w 106910"/>
                <a:gd name="connsiteY8" fmla="*/ 95403 h 165493"/>
                <a:gd name="connsiteX9" fmla="*/ 24399 w 106910"/>
                <a:gd name="connsiteY9" fmla="*/ 165494 h 165493"/>
                <a:gd name="connsiteX10" fmla="*/ 24399 w 106910"/>
                <a:gd name="connsiteY10" fmla="*/ 165494 h 165493"/>
                <a:gd name="connsiteX11" fmla="*/ 23068 w 106910"/>
                <a:gd name="connsiteY11" fmla="*/ 56365 h 165493"/>
                <a:gd name="connsiteX12" fmla="*/ 52790 w 106910"/>
                <a:gd name="connsiteY12" fmla="*/ 89636 h 165493"/>
                <a:gd name="connsiteX13" fmla="*/ 82068 w 106910"/>
                <a:gd name="connsiteY13" fmla="*/ 56365 h 165493"/>
                <a:gd name="connsiteX14" fmla="*/ 52790 w 106910"/>
                <a:gd name="connsiteY14" fmla="*/ 22650 h 165493"/>
                <a:gd name="connsiteX15" fmla="*/ 23068 w 106910"/>
                <a:gd name="connsiteY15" fmla="*/ 56365 h 165493"/>
                <a:gd name="connsiteX16" fmla="*/ 23068 w 106910"/>
                <a:gd name="connsiteY16" fmla="*/ 56365 h 165493"/>
                <a:gd name="connsiteX17" fmla="*/ 23068 w 106910"/>
                <a:gd name="connsiteY17" fmla="*/ 56365 h 165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6910" h="165493">
                  <a:moveTo>
                    <a:pt x="24399" y="165494"/>
                  </a:moveTo>
                  <a:lnTo>
                    <a:pt x="0" y="165494"/>
                  </a:lnTo>
                  <a:lnTo>
                    <a:pt x="0" y="2687"/>
                  </a:lnTo>
                  <a:lnTo>
                    <a:pt x="24399" y="2687"/>
                  </a:lnTo>
                  <a:lnTo>
                    <a:pt x="24399" y="14221"/>
                  </a:lnTo>
                  <a:cubicBezTo>
                    <a:pt x="31940" y="4905"/>
                    <a:pt x="43474" y="-418"/>
                    <a:pt x="55452" y="26"/>
                  </a:cubicBezTo>
                  <a:cubicBezTo>
                    <a:pt x="83399" y="26"/>
                    <a:pt x="106911" y="21319"/>
                    <a:pt x="106911" y="54590"/>
                  </a:cubicBezTo>
                  <a:cubicBezTo>
                    <a:pt x="106911" y="90079"/>
                    <a:pt x="80738" y="110929"/>
                    <a:pt x="55895" y="110929"/>
                  </a:cubicBezTo>
                  <a:cubicBezTo>
                    <a:pt x="43474" y="110486"/>
                    <a:pt x="31940" y="105162"/>
                    <a:pt x="24399" y="95403"/>
                  </a:cubicBezTo>
                  <a:lnTo>
                    <a:pt x="24399" y="165494"/>
                  </a:lnTo>
                  <a:lnTo>
                    <a:pt x="24399" y="165494"/>
                  </a:lnTo>
                  <a:close/>
                  <a:moveTo>
                    <a:pt x="23068" y="56365"/>
                  </a:moveTo>
                  <a:cubicBezTo>
                    <a:pt x="23068" y="78545"/>
                    <a:pt x="37263" y="89636"/>
                    <a:pt x="52790" y="89636"/>
                  </a:cubicBezTo>
                  <a:cubicBezTo>
                    <a:pt x="70534" y="89636"/>
                    <a:pt x="82068" y="74553"/>
                    <a:pt x="82068" y="56365"/>
                  </a:cubicBezTo>
                  <a:cubicBezTo>
                    <a:pt x="82068" y="38176"/>
                    <a:pt x="70534" y="22650"/>
                    <a:pt x="52790" y="22650"/>
                  </a:cubicBezTo>
                  <a:cubicBezTo>
                    <a:pt x="37263" y="22206"/>
                    <a:pt x="23068" y="33297"/>
                    <a:pt x="23068" y="56365"/>
                  </a:cubicBezTo>
                  <a:lnTo>
                    <a:pt x="23068" y="56365"/>
                  </a:lnTo>
                  <a:lnTo>
                    <a:pt x="23068" y="56365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F25423B-92B8-CE58-3EDB-3F56E44C914B}"/>
                </a:ext>
              </a:extLst>
            </p:cNvPr>
            <p:cNvSpPr/>
            <p:nvPr/>
          </p:nvSpPr>
          <p:spPr>
            <a:xfrm>
              <a:off x="23712008" y="358999"/>
              <a:ext cx="112689" cy="112707"/>
            </a:xfrm>
            <a:custGeom>
              <a:avLst/>
              <a:gdLst>
                <a:gd name="connsiteX0" fmla="*/ 112683 w 112689"/>
                <a:gd name="connsiteY0" fmla="*/ 55919 h 112707"/>
                <a:gd name="connsiteX1" fmla="*/ 57232 w 112689"/>
                <a:gd name="connsiteY1" fmla="*/ 112702 h 112707"/>
                <a:gd name="connsiteX2" fmla="*/ 6 w 112689"/>
                <a:gd name="connsiteY2" fmla="*/ 57250 h 112707"/>
                <a:gd name="connsiteX3" fmla="*/ 55457 w 112689"/>
                <a:gd name="connsiteY3" fmla="*/ 24 h 112707"/>
                <a:gd name="connsiteX4" fmla="*/ 56345 w 112689"/>
                <a:gd name="connsiteY4" fmla="*/ 24 h 112707"/>
                <a:gd name="connsiteX5" fmla="*/ 112683 w 112689"/>
                <a:gd name="connsiteY5" fmla="*/ 53258 h 112707"/>
                <a:gd name="connsiteX6" fmla="*/ 112683 w 112689"/>
                <a:gd name="connsiteY6" fmla="*/ 55919 h 112707"/>
                <a:gd name="connsiteX7" fmla="*/ 112683 w 112689"/>
                <a:gd name="connsiteY7" fmla="*/ 55919 h 112707"/>
                <a:gd name="connsiteX8" fmla="*/ 87398 w 112689"/>
                <a:gd name="connsiteY8" fmla="*/ 56363 h 112707"/>
                <a:gd name="connsiteX9" fmla="*/ 56345 w 112689"/>
                <a:gd name="connsiteY9" fmla="*/ 22648 h 112707"/>
                <a:gd name="connsiteX10" fmla="*/ 25292 w 112689"/>
                <a:gd name="connsiteY10" fmla="*/ 56363 h 112707"/>
                <a:gd name="connsiteX11" fmla="*/ 56345 w 112689"/>
                <a:gd name="connsiteY11" fmla="*/ 89634 h 112707"/>
                <a:gd name="connsiteX12" fmla="*/ 87398 w 112689"/>
                <a:gd name="connsiteY12" fmla="*/ 56363 h 11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2689" h="112707">
                  <a:moveTo>
                    <a:pt x="112683" y="55919"/>
                  </a:moveTo>
                  <a:cubicBezTo>
                    <a:pt x="113127" y="86972"/>
                    <a:pt x="88285" y="112702"/>
                    <a:pt x="57232" y="112702"/>
                  </a:cubicBezTo>
                  <a:cubicBezTo>
                    <a:pt x="26179" y="113145"/>
                    <a:pt x="449" y="88303"/>
                    <a:pt x="6" y="57250"/>
                  </a:cubicBezTo>
                  <a:cubicBezTo>
                    <a:pt x="-438" y="26197"/>
                    <a:pt x="24405" y="467"/>
                    <a:pt x="55457" y="24"/>
                  </a:cubicBezTo>
                  <a:cubicBezTo>
                    <a:pt x="55901" y="24"/>
                    <a:pt x="55901" y="24"/>
                    <a:pt x="56345" y="24"/>
                  </a:cubicBezTo>
                  <a:cubicBezTo>
                    <a:pt x="86510" y="-863"/>
                    <a:pt x="111796" y="23092"/>
                    <a:pt x="112683" y="53258"/>
                  </a:cubicBezTo>
                  <a:cubicBezTo>
                    <a:pt x="112683" y="54588"/>
                    <a:pt x="112683" y="55476"/>
                    <a:pt x="112683" y="55919"/>
                  </a:cubicBezTo>
                  <a:lnTo>
                    <a:pt x="112683" y="55919"/>
                  </a:lnTo>
                  <a:close/>
                  <a:moveTo>
                    <a:pt x="87398" y="56363"/>
                  </a:moveTo>
                  <a:cubicBezTo>
                    <a:pt x="87398" y="32408"/>
                    <a:pt x="71871" y="22648"/>
                    <a:pt x="56345" y="22648"/>
                  </a:cubicBezTo>
                  <a:cubicBezTo>
                    <a:pt x="40818" y="22648"/>
                    <a:pt x="25292" y="32408"/>
                    <a:pt x="25292" y="56363"/>
                  </a:cubicBezTo>
                  <a:cubicBezTo>
                    <a:pt x="25292" y="76769"/>
                    <a:pt x="37269" y="89634"/>
                    <a:pt x="56345" y="89634"/>
                  </a:cubicBezTo>
                  <a:cubicBezTo>
                    <a:pt x="75420" y="89634"/>
                    <a:pt x="87398" y="76769"/>
                    <a:pt x="87398" y="56363"/>
                  </a:cubicBez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CFF4C4E-8CF9-5879-29AC-987073115AC8}"/>
                </a:ext>
              </a:extLst>
            </p:cNvPr>
            <p:cNvSpPr/>
            <p:nvPr/>
          </p:nvSpPr>
          <p:spPr>
            <a:xfrm>
              <a:off x="23848646" y="362128"/>
              <a:ext cx="24398" cy="105136"/>
            </a:xfrm>
            <a:custGeom>
              <a:avLst/>
              <a:gdLst>
                <a:gd name="connsiteX0" fmla="*/ 24399 w 24398"/>
                <a:gd name="connsiteY0" fmla="*/ 0 h 105136"/>
                <a:gd name="connsiteX1" fmla="*/ 24399 w 24398"/>
                <a:gd name="connsiteY1" fmla="*/ 105136 h 105136"/>
                <a:gd name="connsiteX2" fmla="*/ 0 w 24398"/>
                <a:gd name="connsiteY2" fmla="*/ 105136 h 105136"/>
                <a:gd name="connsiteX3" fmla="*/ 0 w 24398"/>
                <a:gd name="connsiteY3" fmla="*/ 0 h 105136"/>
                <a:gd name="connsiteX4" fmla="*/ 24399 w 24398"/>
                <a:gd name="connsiteY4" fmla="*/ 0 h 105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98" h="105136">
                  <a:moveTo>
                    <a:pt x="24399" y="0"/>
                  </a:moveTo>
                  <a:lnTo>
                    <a:pt x="24399" y="105136"/>
                  </a:lnTo>
                  <a:lnTo>
                    <a:pt x="0" y="105136"/>
                  </a:lnTo>
                  <a:lnTo>
                    <a:pt x="0" y="0"/>
                  </a:lnTo>
                  <a:lnTo>
                    <a:pt x="24399" y="0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EA4ABA7-ED67-F90B-F682-69B601FCB645}"/>
                </a:ext>
              </a:extLst>
            </p:cNvPr>
            <p:cNvSpPr/>
            <p:nvPr/>
          </p:nvSpPr>
          <p:spPr>
            <a:xfrm>
              <a:off x="23902767" y="359371"/>
              <a:ext cx="90496" cy="108337"/>
            </a:xfrm>
            <a:custGeom>
              <a:avLst/>
              <a:gdLst>
                <a:gd name="connsiteX0" fmla="*/ 0 w 90496"/>
                <a:gd name="connsiteY0" fmla="*/ 2757 h 108337"/>
                <a:gd name="connsiteX1" fmla="*/ 24399 w 90496"/>
                <a:gd name="connsiteY1" fmla="*/ 2757 h 108337"/>
                <a:gd name="connsiteX2" fmla="*/ 24399 w 90496"/>
                <a:gd name="connsiteY2" fmla="*/ 12517 h 108337"/>
                <a:gd name="connsiteX3" fmla="*/ 52790 w 90496"/>
                <a:gd name="connsiteY3" fmla="*/ 96 h 108337"/>
                <a:gd name="connsiteX4" fmla="*/ 83843 w 90496"/>
                <a:gd name="connsiteY4" fmla="*/ 14291 h 108337"/>
                <a:gd name="connsiteX5" fmla="*/ 90497 w 90496"/>
                <a:gd name="connsiteY5" fmla="*/ 43570 h 108337"/>
                <a:gd name="connsiteX6" fmla="*/ 90497 w 90496"/>
                <a:gd name="connsiteY6" fmla="*/ 107894 h 108337"/>
                <a:gd name="connsiteX7" fmla="*/ 66098 w 90496"/>
                <a:gd name="connsiteY7" fmla="*/ 107894 h 108337"/>
                <a:gd name="connsiteX8" fmla="*/ 66098 w 90496"/>
                <a:gd name="connsiteY8" fmla="*/ 49780 h 108337"/>
                <a:gd name="connsiteX9" fmla="*/ 47023 w 90496"/>
                <a:gd name="connsiteY9" fmla="*/ 22276 h 108337"/>
                <a:gd name="connsiteX10" fmla="*/ 24842 w 90496"/>
                <a:gd name="connsiteY10" fmla="*/ 57766 h 108337"/>
                <a:gd name="connsiteX11" fmla="*/ 24842 w 90496"/>
                <a:gd name="connsiteY11" fmla="*/ 108338 h 108337"/>
                <a:gd name="connsiteX12" fmla="*/ 444 w 90496"/>
                <a:gd name="connsiteY12" fmla="*/ 108338 h 108337"/>
                <a:gd name="connsiteX13" fmla="*/ 0 w 90496"/>
                <a:gd name="connsiteY13" fmla="*/ 2757 h 108337"/>
                <a:gd name="connsiteX14" fmla="*/ 0 w 90496"/>
                <a:gd name="connsiteY14" fmla="*/ 2757 h 10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496" h="108337">
                  <a:moveTo>
                    <a:pt x="0" y="2757"/>
                  </a:moveTo>
                  <a:lnTo>
                    <a:pt x="24399" y="2757"/>
                  </a:lnTo>
                  <a:lnTo>
                    <a:pt x="24399" y="12517"/>
                  </a:lnTo>
                  <a:cubicBezTo>
                    <a:pt x="31497" y="4088"/>
                    <a:pt x="42143" y="-348"/>
                    <a:pt x="52790" y="96"/>
                  </a:cubicBezTo>
                  <a:cubicBezTo>
                    <a:pt x="64768" y="-792"/>
                    <a:pt x="76745" y="4532"/>
                    <a:pt x="83843" y="14291"/>
                  </a:cubicBezTo>
                  <a:cubicBezTo>
                    <a:pt x="87835" y="20058"/>
                    <a:pt x="90497" y="27156"/>
                    <a:pt x="90497" y="43570"/>
                  </a:cubicBezTo>
                  <a:lnTo>
                    <a:pt x="90497" y="107894"/>
                  </a:lnTo>
                  <a:lnTo>
                    <a:pt x="66098" y="107894"/>
                  </a:lnTo>
                  <a:lnTo>
                    <a:pt x="66098" y="49780"/>
                  </a:lnTo>
                  <a:cubicBezTo>
                    <a:pt x="66098" y="23164"/>
                    <a:pt x="56339" y="22276"/>
                    <a:pt x="47023" y="22276"/>
                  </a:cubicBezTo>
                  <a:cubicBezTo>
                    <a:pt x="35933" y="22276"/>
                    <a:pt x="24842" y="23607"/>
                    <a:pt x="24842" y="57766"/>
                  </a:cubicBezTo>
                  <a:lnTo>
                    <a:pt x="24842" y="108338"/>
                  </a:lnTo>
                  <a:lnTo>
                    <a:pt x="444" y="108338"/>
                  </a:lnTo>
                  <a:lnTo>
                    <a:pt x="0" y="2757"/>
                  </a:lnTo>
                  <a:lnTo>
                    <a:pt x="0" y="2757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EE6C407-D897-E5CC-2D9D-0BFD3DB00460}"/>
                </a:ext>
              </a:extLst>
            </p:cNvPr>
            <p:cNvSpPr/>
            <p:nvPr/>
          </p:nvSpPr>
          <p:spPr>
            <a:xfrm>
              <a:off x="24014114" y="304015"/>
              <a:ext cx="53233" cy="163249"/>
            </a:xfrm>
            <a:custGeom>
              <a:avLst/>
              <a:gdLst>
                <a:gd name="connsiteX0" fmla="*/ 34602 w 53233"/>
                <a:gd name="connsiteY0" fmla="*/ 80738 h 163249"/>
                <a:gd name="connsiteX1" fmla="*/ 34602 w 53233"/>
                <a:gd name="connsiteY1" fmla="*/ 163250 h 163249"/>
                <a:gd name="connsiteX2" fmla="*/ 10203 w 53233"/>
                <a:gd name="connsiteY2" fmla="*/ 163250 h 163249"/>
                <a:gd name="connsiteX3" fmla="*/ 10203 w 53233"/>
                <a:gd name="connsiteY3" fmla="*/ 80738 h 163249"/>
                <a:gd name="connsiteX4" fmla="*/ 0 w 53233"/>
                <a:gd name="connsiteY4" fmla="*/ 80738 h 163249"/>
                <a:gd name="connsiteX5" fmla="*/ 0 w 53233"/>
                <a:gd name="connsiteY5" fmla="*/ 58113 h 163249"/>
                <a:gd name="connsiteX6" fmla="*/ 10203 w 53233"/>
                <a:gd name="connsiteY6" fmla="*/ 58113 h 163249"/>
                <a:gd name="connsiteX7" fmla="*/ 10203 w 53233"/>
                <a:gd name="connsiteY7" fmla="*/ 19519 h 163249"/>
                <a:gd name="connsiteX8" fmla="*/ 34602 w 53233"/>
                <a:gd name="connsiteY8" fmla="*/ 0 h 163249"/>
                <a:gd name="connsiteX9" fmla="*/ 34602 w 53233"/>
                <a:gd name="connsiteY9" fmla="*/ 58113 h 163249"/>
                <a:gd name="connsiteX10" fmla="*/ 53234 w 53233"/>
                <a:gd name="connsiteY10" fmla="*/ 58113 h 163249"/>
                <a:gd name="connsiteX11" fmla="*/ 53234 w 53233"/>
                <a:gd name="connsiteY11" fmla="*/ 80738 h 163249"/>
                <a:gd name="connsiteX12" fmla="*/ 34602 w 53233"/>
                <a:gd name="connsiteY12" fmla="*/ 80738 h 163249"/>
                <a:gd name="connsiteX13" fmla="*/ 34602 w 53233"/>
                <a:gd name="connsiteY13" fmla="*/ 80738 h 163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33" h="163249">
                  <a:moveTo>
                    <a:pt x="34602" y="80738"/>
                  </a:moveTo>
                  <a:lnTo>
                    <a:pt x="34602" y="163250"/>
                  </a:lnTo>
                  <a:lnTo>
                    <a:pt x="10203" y="163250"/>
                  </a:lnTo>
                  <a:lnTo>
                    <a:pt x="10203" y="80738"/>
                  </a:lnTo>
                  <a:lnTo>
                    <a:pt x="0" y="80738"/>
                  </a:lnTo>
                  <a:lnTo>
                    <a:pt x="0" y="58113"/>
                  </a:lnTo>
                  <a:lnTo>
                    <a:pt x="10203" y="58113"/>
                  </a:lnTo>
                  <a:lnTo>
                    <a:pt x="10203" y="19519"/>
                  </a:lnTo>
                  <a:lnTo>
                    <a:pt x="34602" y="0"/>
                  </a:lnTo>
                  <a:lnTo>
                    <a:pt x="34602" y="58113"/>
                  </a:lnTo>
                  <a:lnTo>
                    <a:pt x="53234" y="58113"/>
                  </a:lnTo>
                  <a:lnTo>
                    <a:pt x="53234" y="80738"/>
                  </a:lnTo>
                  <a:lnTo>
                    <a:pt x="34602" y="80738"/>
                  </a:lnTo>
                  <a:lnTo>
                    <a:pt x="34602" y="8073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1271921-6B3E-7B8B-8FB8-D3128F9171FF}"/>
                </a:ext>
              </a:extLst>
            </p:cNvPr>
            <p:cNvSpPr/>
            <p:nvPr/>
          </p:nvSpPr>
          <p:spPr>
            <a:xfrm>
              <a:off x="22997797" y="291150"/>
              <a:ext cx="141956" cy="176558"/>
            </a:xfrm>
            <a:custGeom>
              <a:avLst/>
              <a:gdLst>
                <a:gd name="connsiteX0" fmla="*/ 141956 w 141956"/>
                <a:gd name="connsiteY0" fmla="*/ 176558 h 176558"/>
                <a:gd name="connsiteX1" fmla="*/ 70978 w 141956"/>
                <a:gd name="connsiteY1" fmla="*/ 0 h 176558"/>
                <a:gd name="connsiteX2" fmla="*/ 70978 w 141956"/>
                <a:gd name="connsiteY2" fmla="*/ 0 h 176558"/>
                <a:gd name="connsiteX3" fmla="*/ 0 w 141956"/>
                <a:gd name="connsiteY3" fmla="*/ 176558 h 176558"/>
                <a:gd name="connsiteX4" fmla="*/ 27504 w 141956"/>
                <a:gd name="connsiteY4" fmla="*/ 176558 h 176558"/>
                <a:gd name="connsiteX5" fmla="*/ 70978 w 141956"/>
                <a:gd name="connsiteY5" fmla="*/ 64324 h 176558"/>
                <a:gd name="connsiteX6" fmla="*/ 114452 w 141956"/>
                <a:gd name="connsiteY6" fmla="*/ 176558 h 176558"/>
                <a:gd name="connsiteX7" fmla="*/ 141956 w 141956"/>
                <a:gd name="connsiteY7" fmla="*/ 176558 h 176558"/>
                <a:gd name="connsiteX8" fmla="*/ 141956 w 141956"/>
                <a:gd name="connsiteY8" fmla="*/ 176558 h 176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956" h="176558">
                  <a:moveTo>
                    <a:pt x="141956" y="176558"/>
                  </a:moveTo>
                  <a:lnTo>
                    <a:pt x="70978" y="0"/>
                  </a:lnTo>
                  <a:lnTo>
                    <a:pt x="70978" y="0"/>
                  </a:lnTo>
                  <a:lnTo>
                    <a:pt x="0" y="176558"/>
                  </a:lnTo>
                  <a:lnTo>
                    <a:pt x="27504" y="176558"/>
                  </a:lnTo>
                  <a:lnTo>
                    <a:pt x="70978" y="64324"/>
                  </a:lnTo>
                  <a:lnTo>
                    <a:pt x="114452" y="176558"/>
                  </a:lnTo>
                  <a:lnTo>
                    <a:pt x="141956" y="176558"/>
                  </a:lnTo>
                  <a:lnTo>
                    <a:pt x="141956" y="176558"/>
                  </a:lnTo>
                  <a:close/>
                </a:path>
              </a:pathLst>
            </a:custGeom>
            <a:grpFill/>
            <a:ln w="44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26" name="Rectangle Separator">
            <a:extLst>
              <a:ext uri="{FF2B5EF4-FFF2-40B4-BE49-F238E27FC236}">
                <a16:creationId xmlns:a16="http://schemas.microsoft.com/office/drawing/2014/main" id="{C414BC69-75BD-4FBA-99BB-1C10249E0B67}"/>
              </a:ext>
            </a:extLst>
          </p:cNvPr>
          <p:cNvSpPr/>
          <p:nvPr userDrawn="1"/>
        </p:nvSpPr>
        <p:spPr>
          <a:xfrm flipH="1">
            <a:off x="6804066" y="-10037"/>
            <a:ext cx="365760" cy="13736066"/>
          </a:xfrm>
          <a:prstGeom prst="rect">
            <a:avLst/>
          </a:prstGeom>
          <a:gradFill>
            <a:gsLst>
              <a:gs pos="0">
                <a:schemeClr val="accent2"/>
              </a:gs>
              <a:gs pos="90000">
                <a:schemeClr val="accent3"/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95471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Margi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FFD33-7928-1556-E89A-EFCCE6E452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7475200" y="10926"/>
            <a:ext cx="6911975" cy="1369414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493E654-9C89-6E5E-4E6A-8380C562AA3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926536" y="0"/>
            <a:ext cx="814520" cy="13716000"/>
            <a:chOff x="16926536" y="0"/>
            <a:chExt cx="814520" cy="13716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3BFB0DB-0691-2328-FBB0-3E7AA2CA80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168436" y="0"/>
              <a:ext cx="340197" cy="13716000"/>
            </a:xfrm>
            <a:prstGeom prst="rect">
              <a:avLst/>
            </a:prstGeom>
            <a:gradFill>
              <a:gsLst>
                <a:gs pos="8000">
                  <a:schemeClr val="accent2"/>
                </a:gs>
                <a:gs pos="56000">
                  <a:schemeClr val="accent3"/>
                </a:gs>
              </a:gsLst>
              <a:lin ang="5400000" scaled="0"/>
            </a:gra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C915651-2BDC-F5ED-A90F-59C0BD030B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6926536" y="9849989"/>
              <a:ext cx="814520" cy="1410992"/>
              <a:chOff x="16665236" y="9849990"/>
              <a:chExt cx="944296" cy="1635803"/>
            </a:xfrm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03405F5-2B03-AB05-0534-0366B0114C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6945674" y="10241121"/>
                <a:ext cx="394402" cy="1244672"/>
              </a:xfrm>
              <a:custGeom>
                <a:avLst/>
                <a:gdLst>
                  <a:gd name="connsiteX0" fmla="*/ 0 w 461342"/>
                  <a:gd name="connsiteY0" fmla="*/ 0 h 1374166"/>
                  <a:gd name="connsiteX1" fmla="*/ 461342 w 461342"/>
                  <a:gd name="connsiteY1" fmla="*/ 360319 h 1374166"/>
                  <a:gd name="connsiteX2" fmla="*/ 461342 w 461342"/>
                  <a:gd name="connsiteY2" fmla="*/ 1013848 h 1374166"/>
                  <a:gd name="connsiteX3" fmla="*/ 0 w 461342"/>
                  <a:gd name="connsiteY3" fmla="*/ 1374166 h 1374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342" h="1374166">
                    <a:moveTo>
                      <a:pt x="0" y="0"/>
                    </a:moveTo>
                    <a:lnTo>
                      <a:pt x="461342" y="360319"/>
                    </a:lnTo>
                    <a:lnTo>
                      <a:pt x="461342" y="1013848"/>
                    </a:lnTo>
                    <a:lnTo>
                      <a:pt x="0" y="1374166"/>
                    </a:lnTo>
                    <a:close/>
                  </a:path>
                </a:pathLst>
              </a:custGeom>
              <a:solidFill>
                <a:schemeClr val="tx2">
                  <a:alpha val="30000"/>
                </a:schemeClr>
              </a:solidFill>
              <a:ln w="2540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Triangle 12">
                <a:extLst>
                  <a:ext uri="{FF2B5EF4-FFF2-40B4-BE49-F238E27FC236}">
                    <a16:creationId xmlns:a16="http://schemas.microsoft.com/office/drawing/2014/main" id="{A68B449B-A583-DF14-4F64-D3AB6B9C07E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5400000">
                <a:off x="16355987" y="10159239"/>
                <a:ext cx="1562794" cy="944296"/>
              </a:xfrm>
              <a:prstGeom prst="triangl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802EAD-99CC-AC08-B153-28F1406A7A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1481666" cy="320384"/>
            <a:chOff x="22585681" y="214087"/>
            <a:chExt cx="1481666" cy="32038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0CF5D96-C843-7FB5-16D5-7AE77E09727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585681" y="214087"/>
              <a:ext cx="316739" cy="320384"/>
              <a:chOff x="22585681" y="228601"/>
              <a:chExt cx="316739" cy="32038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4D9D221-073B-CECD-6DDB-11B5E6F52A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BBE6E5D-7783-D292-148C-1EEF2D651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97856B8-C221-FCA1-0103-1A04E2093C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620C56C-4C07-468D-0EC5-57203760C44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997797" y="276636"/>
              <a:ext cx="1069550" cy="233905"/>
              <a:chOff x="22997797" y="276636"/>
              <a:chExt cx="1069550" cy="233905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D8210A7-44CC-1600-9CFC-7F4273CBE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786E2C4-9132-ECB8-8900-87F6948C3C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38804D1-74A6-05AC-6188-0DFDA19A0E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62CB9F-EDA2-7B13-5FD1-68AE6068772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B69E64A-997F-2123-F685-D94B430308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C8E0757-B3E5-DB26-CD9A-B9E778D80C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99A41F3-748F-A58B-FA83-E882F34449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ABB12CC-B613-D6E3-60DA-CD0F49ECDD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3C6D054-D28B-1135-7A55-AC0FF2911A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D19DD80-6124-B06D-AE7B-ABDEF02B94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9435D0F-D016-C969-7864-6A6A431651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E4786-A0D7-2E13-1A2F-A1D2E8F37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9A8968-8DB8-31F1-B5C0-B09FD5840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>
                    <a:lumMod val="60000"/>
                    <a:lumOff val="40000"/>
                  </a:schemeClr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C727768-B052-CF1D-566E-73596B06F0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18478501" y="6191250"/>
            <a:ext cx="4839634" cy="5898245"/>
          </a:xfrm>
          <a:prstGeom prst="rect">
            <a:avLst/>
          </a:prstGeom>
        </p:spPr>
        <p:txBody>
          <a:bodyPr lIns="0" anchor="b" anchorCtr="0">
            <a:noAutofit/>
          </a:bodyPr>
          <a:lstStyle>
            <a:lvl1pPr marL="17463" indent="0">
              <a:buNone/>
              <a:tabLst/>
              <a:defRPr sz="4000" b="1" i="0">
                <a:solidFill>
                  <a:schemeClr val="accent1">
                    <a:lumMod val="60000"/>
                    <a:lumOff val="40000"/>
                  </a:schemeClr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ubtitle">
            <a:extLst>
              <a:ext uri="{FF2B5EF4-FFF2-40B4-BE49-F238E27FC236}">
                <a16:creationId xmlns:a16="http://schemas.microsoft.com/office/drawing/2014/main" id="{03DB9A9D-04C3-B17B-1CFC-62F42B058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" y="2011680"/>
            <a:ext cx="16077314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2C49DF1-E2E0-93D1-2D59-8DD34D6223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16077319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BDB833F9-38C2-C104-4DD0-B841EE39B2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18478501" y="1234853"/>
            <a:ext cx="4839634" cy="462592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17463" indent="0">
              <a:buNone/>
              <a:tabLst/>
              <a:defRPr sz="2000" b="1" i="0">
                <a:solidFill>
                  <a:schemeClr val="bg1"/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 TITLE HERE: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028F97B-6C33-4F42-4D2C-FF5CBCADFCE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8456419" y="1077537"/>
            <a:ext cx="4871635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bg1"/>
            </a:solidFill>
            <a:prstDash val="solid"/>
            <a:miter/>
          </a:ln>
        </p:spPr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144EE4-DA0A-6144-A311-2293242E68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068388" y="3403600"/>
            <a:ext cx="15008931" cy="9245600"/>
          </a:xfrm>
        </p:spPr>
        <p:txBody>
          <a:bodyPr/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43538083"/>
      </p:ext>
    </p:extLst>
  </p:cSld>
  <p:clrMapOvr>
    <a:masterClrMapping/>
  </p:clrMapOvr>
  <p:hf hd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86D005-DE25-153F-704C-838CA46621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0"/>
            <a:ext cx="24388696" cy="1371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3C0364-05BC-2DA3-E0E5-AB69C14192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29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61D90533-AD9F-45CD-98BB-E8B5FEA8B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D8AC1F8-2AFF-1F99-863F-D16DFC139F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12" name="Agenda Item #">
            <a:extLst>
              <a:ext uri="{FF2B5EF4-FFF2-40B4-BE49-F238E27FC236}">
                <a16:creationId xmlns:a16="http://schemas.microsoft.com/office/drawing/2014/main" id="{2EE18CD4-2CE7-90AD-2D2D-06994B5788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8FC0E42A-02BA-8742-9E8E-56AB28EE0F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59874-4DE3-D602-FF5E-BECC7B49F66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0"/>
            <a:ext cx="24388696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60D4D8-AC70-3665-0354-58B8BEC9E7AF}"/>
              </a:ext>
            </a:extLst>
          </p:cNvPr>
          <p:cNvSpPr/>
          <p:nvPr userDrawn="1"/>
        </p:nvSpPr>
        <p:spPr>
          <a:xfrm rot="10800000">
            <a:off x="129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7" name="Anglepoint Logo">
            <a:extLst>
              <a:ext uri="{FF2B5EF4-FFF2-40B4-BE49-F238E27FC236}">
                <a16:creationId xmlns:a16="http://schemas.microsoft.com/office/drawing/2014/main" id="{66ED0CBC-44DC-429B-40AF-17BB7F3A2E9D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9" name="Rectangle Separator">
            <a:extLst>
              <a:ext uri="{FF2B5EF4-FFF2-40B4-BE49-F238E27FC236}">
                <a16:creationId xmlns:a16="http://schemas.microsoft.com/office/drawing/2014/main" id="{DD20A2C2-F280-45CD-8478-81C9FD08E7BA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55995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E4D9D5-966C-5CA7-35BB-8F3FDA91B3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6172918-A099-C4D1-8FB0-C31429187C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D5BB11A5-F5D6-44A6-ACEA-0EC921827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822E7C91-9AC6-20C1-AC37-678D6DACFC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7" name="Section">
            <a:extLst>
              <a:ext uri="{FF2B5EF4-FFF2-40B4-BE49-F238E27FC236}">
                <a16:creationId xmlns:a16="http://schemas.microsoft.com/office/drawing/2014/main" id="{3A577DD6-A0E4-AE1D-B86F-F3A0EB5FF4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Agenda Item #">
            <a:extLst>
              <a:ext uri="{FF2B5EF4-FFF2-40B4-BE49-F238E27FC236}">
                <a16:creationId xmlns:a16="http://schemas.microsoft.com/office/drawing/2014/main" id="{B4473CC0-835B-3A48-D5EC-B66842ED19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BEE67-ED95-E2E2-8751-4D3D53CA11D6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09A993-1A77-7055-7AEF-20CE6AD61E96}"/>
              </a:ext>
            </a:extLst>
          </p:cNvPr>
          <p:cNvSpPr/>
          <p:nvPr userDrawn="1"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9" name="Anglepoint Logo">
            <a:extLst>
              <a:ext uri="{FF2B5EF4-FFF2-40B4-BE49-F238E27FC236}">
                <a16:creationId xmlns:a16="http://schemas.microsoft.com/office/drawing/2014/main" id="{4643A5CB-E9C8-DB3A-1E6C-D63B4228D2E2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0" name="Rectangle Separator">
            <a:extLst>
              <a:ext uri="{FF2B5EF4-FFF2-40B4-BE49-F238E27FC236}">
                <a16:creationId xmlns:a16="http://schemas.microsoft.com/office/drawing/2014/main" id="{56134A41-BA7D-6ADE-BEE9-10AB276ABF0B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68942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483C3E-CB3A-8B59-49EB-35CC38116C0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A643DE0-7432-5836-A16E-3E657A080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39CAE57B-E348-417A-B7BA-772161920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58359D3-C7E3-6983-CEE8-F031F4F72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E93F463-0479-3F06-4A9C-EB1D4E2562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5" name="Agenda Item #">
            <a:extLst>
              <a:ext uri="{FF2B5EF4-FFF2-40B4-BE49-F238E27FC236}">
                <a16:creationId xmlns:a16="http://schemas.microsoft.com/office/drawing/2014/main" id="{AA325973-970E-8DF5-2648-D187EF05D0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73FF4-2806-DA0C-17BC-FF3EAC550E9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F893CA-3AA5-B87B-3759-1CC516010A85}"/>
              </a:ext>
            </a:extLst>
          </p:cNvPr>
          <p:cNvSpPr/>
          <p:nvPr userDrawn="1"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10" name="Anglepoint Logo">
            <a:extLst>
              <a:ext uri="{FF2B5EF4-FFF2-40B4-BE49-F238E27FC236}">
                <a16:creationId xmlns:a16="http://schemas.microsoft.com/office/drawing/2014/main" id="{E34C4D0A-AAE9-C9A1-59E8-F6CC2A185340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1" name="Rectangle Separator">
            <a:extLst>
              <a:ext uri="{FF2B5EF4-FFF2-40B4-BE49-F238E27FC236}">
                <a16:creationId xmlns:a16="http://schemas.microsoft.com/office/drawing/2014/main" id="{3F98A59F-55EE-C292-99B7-D5121C58FEE7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9349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3F534C-5BFB-30DA-66BE-C86C957F43C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44ECBA-FFD9-51F6-DF82-AD5D0663CC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C263F43-6183-0281-C814-4A2C781431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A396F9A-2F0B-0325-10E3-13AC71203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5" name="Agenda Item #">
            <a:extLst>
              <a:ext uri="{FF2B5EF4-FFF2-40B4-BE49-F238E27FC236}">
                <a16:creationId xmlns:a16="http://schemas.microsoft.com/office/drawing/2014/main" id="{FAF98F30-723E-6F73-1778-C9E676984A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43C2B8-57E7-6C8B-AED3-5FD34137782A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6" cy="1370644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1AA5F39-EFA1-2FA4-7C2E-F3BF3E56154C}"/>
              </a:ext>
            </a:extLst>
          </p:cNvPr>
          <p:cNvSpPr/>
          <p:nvPr userDrawn="1"/>
        </p:nvSpPr>
        <p:spPr>
          <a:xfrm rot="10800000">
            <a:off x="0" y="1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10" name="Anglepoint Logo">
            <a:extLst>
              <a:ext uri="{FF2B5EF4-FFF2-40B4-BE49-F238E27FC236}">
                <a16:creationId xmlns:a16="http://schemas.microsoft.com/office/drawing/2014/main" id="{B72D1222-FD6C-BFD1-401F-7F015613130D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1" name="Rectangle Separator">
            <a:extLst>
              <a:ext uri="{FF2B5EF4-FFF2-40B4-BE49-F238E27FC236}">
                <a16:creationId xmlns:a16="http://schemas.microsoft.com/office/drawing/2014/main" id="{0A662B70-140F-CAE5-2980-2AB30D9BFCF5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98015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0B6BD4-04D4-860D-1C6D-4E0EEED7C2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7" cy="13706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C370DC-2485-CB2A-EE74-3CFCC6B8C2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29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09FF184-FD2A-0272-830B-688691DA5F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976EE96-4FEC-C188-A03B-128614F6D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5" name="Agenda Item #">
            <a:extLst>
              <a:ext uri="{FF2B5EF4-FFF2-40B4-BE49-F238E27FC236}">
                <a16:creationId xmlns:a16="http://schemas.microsoft.com/office/drawing/2014/main" id="{83018E97-1502-08B7-EB60-05B333BA2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0AD909-D0E0-B55E-4210-5142D1159267}"/>
              </a:ext>
            </a:extLst>
          </p:cNvPr>
          <p:cNvPicPr/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7" y="4776"/>
            <a:ext cx="24388697" cy="13706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475CD8-9B5A-7C20-48C8-B0E9E89DB42D}"/>
              </a:ext>
            </a:extLst>
          </p:cNvPr>
          <p:cNvSpPr/>
          <p:nvPr userDrawn="1"/>
        </p:nvSpPr>
        <p:spPr>
          <a:xfrm rot="10800000">
            <a:off x="129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9" name="Anglepoint Logo">
            <a:extLst>
              <a:ext uri="{FF2B5EF4-FFF2-40B4-BE49-F238E27FC236}">
                <a16:creationId xmlns:a16="http://schemas.microsoft.com/office/drawing/2014/main" id="{99898C60-FD41-2F07-6649-7789AC405062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0" name="Rectangle Separator">
            <a:extLst>
              <a:ext uri="{FF2B5EF4-FFF2-40B4-BE49-F238E27FC236}">
                <a16:creationId xmlns:a16="http://schemas.microsoft.com/office/drawing/2014/main" id="{D5C23B61-4520-4C39-2864-B4C275ACC9CF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35839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80B6BD4-04D4-860D-1C6D-4E0EEED7C2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3932" y="4776"/>
            <a:ext cx="24359799" cy="13706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C370DC-2485-CB2A-EE74-3CFCC6B8C2D2}"/>
              </a:ext>
            </a:extLst>
          </p:cNvPr>
          <p:cNvSpPr>
            <a:spLocks/>
          </p:cNvSpPr>
          <p:nvPr/>
        </p:nvSpPr>
        <p:spPr>
          <a:xfrm rot="10800000">
            <a:off x="13444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09FF184-FD2A-0272-830B-688691DA5F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(CAPS, 28 LIGHT)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976EE96-4FEC-C188-A03B-128614F6D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  <a:prstGeom prst="rect">
            <a:avLst/>
          </a:prstGeom>
        </p:spPr>
        <p:txBody>
          <a:bodyPr>
            <a:noAutofit/>
          </a:bodyPr>
          <a:lstStyle>
            <a:lvl1pPr marL="0" algn="ctr">
              <a:defRPr sz="9600" b="1" i="0" cap="all" baseline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5" name="Agenda Item #">
            <a:extLst>
              <a:ext uri="{FF2B5EF4-FFF2-40B4-BE49-F238E27FC236}">
                <a16:creationId xmlns:a16="http://schemas.microsoft.com/office/drawing/2014/main" id="{83018E97-1502-08B7-EB60-05B333BA2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D20760-D4F5-7DBD-ED9B-E9D1E897D067}"/>
              </a:ext>
            </a:extLst>
          </p:cNvPr>
          <p:cNvPicPr/>
          <p:nvPr userDrawn="1"/>
        </p:nvPicPr>
        <p:blipFill>
          <a:blip r:embed="rId2"/>
          <a:srcRect/>
          <a:stretch/>
        </p:blipFill>
        <p:spPr>
          <a:xfrm>
            <a:off x="13932" y="4776"/>
            <a:ext cx="24359799" cy="137064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E737B2-0236-E28D-8885-A8E72353706D}"/>
              </a:ext>
            </a:extLst>
          </p:cNvPr>
          <p:cNvSpPr>
            <a:spLocks/>
          </p:cNvSpPr>
          <p:nvPr userDrawn="1"/>
        </p:nvSpPr>
        <p:spPr>
          <a:xfrm rot="10800000">
            <a:off x="13444" y="0"/>
            <a:ext cx="24387046" cy="13715999"/>
          </a:xfrm>
          <a:prstGeom prst="rect">
            <a:avLst/>
          </a:prstGeom>
          <a:gradFill flip="none" rotWithShape="1">
            <a:gsLst>
              <a:gs pos="16000">
                <a:srgbClr val="004169">
                  <a:alpha val="65000"/>
                </a:srgbClr>
              </a:gs>
              <a:gs pos="87000">
                <a:srgbClr val="012147">
                  <a:alpha val="93725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9" name="Anglepoint Logo">
            <a:extLst>
              <a:ext uri="{FF2B5EF4-FFF2-40B4-BE49-F238E27FC236}">
                <a16:creationId xmlns:a16="http://schemas.microsoft.com/office/drawing/2014/main" id="{CB6278E5-0732-7AAB-2E7E-D20D1EE57819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219435" y="12066425"/>
            <a:ext cx="1948304" cy="419993"/>
          </a:xfrm>
          <a:prstGeom prst="rect">
            <a:avLst/>
          </a:prstGeom>
        </p:spPr>
      </p:pic>
      <p:sp>
        <p:nvSpPr>
          <p:cNvPr id="10" name="Rectangle Separator">
            <a:extLst>
              <a:ext uri="{FF2B5EF4-FFF2-40B4-BE49-F238E27FC236}">
                <a16:creationId xmlns:a16="http://schemas.microsoft.com/office/drawing/2014/main" id="{1ED7FCA9-351D-0032-A2AB-F62900C568E5}"/>
              </a:ext>
            </a:extLst>
          </p:cNvPr>
          <p:cNvSpPr/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35045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1672" y="369813"/>
            <a:ext cx="1485185" cy="320159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3DC01AEA-662A-7BB8-169A-516E7C9A92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7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4B2EE7AD-4FDE-9FC6-0782-4A23D45A5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8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C93D5C2D-13B5-64E6-48DB-022BE8263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88" y="2627003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 ExtraBold" pitchFamily="2" charset="0"/>
              </a:defRPr>
            </a:lvl1pPr>
          </a:lstStyle>
          <a:p>
            <a:r>
              <a:rPr lang="en-US"/>
              <a:t>Title (Title Caps, 105 Ex Bold)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BF09CFF0-F7E9-A89A-6E39-7F5746C3F0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8" hasCustomPrompt="1"/>
          </p:nvPr>
        </p:nvSpPr>
        <p:spPr>
          <a:xfrm>
            <a:off x="1068388" y="1831137"/>
            <a:ext cx="9500616" cy="457200"/>
          </a:xfrm>
          <a:prstGeom prst="rect">
            <a:avLst/>
          </a:prstGeom>
        </p:spPr>
        <p:txBody>
          <a:bodyPr lIns="9144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88A8E8DD-5216-927D-E715-7690433E8A5E}"/>
              </a:ext>
            </a:extLst>
          </p:cNvPr>
          <p:cNvPicPr/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21672" y="369813"/>
            <a:ext cx="1485185" cy="32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8324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Headshot 4 Title">
            <a:extLst>
              <a:ext uri="{FF2B5EF4-FFF2-40B4-BE49-F238E27FC236}">
                <a16:creationId xmlns:a16="http://schemas.microsoft.com/office/drawing/2014/main" id="{20B932D0-1A8B-44BC-9869-9F1B816767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 hasCustomPrompt="1"/>
          </p:nvPr>
        </p:nvSpPr>
        <p:spPr>
          <a:xfrm>
            <a:off x="18682595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65" name="Headshot 4 Name">
            <a:extLst>
              <a:ext uri="{FF2B5EF4-FFF2-40B4-BE49-F238E27FC236}">
                <a16:creationId xmlns:a16="http://schemas.microsoft.com/office/drawing/2014/main" id="{1E568CFC-8CB7-49F5-BDEB-7269906FDE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 hasCustomPrompt="1"/>
          </p:nvPr>
        </p:nvSpPr>
        <p:spPr>
          <a:xfrm>
            <a:off x="18682595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66" name="Headshot 4 Image">
            <a:extLst>
              <a:ext uri="{FF2B5EF4-FFF2-40B4-BE49-F238E27FC236}">
                <a16:creationId xmlns:a16="http://schemas.microsoft.com/office/drawing/2014/main" id="{412A36D4-2F79-47D0-9491-390F25BCF2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8" hasCustomPrompt="1"/>
          </p:nvPr>
        </p:nvSpPr>
        <p:spPr>
          <a:xfrm>
            <a:off x="18687294" y="6422136"/>
            <a:ext cx="4631494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60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68" name="Headshot 3 Title">
            <a:extLst>
              <a:ext uri="{FF2B5EF4-FFF2-40B4-BE49-F238E27FC236}">
                <a16:creationId xmlns:a16="http://schemas.microsoft.com/office/drawing/2014/main" id="{2EEAA748-BC51-4483-9368-F5AB1080C0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 hasCustomPrompt="1"/>
          </p:nvPr>
        </p:nvSpPr>
        <p:spPr>
          <a:xfrm>
            <a:off x="12814326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69" name="Headshot 3 Name">
            <a:extLst>
              <a:ext uri="{FF2B5EF4-FFF2-40B4-BE49-F238E27FC236}">
                <a16:creationId xmlns:a16="http://schemas.microsoft.com/office/drawing/2014/main" id="{0C5D5FB7-1AC5-4740-BA56-E28A4CB138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 hasCustomPrompt="1"/>
          </p:nvPr>
        </p:nvSpPr>
        <p:spPr>
          <a:xfrm>
            <a:off x="12814326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70" name="Headshot 3 Image">
            <a:extLst>
              <a:ext uri="{FF2B5EF4-FFF2-40B4-BE49-F238E27FC236}">
                <a16:creationId xmlns:a16="http://schemas.microsoft.com/office/drawing/2014/main" id="{75D7E82C-28D7-44EF-8BF9-5ACD48E223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9" hasCustomPrompt="1"/>
          </p:nvPr>
        </p:nvSpPr>
        <p:spPr>
          <a:xfrm>
            <a:off x="12814326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72" name="Headshot 2 Title">
            <a:extLst>
              <a:ext uri="{FF2B5EF4-FFF2-40B4-BE49-F238E27FC236}">
                <a16:creationId xmlns:a16="http://schemas.microsoft.com/office/drawing/2014/main" id="{A4E888AC-0862-4C56-8D57-731D358F90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 hasCustomPrompt="1"/>
          </p:nvPr>
        </p:nvSpPr>
        <p:spPr>
          <a:xfrm>
            <a:off x="6941357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73" name="Headshot 2 Name">
            <a:extLst>
              <a:ext uri="{FF2B5EF4-FFF2-40B4-BE49-F238E27FC236}">
                <a16:creationId xmlns:a16="http://schemas.microsoft.com/office/drawing/2014/main" id="{3EEBB013-B979-4C20-8375-21C53316CB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 hasCustomPrompt="1"/>
          </p:nvPr>
        </p:nvSpPr>
        <p:spPr>
          <a:xfrm>
            <a:off x="6941357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74" name="Headshot 2 Image">
            <a:extLst>
              <a:ext uri="{FF2B5EF4-FFF2-40B4-BE49-F238E27FC236}">
                <a16:creationId xmlns:a16="http://schemas.microsoft.com/office/drawing/2014/main" id="{CAAA4876-31CF-4A91-9E11-D482CF54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0" hasCustomPrompt="1"/>
          </p:nvPr>
        </p:nvSpPr>
        <p:spPr>
          <a:xfrm>
            <a:off x="6941357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76" name="Headshot 1 Title">
            <a:extLst>
              <a:ext uri="{FF2B5EF4-FFF2-40B4-BE49-F238E27FC236}">
                <a16:creationId xmlns:a16="http://schemas.microsoft.com/office/drawing/2014/main" id="{0E18E760-9E4E-4D15-A6D3-65B5703343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1068388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77" name="Headshot 1 Name">
            <a:extLst>
              <a:ext uri="{FF2B5EF4-FFF2-40B4-BE49-F238E27FC236}">
                <a16:creationId xmlns:a16="http://schemas.microsoft.com/office/drawing/2014/main" id="{79591A9B-DB2A-426F-B599-31DAD9FF5C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1068388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78" name="Headshot 1 Image">
            <a:extLst>
              <a:ext uri="{FF2B5EF4-FFF2-40B4-BE49-F238E27FC236}">
                <a16:creationId xmlns:a16="http://schemas.microsoft.com/office/drawing/2014/main" id="{B230C8B6-9F76-476B-9D4B-0D2E157BB2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1" hasCustomPrompt="1"/>
          </p:nvPr>
        </p:nvSpPr>
        <p:spPr>
          <a:xfrm>
            <a:off x="1068388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2F27063E-1470-409F-831E-234229D085C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1717E5B8-9B99-5AA0-3F6B-662B263C5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DEFE3D5-5EDB-D15F-4448-2252610884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72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7BD3D1-BAAF-F2D9-12DB-2CAF3CFC9C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64E1DE68-91B1-5A0C-1B98-0F52AE6AE3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89" y="1807922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 ExtraBold" pitchFamily="2" charset="0"/>
              </a:defRPr>
            </a:lvl1pPr>
          </a:lstStyle>
          <a:p>
            <a:r>
              <a:rPr lang="en-US"/>
              <a:t>Title (Title Caps, 105 Ex Bold)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4060AAC-8A05-DEE7-7A36-68DE6F0CD2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68388" y="1066800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sp>
        <p:nvSpPr>
          <p:cNvPr id="2" name="Headshot 4 Image">
            <a:extLst>
              <a:ext uri="{FF2B5EF4-FFF2-40B4-BE49-F238E27FC236}">
                <a16:creationId xmlns:a16="http://schemas.microsoft.com/office/drawing/2014/main" id="{0CD68034-E7D8-34E4-3612-B99F78E16DC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8687294" y="6422136"/>
            <a:ext cx="4631494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60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4" name="Headshot 3 Title">
            <a:extLst>
              <a:ext uri="{FF2B5EF4-FFF2-40B4-BE49-F238E27FC236}">
                <a16:creationId xmlns:a16="http://schemas.microsoft.com/office/drawing/2014/main" id="{838E3A6D-C1CD-9451-961F-49BCC5964A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14326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5" name="Headshot 3 Name">
            <a:extLst>
              <a:ext uri="{FF2B5EF4-FFF2-40B4-BE49-F238E27FC236}">
                <a16:creationId xmlns:a16="http://schemas.microsoft.com/office/drawing/2014/main" id="{DE0FC50B-6331-F230-DFD3-918019EDE1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814326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1" name="Headshot 3 Image">
            <a:extLst>
              <a:ext uri="{FF2B5EF4-FFF2-40B4-BE49-F238E27FC236}">
                <a16:creationId xmlns:a16="http://schemas.microsoft.com/office/drawing/2014/main" id="{6EE23C91-C424-6879-0CE9-4882620EFB3E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2814326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" name="Headshot 2 Title">
            <a:extLst>
              <a:ext uri="{FF2B5EF4-FFF2-40B4-BE49-F238E27FC236}">
                <a16:creationId xmlns:a16="http://schemas.microsoft.com/office/drawing/2014/main" id="{5C682225-95B8-4A36-56C9-87A409778F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41357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13" name="Headshot 2 Name">
            <a:extLst>
              <a:ext uri="{FF2B5EF4-FFF2-40B4-BE49-F238E27FC236}">
                <a16:creationId xmlns:a16="http://schemas.microsoft.com/office/drawing/2014/main" id="{BF918252-B46A-678C-2B61-6BF868AAB30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41357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4" name="Headshot 2 Image">
            <a:extLst>
              <a:ext uri="{FF2B5EF4-FFF2-40B4-BE49-F238E27FC236}">
                <a16:creationId xmlns:a16="http://schemas.microsoft.com/office/drawing/2014/main" id="{DCA19D69-22A1-FA20-B131-256987577FBE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6941357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5" name="Headshot 1 Title">
            <a:extLst>
              <a:ext uri="{FF2B5EF4-FFF2-40B4-BE49-F238E27FC236}">
                <a16:creationId xmlns:a16="http://schemas.microsoft.com/office/drawing/2014/main" id="{95640FB8-01D8-8FB0-12A7-24B1160AFEA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68388" y="11853672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(18 pt regular)</a:t>
            </a:r>
          </a:p>
        </p:txBody>
      </p:sp>
      <p:sp>
        <p:nvSpPr>
          <p:cNvPr id="16" name="Headshot 1 Name">
            <a:extLst>
              <a:ext uri="{FF2B5EF4-FFF2-40B4-BE49-F238E27FC236}">
                <a16:creationId xmlns:a16="http://schemas.microsoft.com/office/drawing/2014/main" id="{CF3318A3-64C9-7C00-E887-E7911EFB838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8388" y="11058144"/>
            <a:ext cx="4636008" cy="79552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0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(20 pt bold)</a:t>
            </a:r>
          </a:p>
        </p:txBody>
      </p:sp>
      <p:sp>
        <p:nvSpPr>
          <p:cNvPr id="17" name="Headshot 1 Image">
            <a:extLst>
              <a:ext uri="{FF2B5EF4-FFF2-40B4-BE49-F238E27FC236}">
                <a16:creationId xmlns:a16="http://schemas.microsoft.com/office/drawing/2014/main" id="{F897E9FB-7ECA-18BF-82F1-EC9134C58A5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1068388" y="6422136"/>
            <a:ext cx="4636008" cy="4636008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36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pic>
        <p:nvPicPr>
          <p:cNvPr id="18" name="Anglepoint Logo">
            <a:extLst>
              <a:ext uri="{FF2B5EF4-FFF2-40B4-BE49-F238E27FC236}">
                <a16:creationId xmlns:a16="http://schemas.microsoft.com/office/drawing/2014/main" id="{1989FB17-E931-43F1-30C8-F89D4E34AD7A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2476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9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Headshot 9 Title">
            <a:extLst>
              <a:ext uri="{FF2B5EF4-FFF2-40B4-BE49-F238E27FC236}">
                <a16:creationId xmlns:a16="http://schemas.microsoft.com/office/drawing/2014/main" id="{9B4EA6D6-E592-4893-8729-749BE936C1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6" hasCustomPrompt="1"/>
          </p:nvPr>
        </p:nvSpPr>
        <p:spPr>
          <a:xfrm>
            <a:off x="20173252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36" name="Headshot 9 Name">
            <a:extLst>
              <a:ext uri="{FF2B5EF4-FFF2-40B4-BE49-F238E27FC236}">
                <a16:creationId xmlns:a16="http://schemas.microsoft.com/office/drawing/2014/main" id="{235AD1C0-3695-4688-B10E-37483D282F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5" hasCustomPrompt="1"/>
          </p:nvPr>
        </p:nvSpPr>
        <p:spPr>
          <a:xfrm>
            <a:off x="20173252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20" name="Headshot 9 Image">
            <a:extLst>
              <a:ext uri="{FF2B5EF4-FFF2-40B4-BE49-F238E27FC236}">
                <a16:creationId xmlns:a16="http://schemas.microsoft.com/office/drawing/2014/main" id="{FE124FF8-6531-814A-8790-2179F5A32F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20173252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9" name="Headshot 8 Title">
            <a:extLst>
              <a:ext uri="{FF2B5EF4-FFF2-40B4-BE49-F238E27FC236}">
                <a16:creationId xmlns:a16="http://schemas.microsoft.com/office/drawing/2014/main" id="{425C8BBB-2629-403F-AE6C-77F2267462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4" hasCustomPrompt="1"/>
          </p:nvPr>
        </p:nvSpPr>
        <p:spPr>
          <a:xfrm>
            <a:off x="16352280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8" name="Headshot 8 Name">
            <a:extLst>
              <a:ext uri="{FF2B5EF4-FFF2-40B4-BE49-F238E27FC236}">
                <a16:creationId xmlns:a16="http://schemas.microsoft.com/office/drawing/2014/main" id="{438637C9-22E4-43A3-B564-529C95070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3" hasCustomPrompt="1"/>
          </p:nvPr>
        </p:nvSpPr>
        <p:spPr>
          <a:xfrm>
            <a:off x="16352280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9" name="Headshot 8 Image">
            <a:extLst>
              <a:ext uri="{FF2B5EF4-FFF2-40B4-BE49-F238E27FC236}">
                <a16:creationId xmlns:a16="http://schemas.microsoft.com/office/drawing/2014/main" id="{4C5310C9-26B2-E043-B2F5-839DDD294C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16352280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5" name="Headshot 7 Title">
            <a:extLst>
              <a:ext uri="{FF2B5EF4-FFF2-40B4-BE49-F238E27FC236}">
                <a16:creationId xmlns:a16="http://schemas.microsoft.com/office/drawing/2014/main" id="{7B729B38-71D9-4F4A-8902-E9E95C3D40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2" hasCustomPrompt="1"/>
          </p:nvPr>
        </p:nvSpPr>
        <p:spPr>
          <a:xfrm>
            <a:off x="12531307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4" name="Headshot 7 Name">
            <a:extLst>
              <a:ext uri="{FF2B5EF4-FFF2-40B4-BE49-F238E27FC236}">
                <a16:creationId xmlns:a16="http://schemas.microsoft.com/office/drawing/2014/main" id="{193D88E1-E637-430A-B896-20C10D9C81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1" hasCustomPrompt="1"/>
          </p:nvPr>
        </p:nvSpPr>
        <p:spPr>
          <a:xfrm>
            <a:off x="12531307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8" name="Headshot 7 Image">
            <a:extLst>
              <a:ext uri="{FF2B5EF4-FFF2-40B4-BE49-F238E27FC236}">
                <a16:creationId xmlns:a16="http://schemas.microsoft.com/office/drawing/2014/main" id="{F4BD81BD-7377-EA4D-923F-88FE4E0D75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12531307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21" name="Headshot 6 Title">
            <a:extLst>
              <a:ext uri="{FF2B5EF4-FFF2-40B4-BE49-F238E27FC236}">
                <a16:creationId xmlns:a16="http://schemas.microsoft.com/office/drawing/2014/main" id="{DFC132F2-8063-488A-8CD0-655B62AE94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0" hasCustomPrompt="1"/>
          </p:nvPr>
        </p:nvSpPr>
        <p:spPr>
          <a:xfrm>
            <a:off x="8710334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20" name="Headshot 6 Name">
            <a:extLst>
              <a:ext uri="{FF2B5EF4-FFF2-40B4-BE49-F238E27FC236}">
                <a16:creationId xmlns:a16="http://schemas.microsoft.com/office/drawing/2014/main" id="{DE3AF9B2-2DA5-417F-ADDC-5122F2E4EC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9" hasCustomPrompt="1"/>
          </p:nvPr>
        </p:nvSpPr>
        <p:spPr>
          <a:xfrm>
            <a:off x="8710334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34" name="Headshot 6 Image">
            <a:extLst>
              <a:ext uri="{FF2B5EF4-FFF2-40B4-BE49-F238E27FC236}">
                <a16:creationId xmlns:a16="http://schemas.microsoft.com/office/drawing/2014/main" id="{A52E1C16-97C6-0C4C-A4C1-DB214BC0F9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 hasCustomPrompt="1"/>
          </p:nvPr>
        </p:nvSpPr>
        <p:spPr>
          <a:xfrm>
            <a:off x="8710334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17" name="Headshot 5 Title">
            <a:extLst>
              <a:ext uri="{FF2B5EF4-FFF2-40B4-BE49-F238E27FC236}">
                <a16:creationId xmlns:a16="http://schemas.microsoft.com/office/drawing/2014/main" id="{318FE40D-EEA5-4248-AED1-CF755C16C6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8" hasCustomPrompt="1"/>
          </p:nvPr>
        </p:nvSpPr>
        <p:spPr>
          <a:xfrm>
            <a:off x="4889361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16" name="Headshot 5 Name">
            <a:extLst>
              <a:ext uri="{FF2B5EF4-FFF2-40B4-BE49-F238E27FC236}">
                <a16:creationId xmlns:a16="http://schemas.microsoft.com/office/drawing/2014/main" id="{02E3585C-5813-45A9-A772-E8845DD802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7" hasCustomPrompt="1"/>
          </p:nvPr>
        </p:nvSpPr>
        <p:spPr>
          <a:xfrm>
            <a:off x="4889361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33" name="Headshot 5 Image">
            <a:extLst>
              <a:ext uri="{FF2B5EF4-FFF2-40B4-BE49-F238E27FC236}">
                <a16:creationId xmlns:a16="http://schemas.microsoft.com/office/drawing/2014/main" id="{53CF112F-1D30-9D4F-BAB2-C745A662D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4889361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87" name="Headshot 4 Title">
            <a:extLst>
              <a:ext uri="{FF2B5EF4-FFF2-40B4-BE49-F238E27FC236}">
                <a16:creationId xmlns:a16="http://schemas.microsoft.com/office/drawing/2014/main" id="{04C6C523-C73E-4677-8B82-DC1C371617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1068388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86" name="Headshot 4 Name">
            <a:extLst>
              <a:ext uri="{FF2B5EF4-FFF2-40B4-BE49-F238E27FC236}">
                <a16:creationId xmlns:a16="http://schemas.microsoft.com/office/drawing/2014/main" id="{5A43AAF7-BD7B-4D0F-8FC6-5D16B3A6BC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1068388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4572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55" name="Headshot 4 Image">
            <a:extLst>
              <a:ext uri="{FF2B5EF4-FFF2-40B4-BE49-F238E27FC236}">
                <a16:creationId xmlns:a16="http://schemas.microsoft.com/office/drawing/2014/main" id="{7400B20C-D969-964E-B2B7-D2EF3E9D42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1068388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9" name="Headshot 3 Title">
            <a:extLst>
              <a:ext uri="{FF2B5EF4-FFF2-40B4-BE49-F238E27FC236}">
                <a16:creationId xmlns:a16="http://schemas.microsoft.com/office/drawing/2014/main" id="{FA7E17B7-A75B-459E-BD36-412F61E306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2" hasCustomPrompt="1"/>
          </p:nvPr>
        </p:nvSpPr>
        <p:spPr>
          <a:xfrm>
            <a:off x="20173252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8" name="Headshot 3 Name">
            <a:extLst>
              <a:ext uri="{FF2B5EF4-FFF2-40B4-BE49-F238E27FC236}">
                <a16:creationId xmlns:a16="http://schemas.microsoft.com/office/drawing/2014/main" id="{604D779B-1F9A-469C-8BAC-1B180766BB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1" hasCustomPrompt="1"/>
          </p:nvPr>
        </p:nvSpPr>
        <p:spPr>
          <a:xfrm>
            <a:off x="20173252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7" name="Headshot 3 Image">
            <a:extLst>
              <a:ext uri="{FF2B5EF4-FFF2-40B4-BE49-F238E27FC236}">
                <a16:creationId xmlns:a16="http://schemas.microsoft.com/office/drawing/2014/main" id="{BD059C14-E991-2640-98FB-741FA61927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20173252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7" name="Headshot 2 Title">
            <a:extLst>
              <a:ext uri="{FF2B5EF4-FFF2-40B4-BE49-F238E27FC236}">
                <a16:creationId xmlns:a16="http://schemas.microsoft.com/office/drawing/2014/main" id="{44F78D72-A4D7-412B-8D54-07450DA91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6352280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146" name="Headshot 2 Name">
            <a:extLst>
              <a:ext uri="{FF2B5EF4-FFF2-40B4-BE49-F238E27FC236}">
                <a16:creationId xmlns:a16="http://schemas.microsoft.com/office/drawing/2014/main" id="{C718CDDB-5D42-48CF-93CD-3607FB8BB9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9" hasCustomPrompt="1"/>
          </p:nvPr>
        </p:nvSpPr>
        <p:spPr>
          <a:xfrm>
            <a:off x="16352280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6" name="Headshot 2 Image">
            <a:extLst>
              <a:ext uri="{FF2B5EF4-FFF2-40B4-BE49-F238E27FC236}">
                <a16:creationId xmlns:a16="http://schemas.microsoft.com/office/drawing/2014/main" id="{5D53F939-BDBC-AD4F-B30F-7BB7432158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16352280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4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45" name="Headshot 1 Title">
            <a:extLst>
              <a:ext uri="{FF2B5EF4-FFF2-40B4-BE49-F238E27FC236}">
                <a16:creationId xmlns:a16="http://schemas.microsoft.com/office/drawing/2014/main" id="{79E2707B-5A69-40CC-8E44-FB933406F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8" hasCustomPrompt="1"/>
          </p:nvPr>
        </p:nvSpPr>
        <p:spPr>
          <a:xfrm>
            <a:off x="12531307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4" name="Headshot 1 Name">
            <a:extLst>
              <a:ext uri="{FF2B5EF4-FFF2-40B4-BE49-F238E27FC236}">
                <a16:creationId xmlns:a16="http://schemas.microsoft.com/office/drawing/2014/main" id="{1C075D70-4DC9-4766-9792-C861DA6932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57" hasCustomPrompt="1"/>
          </p:nvPr>
        </p:nvSpPr>
        <p:spPr>
          <a:xfrm>
            <a:off x="12531307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3" name="Headshot 1 Image">
            <a:extLst>
              <a:ext uri="{FF2B5EF4-FFF2-40B4-BE49-F238E27FC236}">
                <a16:creationId xmlns:a16="http://schemas.microsoft.com/office/drawing/2014/main" id="{15685170-DFAB-6547-8534-9967010DF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 hasCustomPrompt="1"/>
          </p:nvPr>
        </p:nvSpPr>
        <p:spPr>
          <a:xfrm>
            <a:off x="12531307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4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pic>
        <p:nvPicPr>
          <p:cNvPr id="6" name="Anglepoint Logo">
            <a:extLst>
              <a:ext uri="{FF2B5EF4-FFF2-40B4-BE49-F238E27FC236}">
                <a16:creationId xmlns:a16="http://schemas.microsoft.com/office/drawing/2014/main" id="{F8D6452E-B542-41F8-CB57-9D160449C2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7" name="Section">
            <a:extLst>
              <a:ext uri="{FF2B5EF4-FFF2-40B4-BE49-F238E27FC236}">
                <a16:creationId xmlns:a16="http://schemas.microsoft.com/office/drawing/2014/main" id="{6DBA0F5F-ECF2-E727-CC1C-145F1C76AC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3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EE3601-C0B3-8BB1-0DB3-1EB34B24AB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75CC9BD5-2F31-BCBB-93E2-F47AF7E516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EB8CF8AA-0F0F-83A8-EA01-DC03A5E1C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89" y="28455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 ExtraBold" pitchFamily="2" charset="0"/>
              </a:defRPr>
            </a:lvl1pPr>
          </a:lstStyle>
          <a:p>
            <a:r>
              <a:rPr lang="en-US"/>
              <a:t>Title (Title Caps, 105 Ex Bold)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763C6FC3-DBF7-220A-046E-93DB979B47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68388" y="23710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sp>
        <p:nvSpPr>
          <p:cNvPr id="2" name="Headshot 9 Image">
            <a:extLst>
              <a:ext uri="{FF2B5EF4-FFF2-40B4-BE49-F238E27FC236}">
                <a16:creationId xmlns:a16="http://schemas.microsoft.com/office/drawing/2014/main" id="{EE758037-4ADC-F081-94FA-B57067BFF8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173252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0" name="Headshot 8 Title">
            <a:extLst>
              <a:ext uri="{FF2B5EF4-FFF2-40B4-BE49-F238E27FC236}">
                <a16:creationId xmlns:a16="http://schemas.microsoft.com/office/drawing/2014/main" id="{21E16ECA-0C1B-098C-1EA7-BCB34B71D30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6352280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1" name="Headshot 8 Name">
            <a:extLst>
              <a:ext uri="{FF2B5EF4-FFF2-40B4-BE49-F238E27FC236}">
                <a16:creationId xmlns:a16="http://schemas.microsoft.com/office/drawing/2014/main" id="{26C347F1-00D7-88F2-2206-D9A202A09A8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6352280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2" name="Headshot 8 Image">
            <a:extLst>
              <a:ext uri="{FF2B5EF4-FFF2-40B4-BE49-F238E27FC236}">
                <a16:creationId xmlns:a16="http://schemas.microsoft.com/office/drawing/2014/main" id="{7916B21C-E1F9-2428-3582-9964020DDE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6352280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13" name="Headshot 7 Title">
            <a:extLst>
              <a:ext uri="{FF2B5EF4-FFF2-40B4-BE49-F238E27FC236}">
                <a16:creationId xmlns:a16="http://schemas.microsoft.com/office/drawing/2014/main" id="{2B6BFB30-13A6-130D-57DE-F16674F960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2531307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14" name="Headshot 7 Name">
            <a:extLst>
              <a:ext uri="{FF2B5EF4-FFF2-40B4-BE49-F238E27FC236}">
                <a16:creationId xmlns:a16="http://schemas.microsoft.com/office/drawing/2014/main" id="{0F77759C-7666-A04D-094A-88409703234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531307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15" name="Headshot 7 Image">
            <a:extLst>
              <a:ext uri="{FF2B5EF4-FFF2-40B4-BE49-F238E27FC236}">
                <a16:creationId xmlns:a16="http://schemas.microsoft.com/office/drawing/2014/main" id="{7853E8AB-2BCB-BE2A-AC02-F34EFF76256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531307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21" name="Headshot 6 Title">
            <a:extLst>
              <a:ext uri="{FF2B5EF4-FFF2-40B4-BE49-F238E27FC236}">
                <a16:creationId xmlns:a16="http://schemas.microsoft.com/office/drawing/2014/main" id="{74605536-5A76-5E5E-4E28-C9A1EA1C734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710334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22" name="Headshot 6 Name">
            <a:extLst>
              <a:ext uri="{FF2B5EF4-FFF2-40B4-BE49-F238E27FC236}">
                <a16:creationId xmlns:a16="http://schemas.microsoft.com/office/drawing/2014/main" id="{DC45397F-D23F-7DD9-9452-42CDEEA69F8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710334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23" name="Headshot 6 Image">
            <a:extLst>
              <a:ext uri="{FF2B5EF4-FFF2-40B4-BE49-F238E27FC236}">
                <a16:creationId xmlns:a16="http://schemas.microsoft.com/office/drawing/2014/main" id="{12054232-A64D-20BA-809F-F3ECB908A25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710334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24" name="Headshot 5 Title">
            <a:extLst>
              <a:ext uri="{FF2B5EF4-FFF2-40B4-BE49-F238E27FC236}">
                <a16:creationId xmlns:a16="http://schemas.microsoft.com/office/drawing/2014/main" id="{767F877D-43D8-9835-053C-3DE26D5AFED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889361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25" name="Headshot 5 Name">
            <a:extLst>
              <a:ext uri="{FF2B5EF4-FFF2-40B4-BE49-F238E27FC236}">
                <a16:creationId xmlns:a16="http://schemas.microsoft.com/office/drawing/2014/main" id="{274E255A-A2B3-B10F-21D7-BC1D9AC15F1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889361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26" name="Headshot 5 Image">
            <a:extLst>
              <a:ext uri="{FF2B5EF4-FFF2-40B4-BE49-F238E27FC236}">
                <a16:creationId xmlns:a16="http://schemas.microsoft.com/office/drawing/2014/main" id="{DC0F05F9-9BEF-20C6-FD59-D35FA6041E9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889361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27" name="Headshot 4 Title">
            <a:extLst>
              <a:ext uri="{FF2B5EF4-FFF2-40B4-BE49-F238E27FC236}">
                <a16:creationId xmlns:a16="http://schemas.microsoft.com/office/drawing/2014/main" id="{056674E4-C3F4-398B-0406-232DEE7B778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68388" y="12109704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28" name="Headshot 4 Name">
            <a:extLst>
              <a:ext uri="{FF2B5EF4-FFF2-40B4-BE49-F238E27FC236}">
                <a16:creationId xmlns:a16="http://schemas.microsoft.com/office/drawing/2014/main" id="{7F8863A0-2ABF-74F6-3B16-BEB0A84F54C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68388" y="11570208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4572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29" name="Headshot 4 Image">
            <a:extLst>
              <a:ext uri="{FF2B5EF4-FFF2-40B4-BE49-F238E27FC236}">
                <a16:creationId xmlns:a16="http://schemas.microsoft.com/office/drawing/2014/main" id="{23688A41-4D7D-BA45-F2C6-7AA67B7B06E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68388" y="8424672"/>
            <a:ext cx="3145536" cy="3145536"/>
          </a:xfrm>
          <a:prstGeom prst="rect">
            <a:avLst/>
          </a:prstGeom>
        </p:spPr>
        <p:txBody>
          <a:bodyPr tIns="365760" anchor="t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0" name="Headshot 3 Title">
            <a:extLst>
              <a:ext uri="{FF2B5EF4-FFF2-40B4-BE49-F238E27FC236}">
                <a16:creationId xmlns:a16="http://schemas.microsoft.com/office/drawing/2014/main" id="{033A6D27-1FC8-0447-2E96-A1ECBED7F90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0173252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1" name="Headshot 3 Name">
            <a:extLst>
              <a:ext uri="{FF2B5EF4-FFF2-40B4-BE49-F238E27FC236}">
                <a16:creationId xmlns:a16="http://schemas.microsoft.com/office/drawing/2014/main" id="{A6356FAD-5F9E-A249-7F4A-0B6F1835CEF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0173252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32" name="Headshot 3 Image">
            <a:extLst>
              <a:ext uri="{FF2B5EF4-FFF2-40B4-BE49-F238E27FC236}">
                <a16:creationId xmlns:a16="http://schemas.microsoft.com/office/drawing/2014/main" id="{741B433D-C9E3-B461-B5B0-48FEE84183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0173252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 defTabSz="1828708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2400" kern="1200" dirty="0">
                <a:solidFill>
                  <a:schemeClr val="tx1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5" name="Headshot 2 Title">
            <a:extLst>
              <a:ext uri="{FF2B5EF4-FFF2-40B4-BE49-F238E27FC236}">
                <a16:creationId xmlns:a16="http://schemas.microsoft.com/office/drawing/2014/main" id="{5B2ECADE-E0CE-42A7-2B25-01157142151A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52280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pPr marL="0" lvl="0" indent="0" algn="ctr" defTabSz="1828708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Title (16 pt regular)</a:t>
            </a:r>
          </a:p>
        </p:txBody>
      </p:sp>
      <p:sp>
        <p:nvSpPr>
          <p:cNvPr id="36" name="Headshot 2 Name">
            <a:extLst>
              <a:ext uri="{FF2B5EF4-FFF2-40B4-BE49-F238E27FC236}">
                <a16:creationId xmlns:a16="http://schemas.microsoft.com/office/drawing/2014/main" id="{552FBF8A-077A-4AC2-2E83-CF5D8FA52C2E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352280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37" name="Headshot 2 Image">
            <a:extLst>
              <a:ext uri="{FF2B5EF4-FFF2-40B4-BE49-F238E27FC236}">
                <a16:creationId xmlns:a16="http://schemas.microsoft.com/office/drawing/2014/main" id="{076FB464-1409-D759-31AB-AC35CD945D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6352280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4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sp>
        <p:nvSpPr>
          <p:cNvPr id="38" name="Headshot 1 Title">
            <a:extLst>
              <a:ext uri="{FF2B5EF4-FFF2-40B4-BE49-F238E27FC236}">
                <a16:creationId xmlns:a16="http://schemas.microsoft.com/office/drawing/2014/main" id="{739AD973-A00F-6699-03D3-241EDC171E1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2531307" y="7014779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tIns="18288" rIns="182880" anchor="t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6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(16 pt regular)</a:t>
            </a:r>
          </a:p>
        </p:txBody>
      </p:sp>
      <p:sp>
        <p:nvSpPr>
          <p:cNvPr id="39" name="Headshot 1 Name">
            <a:extLst>
              <a:ext uri="{FF2B5EF4-FFF2-40B4-BE49-F238E27FC236}">
                <a16:creationId xmlns:a16="http://schemas.microsoft.com/office/drawing/2014/main" id="{1005E15D-6B4F-BEFA-779A-8F54E5BE313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531307" y="6475283"/>
            <a:ext cx="3145536" cy="53949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lIns="182880" rIns="182880" bIns="45720" anchor="b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Name (18 pt bold)</a:t>
            </a:r>
          </a:p>
        </p:txBody>
      </p:sp>
      <p:sp>
        <p:nvSpPr>
          <p:cNvPr id="40" name="Headshot 1 Image">
            <a:extLst>
              <a:ext uri="{FF2B5EF4-FFF2-40B4-BE49-F238E27FC236}">
                <a16:creationId xmlns:a16="http://schemas.microsoft.com/office/drawing/2014/main" id="{BF18FB12-E401-BD7E-923A-67D7BB107E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531307" y="3329747"/>
            <a:ext cx="3145536" cy="3145536"/>
          </a:xfrm>
          <a:prstGeom prst="rect">
            <a:avLst/>
          </a:prstGeom>
        </p:spPr>
        <p:txBody>
          <a:bodyPr tIns="365760" anchor="ctr" anchorCtr="0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2400"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500 pixel square headshot</a:t>
            </a:r>
          </a:p>
        </p:txBody>
      </p:sp>
      <p:pic>
        <p:nvPicPr>
          <p:cNvPr id="41" name="Anglepoint Logo">
            <a:extLst>
              <a:ext uri="{FF2B5EF4-FFF2-40B4-BE49-F238E27FC236}">
                <a16:creationId xmlns:a16="http://schemas.microsoft.com/office/drawing/2014/main" id="{440CE631-7E25-C9E9-2EEE-2475F10F58D3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1187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uter Monitor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AC4013-00DF-B8FC-AFDF-84FF308DF2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1656127"/>
            <a:ext cx="24387175" cy="2059872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C7F3A8-9C1E-1CD1-A7BE-4A8EB133C35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765351" y="12143418"/>
            <a:ext cx="3282013" cy="1572582"/>
            <a:chOff x="9659517" y="11698763"/>
            <a:chExt cx="3282013" cy="2234857"/>
          </a:xfrm>
        </p:grpSpPr>
        <p:sp>
          <p:nvSpPr>
            <p:cNvPr id="8" name="Trapezoid 7">
              <a:extLst>
                <a:ext uri="{FF2B5EF4-FFF2-40B4-BE49-F238E27FC236}">
                  <a16:creationId xmlns:a16="http://schemas.microsoft.com/office/drawing/2014/main" id="{1549853D-2626-47F7-E02C-D670DB5843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59517" y="11699671"/>
              <a:ext cx="3282013" cy="2233949"/>
            </a:xfrm>
            <a:prstGeom prst="trapezoid">
              <a:avLst>
                <a:gd name="adj" fmla="val 7621"/>
              </a:avLst>
            </a:prstGeom>
            <a:gradFill>
              <a:gsLst>
                <a:gs pos="100000">
                  <a:schemeClr val="tx1">
                    <a:lumMod val="60000"/>
                    <a:lumOff val="40000"/>
                  </a:schemeClr>
                </a:gs>
                <a:gs pos="0">
                  <a:schemeClr val="tx1">
                    <a:lumMod val="75000"/>
                  </a:schemeClr>
                </a:gs>
              </a:gsLst>
              <a:lin ang="540000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2" name="Trapezoid 11">
              <a:extLst>
                <a:ext uri="{FF2B5EF4-FFF2-40B4-BE49-F238E27FC236}">
                  <a16:creationId xmlns:a16="http://schemas.microsoft.com/office/drawing/2014/main" id="{69D7FF03-A309-4369-FB33-5E3F4E03A55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39082" y="11698763"/>
              <a:ext cx="3122884" cy="760807"/>
            </a:xfrm>
            <a:prstGeom prst="trapezoid">
              <a:avLst>
                <a:gd name="adj" fmla="val 7621"/>
              </a:avLst>
            </a:prstGeom>
            <a:gradFill>
              <a:gsLst>
                <a:gs pos="100000">
                  <a:schemeClr val="tx1">
                    <a:lumMod val="50000"/>
                    <a:alpha val="35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lin ang="540000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AF2F46-9554-1CCB-0C5D-011F472C1E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5" y="3279613"/>
            <a:ext cx="16675944" cy="9052559"/>
          </a:xfrm>
          <a:prstGeom prst="roundRect">
            <a:avLst>
              <a:gd name="adj" fmla="val 887"/>
            </a:avLst>
          </a:prstGeom>
          <a:gradFill>
            <a:gsLst>
              <a:gs pos="100000">
                <a:schemeClr val="tx1"/>
              </a:gs>
              <a:gs pos="0">
                <a:schemeClr val="tx1">
                  <a:lumMod val="60000"/>
                  <a:lumOff val="40000"/>
                </a:schemeClr>
              </a:gs>
            </a:gsLst>
            <a:lin ang="2700000" scaled="0"/>
          </a:gradFill>
          <a:ln w="381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DCB61-9F67-B6B7-E9F7-A36D9061EB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93365" y="3523824"/>
            <a:ext cx="16225986" cy="8564137"/>
          </a:xfrm>
          <a:prstGeom prst="rect">
            <a:avLst/>
          </a:prstGeom>
          <a:solidFill>
            <a:schemeClr val="bg1"/>
          </a:solidFill>
          <a:ln w="22971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3200">
              <a:latin typeface="Figtree" pitchFamily="2" charset="0"/>
            </a:endParaRPr>
          </a:p>
        </p:txBody>
      </p:sp>
      <p:sp>
        <p:nvSpPr>
          <p:cNvPr id="16" name="Text Placeholder 66">
            <a:extLst>
              <a:ext uri="{FF2B5EF4-FFF2-40B4-BE49-F238E27FC236}">
                <a16:creationId xmlns:a16="http://schemas.microsoft.com/office/drawing/2014/main" id="{9AA22183-F928-EA64-506D-26061F7C6C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5" hasCustomPrompt="1"/>
          </p:nvPr>
        </p:nvSpPr>
        <p:spPr>
          <a:xfrm>
            <a:off x="18812714" y="4667249"/>
            <a:ext cx="4506074" cy="5960921"/>
          </a:xfrm>
          <a:prstGeom prst="rect">
            <a:avLst/>
          </a:prstGeom>
        </p:spPr>
        <p:txBody>
          <a:bodyPr lIns="0">
            <a:normAutofit/>
          </a:bodyPr>
          <a:lstStyle>
            <a:lvl1pPr marL="233363" indent="-2159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Insights (Sentence, 24 Regular)</a:t>
            </a:r>
          </a:p>
        </p:txBody>
      </p:sp>
      <p:sp>
        <p:nvSpPr>
          <p:cNvPr id="17" name="Text Placeholder 66">
            <a:extLst>
              <a:ext uri="{FF2B5EF4-FFF2-40B4-BE49-F238E27FC236}">
                <a16:creationId xmlns:a16="http://schemas.microsoft.com/office/drawing/2014/main" id="{3AC67962-6582-1048-6C8C-6C6D622587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6" hasCustomPrompt="1"/>
          </p:nvPr>
        </p:nvSpPr>
        <p:spPr>
          <a:xfrm>
            <a:off x="18812714" y="3872120"/>
            <a:ext cx="4506074" cy="672584"/>
          </a:xfrm>
          <a:prstGeom prst="rect">
            <a:avLst/>
          </a:prstGeom>
        </p:spPr>
        <p:txBody>
          <a:bodyPr lIns="0">
            <a:normAutofit/>
          </a:bodyPr>
          <a:lstStyle>
            <a:lvl1pPr marL="17463" indent="0">
              <a:buNone/>
              <a:tabLst/>
              <a:defRPr sz="24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(CAPS, 24 BOLD)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DB3764-420C-CD56-D635-B9DF51BC8CD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8812714" y="3707221"/>
            <a:ext cx="4506074" cy="0"/>
          </a:xfrm>
          <a:prstGeom prst="line">
            <a:avLst/>
          </a:prstGeom>
          <a:solidFill>
            <a:srgbClr val="FFFFFF"/>
          </a:solidFill>
          <a:ln w="28575" cap="flat">
            <a:solidFill>
              <a:srgbClr val="082C49"/>
            </a:solidFill>
            <a:prstDash val="solid"/>
            <a:miter/>
          </a:ln>
        </p:spPr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2F3FF47-B187-B7DA-572E-B72244755CA1}"/>
              </a:ext>
            </a:extLst>
          </p:cNvPr>
          <p:cNvSpPr/>
          <p:nvPr userDrawn="1"/>
        </p:nvSpPr>
        <p:spPr>
          <a:xfrm>
            <a:off x="0" y="11656127"/>
            <a:ext cx="24387175" cy="2059872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pic>
        <p:nvPicPr>
          <p:cNvPr id="9" name="Anglepoint Logo">
            <a:extLst>
              <a:ext uri="{FF2B5EF4-FFF2-40B4-BE49-F238E27FC236}">
                <a16:creationId xmlns:a16="http://schemas.microsoft.com/office/drawing/2014/main" id="{185E93D8-E149-C884-C6BA-2F1338D369DF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3998DA9-A252-C4C2-FCCD-B70B7B7F340E}"/>
              </a:ext>
            </a:extLst>
          </p:cNvPr>
          <p:cNvGrpSpPr/>
          <p:nvPr userDrawn="1"/>
        </p:nvGrpSpPr>
        <p:grpSpPr>
          <a:xfrm>
            <a:off x="7765351" y="12143418"/>
            <a:ext cx="3282013" cy="1572582"/>
            <a:chOff x="9659517" y="11698763"/>
            <a:chExt cx="3282013" cy="2234857"/>
          </a:xfrm>
        </p:grpSpPr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833D6816-6D71-B8D9-C3E5-DECF74E3AFCA}"/>
                </a:ext>
              </a:extLst>
            </p:cNvPr>
            <p:cNvSpPr/>
            <p:nvPr/>
          </p:nvSpPr>
          <p:spPr>
            <a:xfrm>
              <a:off x="9659517" y="11699671"/>
              <a:ext cx="3282013" cy="2233949"/>
            </a:xfrm>
            <a:prstGeom prst="trapezoid">
              <a:avLst>
                <a:gd name="adj" fmla="val 7621"/>
              </a:avLst>
            </a:prstGeom>
            <a:gradFill>
              <a:gsLst>
                <a:gs pos="100000">
                  <a:schemeClr val="tx1">
                    <a:lumMod val="60000"/>
                    <a:lumOff val="40000"/>
                  </a:schemeClr>
                </a:gs>
                <a:gs pos="0">
                  <a:schemeClr val="tx1">
                    <a:lumMod val="75000"/>
                  </a:schemeClr>
                </a:gs>
              </a:gsLst>
              <a:lin ang="540000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5" name="Trapezoid 14">
              <a:extLst>
                <a:ext uri="{FF2B5EF4-FFF2-40B4-BE49-F238E27FC236}">
                  <a16:creationId xmlns:a16="http://schemas.microsoft.com/office/drawing/2014/main" id="{A6924808-4813-06C8-F4A9-C11F8E4E5DBA}"/>
                </a:ext>
              </a:extLst>
            </p:cNvPr>
            <p:cNvSpPr/>
            <p:nvPr/>
          </p:nvSpPr>
          <p:spPr>
            <a:xfrm>
              <a:off x="9739082" y="11698763"/>
              <a:ext cx="3122884" cy="760807"/>
            </a:xfrm>
            <a:prstGeom prst="trapezoid">
              <a:avLst>
                <a:gd name="adj" fmla="val 7621"/>
              </a:avLst>
            </a:prstGeom>
            <a:gradFill>
              <a:gsLst>
                <a:gs pos="100000">
                  <a:schemeClr val="tx1">
                    <a:lumMod val="50000"/>
                    <a:alpha val="35000"/>
                  </a:schemeClr>
                </a:gs>
                <a:gs pos="0">
                  <a:schemeClr val="bg2">
                    <a:lumMod val="10000"/>
                  </a:schemeClr>
                </a:gs>
              </a:gsLst>
              <a:lin ang="540000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DABCB57-B9A3-54B3-28A2-429F871ECA6F}"/>
              </a:ext>
            </a:extLst>
          </p:cNvPr>
          <p:cNvSpPr/>
          <p:nvPr userDrawn="1"/>
        </p:nvSpPr>
        <p:spPr>
          <a:xfrm>
            <a:off x="1068385" y="3279613"/>
            <a:ext cx="16675944" cy="9052559"/>
          </a:xfrm>
          <a:prstGeom prst="roundRect">
            <a:avLst>
              <a:gd name="adj" fmla="val 887"/>
            </a:avLst>
          </a:prstGeom>
          <a:gradFill>
            <a:gsLst>
              <a:gs pos="100000">
                <a:schemeClr val="tx1"/>
              </a:gs>
              <a:gs pos="0">
                <a:schemeClr val="tx1">
                  <a:lumMod val="60000"/>
                  <a:lumOff val="40000"/>
                </a:schemeClr>
              </a:gs>
            </a:gsLst>
            <a:lin ang="2700000" scaled="0"/>
          </a:gradFill>
          <a:ln w="381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ABF34C-7F51-DB2E-38EB-8A9C206336D4}"/>
              </a:ext>
            </a:extLst>
          </p:cNvPr>
          <p:cNvSpPr/>
          <p:nvPr userDrawn="1"/>
        </p:nvSpPr>
        <p:spPr>
          <a:xfrm>
            <a:off x="1293365" y="3523824"/>
            <a:ext cx="16225986" cy="8564137"/>
          </a:xfrm>
          <a:prstGeom prst="rect">
            <a:avLst/>
          </a:prstGeom>
          <a:solidFill>
            <a:schemeClr val="bg1"/>
          </a:solidFill>
          <a:ln w="22971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3200">
              <a:latin typeface="Figtree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18AB00-7624-84DC-509A-5F67983DE563}"/>
              </a:ext>
            </a:extLst>
          </p:cNvPr>
          <p:cNvCxnSpPr/>
          <p:nvPr userDrawn="1"/>
        </p:nvCxnSpPr>
        <p:spPr>
          <a:xfrm flipH="1">
            <a:off x="18812714" y="3707221"/>
            <a:ext cx="4506074" cy="0"/>
          </a:xfrm>
          <a:prstGeom prst="line">
            <a:avLst/>
          </a:prstGeom>
          <a:solidFill>
            <a:srgbClr val="FFFFFF"/>
          </a:solidFill>
          <a:ln w="28575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33225600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2" name="Down Arrow 1">
            <a:extLst>
              <a:ext uri="{FF2B5EF4-FFF2-40B4-BE49-F238E27FC236}">
                <a16:creationId xmlns:a16="http://schemas.microsoft.com/office/drawing/2014/main" id="{FECE74EC-FAB0-37CB-A005-884F50261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9536329" y="4542617"/>
            <a:ext cx="1269994" cy="15197037"/>
          </a:xfrm>
          <a:prstGeom prst="downArrow">
            <a:avLst>
              <a:gd name="adj1" fmla="val 63714"/>
              <a:gd name="adj2" fmla="val 50000"/>
            </a:avLst>
          </a:prstGeom>
          <a:gradFill>
            <a:gsLst>
              <a:gs pos="100000">
                <a:schemeClr val="tx2"/>
              </a:gs>
              <a:gs pos="59000">
                <a:schemeClr val="accent1"/>
              </a:gs>
              <a:gs pos="2000">
                <a:schemeClr val="accent1">
                  <a:alpha val="10000"/>
                </a:schemeClr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graphicFrame>
        <p:nvGraphicFramePr>
          <p:cNvPr id="3" name="Table 102">
            <a:extLst>
              <a:ext uri="{FF2B5EF4-FFF2-40B4-BE49-F238E27FC236}">
                <a16:creationId xmlns:a16="http://schemas.microsoft.com/office/drawing/2014/main" id="{10FF446C-925D-00CA-FB34-32C7862F0511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547503341"/>
              </p:ext>
            </p:extLst>
          </p:nvPr>
        </p:nvGraphicFramePr>
        <p:xfrm>
          <a:off x="3933928" y="3667538"/>
          <a:ext cx="13835914" cy="6970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7957">
                  <a:extLst>
                    <a:ext uri="{9D8B030D-6E8A-4147-A177-3AD203B41FA5}">
                      <a16:colId xmlns:a16="http://schemas.microsoft.com/office/drawing/2014/main" val="3219745179"/>
                    </a:ext>
                  </a:extLst>
                </a:gridCol>
                <a:gridCol w="6917957">
                  <a:extLst>
                    <a:ext uri="{9D8B030D-6E8A-4147-A177-3AD203B41FA5}">
                      <a16:colId xmlns:a16="http://schemas.microsoft.com/office/drawing/2014/main" val="3966337429"/>
                    </a:ext>
                  </a:extLst>
                </a:gridCol>
              </a:tblGrid>
              <a:tr h="3485346"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633984"/>
                  </a:ext>
                </a:extLst>
              </a:tr>
              <a:tr h="3485346"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6101"/>
                  </a:ext>
                </a:extLst>
              </a:tr>
            </a:tbl>
          </a:graphicData>
        </a:graphic>
      </p:graphicFrame>
      <p:sp>
        <p:nvSpPr>
          <p:cNvPr id="12" name="Down Arrow 11">
            <a:extLst>
              <a:ext uri="{FF2B5EF4-FFF2-40B4-BE49-F238E27FC236}">
                <a16:creationId xmlns:a16="http://schemas.microsoft.com/office/drawing/2014/main" id="{77E8937A-25F0-7338-58FB-6B6BBE869D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1532587" y="3667537"/>
            <a:ext cx="1269994" cy="8067197"/>
          </a:xfrm>
          <a:prstGeom prst="downArrow">
            <a:avLst>
              <a:gd name="adj1" fmla="val 63714"/>
              <a:gd name="adj2" fmla="val 50000"/>
            </a:avLst>
          </a:prstGeom>
          <a:gradFill>
            <a:gsLst>
              <a:gs pos="100000">
                <a:schemeClr val="tx2"/>
              </a:gs>
              <a:gs pos="59000">
                <a:schemeClr val="accent1"/>
              </a:gs>
              <a:gs pos="2000">
                <a:schemeClr val="accent1">
                  <a:alpha val="10000"/>
                </a:schemeClr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BF301FF-6497-18F3-4361-87A4DE55E9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62362" y="11735915"/>
            <a:ext cx="810442" cy="810440"/>
          </a:xfrm>
          <a:prstGeom prst="rect">
            <a:avLst/>
          </a:pr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2463485F-1AFF-4A5F-B875-CE2DBD2D68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742954" y="6308245"/>
            <a:ext cx="2876546" cy="1728165"/>
          </a:xfrm>
          <a:prstGeom prst="rect">
            <a:avLst/>
          </a:prstGeom>
          <a:solidFill>
            <a:schemeClr val="bg1"/>
          </a:solidFill>
        </p:spPr>
        <p:txBody>
          <a:bodyPr wrap="square" tIns="274320" bIns="274320" anchor="ctr" anchorCtr="0">
            <a:spAutoFit/>
          </a:bodyPr>
          <a:lstStyle>
            <a:lvl1pPr marL="17463" indent="0" algn="ctr">
              <a:spcBef>
                <a:spcPts val="0"/>
              </a:spcBef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Y-Axis Label (Title, 28 Demi Bold)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6F7C74A7-C1F0-E781-98FE-93D38D5CD5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8885240" y="11509599"/>
            <a:ext cx="3930648" cy="1340367"/>
          </a:xfrm>
          <a:prstGeom prst="rect">
            <a:avLst/>
          </a:prstGeom>
          <a:solidFill>
            <a:schemeClr val="bg1"/>
          </a:solidFill>
        </p:spPr>
        <p:txBody>
          <a:bodyPr wrap="square" lIns="182880" tIns="274320" rIns="274320" bIns="274320" anchor="ctr" anchorCtr="0">
            <a:spAutoFit/>
          </a:bodyPr>
          <a:lstStyle>
            <a:lvl1pPr marL="17463" indent="0" algn="ctr">
              <a:spcBef>
                <a:spcPts val="0"/>
              </a:spcBef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X-Axis Label (Title, 28 Demi Bold)</a:t>
            </a:r>
          </a:p>
        </p:txBody>
      </p:sp>
      <p:sp>
        <p:nvSpPr>
          <p:cNvPr id="69" name="Text Placeholder 35">
            <a:extLst>
              <a:ext uri="{FF2B5EF4-FFF2-40B4-BE49-F238E27FC236}">
                <a16:creationId xmlns:a16="http://schemas.microsoft.com/office/drawing/2014/main" id="{145163D5-EA88-7C5C-6C14-F4961D2BE0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5011733" y="5604099"/>
            <a:ext cx="4743454" cy="1340367"/>
          </a:xfrm>
          <a:prstGeom prst="rect">
            <a:avLst/>
          </a:prstGeom>
          <a:noFill/>
        </p:spPr>
        <p:txBody>
          <a:bodyPr wrap="square" tIns="274320" bIns="27432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(UPPER, 28 EX BOLD)</a:t>
            </a:r>
          </a:p>
        </p:txBody>
      </p:sp>
      <p:sp>
        <p:nvSpPr>
          <p:cNvPr id="70" name="Text Placeholder 35">
            <a:extLst>
              <a:ext uri="{FF2B5EF4-FFF2-40B4-BE49-F238E27FC236}">
                <a16:creationId xmlns:a16="http://schemas.microsoft.com/office/drawing/2014/main" id="{51DF5994-8D65-8D04-2C56-5518F91E3A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11964987" y="5604099"/>
            <a:ext cx="4743454" cy="1340367"/>
          </a:xfrm>
          <a:prstGeom prst="rect">
            <a:avLst/>
          </a:prstGeom>
          <a:noFill/>
        </p:spPr>
        <p:txBody>
          <a:bodyPr wrap="square" tIns="274320" bIns="27432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(UPPER, 28 EX BOLD)</a:t>
            </a:r>
          </a:p>
        </p:txBody>
      </p:sp>
      <p:sp>
        <p:nvSpPr>
          <p:cNvPr id="71" name="Text Placeholder 35">
            <a:extLst>
              <a:ext uri="{FF2B5EF4-FFF2-40B4-BE49-F238E27FC236}">
                <a16:creationId xmlns:a16="http://schemas.microsoft.com/office/drawing/2014/main" id="{59010E0C-C942-C9AE-6D7F-C5B73B35B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5011733" y="9067800"/>
            <a:ext cx="4743454" cy="1340367"/>
          </a:xfrm>
          <a:prstGeom prst="rect">
            <a:avLst/>
          </a:prstGeom>
          <a:noFill/>
        </p:spPr>
        <p:txBody>
          <a:bodyPr wrap="square" tIns="274320" bIns="27432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(UPPER, 28 EX BOLD)</a:t>
            </a:r>
          </a:p>
        </p:txBody>
      </p:sp>
      <p:sp>
        <p:nvSpPr>
          <p:cNvPr id="72" name="Text Placeholder 35">
            <a:extLst>
              <a:ext uri="{FF2B5EF4-FFF2-40B4-BE49-F238E27FC236}">
                <a16:creationId xmlns:a16="http://schemas.microsoft.com/office/drawing/2014/main" id="{AE001818-CE03-1895-8F40-177CE1FB4A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11964987" y="9067800"/>
            <a:ext cx="4743454" cy="1340367"/>
          </a:xfrm>
          <a:prstGeom prst="rect">
            <a:avLst/>
          </a:prstGeom>
          <a:noFill/>
        </p:spPr>
        <p:txBody>
          <a:bodyPr wrap="square" tIns="274320" bIns="27432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(UPPER, 28 EX BOLD)</a:t>
            </a:r>
          </a:p>
        </p:txBody>
      </p:sp>
      <p:sp>
        <p:nvSpPr>
          <p:cNvPr id="4" name="Text Placeholder 66">
            <a:extLst>
              <a:ext uri="{FF2B5EF4-FFF2-40B4-BE49-F238E27FC236}">
                <a16:creationId xmlns:a16="http://schemas.microsoft.com/office/drawing/2014/main" id="{496DF951-FBF0-4628-A734-E086E127AC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6" hasCustomPrompt="1"/>
          </p:nvPr>
        </p:nvSpPr>
        <p:spPr>
          <a:xfrm>
            <a:off x="19074558" y="3872120"/>
            <a:ext cx="4244229" cy="672584"/>
          </a:xfrm>
          <a:prstGeom prst="rect">
            <a:avLst/>
          </a:prstGeom>
        </p:spPr>
        <p:txBody>
          <a:bodyPr lIns="0">
            <a:normAutofit/>
          </a:bodyPr>
          <a:lstStyle>
            <a:lvl1pPr marL="17463" indent="0">
              <a:buNone/>
              <a:tabLst/>
              <a:defRPr sz="24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(CAPS, 24 BOLD)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7D6C1-A967-ED38-7C84-76EFC78F15B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9074558" y="3707221"/>
            <a:ext cx="4244230" cy="0"/>
          </a:xfrm>
          <a:prstGeom prst="line">
            <a:avLst/>
          </a:prstGeom>
          <a:solidFill>
            <a:srgbClr val="FFFFFF"/>
          </a:solidFill>
          <a:ln w="28575" cap="flat">
            <a:solidFill>
              <a:srgbClr val="082C49"/>
            </a:solidFill>
            <a:prstDash val="solid"/>
            <a:miter/>
          </a:ln>
        </p:spPr>
      </p:cxnSp>
      <p:sp>
        <p:nvSpPr>
          <p:cNvPr id="10" name="Text Placeholder 66">
            <a:extLst>
              <a:ext uri="{FF2B5EF4-FFF2-40B4-BE49-F238E27FC236}">
                <a16:creationId xmlns:a16="http://schemas.microsoft.com/office/drawing/2014/main" id="{17E0ECBE-3BDF-E94F-5535-6CA2CEA65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5" hasCustomPrompt="1"/>
          </p:nvPr>
        </p:nvSpPr>
        <p:spPr>
          <a:xfrm>
            <a:off x="19074809" y="4667249"/>
            <a:ext cx="4243978" cy="5960921"/>
          </a:xfrm>
          <a:prstGeom prst="rect">
            <a:avLst/>
          </a:prstGeom>
        </p:spPr>
        <p:txBody>
          <a:bodyPr lIns="0">
            <a:normAutofit/>
          </a:bodyPr>
          <a:lstStyle>
            <a:lvl1pPr marL="233363" indent="-2159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Char char="•"/>
              <a:tabLst/>
              <a:defRPr sz="2400" b="0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Insights (Sentence, 24 Regular)</a:t>
            </a:r>
          </a:p>
        </p:txBody>
      </p:sp>
      <p:pic>
        <p:nvPicPr>
          <p:cNvPr id="9" name="Anglepoint Logo">
            <a:extLst>
              <a:ext uri="{FF2B5EF4-FFF2-40B4-BE49-F238E27FC236}">
                <a16:creationId xmlns:a16="http://schemas.microsoft.com/office/drawing/2014/main" id="{91F2A609-B5DF-D957-3F94-7E5E62E7D224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1" name="Down Arrow 10">
            <a:extLst>
              <a:ext uri="{FF2B5EF4-FFF2-40B4-BE49-F238E27FC236}">
                <a16:creationId xmlns:a16="http://schemas.microsoft.com/office/drawing/2014/main" id="{443D7492-586D-42B3-8089-918665521728}"/>
              </a:ext>
            </a:extLst>
          </p:cNvPr>
          <p:cNvSpPr/>
          <p:nvPr userDrawn="1"/>
        </p:nvSpPr>
        <p:spPr>
          <a:xfrm rot="16200000">
            <a:off x="9536329" y="4542617"/>
            <a:ext cx="1269994" cy="15197037"/>
          </a:xfrm>
          <a:prstGeom prst="downArrow">
            <a:avLst>
              <a:gd name="adj1" fmla="val 63714"/>
              <a:gd name="adj2" fmla="val 50000"/>
            </a:avLst>
          </a:prstGeom>
          <a:gradFill>
            <a:gsLst>
              <a:gs pos="100000">
                <a:schemeClr val="tx2"/>
              </a:gs>
              <a:gs pos="59000">
                <a:schemeClr val="accent1"/>
              </a:gs>
              <a:gs pos="2000">
                <a:schemeClr val="accent1">
                  <a:alpha val="10000"/>
                </a:schemeClr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graphicFrame>
        <p:nvGraphicFramePr>
          <p:cNvPr id="13" name="Table 102">
            <a:extLst>
              <a:ext uri="{FF2B5EF4-FFF2-40B4-BE49-F238E27FC236}">
                <a16:creationId xmlns:a16="http://schemas.microsoft.com/office/drawing/2014/main" id="{3EA378AF-9962-8FDD-5B9F-3342682964FE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547503341"/>
              </p:ext>
            </p:extLst>
          </p:nvPr>
        </p:nvGraphicFramePr>
        <p:xfrm>
          <a:off x="3933928" y="3667538"/>
          <a:ext cx="13835914" cy="6970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7957">
                  <a:extLst>
                    <a:ext uri="{9D8B030D-6E8A-4147-A177-3AD203B41FA5}">
                      <a16:colId xmlns:a16="http://schemas.microsoft.com/office/drawing/2014/main" val="3219745179"/>
                    </a:ext>
                  </a:extLst>
                </a:gridCol>
                <a:gridCol w="6917957">
                  <a:extLst>
                    <a:ext uri="{9D8B030D-6E8A-4147-A177-3AD203B41FA5}">
                      <a16:colId xmlns:a16="http://schemas.microsoft.com/office/drawing/2014/main" val="3966337429"/>
                    </a:ext>
                  </a:extLst>
                </a:gridCol>
              </a:tblGrid>
              <a:tr h="3485346"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633984"/>
                  </a:ext>
                </a:extLst>
              </a:tr>
              <a:tr h="3485346"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6101"/>
                  </a:ext>
                </a:extLst>
              </a:tr>
            </a:tbl>
          </a:graphicData>
        </a:graphic>
      </p:graphicFrame>
      <p:sp>
        <p:nvSpPr>
          <p:cNvPr id="14" name="Down Arrow 13">
            <a:extLst>
              <a:ext uri="{FF2B5EF4-FFF2-40B4-BE49-F238E27FC236}">
                <a16:creationId xmlns:a16="http://schemas.microsoft.com/office/drawing/2014/main" id="{F986DE73-E073-2CDC-DFC7-BF464977721B}"/>
              </a:ext>
            </a:extLst>
          </p:cNvPr>
          <p:cNvSpPr/>
          <p:nvPr userDrawn="1"/>
        </p:nvSpPr>
        <p:spPr>
          <a:xfrm rot="10800000">
            <a:off x="1532587" y="3667537"/>
            <a:ext cx="1269994" cy="8067197"/>
          </a:xfrm>
          <a:prstGeom prst="downArrow">
            <a:avLst>
              <a:gd name="adj1" fmla="val 63714"/>
              <a:gd name="adj2" fmla="val 50000"/>
            </a:avLst>
          </a:prstGeom>
          <a:gradFill>
            <a:gsLst>
              <a:gs pos="100000">
                <a:schemeClr val="tx2"/>
              </a:gs>
              <a:gs pos="59000">
                <a:schemeClr val="accent1"/>
              </a:gs>
              <a:gs pos="2000">
                <a:schemeClr val="accent1">
                  <a:alpha val="10000"/>
                </a:schemeClr>
              </a:gs>
            </a:gsLst>
            <a:lin ang="54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A8A1BE-6859-9B1C-59F2-195F57630295}"/>
              </a:ext>
            </a:extLst>
          </p:cNvPr>
          <p:cNvSpPr/>
          <p:nvPr userDrawn="1"/>
        </p:nvSpPr>
        <p:spPr>
          <a:xfrm>
            <a:off x="1762362" y="11735915"/>
            <a:ext cx="810442" cy="810440"/>
          </a:xfrm>
          <a:prstGeom prst="rect">
            <a:avLst/>
          </a:pr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A29AC8-D1D6-10C1-E8EB-20DA73D06EDD}"/>
              </a:ext>
            </a:extLst>
          </p:cNvPr>
          <p:cNvCxnSpPr/>
          <p:nvPr userDrawn="1"/>
        </p:nvCxnSpPr>
        <p:spPr>
          <a:xfrm flipH="1">
            <a:off x="19074558" y="3707221"/>
            <a:ext cx="4244230" cy="0"/>
          </a:xfrm>
          <a:prstGeom prst="line">
            <a:avLst/>
          </a:prstGeom>
          <a:solidFill>
            <a:srgbClr val="FFFFFF"/>
          </a:solidFill>
          <a:ln w="28575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78016671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9F9FDD-DDF2-2EA2-60C1-B0D7A22F0D9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2593058" y="12418748"/>
            <a:ext cx="0" cy="547200"/>
          </a:xfrm>
          <a:prstGeom prst="line">
            <a:avLst/>
          </a:prstGeom>
          <a:solidFill>
            <a:srgbClr val="FFFFFF"/>
          </a:solidFill>
          <a:ln w="50800" cap="flat">
            <a:solidFill>
              <a:schemeClr val="bg1"/>
            </a:solidFill>
            <a:prstDash val="solid"/>
            <a:miter/>
            <a:tailEnd type="none" w="lg" len="lg"/>
          </a:ln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BC862B-55B3-FA1B-84AD-4683375250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500784" y="7523199"/>
            <a:ext cx="0" cy="547200"/>
          </a:xfrm>
          <a:prstGeom prst="line">
            <a:avLst/>
          </a:prstGeom>
          <a:solidFill>
            <a:srgbClr val="FFFFFF"/>
          </a:solidFill>
          <a:ln w="50800" cap="flat">
            <a:solidFill>
              <a:schemeClr val="bg1"/>
            </a:solidFill>
            <a:prstDash val="solid"/>
            <a:miter/>
            <a:tailEnd type="none" w="lg" len="lg"/>
          </a:ln>
        </p:spPr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8D637D5-8558-A383-B022-85B93747D61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52891" y="5123985"/>
            <a:ext cx="495905" cy="5428879"/>
            <a:chOff x="1552762" y="5078095"/>
            <a:chExt cx="495905" cy="542887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CADC2AE-D73D-618B-B4D5-ADD2B4B763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552762" y="5078095"/>
              <a:ext cx="0" cy="5428879"/>
            </a:xfrm>
            <a:prstGeom prst="line">
              <a:avLst/>
            </a:prstGeom>
            <a:solidFill>
              <a:srgbClr val="FFFFFF"/>
            </a:solidFill>
            <a:ln w="50800" cap="rnd">
              <a:gradFill>
                <a:gsLst>
                  <a:gs pos="88000">
                    <a:schemeClr val="tx2"/>
                  </a:gs>
                  <a:gs pos="0">
                    <a:schemeClr val="tx2">
                      <a:alpha val="25000"/>
                    </a:schemeClr>
                  </a:gs>
                </a:gsLst>
                <a:lin ang="5400000" scaled="1"/>
              </a:gradFill>
              <a:prstDash val="solid"/>
              <a:miter/>
              <a:tailEnd type="none" w="lg" len="lg"/>
            </a:ln>
          </p:spPr>
        </p:cxnSp>
        <p:sp>
          <p:nvSpPr>
            <p:cNvPr id="20" name="Triangle 19">
              <a:extLst>
                <a:ext uri="{FF2B5EF4-FFF2-40B4-BE49-F238E27FC236}">
                  <a16:creationId xmlns:a16="http://schemas.microsoft.com/office/drawing/2014/main" id="{1BF9E75D-97B3-0F6F-08B7-048CE2DEFB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1567313" y="516381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7681AC-9CDF-1A3B-CD41-6D46E157BB4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959906" y="5123985"/>
            <a:ext cx="495905" cy="5428879"/>
            <a:chOff x="12959906" y="4895385"/>
            <a:chExt cx="495905" cy="5428879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DCEAC7-844E-DF0E-2CB6-47377F536554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2959906" y="4895385"/>
              <a:ext cx="0" cy="5428879"/>
            </a:xfrm>
            <a:prstGeom prst="line">
              <a:avLst/>
            </a:prstGeom>
            <a:solidFill>
              <a:srgbClr val="FFFFFF"/>
            </a:solidFill>
            <a:ln w="50800" cap="flat">
              <a:gradFill>
                <a:gsLst>
                  <a:gs pos="88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75000"/>
                      <a:lumOff val="25000"/>
                      <a:alpha val="25000"/>
                    </a:schemeClr>
                  </a:gs>
                </a:gsLst>
                <a:lin ang="5400000" scaled="1"/>
              </a:gradFill>
              <a:prstDash val="solid"/>
              <a:round/>
              <a:tailEnd type="none" w="lg" len="lg"/>
            </a:ln>
          </p:spPr>
        </p:cxn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86333E8B-2064-4E30-ABA3-7D8C667659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12974457" y="498110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75000"/>
                  <a:lumOff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31F1F25-9F55-5C74-43FA-44FD30D885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8678604" y="3924341"/>
            <a:ext cx="496811" cy="6628523"/>
            <a:chOff x="18678604" y="3695741"/>
            <a:chExt cx="496811" cy="6628523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D3EFCD2-7C54-25E0-B00B-E431480B2B5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18678604" y="3695741"/>
              <a:ext cx="0" cy="6628523"/>
            </a:xfrm>
            <a:prstGeom prst="line">
              <a:avLst/>
            </a:prstGeom>
            <a:solidFill>
              <a:srgbClr val="FFFFFF"/>
            </a:solidFill>
            <a:ln w="50800" cap="flat">
              <a:gradFill>
                <a:gsLst>
                  <a:gs pos="88000">
                    <a:schemeClr val="tx2">
                      <a:lumMod val="50000"/>
                      <a:lumOff val="50000"/>
                    </a:schemeClr>
                  </a:gs>
                  <a:gs pos="0">
                    <a:schemeClr val="tx2">
                      <a:lumMod val="50000"/>
                      <a:lumOff val="50000"/>
                      <a:alpha val="25000"/>
                    </a:schemeClr>
                  </a:gs>
                </a:gsLst>
                <a:lin ang="5400000" scaled="1"/>
              </a:gradFill>
              <a:prstDash val="solid"/>
              <a:round/>
              <a:tailEnd type="none" w="lg" len="lg"/>
            </a:ln>
          </p:spPr>
        </p:cxnSp>
        <p:sp>
          <p:nvSpPr>
            <p:cNvPr id="32" name="Triangle 31">
              <a:extLst>
                <a:ext uri="{FF2B5EF4-FFF2-40B4-BE49-F238E27FC236}">
                  <a16:creationId xmlns:a16="http://schemas.microsoft.com/office/drawing/2014/main" id="{23E33CEF-872C-2E9F-81F4-B5B9C6969C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18694061" y="380892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6B80F1-7A02-9BAA-224B-09632808B1C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" y="10708139"/>
            <a:ext cx="24387174" cy="494456"/>
            <a:chOff x="1" y="10708139"/>
            <a:chExt cx="24387174" cy="494456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4E07E1F-F5B3-5946-2F88-7024A9BC5B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" y="10708139"/>
              <a:ext cx="7261462" cy="494456"/>
            </a:xfrm>
            <a:prstGeom prst="rect">
              <a:avLst/>
            </a:prstGeom>
            <a:gradFill>
              <a:gsLst>
                <a:gs pos="100000">
                  <a:srgbClr val="00224A"/>
                </a:gs>
                <a:gs pos="0">
                  <a:schemeClr val="tx2"/>
                </a:gs>
              </a:gsLst>
              <a:lin ang="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0B209EB-EEF4-645C-B25B-00489B3BA1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61462" y="10708139"/>
              <a:ext cx="5708571" cy="494456"/>
            </a:xfrm>
            <a:prstGeom prst="rect">
              <a:avLst/>
            </a:prstGeom>
            <a:solidFill>
              <a:srgbClr val="004A86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7823551-6C29-4D5A-55CE-C15E0461C0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970033" y="10708139"/>
              <a:ext cx="5708571" cy="49445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C90210-5ED9-7170-5EEC-B8EA9C83A5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678604" y="10708139"/>
              <a:ext cx="5708571" cy="49445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BA623881-2DD0-5A47-B2A4-549ADD1D8F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53896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rgbClr val="004A86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93CB18D-6A96-77C0-0E56-D5F3105699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0388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rgbClr val="00224A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66A813A-BB6F-42DE-1879-1CF994EF30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557404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chemeClr val="tx2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AA54EC-C24A-57D5-6AE7-F0776E5797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60912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chemeClr val="tx2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57D330-EC8E-9855-3F8B-DF7E755EA76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7256399" y="3422388"/>
            <a:ext cx="488322" cy="7130476"/>
            <a:chOff x="7256399" y="3422388"/>
            <a:chExt cx="488322" cy="7130476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768F5A6-4335-C662-9410-A89F8C59696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V="1">
              <a:off x="7256399" y="3939398"/>
              <a:ext cx="0" cy="6613466"/>
            </a:xfrm>
            <a:prstGeom prst="line">
              <a:avLst/>
            </a:prstGeom>
            <a:solidFill>
              <a:srgbClr val="FFFFFF"/>
            </a:solidFill>
            <a:ln w="50800" cap="rnd">
              <a:gradFill>
                <a:gsLst>
                  <a:gs pos="88000">
                    <a:schemeClr val="tx2">
                      <a:lumMod val="90000"/>
                      <a:lumOff val="10000"/>
                    </a:schemeClr>
                  </a:gs>
                  <a:gs pos="0">
                    <a:schemeClr val="tx2">
                      <a:lumMod val="90000"/>
                      <a:lumOff val="10000"/>
                      <a:alpha val="25000"/>
                    </a:schemeClr>
                  </a:gs>
                </a:gsLst>
                <a:lin ang="5400000" scaled="1"/>
              </a:gradFill>
              <a:prstDash val="solid"/>
              <a:miter/>
              <a:tailEnd type="none" w="lg" len="lg"/>
            </a:ln>
          </p:spPr>
        </p:cxnSp>
        <p:sp>
          <p:nvSpPr>
            <p:cNvPr id="56" name="Triangle 11">
              <a:extLst>
                <a:ext uri="{FF2B5EF4-FFF2-40B4-BE49-F238E27FC236}">
                  <a16:creationId xmlns:a16="http://schemas.microsoft.com/office/drawing/2014/main" id="{782CEDF2-EE52-08F4-7CC4-A5F2A65CC2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7263367" y="345804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90000"/>
                  <a:lumOff val="1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57" name="Text Placeholder 35">
            <a:extLst>
              <a:ext uri="{FF2B5EF4-FFF2-40B4-BE49-F238E27FC236}">
                <a16:creationId xmlns:a16="http://schemas.microsoft.com/office/drawing/2014/main" id="{3B7567F2-1963-5B07-B256-D8F87EA8D3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9" hasCustomPrompt="1"/>
          </p:nvPr>
        </p:nvSpPr>
        <p:spPr>
          <a:xfrm>
            <a:off x="1874232" y="5927805"/>
            <a:ext cx="4323622" cy="1072886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36 Bold)   </a:t>
            </a:r>
          </a:p>
        </p:txBody>
      </p:sp>
      <p:sp>
        <p:nvSpPr>
          <p:cNvPr id="59" name="Text Placeholder 35">
            <a:extLst>
              <a:ext uri="{FF2B5EF4-FFF2-40B4-BE49-F238E27FC236}">
                <a16:creationId xmlns:a16="http://schemas.microsoft.com/office/drawing/2014/main" id="{5924806F-FF3A-2E7F-2F3C-A012A32630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1" hasCustomPrompt="1"/>
          </p:nvPr>
        </p:nvSpPr>
        <p:spPr>
          <a:xfrm>
            <a:off x="7577740" y="4183971"/>
            <a:ext cx="4323622" cy="1072886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36 Bold)   </a:t>
            </a:r>
          </a:p>
        </p:txBody>
      </p:sp>
      <p:sp>
        <p:nvSpPr>
          <p:cNvPr id="63" name="Text Placeholder 35">
            <a:extLst>
              <a:ext uri="{FF2B5EF4-FFF2-40B4-BE49-F238E27FC236}">
                <a16:creationId xmlns:a16="http://schemas.microsoft.com/office/drawing/2014/main" id="{4F52F2FF-0133-EC27-C8C1-E3D0AAB4CD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3" hasCustomPrompt="1"/>
          </p:nvPr>
        </p:nvSpPr>
        <p:spPr>
          <a:xfrm>
            <a:off x="13281247" y="5927805"/>
            <a:ext cx="4323622" cy="1072886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36 Bold)   </a:t>
            </a:r>
          </a:p>
        </p:txBody>
      </p:sp>
      <p:sp>
        <p:nvSpPr>
          <p:cNvPr id="65" name="Text Placeholder 35">
            <a:extLst>
              <a:ext uri="{FF2B5EF4-FFF2-40B4-BE49-F238E27FC236}">
                <a16:creationId xmlns:a16="http://schemas.microsoft.com/office/drawing/2014/main" id="{A541FA83-0605-4277-1FD9-922342422E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5" hasCustomPrompt="1"/>
          </p:nvPr>
        </p:nvSpPr>
        <p:spPr>
          <a:xfrm>
            <a:off x="18999945" y="4747397"/>
            <a:ext cx="4323622" cy="1072886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36 Bold)   </a:t>
            </a:r>
          </a:p>
        </p:txBody>
      </p:sp>
      <p:sp>
        <p:nvSpPr>
          <p:cNvPr id="67" name="Text Placeholder 24">
            <a:extLst>
              <a:ext uri="{FF2B5EF4-FFF2-40B4-BE49-F238E27FC236}">
                <a16:creationId xmlns:a16="http://schemas.microsoft.com/office/drawing/2014/main" id="{72A063C8-4C58-9AF4-CAEF-86C1624FF4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3608" y="11857880"/>
            <a:ext cx="2627244" cy="673848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68" name="Text Placeholder 24">
            <a:extLst>
              <a:ext uri="{FF2B5EF4-FFF2-40B4-BE49-F238E27FC236}">
                <a16:creationId xmlns:a16="http://schemas.microsoft.com/office/drawing/2014/main" id="{E9DC62CD-5D55-F829-2D2A-3C73ADAF9D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7" hasCustomPrompt="1"/>
          </p:nvPr>
        </p:nvSpPr>
        <p:spPr>
          <a:xfrm>
            <a:off x="6711116" y="11857880"/>
            <a:ext cx="2627244" cy="673848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1" i="0">
                <a:solidFill>
                  <a:schemeClr val="tx2">
                    <a:lumMod val="90000"/>
                    <a:lumOff val="10000"/>
                  </a:schemeClr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69" name="Text Placeholder 24">
            <a:extLst>
              <a:ext uri="{FF2B5EF4-FFF2-40B4-BE49-F238E27FC236}">
                <a16:creationId xmlns:a16="http://schemas.microsoft.com/office/drawing/2014/main" id="{4DB4F957-AB3A-70C3-C44F-A7D225912D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8" hasCustomPrompt="1"/>
          </p:nvPr>
        </p:nvSpPr>
        <p:spPr>
          <a:xfrm>
            <a:off x="12421572" y="11857880"/>
            <a:ext cx="2627244" cy="673848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1" i="0">
                <a:solidFill>
                  <a:schemeClr val="tx2">
                    <a:lumMod val="75000"/>
                    <a:lumOff val="25000"/>
                  </a:schemeClr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70" name="Text Placeholder 24">
            <a:extLst>
              <a:ext uri="{FF2B5EF4-FFF2-40B4-BE49-F238E27FC236}">
                <a16:creationId xmlns:a16="http://schemas.microsoft.com/office/drawing/2014/main" id="{87F603B2-6684-5B59-AA77-E55F1C060A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9" hasCustomPrompt="1"/>
          </p:nvPr>
        </p:nvSpPr>
        <p:spPr>
          <a:xfrm>
            <a:off x="18137325" y="11857880"/>
            <a:ext cx="2627244" cy="673848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1" i="0">
                <a:solidFill>
                  <a:schemeClr val="tx2">
                    <a:lumMod val="50000"/>
                    <a:lumOff val="50000"/>
                  </a:schemeClr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FE1A0F2-E778-EA06-3833-2A8A652A32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897678" y="7199239"/>
            <a:ext cx="4323621" cy="2728845"/>
          </a:xfrm>
          <a:prstGeom prst="rect">
            <a:avLst/>
          </a:prstGeom>
        </p:spPr>
        <p:txBody>
          <a:bodyPr lIns="0">
            <a:normAutofit/>
          </a:bodyPr>
          <a:lstStyle>
            <a:lvl1pPr marL="296863" indent="-284163"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5629239-D0AA-FC13-70DA-7706A39DDD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1" hasCustomPrompt="1"/>
          </p:nvPr>
        </p:nvSpPr>
        <p:spPr>
          <a:xfrm>
            <a:off x="7601186" y="5464224"/>
            <a:ext cx="4323621" cy="2728845"/>
          </a:xfrm>
          <a:prstGeom prst="rect">
            <a:avLst/>
          </a:prstGeom>
        </p:spPr>
        <p:txBody>
          <a:bodyPr lIns="0">
            <a:normAutofit/>
          </a:bodyPr>
          <a:lstStyle>
            <a:lvl1pPr marL="296863" indent="-284163"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9EFC5A59-5025-ECD2-0159-EB7F91A30C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3304693" y="7199239"/>
            <a:ext cx="4323621" cy="2728845"/>
          </a:xfrm>
          <a:prstGeom prst="rect">
            <a:avLst/>
          </a:prstGeom>
        </p:spPr>
        <p:txBody>
          <a:bodyPr lIns="0">
            <a:normAutofit/>
          </a:bodyPr>
          <a:lstStyle>
            <a:lvl1pPr marL="296863" indent="-284163"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791A2C9-C6F2-EDDA-FEC4-3D9155198D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3" hasCustomPrompt="1"/>
          </p:nvPr>
        </p:nvSpPr>
        <p:spPr>
          <a:xfrm>
            <a:off x="19023391" y="6027276"/>
            <a:ext cx="4323621" cy="2728845"/>
          </a:xfrm>
          <a:prstGeom prst="rect">
            <a:avLst/>
          </a:prstGeom>
        </p:spPr>
        <p:txBody>
          <a:bodyPr lIns="0">
            <a:normAutofit/>
          </a:bodyPr>
          <a:lstStyle>
            <a:lvl1pPr marL="296863" indent="-284163"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117551D4-25E9-1832-420A-EEE27B037EE0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F6D878-3E6F-2DDE-92D0-3A5DA5C11423}"/>
              </a:ext>
            </a:extLst>
          </p:cNvPr>
          <p:cNvCxnSpPr/>
          <p:nvPr userDrawn="1"/>
        </p:nvCxnSpPr>
        <p:spPr>
          <a:xfrm>
            <a:off x="12593058" y="12418748"/>
            <a:ext cx="0" cy="547200"/>
          </a:xfrm>
          <a:prstGeom prst="line">
            <a:avLst/>
          </a:prstGeom>
          <a:solidFill>
            <a:srgbClr val="FFFFFF"/>
          </a:solidFill>
          <a:ln w="50800" cap="flat">
            <a:solidFill>
              <a:schemeClr val="bg1"/>
            </a:solidFill>
            <a:prstDash val="solid"/>
            <a:miter/>
            <a:tailEnd type="none" w="lg" len="lg"/>
          </a:ln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A10A14-1E60-D1D0-8E24-BDA05B709C95}"/>
              </a:ext>
            </a:extLst>
          </p:cNvPr>
          <p:cNvCxnSpPr/>
          <p:nvPr userDrawn="1"/>
        </p:nvCxnSpPr>
        <p:spPr>
          <a:xfrm>
            <a:off x="19500784" y="7523199"/>
            <a:ext cx="0" cy="547200"/>
          </a:xfrm>
          <a:prstGeom prst="line">
            <a:avLst/>
          </a:prstGeom>
          <a:solidFill>
            <a:srgbClr val="FFFFFF"/>
          </a:solidFill>
          <a:ln w="50800" cap="flat">
            <a:solidFill>
              <a:schemeClr val="bg1"/>
            </a:solidFill>
            <a:prstDash val="solid"/>
            <a:miter/>
            <a:tailEnd type="none" w="lg" len="lg"/>
          </a:ln>
        </p:spPr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29A623F2-252F-C525-9DE1-006F908DC28C}"/>
              </a:ext>
            </a:extLst>
          </p:cNvPr>
          <p:cNvGrpSpPr/>
          <p:nvPr userDrawn="1"/>
        </p:nvGrpSpPr>
        <p:grpSpPr>
          <a:xfrm>
            <a:off x="1552891" y="5123985"/>
            <a:ext cx="495905" cy="5428879"/>
            <a:chOff x="1552762" y="5078095"/>
            <a:chExt cx="495905" cy="5428879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F8BD62-3E15-68A1-5D13-5FBE78FAAC31}"/>
                </a:ext>
              </a:extLst>
            </p:cNvPr>
            <p:cNvCxnSpPr/>
            <p:nvPr/>
          </p:nvCxnSpPr>
          <p:spPr>
            <a:xfrm flipV="1">
              <a:off x="1552762" y="5078095"/>
              <a:ext cx="0" cy="5428879"/>
            </a:xfrm>
            <a:prstGeom prst="line">
              <a:avLst/>
            </a:prstGeom>
            <a:solidFill>
              <a:srgbClr val="FFFFFF"/>
            </a:solidFill>
            <a:ln w="50800" cap="rnd">
              <a:gradFill>
                <a:gsLst>
                  <a:gs pos="88000">
                    <a:schemeClr val="tx2"/>
                  </a:gs>
                  <a:gs pos="0">
                    <a:schemeClr val="tx2">
                      <a:alpha val="25000"/>
                    </a:schemeClr>
                  </a:gs>
                </a:gsLst>
                <a:lin ang="5400000" scaled="1"/>
              </a:gradFill>
              <a:prstDash val="solid"/>
              <a:miter/>
              <a:tailEnd type="none" w="lg" len="lg"/>
            </a:ln>
          </p:spPr>
        </p:cxnSp>
        <p:sp>
          <p:nvSpPr>
            <p:cNvPr id="11" name="Triangle 10">
              <a:extLst>
                <a:ext uri="{FF2B5EF4-FFF2-40B4-BE49-F238E27FC236}">
                  <a16:creationId xmlns:a16="http://schemas.microsoft.com/office/drawing/2014/main" id="{328611D2-A99F-7A0A-9E38-B503E8C96C5B}"/>
                </a:ext>
              </a:extLst>
            </p:cNvPr>
            <p:cNvSpPr/>
            <p:nvPr/>
          </p:nvSpPr>
          <p:spPr>
            <a:xfrm rot="5400000">
              <a:off x="1567313" y="516381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3FA39A-9131-34A2-5BC2-784AEAE8559E}"/>
              </a:ext>
            </a:extLst>
          </p:cNvPr>
          <p:cNvGrpSpPr/>
          <p:nvPr userDrawn="1"/>
        </p:nvGrpSpPr>
        <p:grpSpPr>
          <a:xfrm>
            <a:off x="12959906" y="5123985"/>
            <a:ext cx="495905" cy="5428879"/>
            <a:chOff x="12959906" y="4895385"/>
            <a:chExt cx="495905" cy="5428879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83CF371-4AC7-25B9-8D37-AFF9D38FC9AA}"/>
                </a:ext>
              </a:extLst>
            </p:cNvPr>
            <p:cNvCxnSpPr/>
            <p:nvPr/>
          </p:nvCxnSpPr>
          <p:spPr>
            <a:xfrm flipV="1">
              <a:off x="12959906" y="4895385"/>
              <a:ext cx="0" cy="5428879"/>
            </a:xfrm>
            <a:prstGeom prst="line">
              <a:avLst/>
            </a:prstGeom>
            <a:solidFill>
              <a:srgbClr val="FFFFFF"/>
            </a:solidFill>
            <a:ln w="50800" cap="flat">
              <a:gradFill>
                <a:gsLst>
                  <a:gs pos="88000">
                    <a:schemeClr val="tx2">
                      <a:lumMod val="75000"/>
                      <a:lumOff val="25000"/>
                    </a:schemeClr>
                  </a:gs>
                  <a:gs pos="0">
                    <a:schemeClr val="tx2">
                      <a:lumMod val="75000"/>
                      <a:lumOff val="25000"/>
                      <a:alpha val="25000"/>
                    </a:schemeClr>
                  </a:gs>
                </a:gsLst>
                <a:lin ang="5400000" scaled="1"/>
              </a:gradFill>
              <a:prstDash val="solid"/>
              <a:round/>
              <a:tailEnd type="none" w="lg" len="lg"/>
            </a:ln>
          </p:spPr>
        </p:cxnSp>
        <p:sp>
          <p:nvSpPr>
            <p:cNvPr id="15" name="Triangle 14">
              <a:extLst>
                <a:ext uri="{FF2B5EF4-FFF2-40B4-BE49-F238E27FC236}">
                  <a16:creationId xmlns:a16="http://schemas.microsoft.com/office/drawing/2014/main" id="{350F64E8-E8B1-973D-2630-195A05BE688B}"/>
                </a:ext>
              </a:extLst>
            </p:cNvPr>
            <p:cNvSpPr/>
            <p:nvPr/>
          </p:nvSpPr>
          <p:spPr>
            <a:xfrm rot="5400000">
              <a:off x="12974457" y="498110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75000"/>
                  <a:lumOff val="2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5B71819-B734-2BF7-8821-01C9CE9FED35}"/>
              </a:ext>
            </a:extLst>
          </p:cNvPr>
          <p:cNvGrpSpPr/>
          <p:nvPr userDrawn="1"/>
        </p:nvGrpSpPr>
        <p:grpSpPr>
          <a:xfrm>
            <a:off x="18678604" y="3924341"/>
            <a:ext cx="496811" cy="6628523"/>
            <a:chOff x="18678604" y="3695741"/>
            <a:chExt cx="496811" cy="6628523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AA3BBA-9428-6B75-DF92-5B13EFA56315}"/>
                </a:ext>
              </a:extLst>
            </p:cNvPr>
            <p:cNvCxnSpPr/>
            <p:nvPr/>
          </p:nvCxnSpPr>
          <p:spPr>
            <a:xfrm flipV="1">
              <a:off x="18678604" y="3695741"/>
              <a:ext cx="0" cy="6628523"/>
            </a:xfrm>
            <a:prstGeom prst="line">
              <a:avLst/>
            </a:prstGeom>
            <a:solidFill>
              <a:srgbClr val="FFFFFF"/>
            </a:solidFill>
            <a:ln w="50800" cap="flat">
              <a:gradFill>
                <a:gsLst>
                  <a:gs pos="88000">
                    <a:schemeClr val="tx2">
                      <a:lumMod val="50000"/>
                      <a:lumOff val="50000"/>
                    </a:schemeClr>
                  </a:gs>
                  <a:gs pos="0">
                    <a:schemeClr val="tx2">
                      <a:lumMod val="50000"/>
                      <a:lumOff val="50000"/>
                      <a:alpha val="25000"/>
                    </a:schemeClr>
                  </a:gs>
                </a:gsLst>
                <a:lin ang="5400000" scaled="1"/>
              </a:gradFill>
              <a:prstDash val="solid"/>
              <a:round/>
              <a:tailEnd type="none" w="lg" len="lg"/>
            </a:ln>
          </p:spPr>
        </p:cxnSp>
        <p:sp>
          <p:nvSpPr>
            <p:cNvPr id="35" name="Triangle 34">
              <a:extLst>
                <a:ext uri="{FF2B5EF4-FFF2-40B4-BE49-F238E27FC236}">
                  <a16:creationId xmlns:a16="http://schemas.microsoft.com/office/drawing/2014/main" id="{64290B74-5286-4884-2790-FC290BBBD950}"/>
                </a:ext>
              </a:extLst>
            </p:cNvPr>
            <p:cNvSpPr/>
            <p:nvPr/>
          </p:nvSpPr>
          <p:spPr>
            <a:xfrm rot="5400000">
              <a:off x="18694061" y="380892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50000"/>
                  <a:lumOff val="5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0FC77A-910F-EA9D-57BE-C8328437FF18}"/>
              </a:ext>
            </a:extLst>
          </p:cNvPr>
          <p:cNvGrpSpPr/>
          <p:nvPr userDrawn="1"/>
        </p:nvGrpSpPr>
        <p:grpSpPr>
          <a:xfrm>
            <a:off x="1" y="10708139"/>
            <a:ext cx="24387174" cy="494456"/>
            <a:chOff x="1" y="10708139"/>
            <a:chExt cx="24387174" cy="49445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D36922-E7F5-2138-9AFF-44B0AF63883C}"/>
                </a:ext>
              </a:extLst>
            </p:cNvPr>
            <p:cNvSpPr/>
            <p:nvPr/>
          </p:nvSpPr>
          <p:spPr>
            <a:xfrm>
              <a:off x="1" y="10708139"/>
              <a:ext cx="7261462" cy="494456"/>
            </a:xfrm>
            <a:prstGeom prst="rect">
              <a:avLst/>
            </a:prstGeom>
            <a:gradFill>
              <a:gsLst>
                <a:gs pos="100000">
                  <a:srgbClr val="00224A"/>
                </a:gs>
                <a:gs pos="0">
                  <a:schemeClr val="tx2"/>
                </a:gs>
              </a:gsLst>
              <a:lin ang="0" scaled="0"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920DB7C-4734-85C7-9292-DFF3AD03B587}"/>
                </a:ext>
              </a:extLst>
            </p:cNvPr>
            <p:cNvSpPr/>
            <p:nvPr/>
          </p:nvSpPr>
          <p:spPr>
            <a:xfrm>
              <a:off x="7261462" y="10708139"/>
              <a:ext cx="5708571" cy="494456"/>
            </a:xfrm>
            <a:prstGeom prst="rect">
              <a:avLst/>
            </a:prstGeom>
            <a:solidFill>
              <a:srgbClr val="004A86"/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5DA97C-3852-A5E3-87B5-D90AA738CFB8}"/>
                </a:ext>
              </a:extLst>
            </p:cNvPr>
            <p:cNvSpPr/>
            <p:nvPr/>
          </p:nvSpPr>
          <p:spPr>
            <a:xfrm>
              <a:off x="12970033" y="10708139"/>
              <a:ext cx="5708571" cy="49445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A60F360-B867-BC30-3603-8AC4981A21C1}"/>
                </a:ext>
              </a:extLst>
            </p:cNvPr>
            <p:cNvSpPr/>
            <p:nvPr/>
          </p:nvSpPr>
          <p:spPr>
            <a:xfrm>
              <a:off x="18678604" y="10708139"/>
              <a:ext cx="5708571" cy="494456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67262AD3-4009-14F4-2A02-EA3F24F3E2D2}"/>
              </a:ext>
            </a:extLst>
          </p:cNvPr>
          <p:cNvSpPr/>
          <p:nvPr userDrawn="1"/>
        </p:nvSpPr>
        <p:spPr>
          <a:xfrm>
            <a:off x="6853896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rgbClr val="004A86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64055D3-5B8C-CA60-4C22-D70B113C081E}"/>
              </a:ext>
            </a:extLst>
          </p:cNvPr>
          <p:cNvSpPr/>
          <p:nvPr userDrawn="1"/>
        </p:nvSpPr>
        <p:spPr>
          <a:xfrm>
            <a:off x="1150388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rgbClr val="00224A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1968482-7230-5F7E-D919-C89423CE3D6C}"/>
              </a:ext>
            </a:extLst>
          </p:cNvPr>
          <p:cNvSpPr/>
          <p:nvPr userDrawn="1"/>
        </p:nvSpPr>
        <p:spPr>
          <a:xfrm>
            <a:off x="12557404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chemeClr val="tx2">
                <a:lumMod val="75000"/>
                <a:lumOff val="25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C3BACAE-62D5-8057-8387-479667D424E7}"/>
              </a:ext>
            </a:extLst>
          </p:cNvPr>
          <p:cNvSpPr/>
          <p:nvPr userDrawn="1"/>
        </p:nvSpPr>
        <p:spPr>
          <a:xfrm>
            <a:off x="18260912" y="10552864"/>
            <a:ext cx="805006" cy="805006"/>
          </a:xfrm>
          <a:prstGeom prst="ellipse">
            <a:avLst/>
          </a:prstGeom>
          <a:solidFill>
            <a:srgbClr val="FFFFFF"/>
          </a:solidFill>
          <a:ln w="317500" cap="flat">
            <a:solidFill>
              <a:schemeClr val="tx2">
                <a:lumMod val="50000"/>
                <a:lumOff val="50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tx2"/>
              </a:solidFill>
              <a:latin typeface="Figtree" pitchFamily="2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1767775-CBA7-B04B-554D-FA23664361CF}"/>
              </a:ext>
            </a:extLst>
          </p:cNvPr>
          <p:cNvGrpSpPr/>
          <p:nvPr userDrawn="1"/>
        </p:nvGrpSpPr>
        <p:grpSpPr>
          <a:xfrm>
            <a:off x="7256399" y="3422388"/>
            <a:ext cx="488322" cy="7130476"/>
            <a:chOff x="7256399" y="3422388"/>
            <a:chExt cx="488322" cy="7130476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4E7EA23-13C3-FFB3-7BB3-B558FFCE5BFB}"/>
                </a:ext>
              </a:extLst>
            </p:cNvPr>
            <p:cNvCxnSpPr/>
            <p:nvPr/>
          </p:nvCxnSpPr>
          <p:spPr>
            <a:xfrm flipV="1">
              <a:off x="7256399" y="3939398"/>
              <a:ext cx="0" cy="6613466"/>
            </a:xfrm>
            <a:prstGeom prst="line">
              <a:avLst/>
            </a:prstGeom>
            <a:solidFill>
              <a:srgbClr val="FFFFFF"/>
            </a:solidFill>
            <a:ln w="50800" cap="rnd">
              <a:gradFill>
                <a:gsLst>
                  <a:gs pos="88000">
                    <a:schemeClr val="tx2">
                      <a:lumMod val="90000"/>
                      <a:lumOff val="10000"/>
                    </a:schemeClr>
                  </a:gs>
                  <a:gs pos="0">
                    <a:schemeClr val="tx2">
                      <a:lumMod val="90000"/>
                      <a:lumOff val="10000"/>
                      <a:alpha val="25000"/>
                    </a:schemeClr>
                  </a:gs>
                </a:gsLst>
                <a:lin ang="5400000" scaled="1"/>
              </a:gradFill>
              <a:prstDash val="solid"/>
              <a:miter/>
              <a:tailEnd type="none" w="lg" len="lg"/>
            </a:ln>
          </p:spPr>
        </p:cxnSp>
        <p:sp>
          <p:nvSpPr>
            <p:cNvPr id="60" name="Triangle 11">
              <a:extLst>
                <a:ext uri="{FF2B5EF4-FFF2-40B4-BE49-F238E27FC236}">
                  <a16:creationId xmlns:a16="http://schemas.microsoft.com/office/drawing/2014/main" id="{A8EB9D55-E2A8-EDA8-A22E-90826818B117}"/>
                </a:ext>
              </a:extLst>
            </p:cNvPr>
            <p:cNvSpPr/>
            <p:nvPr/>
          </p:nvSpPr>
          <p:spPr>
            <a:xfrm rot="5400000">
              <a:off x="7263367" y="3458044"/>
              <a:ext cx="517009" cy="445698"/>
            </a:xfrm>
            <a:prstGeom prst="triangle">
              <a:avLst/>
            </a:prstGeom>
            <a:solidFill>
              <a:schemeClr val="bg1"/>
            </a:solidFill>
            <a:ln w="152400" cap="flat">
              <a:solidFill>
                <a:schemeClr val="tx2">
                  <a:lumMod val="90000"/>
                  <a:lumOff val="1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785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Fiv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36C496-AA74-EA18-CBE6-ED5B948F58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193459"/>
            <a:ext cx="24387175" cy="393461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C4629E-69D7-E346-D65E-BD15B0DA9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3607" y="4193459"/>
            <a:ext cx="4014215" cy="393461"/>
          </a:xfrm>
          <a:prstGeom prst="rect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EA2DC3-00C0-FBAF-83A1-14C20A48E3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185529" y="4193459"/>
            <a:ext cx="4014215" cy="3906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sp>
        <p:nvSpPr>
          <p:cNvPr id="9" name="Arrow: Right 18">
            <a:extLst>
              <a:ext uri="{FF2B5EF4-FFF2-40B4-BE49-F238E27FC236}">
                <a16:creationId xmlns:a16="http://schemas.microsoft.com/office/drawing/2014/main" id="{7289CE01-C248-7E9B-E64D-79D5271596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307450" y="4193459"/>
            <a:ext cx="4016117" cy="387812"/>
          </a:xfrm>
          <a:prstGeom prst="rightArrow">
            <a:avLst>
              <a:gd name="adj1" fmla="val 100000"/>
              <a:gd name="adj2" fmla="val 0"/>
            </a:avLst>
          </a:prstGeom>
          <a:solidFill>
            <a:srgbClr val="553C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580CB-F1F2-508E-7ED1-02CE278695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748061" y="4193459"/>
            <a:ext cx="4014215" cy="3878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05377D-0BD1-A542-E483-64901ACF42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6143" y="4193459"/>
            <a:ext cx="4014215" cy="390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739778-9988-22AA-E53C-BE92B801D7A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5628532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3"/>
            </a:solidFill>
            <a:prstDash val="solid"/>
            <a:miter/>
          </a:ln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3DF3777-C49B-4494-E2D6-D96146631EE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0188676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5"/>
            </a:solidFill>
            <a:prstDash val="solid"/>
            <a:miter/>
          </a:ln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A9867D-5D86-5279-42BC-7406944828D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4748063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6"/>
            </a:solidFill>
            <a:prstDash val="solid"/>
            <a:miter/>
          </a:ln>
        </p:spPr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822010A-E8B0-9FE8-745D-6879D34876C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9310598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7030A0"/>
            </a:solidFill>
            <a:prstDash val="solid"/>
            <a:miter/>
          </a:ln>
        </p:spPr>
      </p:cxn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53AD904B-D3E6-3374-4EA6-D593BB0F01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4" hasCustomPrompt="1"/>
          </p:nvPr>
        </p:nvSpPr>
        <p:spPr>
          <a:xfrm>
            <a:off x="1093413" y="3186526"/>
            <a:ext cx="4142555" cy="857179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28 Bold)   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1D612799-2AF9-ED6A-4334-E8F3FDEBB7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5626143" y="3186526"/>
            <a:ext cx="4142555" cy="857179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28 Bold)   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318E502B-8520-53C1-C49A-439E550ED3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6" hasCustomPrompt="1"/>
          </p:nvPr>
        </p:nvSpPr>
        <p:spPr>
          <a:xfrm>
            <a:off x="10185529" y="3186526"/>
            <a:ext cx="4142555" cy="857179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28 Bold)   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8826734B-82F6-2331-28DD-01C7034647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7" hasCustomPrompt="1"/>
          </p:nvPr>
        </p:nvSpPr>
        <p:spPr>
          <a:xfrm>
            <a:off x="14748061" y="3186526"/>
            <a:ext cx="4142555" cy="857179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28 Bold)   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304C3A09-CD15-8B98-E6E6-6C2AFC875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8" hasCustomPrompt="1"/>
          </p:nvPr>
        </p:nvSpPr>
        <p:spPr>
          <a:xfrm>
            <a:off x="19307450" y="3186526"/>
            <a:ext cx="4142555" cy="857179"/>
          </a:xfrm>
          <a:prstGeom prst="rect">
            <a:avLst/>
          </a:prstGeom>
          <a:noFill/>
        </p:spPr>
        <p:txBody>
          <a:bodyPr wrap="square" lIns="0" tIns="0" rIns="91440" bIns="0" anchor="b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 xml:space="preserve">Label (Title, 28 Bold)   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074E1C-6EFD-A05F-B564-529DB658A57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063607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2"/>
            </a:solidFill>
            <a:prstDash val="solid"/>
            <a:miter/>
          </a:ln>
        </p:spPr>
      </p:cxn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97E4BF36-50E8-FA1E-A7B5-C2ABF51831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9" hasCustomPrompt="1"/>
          </p:nvPr>
        </p:nvSpPr>
        <p:spPr>
          <a:xfrm>
            <a:off x="1068388" y="5277331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2">
              <a:alpha val="5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C27363F1-DE6D-6DD0-8ED5-8C7FF5963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0" hasCustomPrompt="1"/>
          </p:nvPr>
        </p:nvSpPr>
        <p:spPr>
          <a:xfrm>
            <a:off x="1068388" y="6631110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2">
              <a:alpha val="6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83" name="Text Placeholder 45">
            <a:extLst>
              <a:ext uri="{FF2B5EF4-FFF2-40B4-BE49-F238E27FC236}">
                <a16:creationId xmlns:a16="http://schemas.microsoft.com/office/drawing/2014/main" id="{ABEFE854-3F40-3E40-D287-3DB2DCBC81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1" hasCustomPrompt="1"/>
          </p:nvPr>
        </p:nvSpPr>
        <p:spPr>
          <a:xfrm>
            <a:off x="1068388" y="7984889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2">
              <a:alpha val="7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FDAA42E-F3C8-0CBD-4BDF-27503A1631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2" hasCustomPrompt="1"/>
          </p:nvPr>
        </p:nvSpPr>
        <p:spPr>
          <a:xfrm>
            <a:off x="1068388" y="9338667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2">
              <a:alpha val="8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7AF55D74-1FDC-D1CC-B249-F727099AB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3" hasCustomPrompt="1"/>
          </p:nvPr>
        </p:nvSpPr>
        <p:spPr>
          <a:xfrm>
            <a:off x="5628532" y="5277331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3">
              <a:alpha val="4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56" name="Text Placeholder 45">
            <a:extLst>
              <a:ext uri="{FF2B5EF4-FFF2-40B4-BE49-F238E27FC236}">
                <a16:creationId xmlns:a16="http://schemas.microsoft.com/office/drawing/2014/main" id="{4EE33763-7E38-C092-1F78-CDFD1C6A1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4" hasCustomPrompt="1"/>
          </p:nvPr>
        </p:nvSpPr>
        <p:spPr>
          <a:xfrm>
            <a:off x="5628532" y="6631110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3">
              <a:alpha val="5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57" name="Text Placeholder 45">
            <a:extLst>
              <a:ext uri="{FF2B5EF4-FFF2-40B4-BE49-F238E27FC236}">
                <a16:creationId xmlns:a16="http://schemas.microsoft.com/office/drawing/2014/main" id="{7FF19DE7-3BD5-DEE3-A3F1-82CC4F3EA9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5" hasCustomPrompt="1"/>
          </p:nvPr>
        </p:nvSpPr>
        <p:spPr>
          <a:xfrm>
            <a:off x="5628532" y="7984889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3">
              <a:alpha val="6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3" name="Text Placeholder 45">
            <a:extLst>
              <a:ext uri="{FF2B5EF4-FFF2-40B4-BE49-F238E27FC236}">
                <a16:creationId xmlns:a16="http://schemas.microsoft.com/office/drawing/2014/main" id="{ECBE8B8C-2267-4A58-8306-9E600129EA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6" hasCustomPrompt="1"/>
          </p:nvPr>
        </p:nvSpPr>
        <p:spPr>
          <a:xfrm>
            <a:off x="5628532" y="9338667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3">
              <a:alpha val="7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4" name="Text Placeholder 45">
            <a:extLst>
              <a:ext uri="{FF2B5EF4-FFF2-40B4-BE49-F238E27FC236}">
                <a16:creationId xmlns:a16="http://schemas.microsoft.com/office/drawing/2014/main" id="{7B12FE1F-830B-C458-808A-4F6DA1012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7" hasCustomPrompt="1"/>
          </p:nvPr>
        </p:nvSpPr>
        <p:spPr>
          <a:xfrm>
            <a:off x="10188676" y="5277331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5">
              <a:alpha val="4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5" name="Text Placeholder 45">
            <a:extLst>
              <a:ext uri="{FF2B5EF4-FFF2-40B4-BE49-F238E27FC236}">
                <a16:creationId xmlns:a16="http://schemas.microsoft.com/office/drawing/2014/main" id="{926B03A4-BB13-426A-92DA-4FC51156A7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8" hasCustomPrompt="1"/>
          </p:nvPr>
        </p:nvSpPr>
        <p:spPr>
          <a:xfrm>
            <a:off x="10188676" y="6631110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5">
              <a:alpha val="5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6" name="Text Placeholder 45">
            <a:extLst>
              <a:ext uri="{FF2B5EF4-FFF2-40B4-BE49-F238E27FC236}">
                <a16:creationId xmlns:a16="http://schemas.microsoft.com/office/drawing/2014/main" id="{46B712BF-A85C-3262-4D82-DFF384F5E9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9" hasCustomPrompt="1"/>
          </p:nvPr>
        </p:nvSpPr>
        <p:spPr>
          <a:xfrm>
            <a:off x="10188676" y="7984889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5">
              <a:alpha val="6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7" name="Text Placeholder 45">
            <a:extLst>
              <a:ext uri="{FF2B5EF4-FFF2-40B4-BE49-F238E27FC236}">
                <a16:creationId xmlns:a16="http://schemas.microsoft.com/office/drawing/2014/main" id="{ED3D5EF5-365E-1A2B-7F4C-6165F55CF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0" hasCustomPrompt="1"/>
          </p:nvPr>
        </p:nvSpPr>
        <p:spPr>
          <a:xfrm>
            <a:off x="10188676" y="9338667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5">
              <a:alpha val="70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8" name="Text Placeholder 45">
            <a:extLst>
              <a:ext uri="{FF2B5EF4-FFF2-40B4-BE49-F238E27FC236}">
                <a16:creationId xmlns:a16="http://schemas.microsoft.com/office/drawing/2014/main" id="{CE7BE674-6032-D61D-B6E3-F5750E4B3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1" hasCustomPrompt="1"/>
          </p:nvPr>
        </p:nvSpPr>
        <p:spPr>
          <a:xfrm>
            <a:off x="14748063" y="5277331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6">
              <a:alpha val="2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69" name="Text Placeholder 45">
            <a:extLst>
              <a:ext uri="{FF2B5EF4-FFF2-40B4-BE49-F238E27FC236}">
                <a16:creationId xmlns:a16="http://schemas.microsoft.com/office/drawing/2014/main" id="{57D1778A-18EE-0012-C84D-009480F9C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2" hasCustomPrompt="1"/>
          </p:nvPr>
        </p:nvSpPr>
        <p:spPr>
          <a:xfrm>
            <a:off x="14748063" y="6631110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6">
              <a:alpha val="3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0" name="Text Placeholder 45">
            <a:extLst>
              <a:ext uri="{FF2B5EF4-FFF2-40B4-BE49-F238E27FC236}">
                <a16:creationId xmlns:a16="http://schemas.microsoft.com/office/drawing/2014/main" id="{56B9C22F-9127-CBED-7120-CAE1561B8A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3" hasCustomPrompt="1"/>
          </p:nvPr>
        </p:nvSpPr>
        <p:spPr>
          <a:xfrm>
            <a:off x="14748063" y="7984889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6">
              <a:alpha val="4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1" name="Text Placeholder 45">
            <a:extLst>
              <a:ext uri="{FF2B5EF4-FFF2-40B4-BE49-F238E27FC236}">
                <a16:creationId xmlns:a16="http://schemas.microsoft.com/office/drawing/2014/main" id="{CD5945F4-58ED-88F7-32D9-1A18548258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4" hasCustomPrompt="1"/>
          </p:nvPr>
        </p:nvSpPr>
        <p:spPr>
          <a:xfrm>
            <a:off x="14748063" y="9338667"/>
            <a:ext cx="4140155" cy="1207741"/>
          </a:xfrm>
          <a:prstGeom prst="homePlate">
            <a:avLst>
              <a:gd name="adj" fmla="val 46029"/>
            </a:avLst>
          </a:prstGeom>
          <a:solidFill>
            <a:schemeClr val="accent6">
              <a:alpha val="55000"/>
            </a:scheme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2" name="Text Placeholder 45">
            <a:extLst>
              <a:ext uri="{FF2B5EF4-FFF2-40B4-BE49-F238E27FC236}">
                <a16:creationId xmlns:a16="http://schemas.microsoft.com/office/drawing/2014/main" id="{A088E667-763B-2E32-E464-DC443E44D5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5" hasCustomPrompt="1"/>
          </p:nvPr>
        </p:nvSpPr>
        <p:spPr>
          <a:xfrm>
            <a:off x="19310598" y="5277331"/>
            <a:ext cx="4140155" cy="1207741"/>
          </a:xfrm>
          <a:prstGeom prst="homePlate">
            <a:avLst>
              <a:gd name="adj" fmla="val 46029"/>
            </a:avLst>
          </a:prstGeom>
          <a:solidFill>
            <a:srgbClr val="553C95">
              <a:alpha val="20000"/>
            </a:srgb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3" name="Text Placeholder 45">
            <a:extLst>
              <a:ext uri="{FF2B5EF4-FFF2-40B4-BE49-F238E27FC236}">
                <a16:creationId xmlns:a16="http://schemas.microsoft.com/office/drawing/2014/main" id="{660AFCA3-2CF6-17A2-4BA7-58F0420891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6" hasCustomPrompt="1"/>
          </p:nvPr>
        </p:nvSpPr>
        <p:spPr>
          <a:xfrm>
            <a:off x="19310598" y="6631110"/>
            <a:ext cx="4140155" cy="1207741"/>
          </a:xfrm>
          <a:prstGeom prst="homePlate">
            <a:avLst>
              <a:gd name="adj" fmla="val 46029"/>
            </a:avLst>
          </a:prstGeom>
          <a:solidFill>
            <a:srgbClr val="553C95">
              <a:alpha val="30000"/>
            </a:srgb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4" name="Text Placeholder 45">
            <a:extLst>
              <a:ext uri="{FF2B5EF4-FFF2-40B4-BE49-F238E27FC236}">
                <a16:creationId xmlns:a16="http://schemas.microsoft.com/office/drawing/2014/main" id="{2ED93835-49A9-A79A-F79D-CE02F9DF97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7" hasCustomPrompt="1"/>
          </p:nvPr>
        </p:nvSpPr>
        <p:spPr>
          <a:xfrm>
            <a:off x="19310598" y="7984889"/>
            <a:ext cx="4140155" cy="1207741"/>
          </a:xfrm>
          <a:prstGeom prst="homePlate">
            <a:avLst>
              <a:gd name="adj" fmla="val 46029"/>
            </a:avLst>
          </a:prstGeom>
          <a:solidFill>
            <a:srgbClr val="553C95">
              <a:alpha val="40000"/>
            </a:srgb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sp>
        <p:nvSpPr>
          <p:cNvPr id="178" name="Text Placeholder 45">
            <a:extLst>
              <a:ext uri="{FF2B5EF4-FFF2-40B4-BE49-F238E27FC236}">
                <a16:creationId xmlns:a16="http://schemas.microsoft.com/office/drawing/2014/main" id="{36488997-9948-3470-B5E0-338977C741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8" hasCustomPrompt="1"/>
          </p:nvPr>
        </p:nvSpPr>
        <p:spPr>
          <a:xfrm>
            <a:off x="19310598" y="9338667"/>
            <a:ext cx="4140155" cy="1207741"/>
          </a:xfrm>
          <a:prstGeom prst="homePlate">
            <a:avLst>
              <a:gd name="adj" fmla="val 46029"/>
            </a:avLst>
          </a:prstGeom>
          <a:solidFill>
            <a:srgbClr val="553C95">
              <a:alpha val="50000"/>
            </a:srgbClr>
          </a:solidFill>
        </p:spPr>
        <p:txBody>
          <a:bodyPr lIns="182880" rIns="274320" anchor="ctr" anchorCtr="0">
            <a:normAutofit/>
          </a:bodyPr>
          <a:lstStyle>
            <a:lvl1pPr marL="12700" indent="0">
              <a:buNone/>
              <a:tabLst/>
              <a:defRPr sz="2000" b="1" i="0" spc="-2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20 Demi Bold)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B10180E9-B06A-AF99-6276-0175B86876BD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939F30E-5A54-15A9-622A-CC0832226D9F}"/>
              </a:ext>
            </a:extLst>
          </p:cNvPr>
          <p:cNvSpPr/>
          <p:nvPr userDrawn="1"/>
        </p:nvSpPr>
        <p:spPr>
          <a:xfrm>
            <a:off x="0" y="4193459"/>
            <a:ext cx="24387175" cy="393461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DEE67F-D900-F5D2-3D0D-F87CD7EC93D6}"/>
              </a:ext>
            </a:extLst>
          </p:cNvPr>
          <p:cNvSpPr/>
          <p:nvPr userDrawn="1"/>
        </p:nvSpPr>
        <p:spPr>
          <a:xfrm>
            <a:off x="1063607" y="4193459"/>
            <a:ext cx="4014215" cy="393461"/>
          </a:xfrm>
          <a:prstGeom prst="rect">
            <a:avLst/>
          </a:prstGeom>
          <a:solidFill>
            <a:schemeClr val="accent2">
              <a:alpha val="9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1BB776-09FA-E3D3-9021-C169F869A758}"/>
              </a:ext>
            </a:extLst>
          </p:cNvPr>
          <p:cNvSpPr/>
          <p:nvPr userDrawn="1"/>
        </p:nvSpPr>
        <p:spPr>
          <a:xfrm>
            <a:off x="10185529" y="4193459"/>
            <a:ext cx="4014215" cy="3906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sp>
        <p:nvSpPr>
          <p:cNvPr id="15" name="Arrow: Right 18">
            <a:extLst>
              <a:ext uri="{FF2B5EF4-FFF2-40B4-BE49-F238E27FC236}">
                <a16:creationId xmlns:a16="http://schemas.microsoft.com/office/drawing/2014/main" id="{C759F5FD-3AF8-61F0-232E-3EB4ACEEAF41}"/>
              </a:ext>
            </a:extLst>
          </p:cNvPr>
          <p:cNvSpPr/>
          <p:nvPr userDrawn="1"/>
        </p:nvSpPr>
        <p:spPr>
          <a:xfrm>
            <a:off x="19307450" y="4193459"/>
            <a:ext cx="4016117" cy="387812"/>
          </a:xfrm>
          <a:prstGeom prst="rightArrow">
            <a:avLst>
              <a:gd name="adj1" fmla="val 100000"/>
              <a:gd name="adj2" fmla="val 0"/>
            </a:avLst>
          </a:prstGeom>
          <a:solidFill>
            <a:srgbClr val="553C9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>
              <a:latin typeface="Figtree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69DE0C-B98B-0F50-31EB-D60878052A7E}"/>
              </a:ext>
            </a:extLst>
          </p:cNvPr>
          <p:cNvSpPr/>
          <p:nvPr userDrawn="1"/>
        </p:nvSpPr>
        <p:spPr>
          <a:xfrm>
            <a:off x="14748061" y="4193459"/>
            <a:ext cx="4014215" cy="3878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DC8DA-ECEE-68D4-4AFC-FB71DCF31E15}"/>
              </a:ext>
            </a:extLst>
          </p:cNvPr>
          <p:cNvSpPr/>
          <p:nvPr userDrawn="1"/>
        </p:nvSpPr>
        <p:spPr>
          <a:xfrm>
            <a:off x="5626143" y="4193459"/>
            <a:ext cx="4014215" cy="3906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>
                <a:latin typeface="Figtree" pitchFamily="2" charset="0"/>
              </a:rPr>
              <a:t xml:space="preserve"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ABB422-EF27-DE80-C77B-FA0556AD98E2}"/>
              </a:ext>
            </a:extLst>
          </p:cNvPr>
          <p:cNvCxnSpPr/>
          <p:nvPr userDrawn="1"/>
        </p:nvCxnSpPr>
        <p:spPr>
          <a:xfrm flipV="1">
            <a:off x="5628532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3"/>
            </a:solidFill>
            <a:prstDash val="solid"/>
            <a:miter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1F8B2B-E212-F426-3F8A-7EA1F0C28BBE}"/>
              </a:ext>
            </a:extLst>
          </p:cNvPr>
          <p:cNvCxnSpPr/>
          <p:nvPr userDrawn="1"/>
        </p:nvCxnSpPr>
        <p:spPr>
          <a:xfrm flipV="1">
            <a:off x="10188676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5"/>
            </a:solidFill>
            <a:prstDash val="solid"/>
            <a:miter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7B44B27-3B40-717A-4CE7-5B88E2244A6C}"/>
              </a:ext>
            </a:extLst>
          </p:cNvPr>
          <p:cNvCxnSpPr/>
          <p:nvPr userDrawn="1"/>
        </p:nvCxnSpPr>
        <p:spPr>
          <a:xfrm flipV="1">
            <a:off x="14748063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6"/>
            </a:solidFill>
            <a:prstDash val="solid"/>
            <a:miter/>
          </a:ln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15AD63-48E8-8681-905E-B03BDF33C40F}"/>
              </a:ext>
            </a:extLst>
          </p:cNvPr>
          <p:cNvCxnSpPr/>
          <p:nvPr userDrawn="1"/>
        </p:nvCxnSpPr>
        <p:spPr>
          <a:xfrm flipV="1">
            <a:off x="19310598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7030A0"/>
            </a:solidFill>
            <a:prstDash val="solid"/>
            <a:miter/>
          </a:ln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2519EC-34CA-8CCC-6AB6-068C7CC0A043}"/>
              </a:ext>
            </a:extLst>
          </p:cNvPr>
          <p:cNvCxnSpPr/>
          <p:nvPr userDrawn="1"/>
        </p:nvCxnSpPr>
        <p:spPr>
          <a:xfrm flipV="1">
            <a:off x="1063607" y="4195988"/>
            <a:ext cx="0" cy="635042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accent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66066969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CDC60D-FD95-B5BC-3F63-1A5B07D30C0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129058" y="4432774"/>
            <a:ext cx="0" cy="8216426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355B02-5747-F045-FFAF-2B3DB25F14C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6258116" y="4432774"/>
            <a:ext cx="0" cy="8216426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9555B2C-E9E7-DF2B-B4B8-2374000B6F8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7326504" y="4263870"/>
            <a:ext cx="1797335" cy="1727012"/>
            <a:chOff x="17198588" y="3277682"/>
            <a:chExt cx="1797335" cy="172701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6EC5100-BE67-3E90-6286-E017606BF3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5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18" name="Graphic 18">
              <a:extLst>
                <a:ext uri="{FF2B5EF4-FFF2-40B4-BE49-F238E27FC236}">
                  <a16:creationId xmlns:a16="http://schemas.microsoft.com/office/drawing/2014/main" id="{8DBA2110-FFFA-88DE-377C-AFC14F1EA5C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C3C82C4-005F-9845-BF6A-3A311F5BE7A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4778EC98-88A8-1982-C57B-A0958C3DB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E0BF92B-78AD-89DB-CC3C-CFF11C6C836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97446" y="4263870"/>
            <a:ext cx="1797335" cy="1727012"/>
            <a:chOff x="17198588" y="3277682"/>
            <a:chExt cx="1797335" cy="172701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01F042F-B5EE-83EB-EB07-A8DAC8D2CB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4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26" name="Graphic 18">
              <a:extLst>
                <a:ext uri="{FF2B5EF4-FFF2-40B4-BE49-F238E27FC236}">
                  <a16:creationId xmlns:a16="http://schemas.microsoft.com/office/drawing/2014/main" id="{70E72682-D3FA-ACC9-5D6A-6D504BEA77D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8966C8F5-221A-F9BF-FA00-3AE246AC1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F189509-4C09-5FC7-2B2A-FCABE1247FD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F87FA1B-B2B1-F79D-4137-B3E78004930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8388" y="4263870"/>
            <a:ext cx="1797335" cy="1727012"/>
            <a:chOff x="17198588" y="3277682"/>
            <a:chExt cx="1797335" cy="172701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8C7D021-85EF-485D-7DDC-21E9818143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lumMod val="90000"/>
                <a:lumOff val="10000"/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31" name="Graphic 18">
              <a:extLst>
                <a:ext uri="{FF2B5EF4-FFF2-40B4-BE49-F238E27FC236}">
                  <a16:creationId xmlns:a16="http://schemas.microsoft.com/office/drawing/2014/main" id="{83183153-8608-6838-D153-9C26AB8EE4C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9080A0AD-B8F5-7B03-BB7E-7402608BE4A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tx2">
                  <a:lumMod val="90000"/>
                  <a:lumOff val="10000"/>
                </a:schemeClr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BF5C3C2B-0B52-00CA-4DE2-AE55426CE9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FFC0D2F3-9DF7-FE83-88EB-FC71D2C63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068388" y="6325798"/>
            <a:ext cx="5992281" cy="6323401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28 regular)”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3D8E4E0A-AF3E-88F7-6774-A9FE6A6AB6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9197446" y="6325798"/>
            <a:ext cx="5992281" cy="6323401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28 regular)”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26CEFB9E-3C89-F8AF-B409-7AF2717E3D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7326504" y="6325798"/>
            <a:ext cx="5992281" cy="6323401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28 regular)”</a:t>
            </a:r>
          </a:p>
        </p:txBody>
      </p:sp>
      <p:pic>
        <p:nvPicPr>
          <p:cNvPr id="4" name="Anglepoint Logo">
            <a:extLst>
              <a:ext uri="{FF2B5EF4-FFF2-40B4-BE49-F238E27FC236}">
                <a16:creationId xmlns:a16="http://schemas.microsoft.com/office/drawing/2014/main" id="{7DBCC027-E248-79F8-8D21-037ADE565200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6EF9-A168-B8FC-3899-E94F066B5700}"/>
              </a:ext>
            </a:extLst>
          </p:cNvPr>
          <p:cNvCxnSpPr/>
          <p:nvPr userDrawn="1"/>
        </p:nvCxnSpPr>
        <p:spPr>
          <a:xfrm>
            <a:off x="8129058" y="4432774"/>
            <a:ext cx="0" cy="8216426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2F960F7-0301-DDEF-D671-EE2A75E31841}"/>
              </a:ext>
            </a:extLst>
          </p:cNvPr>
          <p:cNvCxnSpPr/>
          <p:nvPr userDrawn="1"/>
        </p:nvCxnSpPr>
        <p:spPr>
          <a:xfrm>
            <a:off x="16258116" y="4432774"/>
            <a:ext cx="0" cy="8216426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C15A5C-818E-A079-2274-DC31292BA31B}"/>
              </a:ext>
            </a:extLst>
          </p:cNvPr>
          <p:cNvGrpSpPr/>
          <p:nvPr userDrawn="1"/>
        </p:nvGrpSpPr>
        <p:grpSpPr>
          <a:xfrm>
            <a:off x="17326504" y="4263870"/>
            <a:ext cx="1797335" cy="1727012"/>
            <a:chOff x="17198588" y="3277682"/>
            <a:chExt cx="1797335" cy="172701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8D05E26-F7E4-34E7-3BBB-7A43831455D9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5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15" name="Graphic 18">
              <a:extLst>
                <a:ext uri="{FF2B5EF4-FFF2-40B4-BE49-F238E27FC236}">
                  <a16:creationId xmlns:a16="http://schemas.microsoft.com/office/drawing/2014/main" id="{A08D4867-D59A-2303-EBC7-4509388BDD49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392636B-F7FA-8E3C-F65D-784ACB26B7B6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CA954BD-7DBF-6EBA-F69A-3EF6E8A6220D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C68665D-D513-C5BF-00E2-C36AD9CFEB85}"/>
              </a:ext>
            </a:extLst>
          </p:cNvPr>
          <p:cNvGrpSpPr/>
          <p:nvPr userDrawn="1"/>
        </p:nvGrpSpPr>
        <p:grpSpPr>
          <a:xfrm>
            <a:off x="9197446" y="4263870"/>
            <a:ext cx="1797335" cy="1727012"/>
            <a:chOff x="17198588" y="3277682"/>
            <a:chExt cx="1797335" cy="1727012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E233038-18E2-C83C-9DED-5D309586D130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4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38" name="Graphic 18">
              <a:extLst>
                <a:ext uri="{FF2B5EF4-FFF2-40B4-BE49-F238E27FC236}">
                  <a16:creationId xmlns:a16="http://schemas.microsoft.com/office/drawing/2014/main" id="{2A8A1FE7-8A38-AA2D-0280-C3AEB423D7EB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C224ADE1-D490-9A49-1EA0-376CCE10547B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7BB73C7A-C7CF-30A0-F854-7C12C2BEF286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67AAD71-36D6-C878-A2E4-7F38CE0B34C6}"/>
              </a:ext>
            </a:extLst>
          </p:cNvPr>
          <p:cNvGrpSpPr/>
          <p:nvPr userDrawn="1"/>
        </p:nvGrpSpPr>
        <p:grpSpPr>
          <a:xfrm>
            <a:off x="1068388" y="4263870"/>
            <a:ext cx="1797335" cy="1727012"/>
            <a:chOff x="17198588" y="3277682"/>
            <a:chExt cx="1797335" cy="1727012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5DDE230-1534-FA02-E286-E2ED81A0700A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lumMod val="90000"/>
                <a:lumOff val="10000"/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43" name="Graphic 18">
              <a:extLst>
                <a:ext uri="{FF2B5EF4-FFF2-40B4-BE49-F238E27FC236}">
                  <a16:creationId xmlns:a16="http://schemas.microsoft.com/office/drawing/2014/main" id="{39E23084-D1BC-F58F-5CF8-2E790F9B2A49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C20CEF20-1B5A-74FE-F1AC-4E4456D14821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tx2">
                  <a:lumMod val="90000"/>
                  <a:lumOff val="10000"/>
                </a:schemeClr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93642A21-F73F-F43A-EAB4-4F84D0E64EEA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2642256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s S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CDC60D-FD95-B5BC-3F63-1A5B07D30C0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129058" y="3207268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355B02-5747-F045-FFAF-2B3DB25F14C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6258116" y="3207268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0429FFB-9BF7-476A-F931-C6E9A18A435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7348044" y="3207268"/>
            <a:ext cx="1096881" cy="1053964"/>
            <a:chOff x="17198588" y="3277682"/>
            <a:chExt cx="1797335" cy="1727012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BE327D1-F2DF-53F7-1984-2016CEB81A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5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69" name="Graphic 18">
              <a:extLst>
                <a:ext uri="{FF2B5EF4-FFF2-40B4-BE49-F238E27FC236}">
                  <a16:creationId xmlns:a16="http://schemas.microsoft.com/office/drawing/2014/main" id="{4D2F0D13-EB70-9242-37C4-F564F90AE2F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15DCC976-D908-8476-C1E1-A16FB8BBA60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2BEE11F6-AC6A-FAB0-6F0E-0E8963B9EC4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5F3EA44-48E8-C059-E02E-FB7564E944E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18986" y="3207268"/>
            <a:ext cx="1096881" cy="1053964"/>
            <a:chOff x="17198588" y="3277682"/>
            <a:chExt cx="1797335" cy="1727012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3CC8D74-66E6-9A02-B3A1-98F51CB1CB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4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74" name="Graphic 18">
              <a:extLst>
                <a:ext uri="{FF2B5EF4-FFF2-40B4-BE49-F238E27FC236}">
                  <a16:creationId xmlns:a16="http://schemas.microsoft.com/office/drawing/2014/main" id="{31138CDB-FBE5-1890-3835-21B86D1981E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C03175D-5FD1-1029-6CE1-FFC42704F1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419AB321-6E91-B355-6E8B-12ACEA95C8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5400FB9-7A9D-3311-E5B0-1F75974BA8E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89928" y="3207268"/>
            <a:ext cx="1096881" cy="1053964"/>
            <a:chOff x="17198588" y="3277682"/>
            <a:chExt cx="1797335" cy="1727012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78E8822F-90A7-632A-DBD2-BAEBBABE3D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lumMod val="90000"/>
                <a:lumOff val="10000"/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79" name="Graphic 18">
              <a:extLst>
                <a:ext uri="{FF2B5EF4-FFF2-40B4-BE49-F238E27FC236}">
                  <a16:creationId xmlns:a16="http://schemas.microsoft.com/office/drawing/2014/main" id="{54BC3A6C-D228-0CC6-B8AA-2AC377E9B24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B7BCA2D-F97F-2CC5-FB4A-9253B7CD71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tx2">
                  <a:lumMod val="90000"/>
                  <a:lumOff val="10000"/>
                </a:schemeClr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EA5E0892-700C-B771-9F2C-02B5C8770FA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8E7CE97-6930-FFF5-99C8-4783D0B8C35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7348044" y="8470813"/>
            <a:ext cx="1096881" cy="1053964"/>
            <a:chOff x="17198588" y="3277682"/>
            <a:chExt cx="1797335" cy="1727012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AA2A307-455D-96DB-A0AE-FB7E80D1E89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alpha val="1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84" name="Graphic 18">
              <a:extLst>
                <a:ext uri="{FF2B5EF4-FFF2-40B4-BE49-F238E27FC236}">
                  <a16:creationId xmlns:a16="http://schemas.microsoft.com/office/drawing/2014/main" id="{B527DAEA-DF91-1CBC-FDFF-AD699810C3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C4530B63-3EA6-B815-DA60-AB83255AC2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rgbClr val="553C9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CABC3CE2-58CB-16D2-BEBB-F212ED5A97A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8FB3F25-A018-9041-7648-B6A9A3C6A7A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18986" y="8470813"/>
            <a:ext cx="1096881" cy="1053964"/>
            <a:chOff x="17198588" y="3277682"/>
            <a:chExt cx="1797335" cy="1727012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CE25711-5CC4-4A5E-4F08-DC7BEAA2DC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3">
                <a:alpha val="3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89" name="Graphic 18">
              <a:extLst>
                <a:ext uri="{FF2B5EF4-FFF2-40B4-BE49-F238E27FC236}">
                  <a16:creationId xmlns:a16="http://schemas.microsoft.com/office/drawing/2014/main" id="{A8DD7CD6-0ACB-530E-5A02-EFB0428467B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91AD8769-1E53-B644-A961-279DFC6827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67B15863-2EF8-FF8A-B168-EBD5B97471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F10C68B-9AFA-F851-EDE3-AB5E8534AD2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89928" y="8470813"/>
            <a:ext cx="1096881" cy="1053964"/>
            <a:chOff x="17198588" y="3277682"/>
            <a:chExt cx="1797335" cy="1727012"/>
          </a:xfrm>
        </p:grpSpPr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382F5D8-D016-D8A0-2495-FE3300214F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94" name="Graphic 18">
              <a:extLst>
                <a:ext uri="{FF2B5EF4-FFF2-40B4-BE49-F238E27FC236}">
                  <a16:creationId xmlns:a16="http://schemas.microsoft.com/office/drawing/2014/main" id="{7FD16EBE-77EF-D2F8-668A-E1441CA45EF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A2DC404F-1EDC-A678-B986-35AAABC998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106DEC43-E6AB-B98F-F156-5F8B7F0192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DDE5EF32-0B92-599E-FAB4-EAB6639C0F4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129058" y="8470813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F6FA189E-33BC-CE8B-FE47-4386B4C8C91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6258116" y="8470813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sp>
        <p:nvSpPr>
          <p:cNvPr id="2" name="Text Placeholder 35">
            <a:extLst>
              <a:ext uri="{FF2B5EF4-FFF2-40B4-BE49-F238E27FC236}">
                <a16:creationId xmlns:a16="http://schemas.microsoft.com/office/drawing/2014/main" id="{425C777C-76D5-BC7F-EAA9-A9255153A7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068388" y="4465626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sp>
        <p:nvSpPr>
          <p:cNvPr id="3" name="Text Placeholder 35">
            <a:extLst>
              <a:ext uri="{FF2B5EF4-FFF2-40B4-BE49-F238E27FC236}">
                <a16:creationId xmlns:a16="http://schemas.microsoft.com/office/drawing/2014/main" id="{C01A2EB2-ADE6-A0CE-44FB-7C3F7146A1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9197446" y="4465626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sp>
        <p:nvSpPr>
          <p:cNvPr id="4" name="Text Placeholder 35">
            <a:extLst>
              <a:ext uri="{FF2B5EF4-FFF2-40B4-BE49-F238E27FC236}">
                <a16:creationId xmlns:a16="http://schemas.microsoft.com/office/drawing/2014/main" id="{9CA3EEBD-5D45-6E21-30DF-DA50ED074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7326504" y="4465626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CB340CD6-B320-C01B-7FB7-B9DB83F24C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1068388" y="9729171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sp>
        <p:nvSpPr>
          <p:cNvPr id="9" name="Text Placeholder 35">
            <a:extLst>
              <a:ext uri="{FF2B5EF4-FFF2-40B4-BE49-F238E27FC236}">
                <a16:creationId xmlns:a16="http://schemas.microsoft.com/office/drawing/2014/main" id="{C4509915-960F-9C3E-A82E-A4FC8A376D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9197446" y="9729171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FE830662-8265-E736-8D82-296509323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17326504" y="9729171"/>
            <a:ext cx="5992281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4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“Insert quote text here (Sentence, 24 regular)”</a:t>
            </a:r>
          </a:p>
        </p:txBody>
      </p:sp>
      <p:pic>
        <p:nvPicPr>
          <p:cNvPr id="11" name="Anglepoint Logo">
            <a:extLst>
              <a:ext uri="{FF2B5EF4-FFF2-40B4-BE49-F238E27FC236}">
                <a16:creationId xmlns:a16="http://schemas.microsoft.com/office/drawing/2014/main" id="{4AEC022B-A8B8-157F-21CC-416757CBC04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0744877-E3E0-D7E4-ED0F-0568290DA522}"/>
              </a:ext>
            </a:extLst>
          </p:cNvPr>
          <p:cNvCxnSpPr/>
          <p:nvPr userDrawn="1"/>
        </p:nvCxnSpPr>
        <p:spPr>
          <a:xfrm>
            <a:off x="8129058" y="3207268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5E1F00-AC37-3341-CFB4-DC8A4B091C21}"/>
              </a:ext>
            </a:extLst>
          </p:cNvPr>
          <p:cNvCxnSpPr/>
          <p:nvPr userDrawn="1"/>
        </p:nvCxnSpPr>
        <p:spPr>
          <a:xfrm>
            <a:off x="16258116" y="3207268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D89258F-6D24-D0A7-EB59-4F252C06409D}"/>
              </a:ext>
            </a:extLst>
          </p:cNvPr>
          <p:cNvGrpSpPr/>
          <p:nvPr userDrawn="1"/>
        </p:nvGrpSpPr>
        <p:grpSpPr>
          <a:xfrm>
            <a:off x="17348044" y="3207268"/>
            <a:ext cx="1096881" cy="1053964"/>
            <a:chOff x="17198588" y="3277682"/>
            <a:chExt cx="1797335" cy="172701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C9476F7-E1F4-BC92-5A8F-2744802C728B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5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18" name="Graphic 18">
              <a:extLst>
                <a:ext uri="{FF2B5EF4-FFF2-40B4-BE49-F238E27FC236}">
                  <a16:creationId xmlns:a16="http://schemas.microsoft.com/office/drawing/2014/main" id="{6714C9A2-1978-0FA2-5B19-F46CBCF42672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A07E2F2D-0D2D-599C-CCE3-C2C50986CE79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93086D8-14E5-9B18-A8CA-37FBAC683D1A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A0A473-3519-6845-B909-E9D516444C1A}"/>
              </a:ext>
            </a:extLst>
          </p:cNvPr>
          <p:cNvGrpSpPr/>
          <p:nvPr userDrawn="1"/>
        </p:nvGrpSpPr>
        <p:grpSpPr>
          <a:xfrm>
            <a:off x="9218986" y="3207268"/>
            <a:ext cx="1096881" cy="1053964"/>
            <a:chOff x="17198588" y="3277682"/>
            <a:chExt cx="1797335" cy="172701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A41F512-03F4-AB06-228A-BD9B605614CA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4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26" name="Graphic 18">
              <a:extLst>
                <a:ext uri="{FF2B5EF4-FFF2-40B4-BE49-F238E27FC236}">
                  <a16:creationId xmlns:a16="http://schemas.microsoft.com/office/drawing/2014/main" id="{2C05835A-FCE7-CD51-FB3F-D93016E692BF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7493479-0A1A-F21B-3946-727A2DCE2835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3AADC71A-003E-0426-93CD-3C31F159BBF1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7FC5C2-47A5-E954-99C4-D20A5BFF355B}"/>
              </a:ext>
            </a:extLst>
          </p:cNvPr>
          <p:cNvGrpSpPr/>
          <p:nvPr userDrawn="1"/>
        </p:nvGrpSpPr>
        <p:grpSpPr>
          <a:xfrm>
            <a:off x="1089928" y="3207268"/>
            <a:ext cx="1096881" cy="1053964"/>
            <a:chOff x="17198588" y="3277682"/>
            <a:chExt cx="1797335" cy="1727012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3033B6C-E720-82A3-0F16-29B31BFF5050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lumMod val="90000"/>
                <a:lumOff val="10000"/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31" name="Graphic 18">
              <a:extLst>
                <a:ext uri="{FF2B5EF4-FFF2-40B4-BE49-F238E27FC236}">
                  <a16:creationId xmlns:a16="http://schemas.microsoft.com/office/drawing/2014/main" id="{38610189-8B7E-5F31-AD2F-705EBC80915E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FC605C2E-CE76-ACD1-BE1D-658470CD0E7E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tx2">
                  <a:lumMod val="90000"/>
                  <a:lumOff val="10000"/>
                </a:schemeClr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414AF507-64BD-C1DC-03FD-E44F91509475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17D8EC0-BAA4-A9EA-40C0-CE58FE3732B1}"/>
              </a:ext>
            </a:extLst>
          </p:cNvPr>
          <p:cNvGrpSpPr/>
          <p:nvPr userDrawn="1"/>
        </p:nvGrpSpPr>
        <p:grpSpPr>
          <a:xfrm>
            <a:off x="17348044" y="8470813"/>
            <a:ext cx="1096881" cy="1053964"/>
            <a:chOff x="17198588" y="3277682"/>
            <a:chExt cx="1797335" cy="1727012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DE21B39-9E00-4627-3FD3-31893C788A71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tx2">
                <a:alpha val="1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36" name="Graphic 18">
              <a:extLst>
                <a:ext uri="{FF2B5EF4-FFF2-40B4-BE49-F238E27FC236}">
                  <a16:creationId xmlns:a16="http://schemas.microsoft.com/office/drawing/2014/main" id="{DC568CD2-3AD1-9E92-9102-844825CF3C4A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071CC2B2-3484-E282-A80C-BD354838770E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rgbClr val="553C95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C6094463-5D42-EEEB-C039-DBBB3CD24844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3CC709C-C43D-CCA3-EB5C-0571A7B10021}"/>
              </a:ext>
            </a:extLst>
          </p:cNvPr>
          <p:cNvGrpSpPr/>
          <p:nvPr userDrawn="1"/>
        </p:nvGrpSpPr>
        <p:grpSpPr>
          <a:xfrm>
            <a:off x="9218986" y="8470813"/>
            <a:ext cx="1096881" cy="1053964"/>
            <a:chOff x="17198588" y="3277682"/>
            <a:chExt cx="1797335" cy="1727012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1350138-3EA0-49EE-C2CD-3993D27C5930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3">
                <a:alpha val="3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41" name="Graphic 18">
              <a:extLst>
                <a:ext uri="{FF2B5EF4-FFF2-40B4-BE49-F238E27FC236}">
                  <a16:creationId xmlns:a16="http://schemas.microsoft.com/office/drawing/2014/main" id="{92E4C6EF-B0EE-58DA-528F-5E75EDFB4BB9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E92F2B4D-BFDB-63D1-E4EB-34A8298FEB4C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B15042C3-C312-47C1-CECD-88EAB809165F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963FB0-B5BA-25CA-9EAC-29DAC98ED8F7}"/>
              </a:ext>
            </a:extLst>
          </p:cNvPr>
          <p:cNvGrpSpPr/>
          <p:nvPr userDrawn="1"/>
        </p:nvGrpSpPr>
        <p:grpSpPr>
          <a:xfrm>
            <a:off x="1089928" y="8470813"/>
            <a:ext cx="1096881" cy="1053964"/>
            <a:chOff x="17198588" y="3277682"/>
            <a:chExt cx="1797335" cy="1727012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512962E-EF7F-19CE-6C9D-E2636461BF3F}"/>
                </a:ext>
              </a:extLst>
            </p:cNvPr>
            <p:cNvSpPr/>
            <p:nvPr/>
          </p:nvSpPr>
          <p:spPr>
            <a:xfrm>
              <a:off x="17268911" y="3277682"/>
              <a:ext cx="1727012" cy="1727012"/>
            </a:xfrm>
            <a:prstGeom prst="ellipse">
              <a:avLst/>
            </a:prstGeom>
            <a:solidFill>
              <a:schemeClr val="accent6">
                <a:alpha val="25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grpSp>
          <p:nvGrpSpPr>
            <p:cNvPr id="46" name="Graphic 18">
              <a:extLst>
                <a:ext uri="{FF2B5EF4-FFF2-40B4-BE49-F238E27FC236}">
                  <a16:creationId xmlns:a16="http://schemas.microsoft.com/office/drawing/2014/main" id="{DC426860-1AD5-BAF3-92B5-6664249335A4}"/>
                </a:ext>
              </a:extLst>
            </p:cNvPr>
            <p:cNvGrpSpPr/>
            <p:nvPr/>
          </p:nvGrpSpPr>
          <p:grpSpPr>
            <a:xfrm>
              <a:off x="17198588" y="3446585"/>
              <a:ext cx="1628431" cy="1389204"/>
              <a:chOff x="2093561" y="4102022"/>
              <a:chExt cx="1255889" cy="1071391"/>
            </a:xfrm>
          </p:grpSpPr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208B4085-FE30-2C40-295F-94D886BF6A60}"/>
                  </a:ext>
                </a:extLst>
              </p:cNvPr>
              <p:cNvSpPr/>
              <p:nvPr/>
            </p:nvSpPr>
            <p:spPr>
              <a:xfrm>
                <a:off x="2093561" y="4102022"/>
                <a:ext cx="1255889" cy="1071391"/>
              </a:xfrm>
              <a:custGeom>
                <a:avLst/>
                <a:gdLst>
                  <a:gd name="connsiteX0" fmla="*/ 183768 w 1255889"/>
                  <a:gd name="connsiteY0" fmla="*/ 535687 h 1071391"/>
                  <a:gd name="connsiteX1" fmla="*/ 260174 w 1255889"/>
                  <a:gd name="connsiteY1" fmla="*/ 259997 h 1071391"/>
                  <a:gd name="connsiteX2" fmla="*/ 0 w 1255889"/>
                  <a:gd name="connsiteY2" fmla="*/ 0 h 1071391"/>
                  <a:gd name="connsiteX3" fmla="*/ 724349 w 1255889"/>
                  <a:gd name="connsiteY3" fmla="*/ 0 h 1071391"/>
                  <a:gd name="connsiteX4" fmla="*/ 1255871 w 1255889"/>
                  <a:gd name="connsiteY4" fmla="*/ 540213 h 1071391"/>
                  <a:gd name="connsiteX5" fmla="*/ 715289 w 1255889"/>
                  <a:gd name="connsiteY5" fmla="*/ 1071373 h 1071391"/>
                  <a:gd name="connsiteX6" fmla="*/ 183768 w 1255889"/>
                  <a:gd name="connsiteY6" fmla="*/ 535687 h 1071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55889" h="1071391">
                    <a:moveTo>
                      <a:pt x="183768" y="535687"/>
                    </a:moveTo>
                    <a:cubicBezTo>
                      <a:pt x="183617" y="438508"/>
                      <a:pt x="210042" y="343141"/>
                      <a:pt x="260174" y="259997"/>
                    </a:cubicBezTo>
                    <a:lnTo>
                      <a:pt x="0" y="0"/>
                    </a:lnTo>
                    <a:lnTo>
                      <a:pt x="724349" y="0"/>
                    </a:lnTo>
                    <a:cubicBezTo>
                      <a:pt x="1020461" y="2565"/>
                      <a:pt x="1258287" y="244303"/>
                      <a:pt x="1255871" y="540213"/>
                    </a:cubicBezTo>
                    <a:cubicBezTo>
                      <a:pt x="1253304" y="836124"/>
                      <a:pt x="1011401" y="1073787"/>
                      <a:pt x="715289" y="1071373"/>
                    </a:cubicBezTo>
                    <a:cubicBezTo>
                      <a:pt x="420989" y="1068959"/>
                      <a:pt x="183768" y="829786"/>
                      <a:pt x="183768" y="53568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016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F551CB53-D09E-C1E3-A198-1BE62D372033}"/>
                  </a:ext>
                </a:extLst>
              </p:cNvPr>
              <p:cNvSpPr/>
              <p:nvPr/>
            </p:nvSpPr>
            <p:spPr>
              <a:xfrm>
                <a:off x="2591560" y="4490583"/>
                <a:ext cx="450283" cy="287912"/>
              </a:xfrm>
              <a:custGeom>
                <a:avLst/>
                <a:gdLst>
                  <a:gd name="connsiteX0" fmla="*/ 319668 w 450283"/>
                  <a:gd name="connsiteY0" fmla="*/ 0 h 287912"/>
                  <a:gd name="connsiteX1" fmla="*/ 216233 w 450283"/>
                  <a:gd name="connsiteY1" fmla="*/ 229364 h 287912"/>
                  <a:gd name="connsiteX2" fmla="*/ 315289 w 450283"/>
                  <a:gd name="connsiteY2" fmla="*/ 287913 h 287912"/>
                  <a:gd name="connsiteX3" fmla="*/ 450283 w 450283"/>
                  <a:gd name="connsiteY3" fmla="*/ 76505 h 287912"/>
                  <a:gd name="connsiteX4" fmla="*/ 319668 w 450283"/>
                  <a:gd name="connsiteY4" fmla="*/ 0 h 287912"/>
                  <a:gd name="connsiteX5" fmla="*/ 103586 w 450283"/>
                  <a:gd name="connsiteY5" fmla="*/ 0 h 287912"/>
                  <a:gd name="connsiteX6" fmla="*/ 0 w 450283"/>
                  <a:gd name="connsiteY6" fmla="*/ 229364 h 287912"/>
                  <a:gd name="connsiteX7" fmla="*/ 99056 w 450283"/>
                  <a:gd name="connsiteY7" fmla="*/ 287913 h 287912"/>
                  <a:gd name="connsiteX8" fmla="*/ 234051 w 450283"/>
                  <a:gd name="connsiteY8" fmla="*/ 76505 h 287912"/>
                  <a:gd name="connsiteX9" fmla="*/ 103435 w 450283"/>
                  <a:gd name="connsiteY9" fmla="*/ 0 h 287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50283" h="287912">
                    <a:moveTo>
                      <a:pt x="319668" y="0"/>
                    </a:moveTo>
                    <a:lnTo>
                      <a:pt x="216233" y="229364"/>
                    </a:lnTo>
                    <a:lnTo>
                      <a:pt x="315289" y="287913"/>
                    </a:lnTo>
                    <a:lnTo>
                      <a:pt x="450283" y="76505"/>
                    </a:lnTo>
                    <a:lnTo>
                      <a:pt x="319668" y="0"/>
                    </a:lnTo>
                    <a:close/>
                    <a:moveTo>
                      <a:pt x="103586" y="0"/>
                    </a:moveTo>
                    <a:lnTo>
                      <a:pt x="0" y="229364"/>
                    </a:lnTo>
                    <a:lnTo>
                      <a:pt x="99056" y="287913"/>
                    </a:lnTo>
                    <a:lnTo>
                      <a:pt x="234051" y="76505"/>
                    </a:lnTo>
                    <a:lnTo>
                      <a:pt x="10343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45713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5B6670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EF6A4E-D75E-3F67-57DA-322616E49A2B}"/>
              </a:ext>
            </a:extLst>
          </p:cNvPr>
          <p:cNvCxnSpPr/>
          <p:nvPr userDrawn="1"/>
        </p:nvCxnSpPr>
        <p:spPr>
          <a:xfrm>
            <a:off x="8129058" y="8470813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9945959-87FE-1109-4933-F71D0FC75FE2}"/>
              </a:ext>
            </a:extLst>
          </p:cNvPr>
          <p:cNvCxnSpPr/>
          <p:nvPr userDrawn="1"/>
        </p:nvCxnSpPr>
        <p:spPr>
          <a:xfrm>
            <a:off x="16258116" y="8470813"/>
            <a:ext cx="0" cy="4178387"/>
          </a:xfrm>
          <a:prstGeom prst="line">
            <a:avLst/>
          </a:prstGeom>
          <a:solidFill>
            <a:srgbClr val="FFFFFF"/>
          </a:solidFill>
          <a:ln w="1905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417866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aphicFrame>
        <p:nvGraphicFramePr>
          <p:cNvPr id="3" name="Table 102">
            <a:extLst>
              <a:ext uri="{FF2B5EF4-FFF2-40B4-BE49-F238E27FC236}">
                <a16:creationId xmlns:a16="http://schemas.microsoft.com/office/drawing/2014/main" id="{942F718E-4D23-E140-AE8D-1BCBF411F9A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809388623"/>
              </p:ext>
            </p:extLst>
          </p:nvPr>
        </p:nvGraphicFramePr>
        <p:xfrm>
          <a:off x="1068391" y="2302778"/>
          <a:ext cx="22250398" cy="1033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9342">
                  <a:extLst>
                    <a:ext uri="{9D8B030D-6E8A-4147-A177-3AD203B41FA5}">
                      <a16:colId xmlns:a16="http://schemas.microsoft.com/office/drawing/2014/main" val="3219745179"/>
                    </a:ext>
                  </a:extLst>
                </a:gridCol>
                <a:gridCol w="913839">
                  <a:extLst>
                    <a:ext uri="{9D8B030D-6E8A-4147-A177-3AD203B41FA5}">
                      <a16:colId xmlns:a16="http://schemas.microsoft.com/office/drawing/2014/main" val="707984296"/>
                    </a:ext>
                  </a:extLst>
                </a:gridCol>
                <a:gridCol w="10223041">
                  <a:extLst>
                    <a:ext uri="{9D8B030D-6E8A-4147-A177-3AD203B41FA5}">
                      <a16:colId xmlns:a16="http://schemas.microsoft.com/office/drawing/2014/main" val="3966337429"/>
                    </a:ext>
                  </a:extLst>
                </a:gridCol>
                <a:gridCol w="914176">
                  <a:extLst>
                    <a:ext uri="{9D8B030D-6E8A-4147-A177-3AD203B41FA5}">
                      <a16:colId xmlns:a16="http://schemas.microsoft.com/office/drawing/2014/main" val="372774297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>
                        <a:tabLst>
                          <a:tab pos="1590675" algn="l"/>
                        </a:tabLst>
                      </a:pPr>
                      <a:endParaRPr lang="en-US" sz="2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1005840" marR="95113" marT="18288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marT="47556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3A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1005840" marR="95113" marT="18288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marT="47556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9B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25820"/>
                  </a:ext>
                </a:extLst>
              </a:tr>
              <a:tr h="4251960">
                <a:tc gridSpan="2"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63398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endParaRPr lang="en-US" sz="20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1005840" marR="95113" marT="18288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75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marT="47556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35B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1005840" marR="95113" marT="18288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marT="47556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3C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6101"/>
                  </a:ext>
                </a:extLst>
              </a:tr>
              <a:tr h="4251960">
                <a:tc gridSpan="2"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endParaRPr lang="en-US" sz="3700">
                        <a:latin typeface="Figtree" pitchFamily="2" charset="0"/>
                      </a:endParaRPr>
                    </a:p>
                  </a:txBody>
                  <a:tcPr marL="95113" marR="95113" marT="47556" marB="47556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77745"/>
                  </a:ext>
                </a:extLst>
              </a:tr>
            </a:tbl>
          </a:graphicData>
        </a:graphic>
      </p:graphicFrame>
      <p:sp>
        <p:nvSpPr>
          <p:cNvPr id="4" name="Freeform 3">
            <a:extLst>
              <a:ext uri="{FF2B5EF4-FFF2-40B4-BE49-F238E27FC236}">
                <a16:creationId xmlns:a16="http://schemas.microsoft.com/office/drawing/2014/main" id="{6BC58901-CA91-10B6-E725-03CCB62D73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41241" y="2531651"/>
            <a:ext cx="438912" cy="438912"/>
          </a:xfrm>
          <a:custGeom>
            <a:avLst/>
            <a:gdLst>
              <a:gd name="connsiteX0" fmla="*/ 540934 w 540934"/>
              <a:gd name="connsiteY0" fmla="*/ 270685 h 541369"/>
              <a:gd name="connsiteX1" fmla="*/ 270467 w 540934"/>
              <a:gd name="connsiteY1" fmla="*/ 541369 h 541369"/>
              <a:gd name="connsiteX2" fmla="*/ 0 w 540934"/>
              <a:gd name="connsiteY2" fmla="*/ 270685 h 541369"/>
              <a:gd name="connsiteX3" fmla="*/ 270467 w 540934"/>
              <a:gd name="connsiteY3" fmla="*/ 0 h 541369"/>
              <a:gd name="connsiteX4" fmla="*/ 540934 w 540934"/>
              <a:gd name="connsiteY4" fmla="*/ 270685 h 54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934" h="541369">
                <a:moveTo>
                  <a:pt x="540934" y="270685"/>
                </a:moveTo>
                <a:cubicBezTo>
                  <a:pt x="540934" y="420179"/>
                  <a:pt x="419842" y="541369"/>
                  <a:pt x="270467" y="541369"/>
                </a:cubicBezTo>
                <a:cubicBezTo>
                  <a:pt x="121092" y="541369"/>
                  <a:pt x="0" y="420179"/>
                  <a:pt x="0" y="270685"/>
                </a:cubicBezTo>
                <a:cubicBezTo>
                  <a:pt x="0" y="121190"/>
                  <a:pt x="121092" y="0"/>
                  <a:pt x="270467" y="0"/>
                </a:cubicBezTo>
                <a:cubicBezTo>
                  <a:pt x="419842" y="0"/>
                  <a:pt x="540934" y="121190"/>
                  <a:pt x="540934" y="270685"/>
                </a:cubicBezTo>
                <a:close/>
              </a:path>
            </a:pathLst>
          </a:custGeom>
          <a:solidFill>
            <a:srgbClr val="FFFFFF"/>
          </a:solidFill>
          <a:ln w="1524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none" lIns="91440" tIns="4572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spc="-100">
                <a:solidFill>
                  <a:schemeClr val="tx2"/>
                </a:solidFill>
                <a:latin typeface="Figtree ExtraBold" pitchFamily="2" charset="0"/>
              </a:rPr>
              <a:t>1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FADC550A-BBA9-EF76-29A7-E0772909E8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3056" y="2531651"/>
            <a:ext cx="436579" cy="436930"/>
          </a:xfrm>
          <a:custGeom>
            <a:avLst/>
            <a:gdLst>
              <a:gd name="connsiteX0" fmla="*/ 540934 w 540934"/>
              <a:gd name="connsiteY0" fmla="*/ 270685 h 541369"/>
              <a:gd name="connsiteX1" fmla="*/ 270467 w 540934"/>
              <a:gd name="connsiteY1" fmla="*/ 541369 h 541369"/>
              <a:gd name="connsiteX2" fmla="*/ 0 w 540934"/>
              <a:gd name="connsiteY2" fmla="*/ 270685 h 541369"/>
              <a:gd name="connsiteX3" fmla="*/ 270467 w 540934"/>
              <a:gd name="connsiteY3" fmla="*/ 0 h 541369"/>
              <a:gd name="connsiteX4" fmla="*/ 540934 w 540934"/>
              <a:gd name="connsiteY4" fmla="*/ 270685 h 54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934" h="541369">
                <a:moveTo>
                  <a:pt x="540934" y="270685"/>
                </a:moveTo>
                <a:cubicBezTo>
                  <a:pt x="540934" y="420179"/>
                  <a:pt x="419842" y="541369"/>
                  <a:pt x="270467" y="541369"/>
                </a:cubicBezTo>
                <a:cubicBezTo>
                  <a:pt x="121092" y="541369"/>
                  <a:pt x="0" y="420179"/>
                  <a:pt x="0" y="270685"/>
                </a:cubicBezTo>
                <a:cubicBezTo>
                  <a:pt x="0" y="121190"/>
                  <a:pt x="121092" y="0"/>
                  <a:pt x="270467" y="0"/>
                </a:cubicBezTo>
                <a:cubicBezTo>
                  <a:pt x="419842" y="0"/>
                  <a:pt x="540934" y="121190"/>
                  <a:pt x="540934" y="270685"/>
                </a:cubicBezTo>
                <a:close/>
              </a:path>
            </a:pathLst>
          </a:custGeom>
          <a:solidFill>
            <a:srgbClr val="FFFFFF"/>
          </a:solidFill>
          <a:ln w="1524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none" lIns="91440" tIns="4572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spc="-100">
                <a:solidFill>
                  <a:schemeClr val="tx2"/>
                </a:solidFill>
                <a:latin typeface="Figtree ExtraBold" pitchFamily="2" charset="0"/>
              </a:rPr>
              <a:t>2</a:t>
            </a: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72E866D-5999-03D0-B53C-0E421C32F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3056" y="7703038"/>
            <a:ext cx="436579" cy="436930"/>
          </a:xfrm>
          <a:custGeom>
            <a:avLst/>
            <a:gdLst>
              <a:gd name="connsiteX0" fmla="*/ 540934 w 540934"/>
              <a:gd name="connsiteY0" fmla="*/ 270685 h 541369"/>
              <a:gd name="connsiteX1" fmla="*/ 270467 w 540934"/>
              <a:gd name="connsiteY1" fmla="*/ 541369 h 541369"/>
              <a:gd name="connsiteX2" fmla="*/ 0 w 540934"/>
              <a:gd name="connsiteY2" fmla="*/ 270685 h 541369"/>
              <a:gd name="connsiteX3" fmla="*/ 270467 w 540934"/>
              <a:gd name="connsiteY3" fmla="*/ 0 h 541369"/>
              <a:gd name="connsiteX4" fmla="*/ 540934 w 540934"/>
              <a:gd name="connsiteY4" fmla="*/ 270685 h 54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934" h="541369">
                <a:moveTo>
                  <a:pt x="540934" y="270685"/>
                </a:moveTo>
                <a:cubicBezTo>
                  <a:pt x="540934" y="420179"/>
                  <a:pt x="419842" y="541369"/>
                  <a:pt x="270467" y="541369"/>
                </a:cubicBezTo>
                <a:cubicBezTo>
                  <a:pt x="121092" y="541369"/>
                  <a:pt x="0" y="420179"/>
                  <a:pt x="0" y="270685"/>
                </a:cubicBezTo>
                <a:cubicBezTo>
                  <a:pt x="0" y="121190"/>
                  <a:pt x="121092" y="0"/>
                  <a:pt x="270467" y="0"/>
                </a:cubicBezTo>
                <a:cubicBezTo>
                  <a:pt x="419842" y="0"/>
                  <a:pt x="540934" y="121190"/>
                  <a:pt x="540934" y="270685"/>
                </a:cubicBezTo>
                <a:close/>
              </a:path>
            </a:pathLst>
          </a:custGeom>
          <a:solidFill>
            <a:srgbClr val="FFFFFF"/>
          </a:solidFill>
          <a:ln w="1524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none" lIns="0" tIns="45720" rIns="18288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spc="-100">
                <a:solidFill>
                  <a:schemeClr val="tx2"/>
                </a:solidFill>
                <a:latin typeface="Figtree ExtraBold" pitchFamily="2" charset="0"/>
              </a:rPr>
              <a:t>4</a:t>
            </a: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490B1CD-ED37-A333-2D1F-4ADEBA971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42408" y="7703038"/>
            <a:ext cx="436579" cy="436930"/>
          </a:xfrm>
          <a:custGeom>
            <a:avLst/>
            <a:gdLst>
              <a:gd name="connsiteX0" fmla="*/ 540934 w 540934"/>
              <a:gd name="connsiteY0" fmla="*/ 270685 h 541369"/>
              <a:gd name="connsiteX1" fmla="*/ 270467 w 540934"/>
              <a:gd name="connsiteY1" fmla="*/ 541369 h 541369"/>
              <a:gd name="connsiteX2" fmla="*/ 0 w 540934"/>
              <a:gd name="connsiteY2" fmla="*/ 270685 h 541369"/>
              <a:gd name="connsiteX3" fmla="*/ 270467 w 540934"/>
              <a:gd name="connsiteY3" fmla="*/ 0 h 541369"/>
              <a:gd name="connsiteX4" fmla="*/ 540934 w 540934"/>
              <a:gd name="connsiteY4" fmla="*/ 270685 h 541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0934" h="541369">
                <a:moveTo>
                  <a:pt x="540934" y="270685"/>
                </a:moveTo>
                <a:cubicBezTo>
                  <a:pt x="540934" y="420179"/>
                  <a:pt x="419842" y="541369"/>
                  <a:pt x="270467" y="541369"/>
                </a:cubicBezTo>
                <a:cubicBezTo>
                  <a:pt x="121092" y="541369"/>
                  <a:pt x="0" y="420179"/>
                  <a:pt x="0" y="270685"/>
                </a:cubicBezTo>
                <a:cubicBezTo>
                  <a:pt x="0" y="121190"/>
                  <a:pt x="121092" y="0"/>
                  <a:pt x="270467" y="0"/>
                </a:cubicBezTo>
                <a:cubicBezTo>
                  <a:pt x="419842" y="0"/>
                  <a:pt x="540934" y="121190"/>
                  <a:pt x="540934" y="270685"/>
                </a:cubicBezTo>
                <a:close/>
              </a:path>
            </a:pathLst>
          </a:custGeom>
          <a:solidFill>
            <a:srgbClr val="FFFFFF"/>
          </a:solidFill>
          <a:ln w="152400" cap="flat">
            <a:solidFill>
              <a:schemeClr val="bg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none" lIns="91440" tIns="45720" rIns="9144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spc="-100">
                <a:solidFill>
                  <a:schemeClr val="tx2"/>
                </a:solidFill>
                <a:latin typeface="Figtree ExtraBold" pitchFamily="2" charset="0"/>
              </a:rPr>
              <a:t>3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BBDBBA2-5E06-99E1-55B8-67C2E3BA9F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1541891" y="7696830"/>
            <a:ext cx="436932" cy="43693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FAB02CC4-4992-5E98-2F3F-8443AB9BD8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1541890" y="2518331"/>
            <a:ext cx="436932" cy="43693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8B3B466-DF79-0F5C-3A9A-AC5762AFC4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2664519" y="7696831"/>
            <a:ext cx="436932" cy="43693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B1FB4CE0-6FFD-B536-3158-A7135002248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2664519" y="2518331"/>
            <a:ext cx="436932" cy="43693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B450046-624B-6799-1729-ECD095C2D85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99322" y="3329993"/>
            <a:ext cx="10868552" cy="4012915"/>
            <a:chOff x="1199322" y="3329993"/>
            <a:chExt cx="10868552" cy="4012915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2313022-AB0F-74C5-9D5A-ADECDC334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332999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218626F-5327-B988-134D-D10B68648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415731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E403BD6-6C29-947F-8B67-271842278C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498464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473761E-E25D-41C7-09D5-505034223EF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581196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7BE0FFA-4267-41DC-6B35-D150FEDA5B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6639294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6FD8465-29ED-20E2-06B5-225111BBBC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332999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FC510EC4-0A51-493D-E373-7825D203CE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415731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B1DAC0C-4736-B6EC-B055-03BE1C87CF5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498464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A7D2F60-45C1-C0BD-5778-6CA47FE4A0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581196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79BA7BA-2093-FAC0-2B2C-7FE5FA5712B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6639294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73D8006-FCC8-24A6-EFF2-929948FDC86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319301" y="3329993"/>
            <a:ext cx="10868552" cy="4012915"/>
            <a:chOff x="12319301" y="3329993"/>
            <a:chExt cx="10868552" cy="401291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6E86410-050F-B2CB-CBBC-BA8880AA46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22253" y="332999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80BCD1D-BFBC-7AE8-16D4-2EA073EA78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22253" y="415731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31A8F0-8AA5-BC73-D91D-AA4542D63C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22253" y="498464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622DE74-45FA-3ECB-F377-33CA2CAD10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22253" y="581196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26317D1-5203-00D0-7BDB-74AEDAC827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022253" y="6639294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3CB3E0A-3C05-FB3F-CDF4-E53240E1C9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19301" y="332999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CC17162-6C6E-B538-A19F-4B620C06128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19301" y="415731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FEEB6A3-922C-7275-9573-7114C4B434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19301" y="498464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65F1EC1-006A-F8FF-2D0F-9C2F52C13D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19301" y="581196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11D51DE-355C-F275-BC61-AFB9D6FBD72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319301" y="6639294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429FBD-DD5D-A649-40C5-2003E32368E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99322" y="8500098"/>
            <a:ext cx="10868552" cy="4012915"/>
            <a:chOff x="1199322" y="8500098"/>
            <a:chExt cx="10868552" cy="4012915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E865112-120F-4AA1-88CC-C49F8A5619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850009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BF088B1-2E4F-E225-E589-0BA9AD7C3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932742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B67B211-5ADA-5182-1EDA-5C3A9B95F6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1015474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3E55962-F51E-1932-B842-0355469B15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1098207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6005A556-BDBA-39A2-918C-E1FAFFA021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02274" y="11809399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E6013F8-62C5-BC51-329E-5FB8F54CB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850009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10B130F-3F00-F5A3-6555-63D0F25769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932742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B192878-D4BA-32FD-7AAA-EAE49555F0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1015474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0F535F4-79D1-6B1E-21B7-44FE79CBA6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1098207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BC2062DA-68DC-A220-54A8-3EE5CBA9946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99322" y="11809399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DFD9567-B030-0292-B596-CA0B3AD576B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319301" y="8500098"/>
            <a:ext cx="10868552" cy="4012915"/>
            <a:chOff x="1208653" y="3329993"/>
            <a:chExt cx="10868552" cy="4012915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DBB4963-6726-25B8-61B0-B4423E66889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1605" y="332999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362025B-6093-71DF-378E-9CBA67ABE9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1605" y="415731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D35B730-7EBF-B776-C91E-72795BA588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1605" y="498464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7442ED5-3D31-E10C-6714-6721DF8B83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1605" y="581196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1AB8F8C-AE6C-775C-DDD9-211F4A286A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1605" y="6639294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FB9F237-5320-3B2B-B5A8-0BE4323A41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653" y="332999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D2F73A53-1EFF-B667-1874-6F19D0F0C8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653" y="415731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CDA5818-20AD-0EFC-9BA1-C189DEBB99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653" y="498464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86289AB-3030-4DA5-B6FD-48AB9967CD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653" y="581196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70FEEC7-F26E-4B12-93BD-E53DD0AEA8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208653" y="6639294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5" name="Text Placeholder 35">
            <a:extLst>
              <a:ext uri="{FF2B5EF4-FFF2-40B4-BE49-F238E27FC236}">
                <a16:creationId xmlns:a16="http://schemas.microsoft.com/office/drawing/2014/main" id="{045A92BD-BBE7-F586-242A-E1D0AEB942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2109272" y="2531651"/>
            <a:ext cx="8958383" cy="488956"/>
          </a:xfrm>
          <a:prstGeom prst="rect">
            <a:avLst/>
          </a:prstGeom>
          <a:noFill/>
        </p:spPr>
        <p:txBody>
          <a:bodyPr wrap="square" lIns="0" tIns="18288" bIns="0" anchor="ctr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24 BOLD)</a:t>
            </a:r>
          </a:p>
        </p:txBody>
      </p:sp>
      <p:sp>
        <p:nvSpPr>
          <p:cNvPr id="96" name="Text Placeholder 35">
            <a:extLst>
              <a:ext uri="{FF2B5EF4-FFF2-40B4-BE49-F238E27FC236}">
                <a16:creationId xmlns:a16="http://schemas.microsoft.com/office/drawing/2014/main" id="{DE552E8F-45D7-94E4-7596-60832A575E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0" hasCustomPrompt="1"/>
          </p:nvPr>
        </p:nvSpPr>
        <p:spPr>
          <a:xfrm>
            <a:off x="2109272" y="7682385"/>
            <a:ext cx="8958383" cy="488956"/>
          </a:xfrm>
          <a:prstGeom prst="rect">
            <a:avLst/>
          </a:prstGeom>
          <a:noFill/>
        </p:spPr>
        <p:txBody>
          <a:bodyPr wrap="square" lIns="0" tIns="18288" bIns="0" anchor="ctr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24 BOLD)</a:t>
            </a:r>
          </a:p>
        </p:txBody>
      </p:sp>
      <p:sp>
        <p:nvSpPr>
          <p:cNvPr id="97" name="Text Placeholder 35">
            <a:extLst>
              <a:ext uri="{FF2B5EF4-FFF2-40B4-BE49-F238E27FC236}">
                <a16:creationId xmlns:a16="http://schemas.microsoft.com/office/drawing/2014/main" id="{7C218522-D62E-24DB-EF99-77569E2C26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1" hasCustomPrompt="1"/>
          </p:nvPr>
        </p:nvSpPr>
        <p:spPr>
          <a:xfrm>
            <a:off x="13182085" y="2531651"/>
            <a:ext cx="8958383" cy="488956"/>
          </a:xfrm>
          <a:prstGeom prst="rect">
            <a:avLst/>
          </a:prstGeom>
          <a:noFill/>
        </p:spPr>
        <p:txBody>
          <a:bodyPr wrap="square" lIns="0" tIns="18288" bIns="0" anchor="ctr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24 BOLD)</a:t>
            </a:r>
          </a:p>
        </p:txBody>
      </p:sp>
      <p:sp>
        <p:nvSpPr>
          <p:cNvPr id="98" name="Text Placeholder 35">
            <a:extLst>
              <a:ext uri="{FF2B5EF4-FFF2-40B4-BE49-F238E27FC236}">
                <a16:creationId xmlns:a16="http://schemas.microsoft.com/office/drawing/2014/main" id="{794EFC2F-DFB3-6E6B-6F81-D03023565E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2" hasCustomPrompt="1"/>
          </p:nvPr>
        </p:nvSpPr>
        <p:spPr>
          <a:xfrm>
            <a:off x="13182085" y="7682385"/>
            <a:ext cx="8958383" cy="488956"/>
          </a:xfrm>
          <a:prstGeom prst="rect">
            <a:avLst/>
          </a:prstGeom>
          <a:noFill/>
        </p:spPr>
        <p:txBody>
          <a:bodyPr wrap="square" lIns="0" tIns="18288" bIns="0" anchor="ctr" anchorCtr="0">
            <a:no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24 BOLD)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A253617-6797-9DA2-414A-E31336328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199322" y="332999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7BC82D5-853A-1D52-8BB9-98D4368821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1" hasCustomPrompt="1"/>
          </p:nvPr>
        </p:nvSpPr>
        <p:spPr>
          <a:xfrm>
            <a:off x="1199322" y="415731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67D4D9E-0986-539D-F4DB-6A89CD2E7C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199322" y="498464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5A17B28-4667-86A6-1483-F4C7E3C442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3" hasCustomPrompt="1"/>
          </p:nvPr>
        </p:nvSpPr>
        <p:spPr>
          <a:xfrm>
            <a:off x="1199322" y="581196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DE9AC78-9804-3462-6B6A-010C216DCD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4" hasCustomPrompt="1"/>
          </p:nvPr>
        </p:nvSpPr>
        <p:spPr>
          <a:xfrm>
            <a:off x="1199322" y="6639294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BD296B5-25CC-5C8F-EE85-2CCC7A2337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5" hasCustomPrompt="1"/>
          </p:nvPr>
        </p:nvSpPr>
        <p:spPr>
          <a:xfrm>
            <a:off x="1199322" y="850009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C8C6C4B-6E59-D36D-36E8-386100934E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6" hasCustomPrompt="1"/>
          </p:nvPr>
        </p:nvSpPr>
        <p:spPr>
          <a:xfrm>
            <a:off x="1199322" y="932742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788CD92-E1D7-DF3D-CC45-708EBF2050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7" hasCustomPrompt="1"/>
          </p:nvPr>
        </p:nvSpPr>
        <p:spPr>
          <a:xfrm>
            <a:off x="1199322" y="1015474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8A073CD-9C00-43DD-38B1-B378D31B3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8" hasCustomPrompt="1"/>
          </p:nvPr>
        </p:nvSpPr>
        <p:spPr>
          <a:xfrm>
            <a:off x="1199322" y="1098207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43869F57-43C8-5CAF-7006-8A7701457D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9" hasCustomPrompt="1"/>
          </p:nvPr>
        </p:nvSpPr>
        <p:spPr>
          <a:xfrm>
            <a:off x="1199322" y="11809399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05637EA-6596-EF53-537B-A404E34D4A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0" hasCustomPrompt="1"/>
          </p:nvPr>
        </p:nvSpPr>
        <p:spPr>
          <a:xfrm>
            <a:off x="12319301" y="332999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07629925-3F35-69E9-FE36-37F097B039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1" hasCustomPrompt="1"/>
          </p:nvPr>
        </p:nvSpPr>
        <p:spPr>
          <a:xfrm>
            <a:off x="12319301" y="415731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D6E363E-AB37-36E9-5EF3-A3B78733B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2" hasCustomPrompt="1"/>
          </p:nvPr>
        </p:nvSpPr>
        <p:spPr>
          <a:xfrm>
            <a:off x="12319301" y="498464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BF01E741-95F4-C527-D78A-004C8BE12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3" hasCustomPrompt="1"/>
          </p:nvPr>
        </p:nvSpPr>
        <p:spPr>
          <a:xfrm>
            <a:off x="12319301" y="581196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10C6C56F-129C-D5B0-7C90-B31E39399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4" hasCustomPrompt="1"/>
          </p:nvPr>
        </p:nvSpPr>
        <p:spPr>
          <a:xfrm>
            <a:off x="12319301" y="6639294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C2D292B8-A280-1089-873D-9D41E1ADEF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5" hasCustomPrompt="1"/>
          </p:nvPr>
        </p:nvSpPr>
        <p:spPr>
          <a:xfrm>
            <a:off x="12319301" y="850009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98CD3C82-1AEA-E071-4146-D0A8EB98CF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6" hasCustomPrompt="1"/>
          </p:nvPr>
        </p:nvSpPr>
        <p:spPr>
          <a:xfrm>
            <a:off x="12319301" y="932742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4699E921-784A-4810-7458-CA424E3ED8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7" hasCustomPrompt="1"/>
          </p:nvPr>
        </p:nvSpPr>
        <p:spPr>
          <a:xfrm>
            <a:off x="12319301" y="10154748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A84F477E-0360-E86D-2216-268E7BCC0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8" hasCustomPrompt="1"/>
          </p:nvPr>
        </p:nvSpPr>
        <p:spPr>
          <a:xfrm>
            <a:off x="12319301" y="10982073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999F4BF-D752-DB0D-F0D8-15919215FA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9" hasCustomPrompt="1"/>
          </p:nvPr>
        </p:nvSpPr>
        <p:spPr>
          <a:xfrm>
            <a:off x="12319301" y="11809399"/>
            <a:ext cx="10868552" cy="703614"/>
          </a:xfrm>
          <a:prstGeom prst="rect">
            <a:avLst/>
          </a:prstGeom>
        </p:spPr>
        <p:txBody>
          <a:bodyPr lIns="228600" bIns="0" anchor="ctr" anchorCtr="0">
            <a:normAutofit/>
          </a:bodyPr>
          <a:lstStyle>
            <a:lvl1pPr marL="692150" indent="-679450"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2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Keep to one line. Abbreviate if needed (Sentence, 22 Regular)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5E95E9B6-9D89-BCF0-440E-48C446BE0B7E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0E9CFFD-4D33-1040-3E15-FA657D5DBFFB}"/>
              </a:ext>
            </a:extLst>
          </p:cNvPr>
          <p:cNvGrpSpPr/>
          <p:nvPr userDrawn="1"/>
        </p:nvGrpSpPr>
        <p:grpSpPr>
          <a:xfrm>
            <a:off x="1199322" y="3329993"/>
            <a:ext cx="10868552" cy="4012915"/>
            <a:chOff x="1199322" y="3329993"/>
            <a:chExt cx="10868552" cy="401291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222785-EF7C-22D8-07B9-3283EAAB4570}"/>
                </a:ext>
              </a:extLst>
            </p:cNvPr>
            <p:cNvSpPr/>
            <p:nvPr/>
          </p:nvSpPr>
          <p:spPr>
            <a:xfrm>
              <a:off x="1902274" y="332999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CEB67F0-E0D4-01FC-3A16-E67528CBAAB5}"/>
                </a:ext>
              </a:extLst>
            </p:cNvPr>
            <p:cNvSpPr/>
            <p:nvPr/>
          </p:nvSpPr>
          <p:spPr>
            <a:xfrm>
              <a:off x="1902274" y="415731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09FEF83-3457-17A1-A41F-BA7EFDFCE9E5}"/>
                </a:ext>
              </a:extLst>
            </p:cNvPr>
            <p:cNvSpPr/>
            <p:nvPr/>
          </p:nvSpPr>
          <p:spPr>
            <a:xfrm>
              <a:off x="1902274" y="498464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2AFBA67-7B8D-8DF9-1F25-557C3DF0088A}"/>
                </a:ext>
              </a:extLst>
            </p:cNvPr>
            <p:cNvSpPr/>
            <p:nvPr/>
          </p:nvSpPr>
          <p:spPr>
            <a:xfrm>
              <a:off x="1902274" y="581196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04058D-90F4-EEA3-60F7-FE1725071AA3}"/>
                </a:ext>
              </a:extLst>
            </p:cNvPr>
            <p:cNvSpPr/>
            <p:nvPr/>
          </p:nvSpPr>
          <p:spPr>
            <a:xfrm>
              <a:off x="1902274" y="6639294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012B341-19BC-4368-051B-2FCAD029AC22}"/>
                </a:ext>
              </a:extLst>
            </p:cNvPr>
            <p:cNvSpPr/>
            <p:nvPr/>
          </p:nvSpPr>
          <p:spPr>
            <a:xfrm>
              <a:off x="1199322" y="332999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E826FB3-708F-2779-899C-0C89CA50FB20}"/>
                </a:ext>
              </a:extLst>
            </p:cNvPr>
            <p:cNvSpPr/>
            <p:nvPr/>
          </p:nvSpPr>
          <p:spPr>
            <a:xfrm>
              <a:off x="1199322" y="415731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32703E6-8C55-C7BB-B6DD-ACAE3FCE56D7}"/>
                </a:ext>
              </a:extLst>
            </p:cNvPr>
            <p:cNvSpPr/>
            <p:nvPr/>
          </p:nvSpPr>
          <p:spPr>
            <a:xfrm>
              <a:off x="1199322" y="498464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A290638-5BE0-4F5D-D659-631C88987338}"/>
                </a:ext>
              </a:extLst>
            </p:cNvPr>
            <p:cNvSpPr/>
            <p:nvPr/>
          </p:nvSpPr>
          <p:spPr>
            <a:xfrm>
              <a:off x="1199322" y="581196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42A902D1-1CF8-4327-2F16-B22A8115218D}"/>
                </a:ext>
              </a:extLst>
            </p:cNvPr>
            <p:cNvSpPr/>
            <p:nvPr/>
          </p:nvSpPr>
          <p:spPr>
            <a:xfrm>
              <a:off x="1199322" y="6639294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DF91C0A-9A69-0990-E4EA-60598AEB611F}"/>
              </a:ext>
            </a:extLst>
          </p:cNvPr>
          <p:cNvGrpSpPr/>
          <p:nvPr userDrawn="1"/>
        </p:nvGrpSpPr>
        <p:grpSpPr>
          <a:xfrm>
            <a:off x="12319301" y="3329993"/>
            <a:ext cx="10868552" cy="4012915"/>
            <a:chOff x="12319301" y="3329993"/>
            <a:chExt cx="10868552" cy="4012915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D9B3F07-7447-E308-396D-04E3A4247605}"/>
                </a:ext>
              </a:extLst>
            </p:cNvPr>
            <p:cNvSpPr/>
            <p:nvPr/>
          </p:nvSpPr>
          <p:spPr>
            <a:xfrm>
              <a:off x="13022253" y="332999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656F952-6FAF-5940-D536-18F094335D2F}"/>
                </a:ext>
              </a:extLst>
            </p:cNvPr>
            <p:cNvSpPr/>
            <p:nvPr/>
          </p:nvSpPr>
          <p:spPr>
            <a:xfrm>
              <a:off x="13022253" y="415731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F9F16733-05DD-5E95-7C43-91D754950476}"/>
                </a:ext>
              </a:extLst>
            </p:cNvPr>
            <p:cNvSpPr/>
            <p:nvPr/>
          </p:nvSpPr>
          <p:spPr>
            <a:xfrm>
              <a:off x="13022253" y="498464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DC2A62C8-7C62-3AE5-C19B-0B64C5A4D4AB}"/>
                </a:ext>
              </a:extLst>
            </p:cNvPr>
            <p:cNvSpPr/>
            <p:nvPr/>
          </p:nvSpPr>
          <p:spPr>
            <a:xfrm>
              <a:off x="13022253" y="581196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BBFF71A-942A-B5D6-DF7C-50B9D0A81CC3}"/>
                </a:ext>
              </a:extLst>
            </p:cNvPr>
            <p:cNvSpPr/>
            <p:nvPr/>
          </p:nvSpPr>
          <p:spPr>
            <a:xfrm>
              <a:off x="13022253" y="6639294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0676E2A-7DDC-718C-A175-081E5CAE6BB6}"/>
                </a:ext>
              </a:extLst>
            </p:cNvPr>
            <p:cNvSpPr/>
            <p:nvPr/>
          </p:nvSpPr>
          <p:spPr>
            <a:xfrm>
              <a:off x="12319301" y="332999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BA2A263-F547-0625-BC1E-9F759F363369}"/>
                </a:ext>
              </a:extLst>
            </p:cNvPr>
            <p:cNvSpPr/>
            <p:nvPr/>
          </p:nvSpPr>
          <p:spPr>
            <a:xfrm>
              <a:off x="12319301" y="415731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F6C0FAB6-62D0-EEA2-548A-352EADA0BE5D}"/>
                </a:ext>
              </a:extLst>
            </p:cNvPr>
            <p:cNvSpPr/>
            <p:nvPr/>
          </p:nvSpPr>
          <p:spPr>
            <a:xfrm>
              <a:off x="12319301" y="498464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D0AC69D-821F-3F60-ABE5-CFC49FD519AE}"/>
                </a:ext>
              </a:extLst>
            </p:cNvPr>
            <p:cNvSpPr/>
            <p:nvPr/>
          </p:nvSpPr>
          <p:spPr>
            <a:xfrm>
              <a:off x="12319301" y="581196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C376F90-D535-BA0D-A2FE-C1D5A81B5D6F}"/>
                </a:ext>
              </a:extLst>
            </p:cNvPr>
            <p:cNvSpPr/>
            <p:nvPr/>
          </p:nvSpPr>
          <p:spPr>
            <a:xfrm>
              <a:off x="12319301" y="6639294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7AF51105-B946-B7F7-181B-0B404472BF5F}"/>
              </a:ext>
            </a:extLst>
          </p:cNvPr>
          <p:cNvGrpSpPr/>
          <p:nvPr userDrawn="1"/>
        </p:nvGrpSpPr>
        <p:grpSpPr>
          <a:xfrm>
            <a:off x="1199322" y="8500098"/>
            <a:ext cx="10868552" cy="4012915"/>
            <a:chOff x="1199322" y="8500098"/>
            <a:chExt cx="10868552" cy="4012915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B434256-6144-AE71-3D87-B342EC2A0214}"/>
                </a:ext>
              </a:extLst>
            </p:cNvPr>
            <p:cNvSpPr/>
            <p:nvPr/>
          </p:nvSpPr>
          <p:spPr>
            <a:xfrm>
              <a:off x="1902274" y="850009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10DBD590-0D6B-DEA8-3851-E41A7A877E91}"/>
                </a:ext>
              </a:extLst>
            </p:cNvPr>
            <p:cNvSpPr/>
            <p:nvPr/>
          </p:nvSpPr>
          <p:spPr>
            <a:xfrm>
              <a:off x="1902274" y="932742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A630D29-0D98-47A9-668D-04248B3AF6A7}"/>
                </a:ext>
              </a:extLst>
            </p:cNvPr>
            <p:cNvSpPr/>
            <p:nvPr/>
          </p:nvSpPr>
          <p:spPr>
            <a:xfrm>
              <a:off x="1902274" y="10154748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A3DC6873-29F7-9B2B-AE65-41E0319D36DD}"/>
                </a:ext>
              </a:extLst>
            </p:cNvPr>
            <p:cNvSpPr/>
            <p:nvPr/>
          </p:nvSpPr>
          <p:spPr>
            <a:xfrm>
              <a:off x="1902274" y="10982073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BE5ABC1-B4DD-A9E6-B7E6-1B2A41EBEFC1}"/>
                </a:ext>
              </a:extLst>
            </p:cNvPr>
            <p:cNvSpPr/>
            <p:nvPr/>
          </p:nvSpPr>
          <p:spPr>
            <a:xfrm>
              <a:off x="1902274" y="11809399"/>
              <a:ext cx="10165600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F47F8C0A-67BF-E2A7-B335-0838DD079EA2}"/>
                </a:ext>
              </a:extLst>
            </p:cNvPr>
            <p:cNvSpPr/>
            <p:nvPr/>
          </p:nvSpPr>
          <p:spPr>
            <a:xfrm>
              <a:off x="1199322" y="850009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62615F8-1D4A-DAF9-9CC9-7A3939E236C4}"/>
                </a:ext>
              </a:extLst>
            </p:cNvPr>
            <p:cNvSpPr/>
            <p:nvPr/>
          </p:nvSpPr>
          <p:spPr>
            <a:xfrm>
              <a:off x="1199322" y="932742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555D0E3-B5CD-8E38-2935-6CBC9F015985}"/>
                </a:ext>
              </a:extLst>
            </p:cNvPr>
            <p:cNvSpPr/>
            <p:nvPr/>
          </p:nvSpPr>
          <p:spPr>
            <a:xfrm>
              <a:off x="1199322" y="10154748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3F5F8C9-A785-A160-29C2-B9F90393B93E}"/>
                </a:ext>
              </a:extLst>
            </p:cNvPr>
            <p:cNvSpPr/>
            <p:nvPr/>
          </p:nvSpPr>
          <p:spPr>
            <a:xfrm>
              <a:off x="1199322" y="10982073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CBB0289-BB29-7016-5B43-DCF059B0ABAF}"/>
                </a:ext>
              </a:extLst>
            </p:cNvPr>
            <p:cNvSpPr/>
            <p:nvPr/>
          </p:nvSpPr>
          <p:spPr>
            <a:xfrm>
              <a:off x="1199322" y="11809399"/>
              <a:ext cx="704088" cy="7036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3180952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Four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aphicFrame>
        <p:nvGraphicFramePr>
          <p:cNvPr id="2" name="Table">
            <a:extLst>
              <a:ext uri="{FF2B5EF4-FFF2-40B4-BE49-F238E27FC236}">
                <a16:creationId xmlns:a16="http://schemas.microsoft.com/office/drawing/2014/main" id="{7AEBDFAA-ADC9-9E77-945A-3D9FF1562AAA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676825306"/>
              </p:ext>
            </p:extLst>
          </p:nvPr>
        </p:nvGraphicFramePr>
        <p:xfrm>
          <a:off x="1066800" y="3532252"/>
          <a:ext cx="22253576" cy="914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94">
                  <a:extLst>
                    <a:ext uri="{9D8B030D-6E8A-4147-A177-3AD203B41FA5}">
                      <a16:colId xmlns:a16="http://schemas.microsoft.com/office/drawing/2014/main" val="2642103305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3569308651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1733559518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2107356667"/>
                    </a:ext>
                  </a:extLst>
                </a:gridCol>
              </a:tblGrid>
              <a:tr h="113551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08415"/>
                  </a:ext>
                </a:extLst>
              </a:tr>
              <a:tr h="8009469"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3493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9C4E219C-B25E-F027-C301-E7AF16138ED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22188410" y="3537284"/>
            <a:ext cx="1136996" cy="1126933"/>
            <a:chOff x="22110192" y="3438670"/>
            <a:chExt cx="1207008" cy="119632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A6A5D8-D27E-F13E-1C3C-551652CAB3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chemeClr val="accent3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25B2B5F6-D620-0AE8-CB25-5DB9F640C97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3DF9348-FC4E-0A61-0C37-72B6F071CEC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16587519" y="3537284"/>
            <a:ext cx="1136996" cy="1126933"/>
            <a:chOff x="22110192" y="3438670"/>
            <a:chExt cx="1207008" cy="119632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8DDAEE-D83E-94D5-0162-E55D5D9E23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25B3346-9D27-5B44-B1B6-1A954050731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8A89CE-9EFB-227D-1F3B-63169B9925B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5400000">
            <a:off x="11021765" y="3537284"/>
            <a:ext cx="1136996" cy="1126933"/>
            <a:chOff x="22110192" y="3438670"/>
            <a:chExt cx="1207008" cy="119632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A433A15-3B88-0A5B-B4F9-BA5BB9C977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rgbClr val="3C7688">
                <a:alpha val="35000"/>
              </a:srgb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7A9B0C0-0A01-07BF-71CD-71E9EFD3A1E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6B8F44-2894-F483-2501-86192D5FEB1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63558" y="3532252"/>
            <a:ext cx="1126933" cy="1136996"/>
            <a:chOff x="5596113" y="3413996"/>
            <a:chExt cx="984852" cy="99364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DA9C0A-17B1-E20B-46AD-1C7A6B8C0CB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591716" y="3418393"/>
              <a:ext cx="993646" cy="984852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98D5848D-342E-481C-D749-07718EE8E22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876541" y="3699395"/>
              <a:ext cx="422851" cy="422849"/>
            </a:xfrm>
            <a:prstGeom prst="rect">
              <a:avLst/>
            </a:prstGeom>
          </p:spPr>
        </p:pic>
      </p:grp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C7FA2291-C1F6-CDE2-9BEC-25C11C475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3" hasCustomPrompt="1"/>
          </p:nvPr>
        </p:nvSpPr>
        <p:spPr>
          <a:xfrm>
            <a:off x="1348374" y="3705141"/>
            <a:ext cx="3898610" cy="77406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28 Bold)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FC397FF5-E03A-DE80-ACB9-D0EAFF0A0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4" hasCustomPrompt="1"/>
          </p:nvPr>
        </p:nvSpPr>
        <p:spPr>
          <a:xfrm>
            <a:off x="6920118" y="3705141"/>
            <a:ext cx="3898610" cy="77406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28 Bold)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F016861E-A833-52F2-6A83-9FAB15FB7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12479670" y="3705141"/>
            <a:ext cx="3898610" cy="77406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28 Bold)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3AB134EA-7454-DAB0-0F3A-901AFD37D6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6" hasCustomPrompt="1"/>
          </p:nvPr>
        </p:nvSpPr>
        <p:spPr>
          <a:xfrm>
            <a:off x="18051414" y="3705141"/>
            <a:ext cx="3898610" cy="77406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28 Bold)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339DE6A9-8B32-5F0F-A24B-A8784D74A7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066800" y="4891507"/>
            <a:ext cx="5523693" cy="7757688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830F5929-5F59-5EC9-D53F-48309FA465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1" hasCustomPrompt="1"/>
          </p:nvPr>
        </p:nvSpPr>
        <p:spPr>
          <a:xfrm>
            <a:off x="17792055" y="4891507"/>
            <a:ext cx="5528322" cy="7757688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844AD49-DA3B-9576-A44A-3649C4910E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2235913" y="4891507"/>
            <a:ext cx="5478649" cy="7757688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A1199EFA-CBA3-7A2E-EA94-1734E2629E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3" hasCustomPrompt="1"/>
          </p:nvPr>
        </p:nvSpPr>
        <p:spPr>
          <a:xfrm>
            <a:off x="6664272" y="4891507"/>
            <a:ext cx="5494148" cy="7757688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pic>
        <p:nvPicPr>
          <p:cNvPr id="13" name="Anglepoint Logo">
            <a:extLst>
              <a:ext uri="{FF2B5EF4-FFF2-40B4-BE49-F238E27FC236}">
                <a16:creationId xmlns:a16="http://schemas.microsoft.com/office/drawing/2014/main" id="{0A6E443B-7740-E9B7-FF53-0F1274170BAE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aphicFrame>
        <p:nvGraphicFramePr>
          <p:cNvPr id="14" name="Table">
            <a:extLst>
              <a:ext uri="{FF2B5EF4-FFF2-40B4-BE49-F238E27FC236}">
                <a16:creationId xmlns:a16="http://schemas.microsoft.com/office/drawing/2014/main" id="{3780CAA5-4D3A-D9A8-368B-A5862299E0B0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676825306"/>
              </p:ext>
            </p:extLst>
          </p:nvPr>
        </p:nvGraphicFramePr>
        <p:xfrm>
          <a:off x="1066800" y="3532252"/>
          <a:ext cx="22253576" cy="914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94">
                  <a:extLst>
                    <a:ext uri="{9D8B030D-6E8A-4147-A177-3AD203B41FA5}">
                      <a16:colId xmlns:a16="http://schemas.microsoft.com/office/drawing/2014/main" val="2642103305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3569308651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1733559518"/>
                    </a:ext>
                  </a:extLst>
                </a:gridCol>
                <a:gridCol w="5563394">
                  <a:extLst>
                    <a:ext uri="{9D8B030D-6E8A-4147-A177-3AD203B41FA5}">
                      <a16:colId xmlns:a16="http://schemas.microsoft.com/office/drawing/2014/main" val="2107356667"/>
                    </a:ext>
                  </a:extLst>
                </a:gridCol>
              </a:tblGrid>
              <a:tr h="113551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>
                        <a:solidFill>
                          <a:schemeClr val="bg1"/>
                        </a:solidFill>
                        <a:latin typeface="Figtree" pitchFamily="2" charset="0"/>
                        <a:cs typeface="Helvetica" panose="020B0604020202020204" pitchFamily="34" charset="0"/>
                      </a:endParaRPr>
                    </a:p>
                  </a:txBody>
                  <a:tcPr marL="365760" marR="365760" marT="182880" marB="274320" anchor="b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708415"/>
                  </a:ext>
                </a:extLst>
              </a:tr>
              <a:tr h="8009469"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8125" marR="0" lvl="0" indent="-238125" algn="l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2400" b="0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Helvetica" panose="020B0604020202020204" pitchFamily="34" charset="0"/>
                      </a:endParaRPr>
                    </a:p>
                  </a:txBody>
                  <a:tcPr marL="365760" marR="365760" marT="365760" marB="27432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234935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CB80C2AB-5D36-B7AC-9238-7772F07428A8}"/>
              </a:ext>
            </a:extLst>
          </p:cNvPr>
          <p:cNvGrpSpPr/>
          <p:nvPr userDrawn="1"/>
        </p:nvGrpSpPr>
        <p:grpSpPr>
          <a:xfrm rot="5400000">
            <a:off x="22188410" y="3537284"/>
            <a:ext cx="1136996" cy="1126933"/>
            <a:chOff x="22110192" y="3438670"/>
            <a:chExt cx="1207008" cy="119632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7E35E85-BEFF-DCA8-9EE4-9F51529CD8CF}"/>
                </a:ext>
              </a:extLst>
            </p:cNvPr>
            <p:cNvSpPr/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chemeClr val="accent3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A998A84D-CD07-8A77-E561-42E06377BA25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FE6D157-D730-0EF2-05F3-780263E552BA}"/>
              </a:ext>
            </a:extLst>
          </p:cNvPr>
          <p:cNvGrpSpPr/>
          <p:nvPr userDrawn="1"/>
        </p:nvGrpSpPr>
        <p:grpSpPr>
          <a:xfrm rot="5400000">
            <a:off x="16587519" y="3537284"/>
            <a:ext cx="1136996" cy="1126933"/>
            <a:chOff x="22110192" y="3438670"/>
            <a:chExt cx="1207008" cy="119632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B635FF2-8B30-4A48-4BCE-CDA1D76C1770}"/>
                </a:ext>
              </a:extLst>
            </p:cNvPr>
            <p:cNvSpPr/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9F326834-A900-F8BA-AF5F-234EDD5D0B6A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9A5FCED-60D2-80E7-9080-1D8736B8D240}"/>
              </a:ext>
            </a:extLst>
          </p:cNvPr>
          <p:cNvGrpSpPr/>
          <p:nvPr userDrawn="1"/>
        </p:nvGrpSpPr>
        <p:grpSpPr>
          <a:xfrm rot="5400000">
            <a:off x="11021765" y="3537284"/>
            <a:ext cx="1136996" cy="1126933"/>
            <a:chOff x="22110192" y="3438670"/>
            <a:chExt cx="1207008" cy="1196325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AB342FA-A5EA-B5C5-99AC-AB475D284CB3}"/>
                </a:ext>
              </a:extLst>
            </p:cNvPr>
            <p:cNvSpPr/>
            <p:nvPr/>
          </p:nvSpPr>
          <p:spPr>
            <a:xfrm>
              <a:off x="22110192" y="3438670"/>
              <a:ext cx="1207008" cy="1196325"/>
            </a:xfrm>
            <a:prstGeom prst="rect">
              <a:avLst/>
            </a:prstGeom>
            <a:solidFill>
              <a:srgbClr val="3C7688">
                <a:alpha val="35000"/>
              </a:srgb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96CE0705-5402-8FDD-377D-FAB2033F299A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456873" y="3780705"/>
              <a:ext cx="513648" cy="513646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BA66A24-B749-EA43-9E9A-BD8CBC76A1F4}"/>
              </a:ext>
            </a:extLst>
          </p:cNvPr>
          <p:cNvGrpSpPr/>
          <p:nvPr userDrawn="1"/>
        </p:nvGrpSpPr>
        <p:grpSpPr>
          <a:xfrm>
            <a:off x="5463558" y="3532252"/>
            <a:ext cx="1126933" cy="1136996"/>
            <a:chOff x="5596113" y="3413996"/>
            <a:chExt cx="984852" cy="993646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767752A-2783-9BDD-9615-BC297231CD1B}"/>
                </a:ext>
              </a:extLst>
            </p:cNvPr>
            <p:cNvSpPr/>
            <p:nvPr/>
          </p:nvSpPr>
          <p:spPr>
            <a:xfrm rot="5400000">
              <a:off x="5591716" y="3418393"/>
              <a:ext cx="993646" cy="984852"/>
            </a:xfrm>
            <a:prstGeom prst="rect">
              <a:avLst/>
            </a:prstGeom>
            <a:solidFill>
              <a:schemeClr val="tx2">
                <a:lumMod val="90000"/>
                <a:lumOff val="1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41EF68DD-D9F0-F8F7-74B2-4A069744FA17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876541" y="3699395"/>
              <a:ext cx="422851" cy="4228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13858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5DC530-8702-6C6A-D92A-A24E700B1AD4}"/>
              </a:ext>
            </a:extLst>
          </p:cNvPr>
          <p:cNvGraphicFramePr>
            <a:graphicFrameLocks noGrp="1" noDrilldown="1" noChangeAspect="1" noMove="1" noResize="1"/>
          </p:cNvGraphicFramePr>
          <p:nvPr>
            <p:extLst>
              <p:ext uri="{D42A27DB-BD31-4B8C-83A1-F6EECF244321}">
                <p14:modId xmlns:p14="http://schemas.microsoft.com/office/powerpoint/2010/main" val="1825660747"/>
              </p:ext>
            </p:extLst>
          </p:nvPr>
        </p:nvGraphicFramePr>
        <p:xfrm>
          <a:off x="1068388" y="3532252"/>
          <a:ext cx="22250400" cy="911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884">
                  <a:extLst>
                    <a:ext uri="{9D8B030D-6E8A-4147-A177-3AD203B41FA5}">
                      <a16:colId xmlns:a16="http://schemas.microsoft.com/office/drawing/2014/main" val="3180806348"/>
                    </a:ext>
                  </a:extLst>
                </a:gridCol>
                <a:gridCol w="362874">
                  <a:extLst>
                    <a:ext uri="{9D8B030D-6E8A-4147-A177-3AD203B41FA5}">
                      <a16:colId xmlns:a16="http://schemas.microsoft.com/office/drawing/2014/main" val="2851007011"/>
                    </a:ext>
                  </a:extLst>
                </a:gridCol>
                <a:gridCol w="7174884">
                  <a:extLst>
                    <a:ext uri="{9D8B030D-6E8A-4147-A177-3AD203B41FA5}">
                      <a16:colId xmlns:a16="http://schemas.microsoft.com/office/drawing/2014/main" val="100874410"/>
                    </a:ext>
                  </a:extLst>
                </a:gridCol>
                <a:gridCol w="362874">
                  <a:extLst>
                    <a:ext uri="{9D8B030D-6E8A-4147-A177-3AD203B41FA5}">
                      <a16:colId xmlns:a16="http://schemas.microsoft.com/office/drawing/2014/main" val="2035955855"/>
                    </a:ext>
                  </a:extLst>
                </a:gridCol>
                <a:gridCol w="7174884">
                  <a:extLst>
                    <a:ext uri="{9D8B030D-6E8A-4147-A177-3AD203B41FA5}">
                      <a16:colId xmlns:a16="http://schemas.microsoft.com/office/drawing/2014/main" val="1967170655"/>
                    </a:ext>
                  </a:extLst>
                </a:gridCol>
              </a:tblGrid>
              <a:tr h="1224086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>
                        <a:solidFill>
                          <a:schemeClr val="bg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548640" marT="182880" marB="182880" anchor="ctr"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650349"/>
                  </a:ext>
                </a:extLst>
              </a:tr>
              <a:tr h="1127551"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5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6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8530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5288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4694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57833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63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54151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27203"/>
                  </a:ext>
                </a:extLst>
              </a:tr>
            </a:tbl>
          </a:graphicData>
        </a:graphic>
      </p:graphicFrame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C7FA2291-C1F6-CDE2-9BEC-25C11C475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3" hasCustomPrompt="1"/>
          </p:nvPr>
        </p:nvSpPr>
        <p:spPr>
          <a:xfrm>
            <a:off x="1397036" y="3639671"/>
            <a:ext cx="5308564" cy="984922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F016861E-A833-52F2-6A83-9FAB15FB7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8928849" y="3639671"/>
            <a:ext cx="5308564" cy="984922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3AB134EA-7454-DAB0-0F3A-901AFD37D6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6" hasCustomPrompt="1"/>
          </p:nvPr>
        </p:nvSpPr>
        <p:spPr>
          <a:xfrm>
            <a:off x="16473752" y="3639671"/>
            <a:ext cx="5308564" cy="984922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14548A-E2D0-7BEF-403C-ACD4ECE1EA45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5400000">
            <a:off x="7017587" y="3532252"/>
            <a:ext cx="1223452" cy="1223452"/>
            <a:chOff x="22110192" y="3438670"/>
            <a:chExt cx="1296019" cy="129601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712309-96A1-15BB-B7D3-7D48DA9AF4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8951EDD6-95AD-4C98-4F63-6C02BDD9412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32A326-BE9E-67F8-D575-242A9FDA7BBB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5400000">
            <a:off x="14556461" y="3532252"/>
            <a:ext cx="1223452" cy="1223452"/>
            <a:chOff x="22110192" y="3438670"/>
            <a:chExt cx="1296019" cy="129601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8D42E2-3414-BC95-F03B-C41F50BD5A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291D6BAB-66D1-22E6-B1E2-D0C0303EE88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115EDC-FF23-C416-32F8-EA6DE59730A5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5400000">
            <a:off x="22095336" y="3532252"/>
            <a:ext cx="1223452" cy="1223452"/>
            <a:chOff x="22110192" y="3438670"/>
            <a:chExt cx="1296019" cy="1296019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5B78965-7EDB-AE51-2A1A-92EC69F670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9EE6200-9EF2-1F77-A051-98554210205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C96D89C-00D6-F579-EB06-452AE592D5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8607261" y="5000481"/>
            <a:ext cx="7172652" cy="7642302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422275" indent="-4095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4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24 Regular)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2B40BC2-D608-8583-A8B8-F84B570A51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068387" y="5000481"/>
            <a:ext cx="7172652" cy="7642302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422275" indent="-4095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4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 (Sentence, 24 Regular)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B53BE9F-5DB5-E261-E188-6D71B8F94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3" hasCustomPrompt="1"/>
          </p:nvPr>
        </p:nvSpPr>
        <p:spPr>
          <a:xfrm>
            <a:off x="16146135" y="5000481"/>
            <a:ext cx="7172652" cy="7642302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422275" indent="-4095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4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24 Regular)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7BCF6353-CD0A-4240-5BD4-F9887F46D4C2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D3C26A-0C91-3F9B-0E58-8DA9AB5F30D4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825660747"/>
              </p:ext>
            </p:extLst>
          </p:nvPr>
        </p:nvGraphicFramePr>
        <p:xfrm>
          <a:off x="1068388" y="3532252"/>
          <a:ext cx="22250400" cy="911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884">
                  <a:extLst>
                    <a:ext uri="{9D8B030D-6E8A-4147-A177-3AD203B41FA5}">
                      <a16:colId xmlns:a16="http://schemas.microsoft.com/office/drawing/2014/main" val="3180806348"/>
                    </a:ext>
                  </a:extLst>
                </a:gridCol>
                <a:gridCol w="362874">
                  <a:extLst>
                    <a:ext uri="{9D8B030D-6E8A-4147-A177-3AD203B41FA5}">
                      <a16:colId xmlns:a16="http://schemas.microsoft.com/office/drawing/2014/main" val="2851007011"/>
                    </a:ext>
                  </a:extLst>
                </a:gridCol>
                <a:gridCol w="7174884">
                  <a:extLst>
                    <a:ext uri="{9D8B030D-6E8A-4147-A177-3AD203B41FA5}">
                      <a16:colId xmlns:a16="http://schemas.microsoft.com/office/drawing/2014/main" val="100874410"/>
                    </a:ext>
                  </a:extLst>
                </a:gridCol>
                <a:gridCol w="362874">
                  <a:extLst>
                    <a:ext uri="{9D8B030D-6E8A-4147-A177-3AD203B41FA5}">
                      <a16:colId xmlns:a16="http://schemas.microsoft.com/office/drawing/2014/main" val="2035955855"/>
                    </a:ext>
                  </a:extLst>
                </a:gridCol>
                <a:gridCol w="7174884">
                  <a:extLst>
                    <a:ext uri="{9D8B030D-6E8A-4147-A177-3AD203B41FA5}">
                      <a16:colId xmlns:a16="http://schemas.microsoft.com/office/drawing/2014/main" val="1967170655"/>
                    </a:ext>
                  </a:extLst>
                </a:gridCol>
              </a:tblGrid>
              <a:tr h="1224086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>
                        <a:solidFill>
                          <a:schemeClr val="bg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548640" marT="182880" marB="182880" anchor="ctr"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650349"/>
                  </a:ext>
                </a:extLst>
              </a:tr>
              <a:tr h="1127551"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5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6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8530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5288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4694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57833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63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54151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27203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07765E82-90CE-37D7-FEB2-F9201FEC7F2C}"/>
              </a:ext>
            </a:extLst>
          </p:cNvPr>
          <p:cNvGrpSpPr/>
          <p:nvPr userDrawn="1"/>
        </p:nvGrpSpPr>
        <p:grpSpPr>
          <a:xfrm rot="5400000">
            <a:off x="7017587" y="3532252"/>
            <a:ext cx="1223452" cy="1223452"/>
            <a:chOff x="22110192" y="3438670"/>
            <a:chExt cx="1296019" cy="12960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54281C-6DF3-4D01-4648-65E79525491D}"/>
                </a:ext>
              </a:extLst>
            </p:cNvPr>
            <p:cNvSpPr/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BC23E7E-4BB8-4BA7-4AC1-0CE78BDA3E10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2CDEE06-813D-61C8-DF14-2FE7523BD2A2}"/>
              </a:ext>
            </a:extLst>
          </p:cNvPr>
          <p:cNvGrpSpPr/>
          <p:nvPr userDrawn="1"/>
        </p:nvGrpSpPr>
        <p:grpSpPr>
          <a:xfrm rot="5400000">
            <a:off x="14556461" y="3532252"/>
            <a:ext cx="1223452" cy="1223452"/>
            <a:chOff x="22110192" y="3438670"/>
            <a:chExt cx="1296019" cy="12960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A343D1-F239-6E41-996C-2101A3AC1A4C}"/>
                </a:ext>
              </a:extLst>
            </p:cNvPr>
            <p:cNvSpPr/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38D242F-3F9A-C059-4AC0-7FCE953ABDB6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7F0151B-2A69-75FB-464A-BD0D9292A77B}"/>
              </a:ext>
            </a:extLst>
          </p:cNvPr>
          <p:cNvGrpSpPr/>
          <p:nvPr userDrawn="1"/>
        </p:nvGrpSpPr>
        <p:grpSpPr>
          <a:xfrm rot="5400000">
            <a:off x="22095336" y="3532252"/>
            <a:ext cx="1223452" cy="1223452"/>
            <a:chOff x="22110192" y="3438670"/>
            <a:chExt cx="1296019" cy="12960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CDCA2F-BE9C-B1FD-C57B-27557B85B714}"/>
                </a:ext>
              </a:extLst>
            </p:cNvPr>
            <p:cNvSpPr/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9D750929-BA1E-80DE-C9E4-22740B62381D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159910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9C9A42-B5EE-6FC7-905E-AFD5D0251063}"/>
              </a:ext>
            </a:extLst>
          </p:cNvPr>
          <p:cNvGraphicFramePr>
            <a:graphicFrameLocks noGrp="1" noDrilldown="1" noChangeAspect="1" noMove="1" noResize="1"/>
          </p:cNvGraphicFramePr>
          <p:nvPr>
            <p:extLst>
              <p:ext uri="{D42A27DB-BD31-4B8C-83A1-F6EECF244321}">
                <p14:modId xmlns:p14="http://schemas.microsoft.com/office/powerpoint/2010/main" val="1664137742"/>
              </p:ext>
            </p:extLst>
          </p:nvPr>
        </p:nvGraphicFramePr>
        <p:xfrm>
          <a:off x="1068388" y="3532252"/>
          <a:ext cx="22250399" cy="911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156">
                  <a:extLst>
                    <a:ext uri="{9D8B030D-6E8A-4147-A177-3AD203B41FA5}">
                      <a16:colId xmlns:a16="http://schemas.microsoft.com/office/drawing/2014/main" val="3180806348"/>
                    </a:ext>
                  </a:extLst>
                </a:gridCol>
                <a:gridCol w="830087">
                  <a:extLst>
                    <a:ext uri="{9D8B030D-6E8A-4147-A177-3AD203B41FA5}">
                      <a16:colId xmlns:a16="http://schemas.microsoft.com/office/drawing/2014/main" val="2851007011"/>
                    </a:ext>
                  </a:extLst>
                </a:gridCol>
                <a:gridCol w="10710156">
                  <a:extLst>
                    <a:ext uri="{9D8B030D-6E8A-4147-A177-3AD203B41FA5}">
                      <a16:colId xmlns:a16="http://schemas.microsoft.com/office/drawing/2014/main" val="100874410"/>
                    </a:ext>
                  </a:extLst>
                </a:gridCol>
              </a:tblGrid>
              <a:tr h="1224086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>
                        <a:solidFill>
                          <a:schemeClr val="bg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548640" marT="182880" marB="182880" anchor="ctr"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650349"/>
                  </a:ext>
                </a:extLst>
              </a:tr>
              <a:tr h="1127551"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5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8530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5288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4694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57833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63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54151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27203"/>
                  </a:ext>
                </a:extLst>
              </a:tr>
            </a:tbl>
          </a:graphicData>
        </a:graphic>
      </p:graphicFrame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C7FA2291-C1F6-CDE2-9BEC-25C11C475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3" hasCustomPrompt="1"/>
          </p:nvPr>
        </p:nvSpPr>
        <p:spPr>
          <a:xfrm>
            <a:off x="1446911" y="3639671"/>
            <a:ext cx="8721250" cy="984922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6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36 Bold)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F016861E-A833-52F2-6A83-9FAB15FB7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12988329" y="3639671"/>
            <a:ext cx="8721250" cy="984922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6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36 Bold)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B14548A-E2D0-7BEF-403C-ACD4ECE1EA45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5400000">
            <a:off x="10554657" y="3532252"/>
            <a:ext cx="1223452" cy="1223452"/>
            <a:chOff x="22110192" y="3438670"/>
            <a:chExt cx="1296019" cy="129601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712309-96A1-15BB-B7D3-7D48DA9AF4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8951EDD6-95AD-4C98-4F63-6C02BDD9412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32A326-BE9E-67F8-D575-242A9FDA7BBB}"/>
              </a:ext>
            </a:extLst>
          </p:cNvPr>
          <p:cNvGrpSpPr>
            <a:grpSpLocks noGrp="1" noUngrp="1" noRot="1" noChangeAspect="1" noMove="1" noResize="1"/>
          </p:cNvGrpSpPr>
          <p:nvPr/>
        </p:nvGrpSpPr>
        <p:grpSpPr>
          <a:xfrm rot="5400000">
            <a:off x="22088895" y="3532252"/>
            <a:ext cx="1223452" cy="1223452"/>
            <a:chOff x="22110192" y="3438670"/>
            <a:chExt cx="1296019" cy="129601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8D42E2-3414-BC95-F03B-C41F50BD5AC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291D6BAB-66D1-22E6-B1E2-D0C0303EE88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419BAB-0FBB-F8FD-FF81-FACE812944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2632720" y="5057191"/>
            <a:ext cx="10686067" cy="7642302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422275" indent="-4095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4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24 Regular)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F3B6D7C-C605-9307-50F1-3E163F8B7F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068388" y="5057191"/>
            <a:ext cx="10709722" cy="7642302"/>
          </a:xfrm>
          <a:prstGeom prst="rect">
            <a:avLst/>
          </a:prstGeom>
        </p:spPr>
        <p:txBody>
          <a:bodyPr lIns="274320" tIns="91440">
            <a:normAutofit/>
          </a:bodyPr>
          <a:lstStyle>
            <a:lvl1pPr marL="422275" indent="-409575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SzPct val="125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4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 (Sentence, 24 Regular)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26E416-05F2-839E-842A-E2ECF3AE381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664137742"/>
              </p:ext>
            </p:extLst>
          </p:nvPr>
        </p:nvGraphicFramePr>
        <p:xfrm>
          <a:off x="1068388" y="3532252"/>
          <a:ext cx="22250399" cy="911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0156">
                  <a:extLst>
                    <a:ext uri="{9D8B030D-6E8A-4147-A177-3AD203B41FA5}">
                      <a16:colId xmlns:a16="http://schemas.microsoft.com/office/drawing/2014/main" val="3180806348"/>
                    </a:ext>
                  </a:extLst>
                </a:gridCol>
                <a:gridCol w="830087">
                  <a:extLst>
                    <a:ext uri="{9D8B030D-6E8A-4147-A177-3AD203B41FA5}">
                      <a16:colId xmlns:a16="http://schemas.microsoft.com/office/drawing/2014/main" val="2851007011"/>
                    </a:ext>
                  </a:extLst>
                </a:gridCol>
                <a:gridCol w="10710156">
                  <a:extLst>
                    <a:ext uri="{9D8B030D-6E8A-4147-A177-3AD203B41FA5}">
                      <a16:colId xmlns:a16="http://schemas.microsoft.com/office/drawing/2014/main" val="100874410"/>
                    </a:ext>
                  </a:extLst>
                </a:gridCol>
              </a:tblGrid>
              <a:tr h="1224086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>
                        <a:solidFill>
                          <a:schemeClr val="bg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548640" marT="182880" marB="182880" anchor="ctr"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548640" marT="182880" marB="182880" anchor="ctr">
                    <a:lnL w="12700" cmpd="sng">
                      <a:noFill/>
                    </a:lnL>
                    <a:lnT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650349"/>
                  </a:ext>
                </a:extLst>
              </a:tr>
              <a:tr h="1127551"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4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0" i="0" spc="-20" baseline="0">
                        <a:solidFill>
                          <a:schemeClr val="accent5">
                            <a:lumMod val="75000"/>
                          </a:schemeClr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8530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5288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i="0">
                        <a:solidFill>
                          <a:schemeClr val="tx1"/>
                        </a:solidFill>
                        <a:latin typeface="Figtree" pitchFamily="2" charset="0"/>
                        <a:cs typeface="Helvetica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46946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457833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639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54151"/>
                  </a:ext>
                </a:extLst>
              </a:tr>
              <a:tr h="1127551"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>
                        <a:solidFill>
                          <a:schemeClr val="tx1"/>
                        </a:solidFill>
                        <a:latin typeface="Figtree" pitchFamily="2" charset="0"/>
                      </a:endParaRPr>
                    </a:p>
                  </a:txBody>
                  <a:tcPr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0" i="0" u="none" strike="noStrike" kern="1200" cap="none" spc="-20" normalizeH="0" baseline="0" noProof="0">
                        <a:ln>
                          <a:noFill/>
                        </a:ln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uLnTx/>
                        <a:uFillTx/>
                        <a:latin typeface="TT Norms Pro" panose="02000503030000020003" pitchFamily="50" charset="0"/>
                        <a:ea typeface="+mn-ea"/>
                        <a:cs typeface="Helvetica"/>
                      </a:endParaRPr>
                    </a:p>
                  </a:txBody>
                  <a:tcPr marL="0" marR="0" marT="182880" marB="182880" anchor="ctr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6727203"/>
                  </a:ext>
                </a:extLst>
              </a:tr>
            </a:tbl>
          </a:graphicData>
        </a:graphic>
      </p:graphicFrame>
      <p:pic>
        <p:nvPicPr>
          <p:cNvPr id="4" name="Anglepoint Logo">
            <a:extLst>
              <a:ext uri="{FF2B5EF4-FFF2-40B4-BE49-F238E27FC236}">
                <a16:creationId xmlns:a16="http://schemas.microsoft.com/office/drawing/2014/main" id="{D5C572B5-0AAF-1A0F-E166-417796278C91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7F4027D-303F-C247-B43E-80F44F07A098}"/>
              </a:ext>
            </a:extLst>
          </p:cNvPr>
          <p:cNvGrpSpPr/>
          <p:nvPr userDrawn="1"/>
        </p:nvGrpSpPr>
        <p:grpSpPr>
          <a:xfrm rot="5400000">
            <a:off x="10554657" y="3532252"/>
            <a:ext cx="1223452" cy="1223452"/>
            <a:chOff x="22110192" y="3438670"/>
            <a:chExt cx="1296019" cy="12960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68611D-6C08-360F-5C42-8520A4BE44D9}"/>
                </a:ext>
              </a:extLst>
            </p:cNvPr>
            <p:cNvSpPr/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accent4">
                <a:lumMod val="50000"/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5A0CA38-41CC-F39B-4867-3B4DA02BB581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2877B98-B06B-3696-6644-B7422C6B58FB}"/>
              </a:ext>
            </a:extLst>
          </p:cNvPr>
          <p:cNvGrpSpPr/>
          <p:nvPr userDrawn="1"/>
        </p:nvGrpSpPr>
        <p:grpSpPr>
          <a:xfrm rot="5400000">
            <a:off x="22088895" y="3532252"/>
            <a:ext cx="1223452" cy="1223452"/>
            <a:chOff x="22110192" y="3438670"/>
            <a:chExt cx="1296019" cy="12960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4B1F570-FED1-4684-F202-4B21E9010BB5}"/>
                </a:ext>
              </a:extLst>
            </p:cNvPr>
            <p:cNvSpPr/>
            <p:nvPr/>
          </p:nvSpPr>
          <p:spPr>
            <a:xfrm>
              <a:off x="22110192" y="3438670"/>
              <a:ext cx="1296019" cy="1296019"/>
            </a:xfrm>
            <a:prstGeom prst="rect">
              <a:avLst/>
            </a:prstGeom>
            <a:solidFill>
              <a:schemeClr val="tx2">
                <a:alpha val="5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88F85D0-973C-8D2B-A1AD-E4BCC142B882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22501378" y="3829856"/>
              <a:ext cx="513648" cy="5136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170210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with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aphicFrame>
        <p:nvGraphicFramePr>
          <p:cNvPr id="3" name="Table of 7-8 Ideas">
            <a:extLst>
              <a:ext uri="{FF2B5EF4-FFF2-40B4-BE49-F238E27FC236}">
                <a16:creationId xmlns:a16="http://schemas.microsoft.com/office/drawing/2014/main" id="{71CD296A-DF61-85C3-28F3-8309931CADA4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022643222"/>
              </p:ext>
            </p:extLst>
          </p:nvPr>
        </p:nvGraphicFramePr>
        <p:xfrm>
          <a:off x="1097280" y="3381177"/>
          <a:ext cx="22221508" cy="7837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401">
                  <a:extLst>
                    <a:ext uri="{9D8B030D-6E8A-4147-A177-3AD203B41FA5}">
                      <a16:colId xmlns:a16="http://schemas.microsoft.com/office/drawing/2014/main" val="4094758342"/>
                    </a:ext>
                  </a:extLst>
                </a:gridCol>
                <a:gridCol w="5797353">
                  <a:extLst>
                    <a:ext uri="{9D8B030D-6E8A-4147-A177-3AD203B41FA5}">
                      <a16:colId xmlns:a16="http://schemas.microsoft.com/office/drawing/2014/main" val="2839612736"/>
                    </a:ext>
                  </a:extLst>
                </a:gridCol>
                <a:gridCol w="5797353">
                  <a:extLst>
                    <a:ext uri="{9D8B030D-6E8A-4147-A177-3AD203B41FA5}">
                      <a16:colId xmlns:a16="http://schemas.microsoft.com/office/drawing/2014/main" val="518463263"/>
                    </a:ext>
                  </a:extLst>
                </a:gridCol>
                <a:gridCol w="5313401">
                  <a:extLst>
                    <a:ext uri="{9D8B030D-6E8A-4147-A177-3AD203B41FA5}">
                      <a16:colId xmlns:a16="http://schemas.microsoft.com/office/drawing/2014/main" val="69486079"/>
                    </a:ext>
                  </a:extLst>
                </a:gridCol>
              </a:tblGrid>
              <a:tr h="391885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365760" marB="365760"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661053"/>
                  </a:ext>
                </a:extLst>
              </a:tr>
              <a:tr h="391885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365760" marT="365760"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457200" marR="36576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274909"/>
                  </a:ext>
                </a:extLst>
              </a:tr>
            </a:tbl>
          </a:graphicData>
        </a:graphic>
      </p:graphicFrame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594403A9-7685-D715-180A-E7924F3644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3" hasCustomPrompt="1"/>
          </p:nvPr>
        </p:nvSpPr>
        <p:spPr>
          <a:xfrm>
            <a:off x="1068387" y="3381177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8" name="Text Placeholder 35">
            <a:extLst>
              <a:ext uri="{FF2B5EF4-FFF2-40B4-BE49-F238E27FC236}">
                <a16:creationId xmlns:a16="http://schemas.microsoft.com/office/drawing/2014/main" id="{A0F22784-0507-8DEC-BFC5-EE10F7F101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068388" y="4059226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11" name="Text Placeholder 54">
            <a:extLst>
              <a:ext uri="{FF2B5EF4-FFF2-40B4-BE49-F238E27FC236}">
                <a16:creationId xmlns:a16="http://schemas.microsoft.com/office/drawing/2014/main" id="{EF852C37-EB05-FFEB-D60B-D7AAB8698A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4" hasCustomPrompt="1"/>
          </p:nvPr>
        </p:nvSpPr>
        <p:spPr>
          <a:xfrm>
            <a:off x="6814961" y="3381177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C3688752-3ED7-EE65-CCFB-95101AF06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6774921" y="4059226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13" name="Text Placeholder 54">
            <a:extLst>
              <a:ext uri="{FF2B5EF4-FFF2-40B4-BE49-F238E27FC236}">
                <a16:creationId xmlns:a16="http://schemas.microsoft.com/office/drawing/2014/main" id="{58AE3511-C493-C5C3-5D44-47D4E07F34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6" hasCustomPrompt="1"/>
          </p:nvPr>
        </p:nvSpPr>
        <p:spPr>
          <a:xfrm>
            <a:off x="12561535" y="3381177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5" name="Text Placeholder 35">
            <a:extLst>
              <a:ext uri="{FF2B5EF4-FFF2-40B4-BE49-F238E27FC236}">
                <a16:creationId xmlns:a16="http://schemas.microsoft.com/office/drawing/2014/main" id="{1970206C-F9A4-CDCE-3F85-2C16AD3F29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7" hasCustomPrompt="1"/>
          </p:nvPr>
        </p:nvSpPr>
        <p:spPr>
          <a:xfrm>
            <a:off x="12599987" y="4059226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F2029B27-A518-B7F1-73F7-C1412810FF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8" hasCustomPrompt="1"/>
          </p:nvPr>
        </p:nvSpPr>
        <p:spPr>
          <a:xfrm>
            <a:off x="18308108" y="3381177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7" name="Text Placeholder 35">
            <a:extLst>
              <a:ext uri="{FF2B5EF4-FFF2-40B4-BE49-F238E27FC236}">
                <a16:creationId xmlns:a16="http://schemas.microsoft.com/office/drawing/2014/main" id="{63833E2D-239B-EB65-D16C-477EA55B9D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9" hasCustomPrompt="1"/>
          </p:nvPr>
        </p:nvSpPr>
        <p:spPr>
          <a:xfrm>
            <a:off x="18308109" y="4059226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18" name="Text Placeholder 54">
            <a:extLst>
              <a:ext uri="{FF2B5EF4-FFF2-40B4-BE49-F238E27FC236}">
                <a16:creationId xmlns:a16="http://schemas.microsoft.com/office/drawing/2014/main" id="{F867AFB7-D891-2BEB-F6D1-34029D39B3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0" hasCustomPrompt="1"/>
          </p:nvPr>
        </p:nvSpPr>
        <p:spPr>
          <a:xfrm>
            <a:off x="1068387" y="7580643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9" name="Text Placeholder 35">
            <a:extLst>
              <a:ext uri="{FF2B5EF4-FFF2-40B4-BE49-F238E27FC236}">
                <a16:creationId xmlns:a16="http://schemas.microsoft.com/office/drawing/2014/main" id="{BEBF1697-6CF5-02F2-BE9A-F4049AF1E3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1" hasCustomPrompt="1"/>
          </p:nvPr>
        </p:nvSpPr>
        <p:spPr>
          <a:xfrm>
            <a:off x="1068388" y="8258692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F09B28FF-83DD-3E28-B681-7032CEFB36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2" hasCustomPrompt="1"/>
          </p:nvPr>
        </p:nvSpPr>
        <p:spPr>
          <a:xfrm>
            <a:off x="6814961" y="7580643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25" name="Text Placeholder 35">
            <a:extLst>
              <a:ext uri="{FF2B5EF4-FFF2-40B4-BE49-F238E27FC236}">
                <a16:creationId xmlns:a16="http://schemas.microsoft.com/office/drawing/2014/main" id="{F974D7B2-949C-F1DA-5B81-86143DD5C0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3" hasCustomPrompt="1"/>
          </p:nvPr>
        </p:nvSpPr>
        <p:spPr>
          <a:xfrm>
            <a:off x="6774921" y="8258692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E94BF64-126C-7C03-9005-6B2E9E6F4B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4" hasCustomPrompt="1"/>
          </p:nvPr>
        </p:nvSpPr>
        <p:spPr>
          <a:xfrm>
            <a:off x="12561535" y="7580643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28" name="Text Placeholder 35">
            <a:extLst>
              <a:ext uri="{FF2B5EF4-FFF2-40B4-BE49-F238E27FC236}">
                <a16:creationId xmlns:a16="http://schemas.microsoft.com/office/drawing/2014/main" id="{1A3A8ED4-5A1C-1B79-D3BF-03E28CB9AF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5" hasCustomPrompt="1"/>
          </p:nvPr>
        </p:nvSpPr>
        <p:spPr>
          <a:xfrm>
            <a:off x="12599987" y="8258692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AE2F7FAD-FA21-3031-4357-D59572514A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6" hasCustomPrompt="1"/>
          </p:nvPr>
        </p:nvSpPr>
        <p:spPr>
          <a:xfrm>
            <a:off x="18308108" y="7580643"/>
            <a:ext cx="50106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37476DFB-46AA-3060-84B8-7FD64671E7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7" hasCustomPrompt="1"/>
          </p:nvPr>
        </p:nvSpPr>
        <p:spPr>
          <a:xfrm>
            <a:off x="18308109" y="8258692"/>
            <a:ext cx="5010679" cy="2920029"/>
          </a:xfrm>
          <a:prstGeom prst="rect">
            <a:avLst/>
          </a:prstGeom>
          <a:noFill/>
        </p:spPr>
        <p:txBody>
          <a:bodyPr wrap="square" lIns="0" tIns="0" rIns="91440" bIns="0" anchor="t" anchorCtr="0">
            <a:noAutofit/>
          </a:bodyPr>
          <a:lstStyle>
            <a:lvl1pPr marL="17463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Text that is clear, concise, active, &amp; free of spelling and grammatical errors (Sentence, 28 regular)</a:t>
            </a:r>
          </a:p>
        </p:txBody>
      </p:sp>
      <p:sp>
        <p:nvSpPr>
          <p:cNvPr id="36" name="Key Point">
            <a:extLst>
              <a:ext uri="{FF2B5EF4-FFF2-40B4-BE49-F238E27FC236}">
                <a16:creationId xmlns:a16="http://schemas.microsoft.com/office/drawing/2014/main" id="{FE2F6F66-24C8-2B9D-9A0B-4651896FEE5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6" y="11543063"/>
            <a:ext cx="22250402" cy="110613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>
            <a:outerShdw dist="381000" dir="2700000" algn="tl" rotWithShape="0">
              <a:schemeClr val="tx2"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365760" tIns="274320" rIns="182880" bIns="3657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2800" i="1">
              <a:solidFill>
                <a:schemeClr val="tx2"/>
              </a:solidFill>
              <a:latin typeface="Figtree" pitchFamily="2" charset="0"/>
              <a:cs typeface="Segoe UI"/>
            </a:endParaRPr>
          </a:p>
        </p:txBody>
      </p:sp>
      <p:sp>
        <p:nvSpPr>
          <p:cNvPr id="37" name="Text Placeholder 54">
            <a:extLst>
              <a:ext uri="{FF2B5EF4-FFF2-40B4-BE49-F238E27FC236}">
                <a16:creationId xmlns:a16="http://schemas.microsoft.com/office/drawing/2014/main" id="{69FB9A7C-0B23-C5C4-6DD6-16C1EA03DC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8" hasCustomPrompt="1"/>
          </p:nvPr>
        </p:nvSpPr>
        <p:spPr>
          <a:xfrm>
            <a:off x="1423987" y="11847843"/>
            <a:ext cx="21571480" cy="484188"/>
          </a:xfrm>
          <a:prstGeom prst="rect">
            <a:avLst/>
          </a:prstGeom>
        </p:spPr>
        <p:txBody>
          <a:bodyPr lIns="0" rIns="0" bIns="0" anchor="ctr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INSIGHT: (Title, 28 Bold/After colon, 28 Regular)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DAC81615-8ECE-727C-218A-0BC75A25A165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aphicFrame>
        <p:nvGraphicFramePr>
          <p:cNvPr id="9" name="Table of 7-8 Ideas">
            <a:extLst>
              <a:ext uri="{FF2B5EF4-FFF2-40B4-BE49-F238E27FC236}">
                <a16:creationId xmlns:a16="http://schemas.microsoft.com/office/drawing/2014/main" id="{C822E362-3162-B4DE-2631-70B63C4F522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022643222"/>
              </p:ext>
            </p:extLst>
          </p:nvPr>
        </p:nvGraphicFramePr>
        <p:xfrm>
          <a:off x="1097280" y="3381177"/>
          <a:ext cx="22221508" cy="7837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3401">
                  <a:extLst>
                    <a:ext uri="{9D8B030D-6E8A-4147-A177-3AD203B41FA5}">
                      <a16:colId xmlns:a16="http://schemas.microsoft.com/office/drawing/2014/main" val="4094758342"/>
                    </a:ext>
                  </a:extLst>
                </a:gridCol>
                <a:gridCol w="5797353">
                  <a:extLst>
                    <a:ext uri="{9D8B030D-6E8A-4147-A177-3AD203B41FA5}">
                      <a16:colId xmlns:a16="http://schemas.microsoft.com/office/drawing/2014/main" val="2839612736"/>
                    </a:ext>
                  </a:extLst>
                </a:gridCol>
                <a:gridCol w="5797353">
                  <a:extLst>
                    <a:ext uri="{9D8B030D-6E8A-4147-A177-3AD203B41FA5}">
                      <a16:colId xmlns:a16="http://schemas.microsoft.com/office/drawing/2014/main" val="518463263"/>
                    </a:ext>
                  </a:extLst>
                </a:gridCol>
                <a:gridCol w="5313401">
                  <a:extLst>
                    <a:ext uri="{9D8B030D-6E8A-4147-A177-3AD203B41FA5}">
                      <a16:colId xmlns:a16="http://schemas.microsoft.com/office/drawing/2014/main" val="69486079"/>
                    </a:ext>
                  </a:extLst>
                </a:gridCol>
              </a:tblGrid>
              <a:tr h="391885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365760" marB="365760"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0" marB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661053"/>
                  </a:ext>
                </a:extLst>
              </a:tr>
              <a:tr h="391885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365760" marT="365760"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457200" marR="36576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36576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457200" marR="0" marT="365760">
                    <a:lnL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274909"/>
                  </a:ext>
                </a:extLst>
              </a:tr>
            </a:tbl>
          </a:graphicData>
        </a:graphic>
      </p:graphicFrame>
      <p:sp>
        <p:nvSpPr>
          <p:cNvPr id="10" name="Key Point">
            <a:extLst>
              <a:ext uri="{FF2B5EF4-FFF2-40B4-BE49-F238E27FC236}">
                <a16:creationId xmlns:a16="http://schemas.microsoft.com/office/drawing/2014/main" id="{09BEB9E6-6051-ACCC-6400-DC95E5DF7170}"/>
              </a:ext>
            </a:extLst>
          </p:cNvPr>
          <p:cNvSpPr txBox="1"/>
          <p:nvPr userDrawn="1"/>
        </p:nvSpPr>
        <p:spPr>
          <a:xfrm>
            <a:off x="1068386" y="11543063"/>
            <a:ext cx="22250402" cy="110613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</a:ln>
          <a:effectLst>
            <a:outerShdw dist="381000" dir="2700000" algn="tl" rotWithShape="0">
              <a:schemeClr val="tx2">
                <a:alpha val="10000"/>
              </a:schemeClr>
            </a:outerShdw>
          </a:effectLst>
        </p:spPr>
        <p:txBody>
          <a:bodyPr rot="0" spcFirstLastPara="0" vertOverflow="overflow" horzOverflow="overflow" vert="horz" wrap="square" lIns="365760" tIns="274320" rIns="182880" bIns="3657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endParaRPr lang="en-US" sz="2800" i="1">
              <a:solidFill>
                <a:schemeClr val="tx2"/>
              </a:solidFill>
              <a:latin typeface="Figtree" pitchFamily="2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704051270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Three Big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056343D-CCCB-4816-0538-C6E578913E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3915360"/>
            <a:ext cx="7132320" cy="1225296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4C0288-5341-27F4-C3DD-3FC5148F23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27427" y="3915360"/>
            <a:ext cx="7132320" cy="1225296"/>
          </a:xfrm>
          <a:prstGeom prst="rect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220F95-6E7F-1A3E-1530-225EC0C96B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186468" y="3915360"/>
            <a:ext cx="7132320" cy="1225296"/>
          </a:xfrm>
          <a:prstGeom prst="rect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BD9945C-5488-2E29-2A7C-1DEAE2D07B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12A739-1BA2-F9BC-6E98-F5C40D8B45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27427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457200" tIns="640080" rIns="457200" bIns="45720" rtlCol="0" anchor="t"/>
          <a:lstStyle/>
          <a:p>
            <a:pPr algn="ctr"/>
            <a:endParaRPr lang="en-US" sz="28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7D4FC2-1957-F4ED-E474-5A7370A12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186468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E07CB6B-DBA8-8490-E154-B6039FE326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569848" y="5931387"/>
            <a:ext cx="6129400" cy="2303463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6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000388E-EB83-145B-D417-C1FF2F2254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1569848" y="8394700"/>
            <a:ext cx="6129400" cy="2449513"/>
          </a:xfrm>
          <a:prstGeom prst="rect">
            <a:avLst/>
          </a:prstGeom>
        </p:spPr>
        <p:txBody>
          <a:bodyPr>
            <a:normAutofit/>
          </a:bodyPr>
          <a:lstStyle>
            <a:lvl1pPr marL="17463" indent="0" algn="ctr"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Click to enter explanation of statistic (Sentence, 28 Demi Bold)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04849092-C218-F7CC-E05F-E22B151FF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128887" y="5931387"/>
            <a:ext cx="6129400" cy="2303463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6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BC382F04-6337-024B-E92C-A11576B4DF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9128887" y="8394700"/>
            <a:ext cx="6129400" cy="2449513"/>
          </a:xfrm>
          <a:prstGeom prst="rect">
            <a:avLst/>
          </a:prstGeom>
        </p:spPr>
        <p:txBody>
          <a:bodyPr>
            <a:normAutofit/>
          </a:bodyPr>
          <a:lstStyle>
            <a:lvl1pPr marL="17463" indent="0" algn="ctr"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Click to enter explanation of statistic (Sentence, 28 Demi Bold)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7E8343D7-0D9E-A432-5940-1DA553BAC2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16687928" y="5931387"/>
            <a:ext cx="6129400" cy="2303463"/>
          </a:xfrm>
          <a:prstGeom prst="rect">
            <a:avLst/>
          </a:prstGeom>
        </p:spPr>
        <p:txBody>
          <a:bodyPr bIns="0" anchor="ctr" anchorCtr="0">
            <a:noAutofit/>
          </a:bodyPr>
          <a:lstStyle>
            <a:lvl1pPr marL="1746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6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XX</a:t>
            </a:r>
            <a:endParaRPr lang="en-US"/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78F38186-2FE7-48DF-4208-B3080F60A5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6687928" y="8394700"/>
            <a:ext cx="6129400" cy="2449513"/>
          </a:xfrm>
          <a:prstGeom prst="rect">
            <a:avLst/>
          </a:prstGeom>
        </p:spPr>
        <p:txBody>
          <a:bodyPr>
            <a:normAutofit/>
          </a:bodyPr>
          <a:lstStyle>
            <a:lvl1pPr marL="17463" indent="0" algn="ctr">
              <a:buNone/>
              <a:tabLst/>
              <a:defRPr sz="28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Click to enter explanation of statistic (Sentence, 28 Demi Bold)</a:t>
            </a:r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E4929825-2A01-EE24-17DE-D1BD628BA7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1569848" y="4023361"/>
            <a:ext cx="6129400" cy="988792"/>
          </a:xfrm>
          <a:prstGeom prst="rect">
            <a:avLst/>
          </a:prstGeom>
        </p:spPr>
        <p:txBody>
          <a:bodyPr bIns="0" anchor="ctr" anchorCtr="0">
            <a:norm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Demi Bold)</a:t>
            </a:r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A8761BA1-B423-A073-01C0-4019F3EF5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9128887" y="4023361"/>
            <a:ext cx="6129400" cy="988792"/>
          </a:xfrm>
          <a:prstGeom prst="rect">
            <a:avLst/>
          </a:prstGeom>
        </p:spPr>
        <p:txBody>
          <a:bodyPr bIns="0" anchor="ctr" anchorCtr="0">
            <a:norm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Demi Bold)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78DEF8A6-394D-AB4C-DA2D-E0BE6CDD54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16687928" y="4023361"/>
            <a:ext cx="6129400" cy="988792"/>
          </a:xfrm>
          <a:prstGeom prst="rect">
            <a:avLst/>
          </a:prstGeom>
        </p:spPr>
        <p:txBody>
          <a:bodyPr bIns="0" anchor="ctr" anchorCtr="0">
            <a:norm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Demi Bold)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BDEE5-2413-04E2-6791-56B8924955BE}"/>
              </a:ext>
            </a:extLst>
          </p:cNvPr>
          <p:cNvSpPr/>
          <p:nvPr userDrawn="1"/>
        </p:nvSpPr>
        <p:spPr>
          <a:xfrm>
            <a:off x="1068388" y="3915360"/>
            <a:ext cx="7132320" cy="1225296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E7FE8-80CE-7C58-0759-8148B46A792F}"/>
              </a:ext>
            </a:extLst>
          </p:cNvPr>
          <p:cNvSpPr/>
          <p:nvPr userDrawn="1"/>
        </p:nvSpPr>
        <p:spPr>
          <a:xfrm>
            <a:off x="8627427" y="3915360"/>
            <a:ext cx="7132320" cy="1225296"/>
          </a:xfrm>
          <a:prstGeom prst="rect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EA4A2-47C2-FB47-3D82-8B1DBFBBB1D7}"/>
              </a:ext>
            </a:extLst>
          </p:cNvPr>
          <p:cNvSpPr/>
          <p:nvPr userDrawn="1"/>
        </p:nvSpPr>
        <p:spPr>
          <a:xfrm>
            <a:off x="16186468" y="3915360"/>
            <a:ext cx="7132320" cy="1225296"/>
          </a:xfrm>
          <a:prstGeom prst="rect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pic>
        <p:nvPicPr>
          <p:cNvPr id="14" name="Anglepoint Logo">
            <a:extLst>
              <a:ext uri="{FF2B5EF4-FFF2-40B4-BE49-F238E27FC236}">
                <a16:creationId xmlns:a16="http://schemas.microsoft.com/office/drawing/2014/main" id="{1CB5AEC9-42CA-CCA7-A53D-E74F543A22E0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CC413C9-250C-49EA-838E-ACB1DFBD71E1}"/>
              </a:ext>
            </a:extLst>
          </p:cNvPr>
          <p:cNvSpPr/>
          <p:nvPr userDrawn="1"/>
        </p:nvSpPr>
        <p:spPr>
          <a:xfrm>
            <a:off x="1068388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27A5BA-9EB4-BE25-BC98-52285F54986E}"/>
              </a:ext>
            </a:extLst>
          </p:cNvPr>
          <p:cNvSpPr/>
          <p:nvPr userDrawn="1"/>
        </p:nvSpPr>
        <p:spPr>
          <a:xfrm>
            <a:off x="8627427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457200" tIns="640080" rIns="457200" bIns="45720" rtlCol="0" anchor="t"/>
          <a:lstStyle/>
          <a:p>
            <a:pPr algn="ctr"/>
            <a:endParaRPr lang="en-US" sz="28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BF42573-C9A9-0E42-BADD-B117362D5F2D}"/>
              </a:ext>
            </a:extLst>
          </p:cNvPr>
          <p:cNvSpPr/>
          <p:nvPr userDrawn="1"/>
        </p:nvSpPr>
        <p:spPr>
          <a:xfrm>
            <a:off x="16186468" y="5155709"/>
            <a:ext cx="7132320" cy="593514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630866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Five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7FB132-60A6-1C77-18F9-ADBAE12C57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011" y="11637413"/>
            <a:ext cx="24387048" cy="2090417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103FF9-EA85-2CFD-1B82-1C20099A17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69497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1B33F3-988C-B448-DB19-C7352D0E92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547005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4145D6-DF33-BDDE-4B98-3788D03894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277267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8A1615-60D6-6828-A7A5-CC16BE114B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979656" y="12306300"/>
            <a:ext cx="1407519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5EE933-32BC-4268-AFBB-0411696369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56820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C7FA2291-C1F6-CDE2-9BEC-25C11C475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3" hasCustomPrompt="1"/>
          </p:nvPr>
        </p:nvSpPr>
        <p:spPr>
          <a:xfrm>
            <a:off x="1085779" y="4970243"/>
            <a:ext cx="3437910" cy="7678958"/>
          </a:xfrm>
          <a:prstGeom prst="cube">
            <a:avLst>
              <a:gd name="adj" fmla="val 10631"/>
            </a:avLst>
          </a:prstGeom>
          <a:gradFill>
            <a:gsLst>
              <a:gs pos="0">
                <a:schemeClr val="accent1"/>
              </a:gs>
              <a:gs pos="100000">
                <a:schemeClr val="tx2"/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txBody>
          <a:bodyPr lIns="274320" tIns="365760" rIns="274320" bIns="0" anchor="t" anchorCtr="0">
            <a:noAutofit/>
          </a:bodyPr>
          <a:lstStyle>
            <a:lvl1pPr marL="14287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81400C0-906E-667B-2AB0-3D5A69FD160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86109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D4D5F2-4FEA-F545-0341-3EFD257BF80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15685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0C3EF2-F287-4E22-7E9A-C65D40A1F68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456533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716A3F-31A8-BDFD-EBB8-CC0107D48C8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926957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sp>
        <p:nvSpPr>
          <p:cNvPr id="13" name="Text Placeholder 54">
            <a:extLst>
              <a:ext uri="{FF2B5EF4-FFF2-40B4-BE49-F238E27FC236}">
                <a16:creationId xmlns:a16="http://schemas.microsoft.com/office/drawing/2014/main" id="{86F1EFCF-0D3D-2AC0-896A-BC6DD82B1E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4" hasCustomPrompt="1"/>
          </p:nvPr>
        </p:nvSpPr>
        <p:spPr>
          <a:xfrm>
            <a:off x="5790019" y="4970242"/>
            <a:ext cx="3437910" cy="7678958"/>
          </a:xfrm>
          <a:prstGeom prst="cube">
            <a:avLst>
              <a:gd name="adj" fmla="val 10631"/>
            </a:avLst>
          </a:prstGeom>
          <a:gradFill>
            <a:gsLst>
              <a:gs pos="0">
                <a:schemeClr val="accent6"/>
              </a:gs>
              <a:gs pos="100000">
                <a:schemeClr val="tx2">
                  <a:lumMod val="90000"/>
                  <a:lumOff val="10000"/>
                </a:schemeClr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txBody>
          <a:bodyPr lIns="274320" tIns="365760" rIns="274320" bIns="0" anchor="t" anchorCtr="0">
            <a:noAutofit/>
          </a:bodyPr>
          <a:lstStyle>
            <a:lvl1pPr marL="14287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6" name="Text Placeholder 54">
            <a:extLst>
              <a:ext uri="{FF2B5EF4-FFF2-40B4-BE49-F238E27FC236}">
                <a16:creationId xmlns:a16="http://schemas.microsoft.com/office/drawing/2014/main" id="{B507AC95-032A-7590-E3C6-EADF7C6D2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5" hasCustomPrompt="1"/>
          </p:nvPr>
        </p:nvSpPr>
        <p:spPr>
          <a:xfrm>
            <a:off x="10494259" y="4970242"/>
            <a:ext cx="3437910" cy="7678958"/>
          </a:xfrm>
          <a:prstGeom prst="cube">
            <a:avLst>
              <a:gd name="adj" fmla="val 10631"/>
            </a:avLst>
          </a:prstGeom>
          <a:gradFill>
            <a:gsLst>
              <a:gs pos="0">
                <a:schemeClr val="accent5"/>
              </a:gs>
              <a:gs pos="100000">
                <a:srgbClr val="3C7688"/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txBody>
          <a:bodyPr lIns="274320" tIns="365760" rIns="274320" bIns="0" anchor="t" anchorCtr="0">
            <a:noAutofit/>
          </a:bodyPr>
          <a:lstStyle>
            <a:lvl1pPr marL="14287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7" name="Text Placeholder 54">
            <a:extLst>
              <a:ext uri="{FF2B5EF4-FFF2-40B4-BE49-F238E27FC236}">
                <a16:creationId xmlns:a16="http://schemas.microsoft.com/office/drawing/2014/main" id="{FEE5CE18-B79B-7F02-AF84-25B60D6D33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6" hasCustomPrompt="1"/>
          </p:nvPr>
        </p:nvSpPr>
        <p:spPr>
          <a:xfrm>
            <a:off x="15198499" y="4970243"/>
            <a:ext cx="3437910" cy="7678958"/>
          </a:xfrm>
          <a:prstGeom prst="cube">
            <a:avLst>
              <a:gd name="adj" fmla="val 10631"/>
            </a:avLst>
          </a:prstGeom>
          <a:gradFill>
            <a:gsLst>
              <a:gs pos="0">
                <a:schemeClr val="accent3"/>
              </a:gs>
              <a:gs pos="100000">
                <a:srgbClr val="B55200"/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txBody>
          <a:bodyPr lIns="274320" tIns="365760" rIns="274320" bIns="0" anchor="t" anchorCtr="0">
            <a:noAutofit/>
          </a:bodyPr>
          <a:lstStyle>
            <a:lvl1pPr marL="14287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18" name="Text Placeholder 54">
            <a:extLst>
              <a:ext uri="{FF2B5EF4-FFF2-40B4-BE49-F238E27FC236}">
                <a16:creationId xmlns:a16="http://schemas.microsoft.com/office/drawing/2014/main" id="{127CDCB6-FC8B-203F-9E49-399989F7D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7" hasCustomPrompt="1"/>
          </p:nvPr>
        </p:nvSpPr>
        <p:spPr>
          <a:xfrm>
            <a:off x="19902737" y="4970243"/>
            <a:ext cx="3437910" cy="7678958"/>
          </a:xfrm>
          <a:prstGeom prst="cube">
            <a:avLst>
              <a:gd name="adj" fmla="val 10631"/>
            </a:avLst>
          </a:prstGeom>
          <a:gradFill>
            <a:gsLst>
              <a:gs pos="0">
                <a:schemeClr val="accent4"/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ln w="38100">
            <a:solidFill>
              <a:schemeClr val="bg1"/>
            </a:solidFill>
          </a:ln>
        </p:spPr>
        <p:txBody>
          <a:bodyPr lIns="274320" tIns="365760" rIns="274320" bIns="0" anchor="t" anchorCtr="0">
            <a:noAutofit/>
          </a:bodyPr>
          <a:lstStyle>
            <a:lvl1pPr marL="14287" indent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3200" b="1" i="0" spc="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32 Bold)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DE4F07D-9F8B-0890-3771-E1906E071A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21777" y="3137527"/>
            <a:ext cx="765915" cy="765915"/>
          </a:xfrm>
          <a:prstGeom prst="ellipse">
            <a:avLst/>
          </a:pr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6D5729B-F9DC-7791-4142-A1DF73CAC1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26017" y="3137527"/>
            <a:ext cx="765915" cy="765915"/>
          </a:xfrm>
          <a:prstGeom prst="ellipse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56D4829-BE44-BF7C-150D-CAE59DC834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30257" y="3137527"/>
            <a:ext cx="765915" cy="765915"/>
          </a:xfrm>
          <a:prstGeom prst="ellipse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D78B391-6CAE-1088-0081-947E38BAD8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545367" y="3137526"/>
            <a:ext cx="765915" cy="765915"/>
          </a:xfrm>
          <a:prstGeom prst="ellipse">
            <a:avLst/>
          </a:prstGeom>
          <a:solidFill>
            <a:schemeClr val="accent3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4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BB0CFA2-6BDC-6DBA-F283-7F99BA1D7E9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560567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9A9C432-FD40-A097-B10B-1D49DDEBB9B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265471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C7F11F1-BA3A-5BE9-138C-FDC954DC957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2970375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85A8A592-05A9-F017-DA2B-F00C959522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238735" y="3137526"/>
            <a:ext cx="765915" cy="765915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5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60BB24-DC4B-D9D0-88E8-A61E292FD6E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7675279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20CFE0BE-9B3F-4872-3A29-7AAF35AC50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109226" y="4074582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20 BOLD)</a:t>
            </a:r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77E1DF96-37B7-2F69-2378-8F4EFEEA3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8" hasCustomPrompt="1"/>
          </p:nvPr>
        </p:nvSpPr>
        <p:spPr>
          <a:xfrm>
            <a:off x="5813466" y="4074582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20 BOLD)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F29BE4F9-6B0A-E411-BDBF-0AA66D798F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9" hasCustomPrompt="1"/>
          </p:nvPr>
        </p:nvSpPr>
        <p:spPr>
          <a:xfrm>
            <a:off x="10517706" y="4074582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20 BOLD)</a:t>
            </a:r>
          </a:p>
        </p:txBody>
      </p:sp>
      <p:sp>
        <p:nvSpPr>
          <p:cNvPr id="50" name="Text Placeholder 35">
            <a:extLst>
              <a:ext uri="{FF2B5EF4-FFF2-40B4-BE49-F238E27FC236}">
                <a16:creationId xmlns:a16="http://schemas.microsoft.com/office/drawing/2014/main" id="{B32D0CA9-0126-58CD-D4B7-769E23269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0" hasCustomPrompt="1"/>
          </p:nvPr>
        </p:nvSpPr>
        <p:spPr>
          <a:xfrm>
            <a:off x="15221946" y="4074582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20 BOLD)</a:t>
            </a:r>
          </a:p>
        </p:txBody>
      </p:sp>
      <p:sp>
        <p:nvSpPr>
          <p:cNvPr id="51" name="Text Placeholder 35">
            <a:extLst>
              <a:ext uri="{FF2B5EF4-FFF2-40B4-BE49-F238E27FC236}">
                <a16:creationId xmlns:a16="http://schemas.microsoft.com/office/drawing/2014/main" id="{AFC20BCA-6573-16D5-055F-38A6FB0C2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91" hasCustomPrompt="1"/>
          </p:nvPr>
        </p:nvSpPr>
        <p:spPr>
          <a:xfrm>
            <a:off x="19926184" y="4074582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1" i="0">
                <a:latin typeface="Figtree" pitchFamily="2" charset="0"/>
              </a:defRPr>
            </a:lvl1pPr>
          </a:lstStyle>
          <a:p>
            <a:pPr lvl="0"/>
            <a:r>
              <a:rPr lang="en-US"/>
              <a:t>TITLE (UPPER, 20 BOLD)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E01E6-5E5C-6065-086B-9769C4F49F7C}"/>
              </a:ext>
            </a:extLst>
          </p:cNvPr>
          <p:cNvSpPr/>
          <p:nvPr userDrawn="1"/>
        </p:nvSpPr>
        <p:spPr>
          <a:xfrm>
            <a:off x="43011" y="11637413"/>
            <a:ext cx="24387048" cy="2090417"/>
          </a:xfrm>
          <a:prstGeom prst="rect">
            <a:avLst/>
          </a:prstGeom>
          <a:solidFill>
            <a:schemeClr val="tx1">
              <a:lumMod val="20000"/>
              <a:lumOff val="80000"/>
              <a:alpha val="7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E86E62-AE3A-78EC-6604-A86BD5617EF5}"/>
              </a:ext>
            </a:extLst>
          </p:cNvPr>
          <p:cNvSpPr/>
          <p:nvPr userDrawn="1"/>
        </p:nvSpPr>
        <p:spPr>
          <a:xfrm>
            <a:off x="8869497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EF1461-C3E8-CE3D-9BAD-92E5964933EA}"/>
              </a:ext>
            </a:extLst>
          </p:cNvPr>
          <p:cNvSpPr/>
          <p:nvPr userDrawn="1"/>
        </p:nvSpPr>
        <p:spPr>
          <a:xfrm>
            <a:off x="13547005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F34D8-EBC3-8165-592F-CCFA5F65876B}"/>
              </a:ext>
            </a:extLst>
          </p:cNvPr>
          <p:cNvSpPr/>
          <p:nvPr userDrawn="1"/>
        </p:nvSpPr>
        <p:spPr>
          <a:xfrm>
            <a:off x="18277267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577A25-58F1-2AB6-CCA5-D2E8D755C2B5}"/>
              </a:ext>
            </a:extLst>
          </p:cNvPr>
          <p:cNvSpPr/>
          <p:nvPr userDrawn="1"/>
        </p:nvSpPr>
        <p:spPr>
          <a:xfrm>
            <a:off x="22979656" y="12306300"/>
            <a:ext cx="1407519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00AE9F-2D8A-D8D4-FB9A-87B54C4AD1D0}"/>
              </a:ext>
            </a:extLst>
          </p:cNvPr>
          <p:cNvSpPr/>
          <p:nvPr userDrawn="1"/>
        </p:nvSpPr>
        <p:spPr>
          <a:xfrm>
            <a:off x="4156820" y="12306300"/>
            <a:ext cx="1808702" cy="321129"/>
          </a:xfrm>
          <a:prstGeom prst="rect">
            <a:avLst/>
          </a:prstGeom>
          <a:gradFill>
            <a:gsLst>
              <a:gs pos="0">
                <a:schemeClr val="tx1">
                  <a:lumMod val="75000"/>
                </a:schemeClr>
              </a:gs>
              <a:gs pos="100000">
                <a:schemeClr val="tx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pic>
        <p:nvPicPr>
          <p:cNvPr id="30" name="Anglepoint Logo">
            <a:extLst>
              <a:ext uri="{FF2B5EF4-FFF2-40B4-BE49-F238E27FC236}">
                <a16:creationId xmlns:a16="http://schemas.microsoft.com/office/drawing/2014/main" id="{C473AED4-AED0-892C-B94C-4CABBC637898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759C53-A924-B4E8-9D0E-433943289840}"/>
              </a:ext>
            </a:extLst>
          </p:cNvPr>
          <p:cNvCxnSpPr/>
          <p:nvPr userDrawn="1"/>
        </p:nvCxnSpPr>
        <p:spPr>
          <a:xfrm>
            <a:off x="986109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9F86820-77AF-3DBF-8D5D-6AC415220B4D}"/>
              </a:ext>
            </a:extLst>
          </p:cNvPr>
          <p:cNvCxnSpPr/>
          <p:nvPr userDrawn="1"/>
        </p:nvCxnSpPr>
        <p:spPr>
          <a:xfrm>
            <a:off x="515685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D6E8232-C2BF-9BA2-F0A1-B8CC609D46A4}"/>
              </a:ext>
            </a:extLst>
          </p:cNvPr>
          <p:cNvCxnSpPr/>
          <p:nvPr userDrawn="1"/>
        </p:nvCxnSpPr>
        <p:spPr>
          <a:xfrm>
            <a:off x="1456533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F4D4C5D-08A5-7BD5-5AFC-35C7A5D59EBE}"/>
              </a:ext>
            </a:extLst>
          </p:cNvPr>
          <p:cNvCxnSpPr/>
          <p:nvPr userDrawn="1"/>
        </p:nvCxnSpPr>
        <p:spPr>
          <a:xfrm>
            <a:off x="19269574" y="5756845"/>
            <a:ext cx="0" cy="5868739"/>
          </a:xfrm>
          <a:prstGeom prst="line">
            <a:avLst/>
          </a:prstGeom>
          <a:solidFill>
            <a:srgbClr val="FFFFFF"/>
          </a:solidFill>
          <a:ln w="38100" cap="flat">
            <a:gradFill>
              <a:gsLst>
                <a:gs pos="100000">
                  <a:schemeClr val="bg1">
                    <a:alpha val="0"/>
                  </a:schemeClr>
                </a:gs>
                <a:gs pos="50000">
                  <a:schemeClr val="tx2"/>
                </a:gs>
                <a:gs pos="0">
                  <a:schemeClr val="accent1">
                    <a:lumMod val="5000"/>
                    <a:lumOff val="95000"/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CC84EE9A-53E4-B0E5-25FE-DAB8B927896F}"/>
              </a:ext>
            </a:extLst>
          </p:cNvPr>
          <p:cNvSpPr/>
          <p:nvPr userDrawn="1"/>
        </p:nvSpPr>
        <p:spPr>
          <a:xfrm>
            <a:off x="2421777" y="3137527"/>
            <a:ext cx="765915" cy="765915"/>
          </a:xfrm>
          <a:prstGeom prst="ellipse">
            <a:avLst/>
          </a:pr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D6AEBC8-8B8B-A423-1C67-72A3E3F7C43F}"/>
              </a:ext>
            </a:extLst>
          </p:cNvPr>
          <p:cNvSpPr/>
          <p:nvPr userDrawn="1"/>
        </p:nvSpPr>
        <p:spPr>
          <a:xfrm>
            <a:off x="7126017" y="3137527"/>
            <a:ext cx="765915" cy="765915"/>
          </a:xfrm>
          <a:prstGeom prst="ellipse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CF02476-9365-2B60-18F8-E24485F5E4BE}"/>
              </a:ext>
            </a:extLst>
          </p:cNvPr>
          <p:cNvSpPr/>
          <p:nvPr userDrawn="1"/>
        </p:nvSpPr>
        <p:spPr>
          <a:xfrm>
            <a:off x="11830257" y="3137527"/>
            <a:ext cx="765915" cy="765915"/>
          </a:xfrm>
          <a:prstGeom prst="ellipse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3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52A5967-33AB-6684-C48E-FB46A55CB1B4}"/>
              </a:ext>
            </a:extLst>
          </p:cNvPr>
          <p:cNvSpPr/>
          <p:nvPr userDrawn="1"/>
        </p:nvSpPr>
        <p:spPr>
          <a:xfrm>
            <a:off x="16545367" y="3137526"/>
            <a:ext cx="765915" cy="765915"/>
          </a:xfrm>
          <a:prstGeom prst="ellipse">
            <a:avLst/>
          </a:prstGeom>
          <a:solidFill>
            <a:schemeClr val="accent3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4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C211D4C-412F-4402-B0D8-DFDCF3502527}"/>
              </a:ext>
            </a:extLst>
          </p:cNvPr>
          <p:cNvCxnSpPr/>
          <p:nvPr userDrawn="1"/>
        </p:nvCxnSpPr>
        <p:spPr>
          <a:xfrm>
            <a:off x="3560567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4008D0C-671B-DC4E-330B-6E4E310F5449}"/>
              </a:ext>
            </a:extLst>
          </p:cNvPr>
          <p:cNvCxnSpPr/>
          <p:nvPr userDrawn="1"/>
        </p:nvCxnSpPr>
        <p:spPr>
          <a:xfrm>
            <a:off x="8265471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21EFDA1-C9B8-7F00-93E3-60D8F92B6B56}"/>
              </a:ext>
            </a:extLst>
          </p:cNvPr>
          <p:cNvCxnSpPr/>
          <p:nvPr userDrawn="1"/>
        </p:nvCxnSpPr>
        <p:spPr>
          <a:xfrm>
            <a:off x="12970375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0AC88A5-03A4-5CA4-F222-685C6BF1CC8A}"/>
              </a:ext>
            </a:extLst>
          </p:cNvPr>
          <p:cNvSpPr/>
          <p:nvPr userDrawn="1"/>
        </p:nvSpPr>
        <p:spPr>
          <a:xfrm>
            <a:off x="21238735" y="3137526"/>
            <a:ext cx="765915" cy="765915"/>
          </a:xfrm>
          <a:prstGeom prst="ellipse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bIns="0" rtlCol="0" anchor="ctr"/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Figtree" pitchFamily="2" charset="0"/>
              </a:rPr>
              <a:t>5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4344C7-5990-661A-DD15-14BBFA10379D}"/>
              </a:ext>
            </a:extLst>
          </p:cNvPr>
          <p:cNvCxnSpPr/>
          <p:nvPr userDrawn="1"/>
        </p:nvCxnSpPr>
        <p:spPr>
          <a:xfrm>
            <a:off x="17675279" y="3520485"/>
            <a:ext cx="3210995" cy="11831"/>
          </a:xfrm>
          <a:prstGeom prst="straightConnector1">
            <a:avLst/>
          </a:prstGeom>
          <a:solidFill>
            <a:srgbClr val="FFFFFF"/>
          </a:solidFill>
          <a:ln w="41275" cap="flat">
            <a:solidFill>
              <a:srgbClr val="082C49"/>
            </a:solidFill>
            <a:prstDash val="sysDash"/>
            <a:miter/>
            <a:tailEnd type="stealth" w="lg" len="lg"/>
          </a:ln>
        </p:spPr>
      </p:cxnSp>
    </p:spTree>
    <p:extLst>
      <p:ext uri="{BB962C8B-B14F-4D97-AF65-F5344CB8AC3E}">
        <p14:creationId xmlns:p14="http://schemas.microsoft.com/office/powerpoint/2010/main" val="243327714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Three Points Conv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4" name="Rectangle 77">
            <a:extLst>
              <a:ext uri="{FF2B5EF4-FFF2-40B4-BE49-F238E27FC236}">
                <a16:creationId xmlns:a16="http://schemas.microsoft.com/office/drawing/2014/main" id="{3682C520-5E37-71BF-A0AC-B277541C2C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091427" y="5225863"/>
            <a:ext cx="3261483" cy="7019998"/>
          </a:xfrm>
          <a:custGeom>
            <a:avLst/>
            <a:gdLst>
              <a:gd name="connsiteX0" fmla="*/ 0 w 2967790"/>
              <a:gd name="connsiteY0" fmla="*/ 0 h 7019998"/>
              <a:gd name="connsiteX1" fmla="*/ 2967790 w 2967790"/>
              <a:gd name="connsiteY1" fmla="*/ 0 h 7019998"/>
              <a:gd name="connsiteX2" fmla="*/ 2967790 w 2967790"/>
              <a:gd name="connsiteY2" fmla="*/ 7019998 h 7019998"/>
              <a:gd name="connsiteX3" fmla="*/ 0 w 2967790"/>
              <a:gd name="connsiteY3" fmla="*/ 7019998 h 7019998"/>
              <a:gd name="connsiteX4" fmla="*/ 0 w 2967790"/>
              <a:gd name="connsiteY4" fmla="*/ 0 h 7019998"/>
              <a:gd name="connsiteX0" fmla="*/ 0 w 2967790"/>
              <a:gd name="connsiteY0" fmla="*/ 0 h 7019998"/>
              <a:gd name="connsiteX1" fmla="*/ 2967790 w 2967790"/>
              <a:gd name="connsiteY1" fmla="*/ 1828800 h 7019998"/>
              <a:gd name="connsiteX2" fmla="*/ 2967790 w 2967790"/>
              <a:gd name="connsiteY2" fmla="*/ 7019998 h 7019998"/>
              <a:gd name="connsiteX3" fmla="*/ 0 w 2967790"/>
              <a:gd name="connsiteY3" fmla="*/ 7019998 h 7019998"/>
              <a:gd name="connsiteX4" fmla="*/ 0 w 2967790"/>
              <a:gd name="connsiteY4" fmla="*/ 0 h 7019998"/>
              <a:gd name="connsiteX0" fmla="*/ 0 w 2983833"/>
              <a:gd name="connsiteY0" fmla="*/ 0 h 7019998"/>
              <a:gd name="connsiteX1" fmla="*/ 2967790 w 2983833"/>
              <a:gd name="connsiteY1" fmla="*/ 1828800 h 7019998"/>
              <a:gd name="connsiteX2" fmla="*/ 2983833 w 2983833"/>
              <a:gd name="connsiteY2" fmla="*/ 5191198 h 7019998"/>
              <a:gd name="connsiteX3" fmla="*/ 0 w 2983833"/>
              <a:gd name="connsiteY3" fmla="*/ 7019998 h 7019998"/>
              <a:gd name="connsiteX4" fmla="*/ 0 w 2983833"/>
              <a:gd name="connsiteY4" fmla="*/ 0 h 701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3833" h="7019998">
                <a:moveTo>
                  <a:pt x="0" y="0"/>
                </a:moveTo>
                <a:lnTo>
                  <a:pt x="2967790" y="1828800"/>
                </a:lnTo>
                <a:cubicBezTo>
                  <a:pt x="2973138" y="2949599"/>
                  <a:pt x="2978485" y="4070399"/>
                  <a:pt x="2983833" y="5191198"/>
                </a:cubicBezTo>
                <a:lnTo>
                  <a:pt x="0" y="70199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3000">
                <a:schemeClr val="tx1">
                  <a:lumMod val="20000"/>
                  <a:lumOff val="80000"/>
                  <a:alpha val="59000"/>
                </a:schemeClr>
              </a:gs>
              <a:gs pos="0">
                <a:schemeClr val="tx1">
                  <a:lumMod val="40000"/>
                  <a:lumOff val="60000"/>
                  <a:alpha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F4FBED4-8F29-6B44-2C8F-5FE4971CE8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088013" y="5225863"/>
            <a:ext cx="4246073" cy="2374232"/>
          </a:xfrm>
          <a:custGeom>
            <a:avLst/>
            <a:gdLst>
              <a:gd name="connsiteX0" fmla="*/ 16042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6180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85076 w 5919537"/>
              <a:gd name="connsiteY0" fmla="*/ 0 h 2341443"/>
              <a:gd name="connsiteX1" fmla="*/ 5919537 w 5919537"/>
              <a:gd name="connsiteY1" fmla="*/ 2341443 h 2341443"/>
              <a:gd name="connsiteX2" fmla="*/ 4716379 w 5919537"/>
              <a:gd name="connsiteY2" fmla="*/ 2341443 h 2341443"/>
              <a:gd name="connsiteX3" fmla="*/ 0 w 5919537"/>
              <a:gd name="connsiteY3" fmla="*/ 1443085 h 2341443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3682 w 5923219"/>
              <a:gd name="connsiteY3" fmla="*/ 1507958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19213 w 5923219"/>
              <a:gd name="connsiteY3" fmla="*/ 1500661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205582 w 5923219"/>
              <a:gd name="connsiteY3" fmla="*/ 1610120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3682 w 5923219"/>
              <a:gd name="connsiteY3" fmla="*/ 1486066 h 24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3219" h="2406316">
                <a:moveTo>
                  <a:pt x="0" y="0"/>
                </a:moveTo>
                <a:lnTo>
                  <a:pt x="5923219" y="2406316"/>
                </a:lnTo>
                <a:lnTo>
                  <a:pt x="4720061" y="2406316"/>
                </a:lnTo>
                <a:lnTo>
                  <a:pt x="3682" y="1486066"/>
                </a:lnTo>
              </a:path>
            </a:pathLst>
          </a:custGeom>
          <a:gradFill>
            <a:gsLst>
              <a:gs pos="92000">
                <a:schemeClr val="accent5">
                  <a:alpha val="64000"/>
                </a:schemeClr>
              </a:gs>
              <a:gs pos="0">
                <a:srgbClr val="334D5E"/>
              </a:gs>
              <a:gs pos="49000">
                <a:srgbClr val="3C7883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9A886B0-D7B8-2378-DF9B-1C8A01685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3091426" y="9871629"/>
            <a:ext cx="4243434" cy="2374232"/>
          </a:xfrm>
          <a:custGeom>
            <a:avLst/>
            <a:gdLst>
              <a:gd name="connsiteX0" fmla="*/ 16042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986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0 w 5918551"/>
              <a:gd name="connsiteY0" fmla="*/ 0 h 2406316"/>
              <a:gd name="connsiteX1" fmla="*/ 5918551 w 5918551"/>
              <a:gd name="connsiteY1" fmla="*/ 2406316 h 2406316"/>
              <a:gd name="connsiteX2" fmla="*/ 4715393 w 5918551"/>
              <a:gd name="connsiteY2" fmla="*/ 2406316 h 2406316"/>
              <a:gd name="connsiteX3" fmla="*/ 129138 w 5918551"/>
              <a:gd name="connsiteY3" fmla="*/ 1456471 h 2406316"/>
              <a:gd name="connsiteX0" fmla="*/ 21532 w 5940083"/>
              <a:gd name="connsiteY0" fmla="*/ 0 h 2406316"/>
              <a:gd name="connsiteX1" fmla="*/ 5940083 w 5940083"/>
              <a:gd name="connsiteY1" fmla="*/ 2406316 h 2406316"/>
              <a:gd name="connsiteX2" fmla="*/ 4736925 w 5940083"/>
              <a:gd name="connsiteY2" fmla="*/ 2406316 h 2406316"/>
              <a:gd name="connsiteX3" fmla="*/ 0 w 5940083"/>
              <a:gd name="connsiteY3" fmla="*/ 1527265 h 2406316"/>
              <a:gd name="connsiteX0" fmla="*/ 0 w 5918551"/>
              <a:gd name="connsiteY0" fmla="*/ 0 h 2406316"/>
              <a:gd name="connsiteX1" fmla="*/ 5918551 w 5918551"/>
              <a:gd name="connsiteY1" fmla="*/ 2406316 h 2406316"/>
              <a:gd name="connsiteX2" fmla="*/ 4715393 w 5918551"/>
              <a:gd name="connsiteY2" fmla="*/ 2406316 h 2406316"/>
              <a:gd name="connsiteX3" fmla="*/ 88046 w 5918551"/>
              <a:gd name="connsiteY3" fmla="*/ 1462907 h 2406316"/>
              <a:gd name="connsiteX0" fmla="*/ 987 w 5919538"/>
              <a:gd name="connsiteY0" fmla="*/ 0 h 2406316"/>
              <a:gd name="connsiteX1" fmla="*/ 5919538 w 5919538"/>
              <a:gd name="connsiteY1" fmla="*/ 2406316 h 2406316"/>
              <a:gd name="connsiteX2" fmla="*/ 4716380 w 5919538"/>
              <a:gd name="connsiteY2" fmla="*/ 2406316 h 2406316"/>
              <a:gd name="connsiteX3" fmla="*/ 0 w 5919538"/>
              <a:gd name="connsiteY3" fmla="*/ 1514394 h 24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538" h="2406316">
                <a:moveTo>
                  <a:pt x="987" y="0"/>
                </a:moveTo>
                <a:lnTo>
                  <a:pt x="5919538" y="2406316"/>
                </a:lnTo>
                <a:lnTo>
                  <a:pt x="4716380" y="2406316"/>
                </a:lnTo>
                <a:lnTo>
                  <a:pt x="0" y="1514394"/>
                </a:lnTo>
              </a:path>
            </a:pathLst>
          </a:custGeom>
          <a:gradFill>
            <a:gsLst>
              <a:gs pos="90000">
                <a:schemeClr val="accent6">
                  <a:alpha val="67184"/>
                </a:schemeClr>
              </a:gs>
              <a:gs pos="0">
                <a:srgbClr val="013956"/>
              </a:gs>
              <a:gs pos="43000">
                <a:srgbClr val="025880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792CC9B7-916D-4FC3-2D0B-636CDA451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14087319" y="6993393"/>
            <a:ext cx="1489352" cy="3481135"/>
          </a:xfrm>
          <a:prstGeom prst="trapezoid">
            <a:avLst>
              <a:gd name="adj" fmla="val 35262"/>
            </a:avLst>
          </a:prstGeom>
          <a:gradFill>
            <a:gsLst>
              <a:gs pos="93000">
                <a:schemeClr val="accent2">
                  <a:lumMod val="75000"/>
                  <a:alpha val="74414"/>
                </a:schemeClr>
              </a:gs>
              <a:gs pos="52000">
                <a:srgbClr val="8D6100"/>
              </a:gs>
              <a:gs pos="0">
                <a:srgbClr val="734200"/>
              </a:gs>
            </a:gsLst>
            <a:lin ang="162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714BE1-6D85-EB9F-9F79-9E9EF70FD5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564396" y="4441905"/>
            <a:ext cx="7818564" cy="7818562"/>
          </a:xfrm>
          <a:prstGeom prst="ellipse">
            <a:avLst/>
          </a:prstGeom>
          <a:solidFill>
            <a:schemeClr val="tx2">
              <a:alpha val="11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A74EC0-CA03-FE80-B3C3-577FCD2E48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2223107" y="5225863"/>
            <a:ext cx="5149774" cy="7019998"/>
          </a:xfrm>
          <a:prstGeom prst="rect">
            <a:avLst/>
          </a:prstGeom>
          <a:gradFill>
            <a:gsLst>
              <a:gs pos="100000">
                <a:schemeClr val="tx1">
                  <a:lumMod val="20000"/>
                  <a:lumOff val="80000"/>
                  <a:alpha val="0"/>
                </a:schemeClr>
              </a:gs>
              <a:gs pos="0">
                <a:schemeClr val="tx1">
                  <a:lumMod val="40000"/>
                  <a:lumOff val="60000"/>
                  <a:alpha val="50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B7A9D2-22A3-EED8-B381-1A3F94ADD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72881" y="5225863"/>
            <a:ext cx="568771" cy="70199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9ED56E-7705-367E-B1AD-F64A86BDE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1653" y="5225863"/>
            <a:ext cx="5149774" cy="7019998"/>
          </a:xfrm>
          <a:prstGeom prst="rect">
            <a:avLst/>
          </a:prstGeom>
          <a:gradFill>
            <a:gsLst>
              <a:gs pos="63000">
                <a:schemeClr val="tx1">
                  <a:lumMod val="20000"/>
                  <a:lumOff val="80000"/>
                  <a:alpha val="59000"/>
                </a:schemeClr>
              </a:gs>
              <a:gs pos="0">
                <a:schemeClr val="tx1">
                  <a:lumMod val="40000"/>
                  <a:lumOff val="60000"/>
                  <a:alpha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A1AAD1-DF56-2D59-2966-9E6FB95542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1653" y="5225863"/>
            <a:ext cx="5149774" cy="1467411"/>
          </a:xfrm>
          <a:prstGeom prst="rect">
            <a:avLst/>
          </a:prstGeom>
          <a:gradFill>
            <a:gsLst>
              <a:gs pos="0">
                <a:srgbClr val="334D5E"/>
              </a:gs>
              <a:gs pos="59000">
                <a:srgbClr val="3C808A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E6D30E-0ABF-053C-252E-809F53FC90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97771" y="7784615"/>
            <a:ext cx="5175111" cy="1898688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73000">
                <a:schemeClr val="accent2">
                  <a:lumMod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8" name="Flowchart: Connector 14">
            <a:extLst>
              <a:ext uri="{FF2B5EF4-FFF2-40B4-BE49-F238E27FC236}">
                <a16:creationId xmlns:a16="http://schemas.microsoft.com/office/drawing/2014/main" id="{5B1805D0-7F1A-931C-8FF6-A6E654DFA9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523" y="7781710"/>
            <a:ext cx="1904498" cy="1904496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19" name="Flowchart: Connector 14">
            <a:extLst>
              <a:ext uri="{FF2B5EF4-FFF2-40B4-BE49-F238E27FC236}">
                <a16:creationId xmlns:a16="http://schemas.microsoft.com/office/drawing/2014/main" id="{0716513C-F994-096D-4CC7-E98CAB4318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14" y="7577101"/>
            <a:ext cx="2313716" cy="2313714"/>
          </a:xfrm>
          <a:prstGeom prst="flowChartConnector">
            <a:avLst/>
          </a:prstGeom>
          <a:solidFill>
            <a:schemeClr val="accent2">
              <a:alpha val="50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382E74-792B-84F5-8D77-BA072999D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97770" y="5017389"/>
            <a:ext cx="5175111" cy="1898688"/>
          </a:xfrm>
          <a:prstGeom prst="rect">
            <a:avLst/>
          </a:prstGeom>
          <a:gradFill>
            <a:gsLst>
              <a:gs pos="0">
                <a:srgbClr val="3C788A"/>
              </a:gs>
              <a:gs pos="78000">
                <a:schemeClr val="accent5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21" name="Flowchart: Connector 10">
            <a:extLst>
              <a:ext uri="{FF2B5EF4-FFF2-40B4-BE49-F238E27FC236}">
                <a16:creationId xmlns:a16="http://schemas.microsoft.com/office/drawing/2014/main" id="{5D72DE33-D5D5-A20C-747E-AAD70C8FFF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523" y="5014484"/>
            <a:ext cx="1904498" cy="1904496"/>
          </a:xfrm>
          <a:prstGeom prst="flowChartConnector">
            <a:avLst/>
          </a:prstGeom>
          <a:solidFill>
            <a:schemeClr val="accent5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25" name="Flowchart: Connector 10">
            <a:extLst>
              <a:ext uri="{FF2B5EF4-FFF2-40B4-BE49-F238E27FC236}">
                <a16:creationId xmlns:a16="http://schemas.microsoft.com/office/drawing/2014/main" id="{9DA5CBCD-43A8-06BC-CCFC-BCFDB0A4F5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14" y="4809875"/>
            <a:ext cx="2313716" cy="2313714"/>
          </a:xfrm>
          <a:prstGeom prst="flowChartConnector">
            <a:avLst/>
          </a:prstGeom>
          <a:solidFill>
            <a:schemeClr val="accent5">
              <a:alpha val="43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A07F75-70E4-6D67-DFA9-90416D4C1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97771" y="10551842"/>
            <a:ext cx="5175110" cy="1898688"/>
          </a:xfrm>
          <a:prstGeom prst="rect">
            <a:avLst/>
          </a:prstGeom>
          <a:gradFill>
            <a:gsLst>
              <a:gs pos="0">
                <a:srgbClr val="025880"/>
              </a:gs>
              <a:gs pos="73000">
                <a:schemeClr val="accent6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27" name="Flowchart: Connector 16">
            <a:extLst>
              <a:ext uri="{FF2B5EF4-FFF2-40B4-BE49-F238E27FC236}">
                <a16:creationId xmlns:a16="http://schemas.microsoft.com/office/drawing/2014/main" id="{4DBF60DF-D508-14D3-75B0-DBAB909435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523" y="10548937"/>
            <a:ext cx="1904498" cy="1904496"/>
          </a:xfrm>
          <a:prstGeom prst="flowChartConnector">
            <a:avLst/>
          </a:prstGeom>
          <a:solidFill>
            <a:schemeClr val="accent6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28" name="Flowchart: Connector 16">
            <a:extLst>
              <a:ext uri="{FF2B5EF4-FFF2-40B4-BE49-F238E27FC236}">
                <a16:creationId xmlns:a16="http://schemas.microsoft.com/office/drawing/2014/main" id="{18F5A76F-6A79-A358-8E91-4C1E36258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40914" y="10344328"/>
            <a:ext cx="2313716" cy="2313714"/>
          </a:xfrm>
          <a:prstGeom prst="flowChartConnector">
            <a:avLst/>
          </a:prstGeom>
          <a:solidFill>
            <a:schemeClr val="accent6">
              <a:alpha val="40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3</a:t>
            </a: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3D0A2204-80B3-60C6-0F3E-6154C17ECF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07923" y="5679442"/>
            <a:ext cx="1898688" cy="568772"/>
          </a:xfrm>
          <a:prstGeom prst="trapezoid">
            <a:avLst>
              <a:gd name="adj" fmla="val 38267"/>
            </a:avLst>
          </a:prstGeom>
          <a:solidFill>
            <a:srgbClr val="3C7883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1576B115-891C-9A7C-2ECE-88CC717EF1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05017" y="8449574"/>
            <a:ext cx="1904500" cy="568772"/>
          </a:xfrm>
          <a:prstGeom prst="trapezoid">
            <a:avLst>
              <a:gd name="adj" fmla="val 35262"/>
            </a:avLst>
          </a:prstGeom>
          <a:solidFill>
            <a:srgbClr val="8D6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0C2FCF-8164-DD09-55A9-A137764B27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1653" y="7989284"/>
            <a:ext cx="5149775" cy="1489350"/>
          </a:xfrm>
          <a:prstGeom prst="rect">
            <a:avLst/>
          </a:prstGeom>
          <a:gradFill>
            <a:gsLst>
              <a:gs pos="0">
                <a:srgbClr val="744500"/>
              </a:gs>
              <a:gs pos="59000">
                <a:schemeClr val="accent2">
                  <a:lumMod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2" name="Trapezoid 31">
            <a:extLst>
              <a:ext uri="{FF2B5EF4-FFF2-40B4-BE49-F238E27FC236}">
                <a16:creationId xmlns:a16="http://schemas.microsoft.com/office/drawing/2014/main" id="{898635A5-36CE-803D-0686-4558340E8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05017" y="11216801"/>
            <a:ext cx="1904500" cy="568772"/>
          </a:xfrm>
          <a:prstGeom prst="trapezoid">
            <a:avLst>
              <a:gd name="adj" fmla="val 35262"/>
            </a:avLst>
          </a:prstGeom>
          <a:solidFill>
            <a:srgbClr val="02588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3A0C60-853A-E858-532D-4E5C2C490B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1653" y="10748024"/>
            <a:ext cx="5149775" cy="1504187"/>
          </a:xfrm>
          <a:prstGeom prst="rect">
            <a:avLst/>
          </a:prstGeom>
          <a:gradFill>
            <a:gsLst>
              <a:gs pos="0">
                <a:srgbClr val="013956"/>
              </a:gs>
              <a:gs pos="59000">
                <a:schemeClr val="accent6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CB901BB-EA14-8FC9-F8C8-BF0008C6EFE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5921267" y="4798776"/>
            <a:ext cx="7104822" cy="7104820"/>
            <a:chOff x="1186346" y="3326571"/>
            <a:chExt cx="9434031" cy="9434031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A4C2E0-3699-84E2-C808-92FA355865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86346" y="3326571"/>
              <a:ext cx="9434031" cy="943403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74000">
                  <a:schemeClr val="tx2"/>
                </a:gs>
              </a:gsLst>
              <a:path path="circle">
                <a:fillToRect l="50000" t="50000" r="50000" b="50000"/>
              </a:path>
              <a:tileRect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02642876-22B7-BAC6-879A-825010A9BE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16230" y="3410112"/>
              <a:ext cx="9304147" cy="9142763"/>
            </a:xfrm>
            <a:custGeom>
              <a:avLst/>
              <a:gdLst>
                <a:gd name="connsiteX0" fmla="*/ 3144603 w 9801270"/>
                <a:gd name="connsiteY0" fmla="*/ 5442822 h 9631263"/>
                <a:gd name="connsiteX1" fmla="*/ 3185084 w 9801270"/>
                <a:gd name="connsiteY1" fmla="*/ 5449309 h 9631263"/>
                <a:gd name="connsiteX2" fmla="*/ 3199011 w 9801270"/>
                <a:gd name="connsiteY2" fmla="*/ 5454148 h 9631263"/>
                <a:gd name="connsiteX3" fmla="*/ 3205810 w 9801270"/>
                <a:gd name="connsiteY3" fmla="*/ 5455563 h 9631263"/>
                <a:gd name="connsiteX4" fmla="*/ 3212934 w 9801270"/>
                <a:gd name="connsiteY4" fmla="*/ 5458985 h 9631263"/>
                <a:gd name="connsiteX5" fmla="*/ 3226865 w 9801270"/>
                <a:gd name="connsiteY5" fmla="*/ 5463826 h 9631263"/>
                <a:gd name="connsiteX6" fmla="*/ 3269945 w 9801270"/>
                <a:gd name="connsiteY6" fmla="*/ 5486372 h 9631263"/>
                <a:gd name="connsiteX7" fmla="*/ 3127982 w 9801270"/>
                <a:gd name="connsiteY7" fmla="*/ 5598858 h 9631263"/>
                <a:gd name="connsiteX8" fmla="*/ 3127902 w 9801270"/>
                <a:gd name="connsiteY8" fmla="*/ 5598857 h 9631263"/>
                <a:gd name="connsiteX9" fmla="*/ 3127897 w 9801270"/>
                <a:gd name="connsiteY9" fmla="*/ 5598859 h 9631263"/>
                <a:gd name="connsiteX10" fmla="*/ 2961680 w 9801270"/>
                <a:gd name="connsiteY10" fmla="*/ 5530822 h 9631263"/>
                <a:gd name="connsiteX11" fmla="*/ 2961707 w 9801270"/>
                <a:gd name="connsiteY11" fmla="*/ 5530796 h 9631263"/>
                <a:gd name="connsiteX12" fmla="*/ 2995669 w 9801270"/>
                <a:gd name="connsiteY12" fmla="*/ 5497165 h 9631263"/>
                <a:gd name="connsiteX13" fmla="*/ 3000707 w 9801270"/>
                <a:gd name="connsiteY13" fmla="*/ 5493505 h 9631263"/>
                <a:gd name="connsiteX14" fmla="*/ 3004367 w 9801270"/>
                <a:gd name="connsiteY14" fmla="*/ 5490006 h 9631263"/>
                <a:gd name="connsiteX15" fmla="*/ 3013310 w 9801270"/>
                <a:gd name="connsiteY15" fmla="*/ 5484351 h 9631263"/>
                <a:gd name="connsiteX16" fmla="*/ 3030954 w 9801270"/>
                <a:gd name="connsiteY16" fmla="*/ 5471536 h 9631263"/>
                <a:gd name="connsiteX17" fmla="*/ 3041931 w 9801270"/>
                <a:gd name="connsiteY17" fmla="*/ 5466255 h 9631263"/>
                <a:gd name="connsiteX18" fmla="*/ 3049082 w 9801270"/>
                <a:gd name="connsiteY18" fmla="*/ 5461733 h 9631263"/>
                <a:gd name="connsiteX19" fmla="*/ 3056558 w 9801270"/>
                <a:gd name="connsiteY19" fmla="*/ 5459218 h 9631263"/>
                <a:gd name="connsiteX20" fmla="*/ 3067538 w 9801270"/>
                <a:gd name="connsiteY20" fmla="*/ 5453935 h 9631263"/>
                <a:gd name="connsiteX21" fmla="*/ 3086483 w 9801270"/>
                <a:gd name="connsiteY21" fmla="*/ 5449149 h 9631263"/>
                <a:gd name="connsiteX22" fmla="*/ 3095827 w 9801270"/>
                <a:gd name="connsiteY22" fmla="*/ 5446005 h 9631263"/>
                <a:gd name="connsiteX23" fmla="*/ 3100006 w 9801270"/>
                <a:gd name="connsiteY23" fmla="*/ 5445732 h 9631263"/>
                <a:gd name="connsiteX24" fmla="*/ 3105421 w 9801270"/>
                <a:gd name="connsiteY24" fmla="*/ 5444364 h 9631263"/>
                <a:gd name="connsiteX25" fmla="*/ 3144603 w 9801270"/>
                <a:gd name="connsiteY25" fmla="*/ 5442822 h 9631263"/>
                <a:gd name="connsiteX26" fmla="*/ 2517480 w 9801270"/>
                <a:gd name="connsiteY26" fmla="*/ 5167389 h 9631263"/>
                <a:gd name="connsiteX27" fmla="*/ 2674752 w 9801270"/>
                <a:gd name="connsiteY27" fmla="*/ 5213451 h 9631263"/>
                <a:gd name="connsiteX28" fmla="*/ 2965012 w 9801270"/>
                <a:gd name="connsiteY28" fmla="*/ 5359914 h 9631263"/>
                <a:gd name="connsiteX29" fmla="*/ 2964792 w 9801270"/>
                <a:gd name="connsiteY29" fmla="*/ 5360135 h 9631263"/>
                <a:gd name="connsiteX30" fmla="*/ 2964789 w 9801270"/>
                <a:gd name="connsiteY30" fmla="*/ 5360139 h 9631263"/>
                <a:gd name="connsiteX31" fmla="*/ 2942730 w 9801270"/>
                <a:gd name="connsiteY31" fmla="*/ 5392955 h 9631263"/>
                <a:gd name="connsiteX32" fmla="*/ 2923009 w 9801270"/>
                <a:gd name="connsiteY32" fmla="*/ 5422392 h 9631263"/>
                <a:gd name="connsiteX33" fmla="*/ 2893915 w 9801270"/>
                <a:gd name="connsiteY33" fmla="*/ 5460109 h 9631263"/>
                <a:gd name="connsiteX34" fmla="*/ 2878334 w 9801270"/>
                <a:gd name="connsiteY34" fmla="*/ 5480373 h 9631263"/>
                <a:gd name="connsiteX35" fmla="*/ 2878258 w 9801270"/>
                <a:gd name="connsiteY35" fmla="*/ 5480405 h 9631263"/>
                <a:gd name="connsiteX36" fmla="*/ 2878112 w 9801270"/>
                <a:gd name="connsiteY36" fmla="*/ 5480594 h 9631263"/>
                <a:gd name="connsiteX37" fmla="*/ 2813659 w 9801270"/>
                <a:gd name="connsiteY37" fmla="*/ 5490817 h 9631263"/>
                <a:gd name="connsiteX38" fmla="*/ 2542734 w 9801270"/>
                <a:gd name="connsiteY38" fmla="*/ 5386582 h 9631263"/>
                <a:gd name="connsiteX39" fmla="*/ 2390490 w 9801270"/>
                <a:gd name="connsiteY39" fmla="*/ 5367913 h 9631263"/>
                <a:gd name="connsiteX40" fmla="*/ 2298924 w 9801270"/>
                <a:gd name="connsiteY40" fmla="*/ 5327019 h 9631263"/>
                <a:gd name="connsiteX41" fmla="*/ 2344706 w 9801270"/>
                <a:gd name="connsiteY41" fmla="*/ 5250787 h 9631263"/>
                <a:gd name="connsiteX42" fmla="*/ 2344836 w 9801270"/>
                <a:gd name="connsiteY42" fmla="*/ 5250720 h 9631263"/>
                <a:gd name="connsiteX43" fmla="*/ 2344928 w 9801270"/>
                <a:gd name="connsiteY43" fmla="*/ 5250566 h 9631263"/>
                <a:gd name="connsiteX44" fmla="*/ 2370042 w 9801270"/>
                <a:gd name="connsiteY44" fmla="*/ 5238343 h 9631263"/>
                <a:gd name="connsiteX45" fmla="*/ 2517480 w 9801270"/>
                <a:gd name="connsiteY45" fmla="*/ 5167389 h 9631263"/>
                <a:gd name="connsiteX46" fmla="*/ 4063163 w 9801270"/>
                <a:gd name="connsiteY46" fmla="*/ 3396107 h 9631263"/>
                <a:gd name="connsiteX47" fmla="*/ 4063185 w 9801270"/>
                <a:gd name="connsiteY47" fmla="*/ 3396136 h 9631263"/>
                <a:gd name="connsiteX48" fmla="*/ 4063385 w 9801270"/>
                <a:gd name="connsiteY48" fmla="*/ 3396108 h 9631263"/>
                <a:gd name="connsiteX49" fmla="*/ 4135090 w 9801270"/>
                <a:gd name="connsiteY49" fmla="*/ 3492564 h 9631263"/>
                <a:gd name="connsiteX50" fmla="*/ 4209627 w 9801270"/>
                <a:gd name="connsiteY50" fmla="*/ 3605690 h 9631263"/>
                <a:gd name="connsiteX51" fmla="*/ 4209851 w 9801270"/>
                <a:gd name="connsiteY51" fmla="*/ 3605690 h 9631263"/>
                <a:gd name="connsiteX52" fmla="*/ 4020714 w 9801270"/>
                <a:gd name="connsiteY52" fmla="*/ 3621248 h 9631263"/>
                <a:gd name="connsiteX53" fmla="*/ 4020530 w 9801270"/>
                <a:gd name="connsiteY53" fmla="*/ 3621244 h 9631263"/>
                <a:gd name="connsiteX54" fmla="*/ 4020491 w 9801270"/>
                <a:gd name="connsiteY54" fmla="*/ 3621248 h 9631263"/>
                <a:gd name="connsiteX55" fmla="*/ 4014045 w 9801270"/>
                <a:gd name="connsiteY55" fmla="*/ 3621092 h 9631263"/>
                <a:gd name="connsiteX56" fmla="*/ 3978590 w 9801270"/>
                <a:gd name="connsiteY56" fmla="*/ 3620262 h 9631263"/>
                <a:gd name="connsiteX57" fmla="*/ 3978532 w 9801270"/>
                <a:gd name="connsiteY57" fmla="*/ 3620234 h 9631263"/>
                <a:gd name="connsiteX58" fmla="*/ 3978367 w 9801270"/>
                <a:gd name="connsiteY58" fmla="*/ 3620230 h 9631263"/>
                <a:gd name="connsiteX59" fmla="*/ 3914921 w 9801270"/>
                <a:gd name="connsiteY59" fmla="*/ 3544126 h 9631263"/>
                <a:gd name="connsiteX60" fmla="*/ 3960482 w 9801270"/>
                <a:gd name="connsiteY60" fmla="*/ 3451670 h 9631263"/>
                <a:gd name="connsiteX61" fmla="*/ 4048651 w 9801270"/>
                <a:gd name="connsiteY61" fmla="*/ 3398195 h 9631263"/>
                <a:gd name="connsiteX62" fmla="*/ 4048817 w 9801270"/>
                <a:gd name="connsiteY62" fmla="*/ 3398171 h 9631263"/>
                <a:gd name="connsiteX63" fmla="*/ 4048967 w 9801270"/>
                <a:gd name="connsiteY63" fmla="*/ 3398101 h 9631263"/>
                <a:gd name="connsiteX64" fmla="*/ 4057514 w 9801270"/>
                <a:gd name="connsiteY64" fmla="*/ 3396920 h 9631263"/>
                <a:gd name="connsiteX65" fmla="*/ 6606994 w 9801270"/>
                <a:gd name="connsiteY65" fmla="*/ 3184901 h 9631263"/>
                <a:gd name="connsiteX66" fmla="*/ 6665726 w 9801270"/>
                <a:gd name="connsiteY66" fmla="*/ 3186002 h 9631263"/>
                <a:gd name="connsiteX67" fmla="*/ 6730373 w 9801270"/>
                <a:gd name="connsiteY67" fmla="*/ 3199697 h 9631263"/>
                <a:gd name="connsiteX68" fmla="*/ 6732196 w 9801270"/>
                <a:gd name="connsiteY68" fmla="*/ 3200083 h 9631263"/>
                <a:gd name="connsiteX69" fmla="*/ 6732261 w 9801270"/>
                <a:gd name="connsiteY69" fmla="*/ 3200904 h 9631263"/>
                <a:gd name="connsiteX70" fmla="*/ 6737413 w 9801270"/>
                <a:gd name="connsiteY70" fmla="*/ 3265163 h 9631263"/>
                <a:gd name="connsiteX71" fmla="*/ 6526891 w 9801270"/>
                <a:gd name="connsiteY71" fmla="*/ 3459031 h 9631263"/>
                <a:gd name="connsiteX72" fmla="*/ 6486821 w 9801270"/>
                <a:gd name="connsiteY72" fmla="*/ 3490224 h 9631263"/>
                <a:gd name="connsiteX73" fmla="*/ 6486385 w 9801270"/>
                <a:gd name="connsiteY73" fmla="*/ 3490563 h 9631263"/>
                <a:gd name="connsiteX74" fmla="*/ 6486383 w 9801270"/>
                <a:gd name="connsiteY74" fmla="*/ 3490564 h 9631263"/>
                <a:gd name="connsiteX75" fmla="*/ 6474656 w 9801270"/>
                <a:gd name="connsiteY75" fmla="*/ 3420176 h 9631263"/>
                <a:gd name="connsiteX76" fmla="*/ 6474015 w 9801270"/>
                <a:gd name="connsiteY76" fmla="*/ 3407329 h 9631263"/>
                <a:gd name="connsiteX77" fmla="*/ 6472772 w 9801270"/>
                <a:gd name="connsiteY77" fmla="*/ 3398966 h 9631263"/>
                <a:gd name="connsiteX78" fmla="*/ 6473011 w 9801270"/>
                <a:gd name="connsiteY78" fmla="*/ 3387218 h 9631263"/>
                <a:gd name="connsiteX79" fmla="*/ 6471632 w 9801270"/>
                <a:gd name="connsiteY79" fmla="*/ 3359579 h 9631263"/>
                <a:gd name="connsiteX80" fmla="*/ 6474064 w 9801270"/>
                <a:gd name="connsiteY80" fmla="*/ 3335462 h 9631263"/>
                <a:gd name="connsiteX81" fmla="*/ 6474286 w 9801270"/>
                <a:gd name="connsiteY81" fmla="*/ 3324567 h 9631263"/>
                <a:gd name="connsiteX82" fmla="*/ 6475699 w 9801270"/>
                <a:gd name="connsiteY82" fmla="*/ 3319259 h 9631263"/>
                <a:gd name="connsiteX83" fmla="*/ 6476786 w 9801270"/>
                <a:gd name="connsiteY83" fmla="*/ 3308476 h 9631263"/>
                <a:gd name="connsiteX84" fmla="*/ 6509549 w 9801270"/>
                <a:gd name="connsiteY84" fmla="*/ 3233554 h 9631263"/>
                <a:gd name="connsiteX85" fmla="*/ 6515309 w 9801270"/>
                <a:gd name="connsiteY85" fmla="*/ 3228260 h 9631263"/>
                <a:gd name="connsiteX86" fmla="*/ 6517778 w 9801270"/>
                <a:gd name="connsiteY86" fmla="*/ 3224558 h 9631263"/>
                <a:gd name="connsiteX87" fmla="*/ 6523856 w 9801270"/>
                <a:gd name="connsiteY87" fmla="*/ 3220403 h 9631263"/>
                <a:gd name="connsiteX88" fmla="*/ 6536112 w 9801270"/>
                <a:gd name="connsiteY88" fmla="*/ 3209138 h 9631263"/>
                <a:gd name="connsiteX89" fmla="*/ 6551323 w 9801270"/>
                <a:gd name="connsiteY89" fmla="*/ 3201631 h 9631263"/>
                <a:gd name="connsiteX90" fmla="*/ 6557297 w 9801270"/>
                <a:gd name="connsiteY90" fmla="*/ 3197547 h 9631263"/>
                <a:gd name="connsiteX91" fmla="*/ 6562026 w 9801270"/>
                <a:gd name="connsiteY91" fmla="*/ 3196348 h 9631263"/>
                <a:gd name="connsiteX92" fmla="*/ 6568768 w 9801270"/>
                <a:gd name="connsiteY92" fmla="*/ 3193020 h 9631263"/>
                <a:gd name="connsiteX93" fmla="*/ 6606994 w 9801270"/>
                <a:gd name="connsiteY93" fmla="*/ 3184901 h 9631263"/>
                <a:gd name="connsiteX94" fmla="*/ 6773532 w 9801270"/>
                <a:gd name="connsiteY94" fmla="*/ 2864722 h 9631263"/>
                <a:gd name="connsiteX95" fmla="*/ 6773750 w 9801270"/>
                <a:gd name="connsiteY95" fmla="*/ 2864736 h 9631263"/>
                <a:gd name="connsiteX96" fmla="*/ 6773753 w 9801270"/>
                <a:gd name="connsiteY96" fmla="*/ 2864723 h 9631263"/>
                <a:gd name="connsiteX97" fmla="*/ 6845251 w 9801270"/>
                <a:gd name="connsiteY97" fmla="*/ 2869443 h 9631263"/>
                <a:gd name="connsiteX98" fmla="*/ 6847917 w 9801270"/>
                <a:gd name="connsiteY98" fmla="*/ 2870477 h 9631263"/>
                <a:gd name="connsiteX99" fmla="*/ 6889472 w 9801270"/>
                <a:gd name="connsiteY99" fmla="*/ 2884607 h 9631263"/>
                <a:gd name="connsiteX100" fmla="*/ 6896275 w 9801270"/>
                <a:gd name="connsiteY100" fmla="*/ 2889247 h 9631263"/>
                <a:gd name="connsiteX101" fmla="*/ 6903051 w 9801270"/>
                <a:gd name="connsiteY101" fmla="*/ 2891877 h 9631263"/>
                <a:gd name="connsiteX102" fmla="*/ 6911612 w 9801270"/>
                <a:gd name="connsiteY102" fmla="*/ 2899706 h 9631263"/>
                <a:gd name="connsiteX103" fmla="*/ 6926307 w 9801270"/>
                <a:gd name="connsiteY103" fmla="*/ 2909728 h 9631263"/>
                <a:gd name="connsiteX104" fmla="*/ 6938005 w 9801270"/>
                <a:gd name="connsiteY104" fmla="*/ 2923844 h 9631263"/>
                <a:gd name="connsiteX105" fmla="*/ 6946932 w 9801270"/>
                <a:gd name="connsiteY105" fmla="*/ 2932008 h 9631263"/>
                <a:gd name="connsiteX106" fmla="*/ 6950538 w 9801270"/>
                <a:gd name="connsiteY106" fmla="*/ 2938968 h 9631263"/>
                <a:gd name="connsiteX107" fmla="*/ 6955374 w 9801270"/>
                <a:gd name="connsiteY107" fmla="*/ 2944804 h 9631263"/>
                <a:gd name="connsiteX108" fmla="*/ 6974372 w 9801270"/>
                <a:gd name="connsiteY108" fmla="*/ 2984969 h 9631263"/>
                <a:gd name="connsiteX109" fmla="*/ 6976894 w 9801270"/>
                <a:gd name="connsiteY109" fmla="*/ 2989837 h 9631263"/>
                <a:gd name="connsiteX110" fmla="*/ 7088465 w 9801270"/>
                <a:gd name="connsiteY110" fmla="*/ 3326990 h 9631263"/>
                <a:gd name="connsiteX111" fmla="*/ 6986672 w 9801270"/>
                <a:gd name="connsiteY111" fmla="*/ 3500789 h 9631263"/>
                <a:gd name="connsiteX112" fmla="*/ 6857321 w 9801270"/>
                <a:gd name="connsiteY112" fmla="*/ 3533016 h 9631263"/>
                <a:gd name="connsiteX113" fmla="*/ 6857286 w 9801270"/>
                <a:gd name="connsiteY113" fmla="*/ 3532995 h 9631263"/>
                <a:gd name="connsiteX114" fmla="*/ 6857101 w 9801270"/>
                <a:gd name="connsiteY114" fmla="*/ 3533014 h 9631263"/>
                <a:gd name="connsiteX115" fmla="*/ 6826208 w 9801270"/>
                <a:gd name="connsiteY115" fmla="*/ 3482119 h 9631263"/>
                <a:gd name="connsiteX116" fmla="*/ 6767756 w 9801270"/>
                <a:gd name="connsiteY116" fmla="*/ 2908268 h 9631263"/>
                <a:gd name="connsiteX117" fmla="*/ 6769228 w 9801270"/>
                <a:gd name="connsiteY117" fmla="*/ 2889072 h 9631263"/>
                <a:gd name="connsiteX118" fmla="*/ 6773534 w 9801270"/>
                <a:gd name="connsiteY118" fmla="*/ 2864709 h 9631263"/>
                <a:gd name="connsiteX119" fmla="*/ 6773755 w 9801270"/>
                <a:gd name="connsiteY119" fmla="*/ 2864709 h 9631263"/>
                <a:gd name="connsiteX120" fmla="*/ 6773753 w 9801270"/>
                <a:gd name="connsiteY120" fmla="*/ 2864723 h 9631263"/>
                <a:gd name="connsiteX121" fmla="*/ 6773312 w 9801270"/>
                <a:gd name="connsiteY121" fmla="*/ 2864707 h 9631263"/>
                <a:gd name="connsiteX122" fmla="*/ 6773534 w 9801270"/>
                <a:gd name="connsiteY122" fmla="*/ 2864707 h 9631263"/>
                <a:gd name="connsiteX123" fmla="*/ 6773534 w 9801270"/>
                <a:gd name="connsiteY123" fmla="*/ 2864709 h 9631263"/>
                <a:gd name="connsiteX124" fmla="*/ 6773532 w 9801270"/>
                <a:gd name="connsiteY124" fmla="*/ 2864722 h 9631263"/>
                <a:gd name="connsiteX125" fmla="*/ 2334383 w 9801270"/>
                <a:gd name="connsiteY125" fmla="*/ 2019166 h 9631263"/>
                <a:gd name="connsiteX126" fmla="*/ 2465390 w 9801270"/>
                <a:gd name="connsiteY126" fmla="*/ 2021489 h 9631263"/>
                <a:gd name="connsiteX127" fmla="*/ 2500145 w 9801270"/>
                <a:gd name="connsiteY127" fmla="*/ 2040547 h 9631263"/>
                <a:gd name="connsiteX128" fmla="*/ 2521571 w 9801270"/>
                <a:gd name="connsiteY128" fmla="*/ 2074492 h 9631263"/>
                <a:gd name="connsiteX129" fmla="*/ 2522065 w 9801270"/>
                <a:gd name="connsiteY129" fmla="*/ 2075273 h 9631263"/>
                <a:gd name="connsiteX130" fmla="*/ 2526149 w 9801270"/>
                <a:gd name="connsiteY130" fmla="*/ 2174286 h 9631263"/>
                <a:gd name="connsiteX131" fmla="*/ 2526147 w 9801270"/>
                <a:gd name="connsiteY131" fmla="*/ 2174435 h 9631263"/>
                <a:gd name="connsiteX132" fmla="*/ 2526148 w 9801270"/>
                <a:gd name="connsiteY132" fmla="*/ 2174453 h 9631263"/>
                <a:gd name="connsiteX133" fmla="*/ 2525510 w 9801270"/>
                <a:gd name="connsiteY133" fmla="*/ 2222258 h 9631263"/>
                <a:gd name="connsiteX134" fmla="*/ 2524732 w 9801270"/>
                <a:gd name="connsiteY134" fmla="*/ 2280632 h 9631263"/>
                <a:gd name="connsiteX135" fmla="*/ 2524731 w 9801270"/>
                <a:gd name="connsiteY135" fmla="*/ 2280632 h 9631263"/>
                <a:gd name="connsiteX136" fmla="*/ 2524731 w 9801270"/>
                <a:gd name="connsiteY136" fmla="*/ 2280634 h 9631263"/>
                <a:gd name="connsiteX137" fmla="*/ 2246026 w 9801270"/>
                <a:gd name="connsiteY137" fmla="*/ 2280634 h 9631263"/>
                <a:gd name="connsiteX138" fmla="*/ 2246026 w 9801270"/>
                <a:gd name="connsiteY138" fmla="*/ 2280632 h 9631263"/>
                <a:gd name="connsiteX139" fmla="*/ 2246025 w 9801270"/>
                <a:gd name="connsiteY139" fmla="*/ 2280632 h 9631263"/>
                <a:gd name="connsiteX140" fmla="*/ 2246025 w 9801270"/>
                <a:gd name="connsiteY140" fmla="*/ 2212847 h 9631263"/>
                <a:gd name="connsiteX141" fmla="*/ 2246018 w 9801270"/>
                <a:gd name="connsiteY141" fmla="*/ 2212373 h 9631263"/>
                <a:gd name="connsiteX142" fmla="*/ 2244979 w 9801270"/>
                <a:gd name="connsiteY142" fmla="*/ 2153552 h 9631263"/>
                <a:gd name="connsiteX143" fmla="*/ 2244995 w 9801270"/>
                <a:gd name="connsiteY143" fmla="*/ 2147239 h 9631263"/>
                <a:gd name="connsiteX144" fmla="*/ 2244832 w 9801270"/>
                <a:gd name="connsiteY144" fmla="*/ 2136840 h 9631263"/>
                <a:gd name="connsiteX145" fmla="*/ 2245041 w 9801270"/>
                <a:gd name="connsiteY145" fmla="*/ 2129697 h 9631263"/>
                <a:gd name="connsiteX146" fmla="*/ 2245098 w 9801270"/>
                <a:gd name="connsiteY146" fmla="*/ 2107585 h 9631263"/>
                <a:gd name="connsiteX147" fmla="*/ 2246102 w 9801270"/>
                <a:gd name="connsiteY147" fmla="*/ 2093422 h 9631263"/>
                <a:gd name="connsiteX148" fmla="*/ 2246391 w 9801270"/>
                <a:gd name="connsiteY148" fmla="*/ 2083560 h 9631263"/>
                <a:gd name="connsiteX149" fmla="*/ 2247020 w 9801270"/>
                <a:gd name="connsiteY149" fmla="*/ 2080470 h 9631263"/>
                <a:gd name="connsiteX150" fmla="*/ 2247529 w 9801270"/>
                <a:gd name="connsiteY150" fmla="*/ 2073293 h 9631263"/>
                <a:gd name="connsiteX151" fmla="*/ 2263899 w 9801270"/>
                <a:gd name="connsiteY151" fmla="*/ 2033130 h 9631263"/>
                <a:gd name="connsiteX152" fmla="*/ 2267266 w 9801270"/>
                <a:gd name="connsiteY152" fmla="*/ 2031227 h 9631263"/>
                <a:gd name="connsiteX153" fmla="*/ 2268613 w 9801270"/>
                <a:gd name="connsiteY153" fmla="*/ 2029490 h 9631263"/>
                <a:gd name="connsiteX154" fmla="*/ 2272773 w 9801270"/>
                <a:gd name="connsiteY154" fmla="*/ 2028113 h 9631263"/>
                <a:gd name="connsiteX155" fmla="*/ 2280126 w 9801270"/>
                <a:gd name="connsiteY155" fmla="*/ 2023956 h 9631263"/>
                <a:gd name="connsiteX156" fmla="*/ 2287227 w 9801270"/>
                <a:gd name="connsiteY156" fmla="*/ 2023329 h 9631263"/>
                <a:gd name="connsiteX157" fmla="*/ 2294699 w 9801270"/>
                <a:gd name="connsiteY157" fmla="*/ 2020856 h 9631263"/>
                <a:gd name="connsiteX158" fmla="*/ 2332437 w 9801270"/>
                <a:gd name="connsiteY158" fmla="*/ 2019338 h 9631263"/>
                <a:gd name="connsiteX159" fmla="*/ 2703201 w 9801270"/>
                <a:gd name="connsiteY159" fmla="*/ 2009710 h 9631263"/>
                <a:gd name="connsiteX160" fmla="*/ 2703727 w 9801270"/>
                <a:gd name="connsiteY160" fmla="*/ 2009867 h 9631263"/>
                <a:gd name="connsiteX161" fmla="*/ 2703645 w 9801270"/>
                <a:gd name="connsiteY161" fmla="*/ 2009933 h 9631263"/>
                <a:gd name="connsiteX162" fmla="*/ 2702755 w 9801270"/>
                <a:gd name="connsiteY162" fmla="*/ 2009489 h 9631263"/>
                <a:gd name="connsiteX163" fmla="*/ 2703280 w 9801270"/>
                <a:gd name="connsiteY163" fmla="*/ 2009646 h 9631263"/>
                <a:gd name="connsiteX164" fmla="*/ 2703201 w 9801270"/>
                <a:gd name="connsiteY164" fmla="*/ 2009710 h 9631263"/>
                <a:gd name="connsiteX165" fmla="*/ 2703200 w 9801270"/>
                <a:gd name="connsiteY165" fmla="*/ 2009710 h 9631263"/>
                <a:gd name="connsiteX166" fmla="*/ 8609142 w 9801270"/>
                <a:gd name="connsiteY166" fmla="*/ 1653957 h 9631263"/>
                <a:gd name="connsiteX167" fmla="*/ 8666581 w 9801270"/>
                <a:gd name="connsiteY167" fmla="*/ 1720267 h 9631263"/>
                <a:gd name="connsiteX168" fmla="*/ 9801270 w 9801270"/>
                <a:gd name="connsiteY168" fmla="*/ 4881042 h 9631263"/>
                <a:gd name="connsiteX169" fmla="*/ 9700316 w 9801270"/>
                <a:gd name="connsiteY169" fmla="*/ 5882478 h 9631263"/>
                <a:gd name="connsiteX170" fmla="*/ 9644568 w 9801270"/>
                <a:gd name="connsiteY170" fmla="*/ 6099293 h 9631263"/>
                <a:gd name="connsiteX171" fmla="*/ 9640258 w 9801270"/>
                <a:gd name="connsiteY171" fmla="*/ 6099534 h 9631263"/>
                <a:gd name="connsiteX172" fmla="*/ 9584584 w 9801270"/>
                <a:gd name="connsiteY172" fmla="*/ 6038887 h 9631263"/>
                <a:gd name="connsiteX173" fmla="*/ 9085851 w 9801270"/>
                <a:gd name="connsiteY173" fmla="*/ 5081878 h 9631263"/>
                <a:gd name="connsiteX174" fmla="*/ 9005394 w 9801270"/>
                <a:gd name="connsiteY174" fmla="*/ 5024314 h 9631263"/>
                <a:gd name="connsiteX175" fmla="*/ 8980471 w 9801270"/>
                <a:gd name="connsiteY175" fmla="*/ 5048143 h 9631263"/>
                <a:gd name="connsiteX176" fmla="*/ 9057400 w 9801270"/>
                <a:gd name="connsiteY176" fmla="*/ 5244787 h 9631263"/>
                <a:gd name="connsiteX177" fmla="*/ 9490349 w 9801270"/>
                <a:gd name="connsiteY177" fmla="*/ 6150903 h 9631263"/>
                <a:gd name="connsiteX178" fmla="*/ 9604364 w 9801270"/>
                <a:gd name="connsiteY178" fmla="*/ 6226023 h 9631263"/>
                <a:gd name="connsiteX179" fmla="*/ 9611894 w 9801270"/>
                <a:gd name="connsiteY179" fmla="*/ 6226365 h 9631263"/>
                <a:gd name="connsiteX180" fmla="*/ 9577872 w 9801270"/>
                <a:gd name="connsiteY180" fmla="*/ 6358685 h 9631263"/>
                <a:gd name="connsiteX181" fmla="*/ 7992998 w 9801270"/>
                <a:gd name="connsiteY181" fmla="*/ 8715400 h 9631263"/>
                <a:gd name="connsiteX182" fmla="*/ 7973737 w 9801270"/>
                <a:gd name="connsiteY182" fmla="*/ 8730537 h 9631263"/>
                <a:gd name="connsiteX183" fmla="*/ 7893521 w 9801270"/>
                <a:gd name="connsiteY183" fmla="*/ 8598518 h 9631263"/>
                <a:gd name="connsiteX184" fmla="*/ 7684548 w 9801270"/>
                <a:gd name="connsiteY184" fmla="*/ 8258503 h 9631263"/>
                <a:gd name="connsiteX185" fmla="*/ 7647209 w 9801270"/>
                <a:gd name="connsiteY185" fmla="*/ 7833115 h 9631263"/>
                <a:gd name="connsiteX186" fmla="*/ 7667068 w 9801270"/>
                <a:gd name="connsiteY186" fmla="*/ 7574629 h 9631263"/>
                <a:gd name="connsiteX187" fmla="*/ 7668795 w 9801270"/>
                <a:gd name="connsiteY187" fmla="*/ 7551968 h 9631263"/>
                <a:gd name="connsiteX188" fmla="*/ 7671151 w 9801270"/>
                <a:gd name="connsiteY188" fmla="*/ 7523097 h 9631263"/>
                <a:gd name="connsiteX189" fmla="*/ 7691437 w 9801270"/>
                <a:gd name="connsiteY189" fmla="*/ 7272600 h 9631263"/>
                <a:gd name="connsiteX190" fmla="*/ 7662321 w 9801270"/>
                <a:gd name="connsiteY190" fmla="*/ 7146139 h 9631263"/>
                <a:gd name="connsiteX191" fmla="*/ 7340056 w 9801270"/>
                <a:gd name="connsiteY191" fmla="*/ 6570287 h 9631263"/>
                <a:gd name="connsiteX192" fmla="*/ 7218706 w 9801270"/>
                <a:gd name="connsiteY192" fmla="*/ 6501167 h 9631263"/>
                <a:gd name="connsiteX193" fmla="*/ 6732195 w 9801270"/>
                <a:gd name="connsiteY193" fmla="*/ 6498501 h 9631263"/>
                <a:gd name="connsiteX194" fmla="*/ 6412597 w 9801270"/>
                <a:gd name="connsiteY194" fmla="*/ 6419601 h 9631263"/>
                <a:gd name="connsiteX195" fmla="*/ 6032766 w 9801270"/>
                <a:gd name="connsiteY195" fmla="*/ 6193796 h 9631263"/>
                <a:gd name="connsiteX196" fmla="*/ 5983427 w 9801270"/>
                <a:gd name="connsiteY196" fmla="*/ 6103561 h 9631263"/>
                <a:gd name="connsiteX197" fmla="*/ 5978981 w 9801270"/>
                <a:gd name="connsiteY197" fmla="*/ 5789300 h 9631263"/>
                <a:gd name="connsiteX198" fmla="*/ 5995817 w 9801270"/>
                <a:gd name="connsiteY198" fmla="*/ 5597582 h 9631263"/>
                <a:gd name="connsiteX199" fmla="*/ 5995892 w 9801270"/>
                <a:gd name="connsiteY199" fmla="*/ 5597386 h 9631263"/>
                <a:gd name="connsiteX200" fmla="*/ 5996039 w 9801270"/>
                <a:gd name="connsiteY200" fmla="*/ 5596609 h 9631263"/>
                <a:gd name="connsiteX201" fmla="*/ 6077216 w 9801270"/>
                <a:gd name="connsiteY201" fmla="*/ 5423477 h 9631263"/>
                <a:gd name="connsiteX202" fmla="*/ 6354809 w 9801270"/>
                <a:gd name="connsiteY202" fmla="*/ 4967197 h 9631263"/>
                <a:gd name="connsiteX203" fmla="*/ 6650850 w 9801270"/>
                <a:gd name="connsiteY203" fmla="*/ 4736501 h 9631263"/>
                <a:gd name="connsiteX204" fmla="*/ 7007565 w 9801270"/>
                <a:gd name="connsiteY204" fmla="*/ 4547143 h 9631263"/>
                <a:gd name="connsiteX205" fmla="*/ 7105580 w 9801270"/>
                <a:gd name="connsiteY205" fmla="*/ 4514473 h 9631263"/>
                <a:gd name="connsiteX206" fmla="*/ 7661432 w 9801270"/>
                <a:gd name="connsiteY206" fmla="*/ 4541587 h 9631263"/>
                <a:gd name="connsiteX207" fmla="*/ 7641875 w 9801270"/>
                <a:gd name="connsiteY207" fmla="*/ 4690273 h 9631263"/>
                <a:gd name="connsiteX208" fmla="*/ 7711884 w 9801270"/>
                <a:gd name="connsiteY208" fmla="*/ 4772951 h 9631263"/>
                <a:gd name="connsiteX209" fmla="*/ 8043707 w 9801270"/>
                <a:gd name="connsiteY209" fmla="*/ 4762504 h 9631263"/>
                <a:gd name="connsiteX210" fmla="*/ 9017172 w 9801270"/>
                <a:gd name="connsiteY210" fmla="*/ 4708720 h 9631263"/>
                <a:gd name="connsiteX211" fmla="*/ 9043399 w 9801270"/>
                <a:gd name="connsiteY211" fmla="*/ 4703385 h 9631263"/>
                <a:gd name="connsiteX212" fmla="*/ 9053886 w 9801270"/>
                <a:gd name="connsiteY212" fmla="*/ 4687001 h 9631263"/>
                <a:gd name="connsiteX213" fmla="*/ 9057847 w 9801270"/>
                <a:gd name="connsiteY213" fmla="*/ 4626668 h 9631263"/>
                <a:gd name="connsiteX214" fmla="*/ 8880712 w 9801270"/>
                <a:gd name="connsiteY214" fmla="*/ 4501804 h 9631263"/>
                <a:gd name="connsiteX215" fmla="*/ 8804701 w 9801270"/>
                <a:gd name="connsiteY215" fmla="*/ 4502248 h 9631263"/>
                <a:gd name="connsiteX216" fmla="*/ 8669126 w 9801270"/>
                <a:gd name="connsiteY216" fmla="*/ 4463576 h 9631263"/>
                <a:gd name="connsiteX217" fmla="*/ 8667070 w 9801270"/>
                <a:gd name="connsiteY217" fmla="*/ 4347729 h 9631263"/>
                <a:gd name="connsiteX218" fmla="*/ 8667144 w 9801270"/>
                <a:gd name="connsiteY218" fmla="*/ 4347635 h 9631263"/>
                <a:gd name="connsiteX219" fmla="*/ 8667292 w 9801270"/>
                <a:gd name="connsiteY219" fmla="*/ 4347007 h 9631263"/>
                <a:gd name="connsiteX220" fmla="*/ 8758914 w 9801270"/>
                <a:gd name="connsiteY220" fmla="*/ 4263330 h 9631263"/>
                <a:gd name="connsiteX221" fmla="*/ 9246538 w 9801270"/>
                <a:gd name="connsiteY221" fmla="*/ 4173985 h 9631263"/>
                <a:gd name="connsiteX222" fmla="*/ 9335519 w 9801270"/>
                <a:gd name="connsiteY222" fmla="*/ 4155670 h 9631263"/>
                <a:gd name="connsiteX223" fmla="*/ 9349905 w 9801270"/>
                <a:gd name="connsiteY223" fmla="*/ 4120913 h 9631263"/>
                <a:gd name="connsiteX224" fmla="*/ 9353248 w 9801270"/>
                <a:gd name="connsiteY224" fmla="*/ 4047302 h 9631263"/>
                <a:gd name="connsiteX225" fmla="*/ 9307435 w 9801270"/>
                <a:gd name="connsiteY225" fmla="*/ 3980627 h 9631263"/>
                <a:gd name="connsiteX226" fmla="*/ 8846728 w 9801270"/>
                <a:gd name="connsiteY226" fmla="*/ 3844495 h 9631263"/>
                <a:gd name="connsiteX227" fmla="*/ 8772511 w 9801270"/>
                <a:gd name="connsiteY227" fmla="*/ 3856161 h 9631263"/>
                <a:gd name="connsiteX228" fmla="*/ 8757042 w 9801270"/>
                <a:gd name="connsiteY228" fmla="*/ 3929966 h 9631263"/>
                <a:gd name="connsiteX229" fmla="*/ 8744142 w 9801270"/>
                <a:gd name="connsiteY229" fmla="*/ 3991657 h 9631263"/>
                <a:gd name="connsiteX230" fmla="*/ 8720688 w 9801270"/>
                <a:gd name="connsiteY230" fmla="*/ 4128646 h 9631263"/>
                <a:gd name="connsiteX231" fmla="*/ 8718495 w 9801270"/>
                <a:gd name="connsiteY231" fmla="*/ 4138367 h 9631263"/>
                <a:gd name="connsiteX232" fmla="*/ 8708992 w 9801270"/>
                <a:gd name="connsiteY232" fmla="*/ 4180954 h 9631263"/>
                <a:gd name="connsiteX233" fmla="*/ 8604229 w 9801270"/>
                <a:gd name="connsiteY233" fmla="*/ 4269997 h 9631263"/>
                <a:gd name="connsiteX234" fmla="*/ 8490213 w 9801270"/>
                <a:gd name="connsiteY234" fmla="*/ 4389345 h 9631263"/>
                <a:gd name="connsiteX235" fmla="*/ 8350860 w 9801270"/>
                <a:gd name="connsiteY235" fmla="*/ 4522917 h 9631263"/>
                <a:gd name="connsiteX236" fmla="*/ 8072377 w 9801270"/>
                <a:gd name="connsiteY236" fmla="*/ 4019964 h 9631263"/>
                <a:gd name="connsiteX237" fmla="*/ 7959251 w 9801270"/>
                <a:gd name="connsiteY237" fmla="*/ 3989516 h 9631263"/>
                <a:gd name="connsiteX238" fmla="*/ 7950434 w 9801270"/>
                <a:gd name="connsiteY238" fmla="*/ 4003747 h 9631263"/>
                <a:gd name="connsiteX239" fmla="*/ 7947662 w 9801270"/>
                <a:gd name="connsiteY239" fmla="*/ 4021873 h 9631263"/>
                <a:gd name="connsiteX240" fmla="*/ 7946860 w 9801270"/>
                <a:gd name="connsiteY240" fmla="*/ 4027134 h 9631263"/>
                <a:gd name="connsiteX241" fmla="*/ 7953249 w 9801270"/>
                <a:gd name="connsiteY241" fmla="*/ 4079307 h 9631263"/>
                <a:gd name="connsiteX242" fmla="*/ 8032371 w 9801270"/>
                <a:gd name="connsiteY242" fmla="*/ 4249996 h 9631263"/>
                <a:gd name="connsiteX243" fmla="*/ 8047651 w 9801270"/>
                <a:gd name="connsiteY243" fmla="*/ 4314754 h 9631263"/>
                <a:gd name="connsiteX244" fmla="*/ 8047381 w 9801270"/>
                <a:gd name="connsiteY244" fmla="*/ 4315436 h 9631263"/>
                <a:gd name="connsiteX245" fmla="*/ 8047430 w 9801270"/>
                <a:gd name="connsiteY245" fmla="*/ 4315642 h 9631263"/>
                <a:gd name="connsiteX246" fmla="*/ 8004370 w 9801270"/>
                <a:gd name="connsiteY246" fmla="*/ 4370898 h 9631263"/>
                <a:gd name="connsiteX247" fmla="*/ 7875462 w 9801270"/>
                <a:gd name="connsiteY247" fmla="*/ 4466689 h 9631263"/>
                <a:gd name="connsiteX248" fmla="*/ 7818343 w 9801270"/>
                <a:gd name="connsiteY248" fmla="*/ 4465354 h 9631263"/>
                <a:gd name="connsiteX249" fmla="*/ 7769670 w 9801270"/>
                <a:gd name="connsiteY249" fmla="*/ 4395123 h 9631263"/>
                <a:gd name="connsiteX250" fmla="*/ 7775574 w 9801270"/>
                <a:gd name="connsiteY250" fmla="*/ 4364821 h 9631263"/>
                <a:gd name="connsiteX251" fmla="*/ 7775636 w 9801270"/>
                <a:gd name="connsiteY251" fmla="*/ 4364753 h 9631263"/>
                <a:gd name="connsiteX252" fmla="*/ 7775796 w 9801270"/>
                <a:gd name="connsiteY252" fmla="*/ 4363933 h 9631263"/>
                <a:gd name="connsiteX253" fmla="*/ 7847679 w 9801270"/>
                <a:gd name="connsiteY253" fmla="*/ 4359120 h 9631263"/>
                <a:gd name="connsiteX254" fmla="*/ 7883852 w 9801270"/>
                <a:gd name="connsiteY254" fmla="*/ 4373566 h 9631263"/>
                <a:gd name="connsiteX255" fmla="*/ 7940776 w 9801270"/>
                <a:gd name="connsiteY255" fmla="*/ 4389752 h 9631263"/>
                <a:gd name="connsiteX256" fmla="*/ 7881432 w 9801270"/>
                <a:gd name="connsiteY256" fmla="*/ 4291569 h 9631263"/>
                <a:gd name="connsiteX257" fmla="*/ 7661434 w 9801270"/>
                <a:gd name="connsiteY257" fmla="*/ 4096419 h 9631263"/>
                <a:gd name="connsiteX258" fmla="*/ 7475186 w 9801270"/>
                <a:gd name="connsiteY258" fmla="*/ 4077083 h 9631263"/>
                <a:gd name="connsiteX259" fmla="*/ 7123137 w 9801270"/>
                <a:gd name="connsiteY259" fmla="*/ 4266219 h 9631263"/>
                <a:gd name="connsiteX260" fmla="*/ 6707525 w 9801270"/>
                <a:gd name="connsiteY260" fmla="*/ 4599817 h 9631263"/>
                <a:gd name="connsiteX261" fmla="*/ 6542392 w 9801270"/>
                <a:gd name="connsiteY261" fmla="*/ 4614707 h 9631263"/>
                <a:gd name="connsiteX262" fmla="*/ 6518166 w 9801270"/>
                <a:gd name="connsiteY262" fmla="*/ 4074638 h 9631263"/>
                <a:gd name="connsiteX263" fmla="*/ 6518395 w 9801270"/>
                <a:gd name="connsiteY263" fmla="*/ 4073965 h 9631263"/>
                <a:gd name="connsiteX264" fmla="*/ 6518387 w 9801270"/>
                <a:gd name="connsiteY264" fmla="*/ 4073751 h 9631263"/>
                <a:gd name="connsiteX265" fmla="*/ 6584175 w 9801270"/>
                <a:gd name="connsiteY265" fmla="*/ 4008409 h 9631263"/>
                <a:gd name="connsiteX266" fmla="*/ 6831764 w 9801270"/>
                <a:gd name="connsiteY266" fmla="*/ 3999074 h 9631263"/>
                <a:gd name="connsiteX267" fmla="*/ 6889967 w 9801270"/>
                <a:gd name="connsiteY267" fmla="*/ 3982934 h 9631263"/>
                <a:gd name="connsiteX268" fmla="*/ 6903327 w 9801270"/>
                <a:gd name="connsiteY268" fmla="*/ 3960729 h 9631263"/>
                <a:gd name="connsiteX269" fmla="*/ 6905108 w 9801270"/>
                <a:gd name="connsiteY269" fmla="*/ 3926841 h 9631263"/>
                <a:gd name="connsiteX270" fmla="*/ 6842433 w 9801270"/>
                <a:gd name="connsiteY270" fmla="*/ 3747931 h 9631263"/>
                <a:gd name="connsiteX271" fmla="*/ 6835320 w 9801270"/>
                <a:gd name="connsiteY271" fmla="*/ 3688145 h 9631263"/>
                <a:gd name="connsiteX272" fmla="*/ 6835559 w 9801270"/>
                <a:gd name="connsiteY272" fmla="*/ 3687928 h 9631263"/>
                <a:gd name="connsiteX273" fmla="*/ 6835542 w 9801270"/>
                <a:gd name="connsiteY273" fmla="*/ 3687258 h 9631263"/>
                <a:gd name="connsiteX274" fmla="*/ 6853545 w 9801270"/>
                <a:gd name="connsiteY274" fmla="*/ 3673478 h 9631263"/>
                <a:gd name="connsiteX275" fmla="*/ 7136917 w 9801270"/>
                <a:gd name="connsiteY275" fmla="*/ 3455672 h 9631263"/>
                <a:gd name="connsiteX276" fmla="*/ 7229151 w 9801270"/>
                <a:gd name="connsiteY276" fmla="*/ 3314543 h 9631263"/>
                <a:gd name="connsiteX277" fmla="*/ 7343167 w 9801270"/>
                <a:gd name="connsiteY277" fmla="*/ 3243868 h 9631263"/>
                <a:gd name="connsiteX278" fmla="*/ 7448959 w 9801270"/>
                <a:gd name="connsiteY278" fmla="*/ 3214670 h 9631263"/>
                <a:gd name="connsiteX279" fmla="*/ 7468397 w 9801270"/>
                <a:gd name="connsiteY279" fmla="*/ 3173183 h 9631263"/>
                <a:gd name="connsiteX280" fmla="*/ 7467851 w 9801270"/>
                <a:gd name="connsiteY280" fmla="*/ 3111182 h 9631263"/>
                <a:gd name="connsiteX281" fmla="*/ 7467184 w 9801270"/>
                <a:gd name="connsiteY281" fmla="*/ 3017615 h 9631263"/>
                <a:gd name="connsiteX282" fmla="*/ 7467387 w 9801270"/>
                <a:gd name="connsiteY282" fmla="*/ 3017615 h 9631263"/>
                <a:gd name="connsiteX283" fmla="*/ 7467406 w 9801270"/>
                <a:gd name="connsiteY283" fmla="*/ 3016728 h 9631263"/>
                <a:gd name="connsiteX284" fmla="*/ 7631873 w 9801270"/>
                <a:gd name="connsiteY284" fmla="*/ 3016728 h 9631263"/>
                <a:gd name="connsiteX285" fmla="*/ 7637429 w 9801270"/>
                <a:gd name="connsiteY285" fmla="*/ 3112962 h 9631263"/>
                <a:gd name="connsiteX286" fmla="*/ 7769446 w 9801270"/>
                <a:gd name="connsiteY286" fmla="*/ 3238088 h 9631263"/>
                <a:gd name="connsiteX287" fmla="*/ 8016370 w 9801270"/>
                <a:gd name="connsiteY287" fmla="*/ 3227643 h 9631263"/>
                <a:gd name="connsiteX288" fmla="*/ 8129942 w 9801270"/>
                <a:gd name="connsiteY288" fmla="*/ 3160968 h 9631263"/>
                <a:gd name="connsiteX289" fmla="*/ 8263958 w 9801270"/>
                <a:gd name="connsiteY289" fmla="*/ 2968944 h 9631263"/>
                <a:gd name="connsiteX290" fmla="*/ 8546220 w 9801270"/>
                <a:gd name="connsiteY290" fmla="*/ 2805813 h 9631263"/>
                <a:gd name="connsiteX291" fmla="*/ 8590032 w 9801270"/>
                <a:gd name="connsiteY291" fmla="*/ 2799978 h 9631263"/>
                <a:gd name="connsiteX292" fmla="*/ 8635011 w 9801270"/>
                <a:gd name="connsiteY292" fmla="*/ 2785251 h 9631263"/>
                <a:gd name="connsiteX293" fmla="*/ 8629121 w 9801270"/>
                <a:gd name="connsiteY293" fmla="*/ 2744025 h 9631263"/>
                <a:gd name="connsiteX294" fmla="*/ 8463987 w 9801270"/>
                <a:gd name="connsiteY294" fmla="*/ 2744025 h 9631263"/>
                <a:gd name="connsiteX295" fmla="*/ 8321968 w 9801270"/>
                <a:gd name="connsiteY295" fmla="*/ 2522219 h 9631263"/>
                <a:gd name="connsiteX296" fmla="*/ 8322084 w 9801270"/>
                <a:gd name="connsiteY296" fmla="*/ 2521998 h 9631263"/>
                <a:gd name="connsiteX297" fmla="*/ 8322190 w 9801270"/>
                <a:gd name="connsiteY297" fmla="*/ 2521332 h 9631263"/>
                <a:gd name="connsiteX298" fmla="*/ 8444387 w 9801270"/>
                <a:gd name="connsiteY298" fmla="*/ 2288937 h 9631263"/>
                <a:gd name="connsiteX299" fmla="*/ 8453403 w 9801270"/>
                <a:gd name="connsiteY299" fmla="*/ 2248574 h 9631263"/>
                <a:gd name="connsiteX300" fmla="*/ 8456431 w 9801270"/>
                <a:gd name="connsiteY300" fmla="*/ 2204401 h 9631263"/>
                <a:gd name="connsiteX301" fmla="*/ 8366863 w 9801270"/>
                <a:gd name="connsiteY301" fmla="*/ 2226182 h 9631263"/>
                <a:gd name="connsiteX302" fmla="*/ 8132609 w 9801270"/>
                <a:gd name="connsiteY302" fmla="*/ 2435541 h 9631263"/>
                <a:gd name="connsiteX303" fmla="*/ 8124838 w 9801270"/>
                <a:gd name="connsiteY303" fmla="*/ 2443034 h 9631263"/>
                <a:gd name="connsiteX304" fmla="*/ 8119688 w 9801270"/>
                <a:gd name="connsiteY304" fmla="*/ 2457338 h 9631263"/>
                <a:gd name="connsiteX305" fmla="*/ 8114578 w 9801270"/>
                <a:gd name="connsiteY305" fmla="*/ 2501440 h 9631263"/>
                <a:gd name="connsiteX306" fmla="*/ 8112160 w 9801270"/>
                <a:gd name="connsiteY306" fmla="*/ 2606897 h 9631263"/>
                <a:gd name="connsiteX307" fmla="*/ 8112606 w 9801270"/>
                <a:gd name="connsiteY307" fmla="*/ 2739582 h 9631263"/>
                <a:gd name="connsiteX308" fmla="*/ 8112416 w 9801270"/>
                <a:gd name="connsiteY308" fmla="*/ 2739989 h 9631263"/>
                <a:gd name="connsiteX309" fmla="*/ 8112384 w 9801270"/>
                <a:gd name="connsiteY309" fmla="*/ 2740468 h 9631263"/>
                <a:gd name="connsiteX310" fmla="*/ 7981700 w 9801270"/>
                <a:gd name="connsiteY310" fmla="*/ 3020727 h 9631263"/>
                <a:gd name="connsiteX311" fmla="*/ 7886131 w 9801270"/>
                <a:gd name="connsiteY311" fmla="*/ 3090291 h 9631263"/>
                <a:gd name="connsiteX312" fmla="*/ 7733887 w 9801270"/>
                <a:gd name="connsiteY312" fmla="*/ 3028949 h 9631263"/>
                <a:gd name="connsiteX313" fmla="*/ 7587645 w 9801270"/>
                <a:gd name="connsiteY313" fmla="*/ 2770917 h 9631263"/>
                <a:gd name="connsiteX314" fmla="*/ 7373172 w 9801270"/>
                <a:gd name="connsiteY314" fmla="*/ 2832481 h 9631263"/>
                <a:gd name="connsiteX315" fmla="*/ 7258489 w 9801270"/>
                <a:gd name="connsiteY315" fmla="*/ 2665792 h 9631263"/>
                <a:gd name="connsiteX316" fmla="*/ 7268796 w 9801270"/>
                <a:gd name="connsiteY316" fmla="*/ 2544878 h 9631263"/>
                <a:gd name="connsiteX317" fmla="*/ 7268903 w 9801270"/>
                <a:gd name="connsiteY317" fmla="*/ 2544644 h 9631263"/>
                <a:gd name="connsiteX318" fmla="*/ 7269018 w 9801270"/>
                <a:gd name="connsiteY318" fmla="*/ 2543991 h 9631263"/>
                <a:gd name="connsiteX319" fmla="*/ 7466295 w 9801270"/>
                <a:gd name="connsiteY319" fmla="*/ 2291303 h 9631263"/>
                <a:gd name="connsiteX320" fmla="*/ 8178837 w 9801270"/>
                <a:gd name="connsiteY320" fmla="*/ 1694115 h 9631263"/>
                <a:gd name="connsiteX321" fmla="*/ 8259513 w 9801270"/>
                <a:gd name="connsiteY321" fmla="*/ 1655000 h 9631263"/>
                <a:gd name="connsiteX322" fmla="*/ 1367018 w 9801270"/>
                <a:gd name="connsiteY322" fmla="*/ 1521204 h 9631263"/>
                <a:gd name="connsiteX323" fmla="*/ 1366573 w 9801270"/>
                <a:gd name="connsiteY323" fmla="*/ 1521425 h 9631263"/>
                <a:gd name="connsiteX324" fmla="*/ 1366451 w 9801270"/>
                <a:gd name="connsiteY324" fmla="*/ 1521295 h 9631263"/>
                <a:gd name="connsiteX325" fmla="*/ 1367463 w 9801270"/>
                <a:gd name="connsiteY325" fmla="*/ 1520980 h 9631263"/>
                <a:gd name="connsiteX326" fmla="*/ 1367018 w 9801270"/>
                <a:gd name="connsiteY326" fmla="*/ 1521204 h 9631263"/>
                <a:gd name="connsiteX327" fmla="*/ 1366894 w 9801270"/>
                <a:gd name="connsiteY327" fmla="*/ 1521072 h 9631263"/>
                <a:gd name="connsiteX328" fmla="*/ 1270009 w 9801270"/>
                <a:gd name="connsiteY328" fmla="*/ 1418336 h 9631263"/>
                <a:gd name="connsiteX329" fmla="*/ 1296761 w 9801270"/>
                <a:gd name="connsiteY329" fmla="*/ 1446681 h 9631263"/>
                <a:gd name="connsiteX330" fmla="*/ 1366894 w 9801270"/>
                <a:gd name="connsiteY330" fmla="*/ 1521072 h 9631263"/>
                <a:gd name="connsiteX331" fmla="*/ 1366327 w 9801270"/>
                <a:gd name="connsiteY331" fmla="*/ 1521164 h 9631263"/>
                <a:gd name="connsiteX332" fmla="*/ 1366451 w 9801270"/>
                <a:gd name="connsiteY332" fmla="*/ 1521295 h 9631263"/>
                <a:gd name="connsiteX333" fmla="*/ 1224927 w 9801270"/>
                <a:gd name="connsiteY333" fmla="*/ 1544167 h 9631263"/>
                <a:gd name="connsiteX334" fmla="*/ 1137073 w 9801270"/>
                <a:gd name="connsiteY334" fmla="*/ 1559560 h 9631263"/>
                <a:gd name="connsiteX335" fmla="*/ 1154045 w 9801270"/>
                <a:gd name="connsiteY335" fmla="*/ 1539967 h 9631263"/>
                <a:gd name="connsiteX336" fmla="*/ 1742180 w 9801270"/>
                <a:gd name="connsiteY336" fmla="*/ 1368073 h 9631263"/>
                <a:gd name="connsiteX337" fmla="*/ 1796188 w 9801270"/>
                <a:gd name="connsiteY337" fmla="*/ 1396076 h 9631263"/>
                <a:gd name="connsiteX338" fmla="*/ 1835303 w 9801270"/>
                <a:gd name="connsiteY338" fmla="*/ 1480308 h 9631263"/>
                <a:gd name="connsiteX339" fmla="*/ 2059112 w 9801270"/>
                <a:gd name="connsiteY339" fmla="*/ 1641441 h 9631263"/>
                <a:gd name="connsiteX340" fmla="*/ 2344930 w 9801270"/>
                <a:gd name="connsiteY340" fmla="*/ 1636107 h 9631263"/>
                <a:gd name="connsiteX341" fmla="*/ 2421606 w 9801270"/>
                <a:gd name="connsiteY341" fmla="*/ 1706560 h 9631263"/>
                <a:gd name="connsiteX342" fmla="*/ 2260696 w 9801270"/>
                <a:gd name="connsiteY342" fmla="*/ 1887915 h 9631263"/>
                <a:gd name="connsiteX343" fmla="*/ 1969322 w 9801270"/>
                <a:gd name="connsiteY343" fmla="*/ 1924144 h 9631263"/>
                <a:gd name="connsiteX344" fmla="*/ 1936874 w 9801270"/>
                <a:gd name="connsiteY344" fmla="*/ 1949479 h 9631263"/>
                <a:gd name="connsiteX345" fmla="*/ 1951986 w 9801270"/>
                <a:gd name="connsiteY345" fmla="*/ 1987040 h 9631263"/>
                <a:gd name="connsiteX346" fmla="*/ 2027108 w 9801270"/>
                <a:gd name="connsiteY346" fmla="*/ 2145949 h 9631263"/>
                <a:gd name="connsiteX347" fmla="*/ 2029330 w 9801270"/>
                <a:gd name="connsiteY347" fmla="*/ 2145728 h 9631263"/>
                <a:gd name="connsiteX348" fmla="*/ 1757738 w 9801270"/>
                <a:gd name="connsiteY348" fmla="*/ 2440654 h 9631263"/>
                <a:gd name="connsiteX349" fmla="*/ 1935317 w 9801270"/>
                <a:gd name="connsiteY349" fmla="*/ 2742914 h 9631263"/>
                <a:gd name="connsiteX350" fmla="*/ 2424052 w 9801270"/>
                <a:gd name="connsiteY350" fmla="*/ 3039618 h 9631263"/>
                <a:gd name="connsiteX351" fmla="*/ 2484504 w 9801270"/>
                <a:gd name="connsiteY351" fmla="*/ 3138519 h 9631263"/>
                <a:gd name="connsiteX352" fmla="*/ 2521728 w 9801270"/>
                <a:gd name="connsiteY352" fmla="*/ 3209810 h 9631263"/>
                <a:gd name="connsiteX353" fmla="*/ 2555679 w 9801270"/>
                <a:gd name="connsiteY353" fmla="*/ 3214949 h 9631263"/>
                <a:gd name="connsiteX354" fmla="*/ 2590200 w 9801270"/>
                <a:gd name="connsiteY354" fmla="*/ 3210800 h 9631263"/>
                <a:gd name="connsiteX355" fmla="*/ 2632079 w 9801270"/>
                <a:gd name="connsiteY355" fmla="*/ 3135852 h 9631263"/>
                <a:gd name="connsiteX356" fmla="*/ 2632968 w 9801270"/>
                <a:gd name="connsiteY356" fmla="*/ 2410649 h 9631263"/>
                <a:gd name="connsiteX357" fmla="*/ 2637192 w 9801270"/>
                <a:gd name="connsiteY357" fmla="*/ 2360643 h 9631263"/>
                <a:gd name="connsiteX358" fmla="*/ 2709405 w 9801270"/>
                <a:gd name="connsiteY358" fmla="*/ 2348820 h 9631263"/>
                <a:gd name="connsiteX359" fmla="*/ 2711473 w 9801270"/>
                <a:gd name="connsiteY359" fmla="*/ 2348686 h 9631263"/>
                <a:gd name="connsiteX360" fmla="*/ 2711563 w 9801270"/>
                <a:gd name="connsiteY360" fmla="*/ 2348671 h 9631263"/>
                <a:gd name="connsiteX361" fmla="*/ 2723910 w 9801270"/>
                <a:gd name="connsiteY361" fmla="*/ 2347878 h 9631263"/>
                <a:gd name="connsiteX362" fmla="*/ 2779378 w 9801270"/>
                <a:gd name="connsiteY362" fmla="*/ 2344276 h 9631263"/>
                <a:gd name="connsiteX363" fmla="*/ 2779739 w 9801270"/>
                <a:gd name="connsiteY363" fmla="*/ 2344293 h 9631263"/>
                <a:gd name="connsiteX364" fmla="*/ 2781506 w 9801270"/>
                <a:gd name="connsiteY364" fmla="*/ 2344180 h 9631263"/>
                <a:gd name="connsiteX365" fmla="*/ 3156151 w 9801270"/>
                <a:gd name="connsiteY365" fmla="*/ 2491103 h 9631263"/>
                <a:gd name="connsiteX366" fmla="*/ 3375292 w 9801270"/>
                <a:gd name="connsiteY366" fmla="*/ 2649347 h 9631263"/>
                <a:gd name="connsiteX367" fmla="*/ 3440912 w 9801270"/>
                <a:gd name="connsiteY367" fmla="*/ 2675295 h 9631263"/>
                <a:gd name="connsiteX368" fmla="*/ 3512798 w 9801270"/>
                <a:gd name="connsiteY368" fmla="*/ 2694359 h 9631263"/>
                <a:gd name="connsiteX369" fmla="*/ 3521313 w 9801270"/>
                <a:gd name="connsiteY369" fmla="*/ 2651541 h 9631263"/>
                <a:gd name="connsiteX370" fmla="*/ 3529980 w 9801270"/>
                <a:gd name="connsiteY370" fmla="*/ 2623120 h 9631263"/>
                <a:gd name="connsiteX371" fmla="*/ 3577098 w 9801270"/>
                <a:gd name="connsiteY371" fmla="*/ 2556667 h 9631263"/>
                <a:gd name="connsiteX372" fmla="*/ 3578423 w 9801270"/>
                <a:gd name="connsiteY372" fmla="*/ 2556955 h 9631263"/>
                <a:gd name="connsiteX373" fmla="*/ 3579320 w 9801270"/>
                <a:gd name="connsiteY373" fmla="*/ 2556445 h 9631263"/>
                <a:gd name="connsiteX374" fmla="*/ 3662887 w 9801270"/>
                <a:gd name="connsiteY374" fmla="*/ 2595117 h 9631263"/>
                <a:gd name="connsiteX375" fmla="*/ 3959593 w 9801270"/>
                <a:gd name="connsiteY375" fmla="*/ 3116072 h 9631263"/>
                <a:gd name="connsiteX376" fmla="*/ 3944926 w 9801270"/>
                <a:gd name="connsiteY376" fmla="*/ 3348323 h 9631263"/>
                <a:gd name="connsiteX377" fmla="*/ 3769346 w 9801270"/>
                <a:gd name="connsiteY377" fmla="*/ 3400775 h 9631263"/>
                <a:gd name="connsiteX378" fmla="*/ 3767929 w 9801270"/>
                <a:gd name="connsiteY378" fmla="*/ 3400864 h 9631263"/>
                <a:gd name="connsiteX379" fmla="*/ 3767124 w 9801270"/>
                <a:gd name="connsiteY379" fmla="*/ 3400997 h 9631263"/>
                <a:gd name="connsiteX380" fmla="*/ 3695776 w 9801270"/>
                <a:gd name="connsiteY380" fmla="*/ 3405353 h 9631263"/>
                <a:gd name="connsiteX381" fmla="*/ 3626910 w 9801270"/>
                <a:gd name="connsiteY381" fmla="*/ 3409637 h 9631263"/>
                <a:gd name="connsiteX382" fmla="*/ 3625591 w 9801270"/>
                <a:gd name="connsiteY382" fmla="*/ 3409637 h 9631263"/>
                <a:gd name="connsiteX383" fmla="*/ 3624688 w 9801270"/>
                <a:gd name="connsiteY383" fmla="*/ 3409693 h 9631263"/>
                <a:gd name="connsiteX384" fmla="*/ 3482269 w 9801270"/>
                <a:gd name="connsiteY384" fmla="*/ 3409887 h 9631263"/>
                <a:gd name="connsiteX385" fmla="*/ 3438339 w 9801270"/>
                <a:gd name="connsiteY385" fmla="*/ 3415579 h 9631263"/>
                <a:gd name="connsiteX386" fmla="*/ 3357734 w 9801270"/>
                <a:gd name="connsiteY386" fmla="*/ 3518123 h 9631263"/>
                <a:gd name="connsiteX387" fmla="*/ 3629772 w 9801270"/>
                <a:gd name="connsiteY387" fmla="*/ 3676143 h 9631263"/>
                <a:gd name="connsiteX388" fmla="*/ 3646218 w 9801270"/>
                <a:gd name="connsiteY388" fmla="*/ 3739262 h 9631263"/>
                <a:gd name="connsiteX389" fmla="*/ 3433002 w 9801270"/>
                <a:gd name="connsiteY389" fmla="*/ 3904783 h 9631263"/>
                <a:gd name="connsiteX390" fmla="*/ 3430914 w 9801270"/>
                <a:gd name="connsiteY390" fmla="*/ 3904955 h 9631263"/>
                <a:gd name="connsiteX391" fmla="*/ 3430780 w 9801270"/>
                <a:gd name="connsiteY391" fmla="*/ 3905005 h 9631263"/>
                <a:gd name="connsiteX392" fmla="*/ 3326620 w 9801270"/>
                <a:gd name="connsiteY392" fmla="*/ 3898171 h 9631263"/>
                <a:gd name="connsiteX393" fmla="*/ 3377293 w 9801270"/>
                <a:gd name="connsiteY393" fmla="*/ 3785046 h 9631263"/>
                <a:gd name="connsiteX394" fmla="*/ 3362077 w 9801270"/>
                <a:gd name="connsiteY394" fmla="*/ 3762002 h 9631263"/>
                <a:gd name="connsiteX395" fmla="*/ 3308506 w 9801270"/>
                <a:gd name="connsiteY395" fmla="*/ 3782990 h 9631263"/>
                <a:gd name="connsiteX396" fmla="*/ 3263054 w 9801270"/>
                <a:gd name="connsiteY396" fmla="*/ 3812382 h 9631263"/>
                <a:gd name="connsiteX397" fmla="*/ 2828328 w 9801270"/>
                <a:gd name="connsiteY397" fmla="*/ 4388456 h 9631263"/>
                <a:gd name="connsiteX398" fmla="*/ 2679864 w 9801270"/>
                <a:gd name="connsiteY398" fmla="*/ 4579592 h 9631263"/>
                <a:gd name="connsiteX399" fmla="*/ 2565181 w 9801270"/>
                <a:gd name="connsiteY399" fmla="*/ 4932969 h 9631263"/>
                <a:gd name="connsiteX400" fmla="*/ 2565848 w 9801270"/>
                <a:gd name="connsiteY400" fmla="*/ 5034537 h 9631263"/>
                <a:gd name="connsiteX401" fmla="*/ 2563625 w 9801270"/>
                <a:gd name="connsiteY401" fmla="*/ 5034537 h 9631263"/>
                <a:gd name="connsiteX402" fmla="*/ 2563626 w 9801270"/>
                <a:gd name="connsiteY402" fmla="*/ 5034759 h 9631263"/>
                <a:gd name="connsiteX403" fmla="*/ 2394492 w 9801270"/>
                <a:gd name="connsiteY403" fmla="*/ 5034759 h 9631263"/>
                <a:gd name="connsiteX404" fmla="*/ 2204911 w 9801270"/>
                <a:gd name="connsiteY404" fmla="*/ 4876295 h 9631263"/>
                <a:gd name="connsiteX405" fmla="*/ 1904259 w 9801270"/>
                <a:gd name="connsiteY405" fmla="*/ 4875683 h 9631263"/>
                <a:gd name="connsiteX406" fmla="*/ 1598160 w 9801270"/>
                <a:gd name="connsiteY406" fmla="*/ 4876069 h 9631263"/>
                <a:gd name="connsiteX407" fmla="*/ 1596855 w 9801270"/>
                <a:gd name="connsiteY407" fmla="*/ 5040511 h 9631263"/>
                <a:gd name="connsiteX408" fmla="*/ 1599048 w 9801270"/>
                <a:gd name="connsiteY408" fmla="*/ 5197670 h 9631263"/>
                <a:gd name="connsiteX409" fmla="*/ 1838051 w 9801270"/>
                <a:gd name="connsiteY409" fmla="*/ 5447857 h 9631263"/>
                <a:gd name="connsiteX410" fmla="*/ 1896042 w 9801270"/>
                <a:gd name="connsiteY410" fmla="*/ 5450521 h 9631263"/>
                <a:gd name="connsiteX411" fmla="*/ 1951098 w 9801270"/>
                <a:gd name="connsiteY411" fmla="*/ 5436809 h 9631263"/>
                <a:gd name="connsiteX412" fmla="*/ 2040666 w 9801270"/>
                <a:gd name="connsiteY412" fmla="*/ 5332575 h 9631263"/>
                <a:gd name="connsiteX413" fmla="*/ 2144775 w 9801270"/>
                <a:gd name="connsiteY413" fmla="*/ 5267410 h 9631263"/>
                <a:gd name="connsiteX414" fmla="*/ 2145391 w 9801270"/>
                <a:gd name="connsiteY414" fmla="*/ 5267511 h 9631263"/>
                <a:gd name="connsiteX415" fmla="*/ 2146965 w 9801270"/>
                <a:gd name="connsiteY415" fmla="*/ 5267283 h 9631263"/>
                <a:gd name="connsiteX416" fmla="*/ 2199798 w 9801270"/>
                <a:gd name="connsiteY416" fmla="*/ 5275901 h 9631263"/>
                <a:gd name="connsiteX417" fmla="*/ 2198688 w 9801270"/>
                <a:gd name="connsiteY417" fmla="*/ 5505041 h 9631263"/>
                <a:gd name="connsiteX418" fmla="*/ 2274032 w 9801270"/>
                <a:gd name="connsiteY418" fmla="*/ 5585273 h 9631263"/>
                <a:gd name="connsiteX419" fmla="*/ 2321816 w 9801270"/>
                <a:gd name="connsiteY419" fmla="*/ 5585273 h 9631263"/>
                <a:gd name="connsiteX420" fmla="*/ 2501395 w 9801270"/>
                <a:gd name="connsiteY420" fmla="*/ 5770409 h 9631263"/>
                <a:gd name="connsiteX421" fmla="*/ 2501395 w 9801270"/>
                <a:gd name="connsiteY421" fmla="*/ 5927095 h 9631263"/>
                <a:gd name="connsiteX422" fmla="*/ 2576517 w 9801270"/>
                <a:gd name="connsiteY422" fmla="*/ 5931985 h 9631263"/>
                <a:gd name="connsiteX423" fmla="*/ 3759788 w 9801270"/>
                <a:gd name="connsiteY423" fmla="*/ 5935762 h 9631263"/>
                <a:gd name="connsiteX424" fmla="*/ 3896474 w 9801270"/>
                <a:gd name="connsiteY424" fmla="*/ 5993991 h 9631263"/>
                <a:gd name="connsiteX425" fmla="*/ 4141174 w 9801270"/>
                <a:gd name="connsiteY425" fmla="*/ 6254469 h 9631263"/>
                <a:gd name="connsiteX426" fmla="*/ 4658800 w 9801270"/>
                <a:gd name="connsiteY426" fmla="*/ 6636964 h 9631263"/>
                <a:gd name="connsiteX427" fmla="*/ 5269550 w 9801270"/>
                <a:gd name="connsiteY427" fmla="*/ 6966560 h 9631263"/>
                <a:gd name="connsiteX428" fmla="*/ 5303555 w 9801270"/>
                <a:gd name="connsiteY428" fmla="*/ 7083908 h 9631263"/>
                <a:gd name="connsiteX429" fmla="*/ 4752146 w 9801270"/>
                <a:gd name="connsiteY429" fmla="*/ 8030028 h 9631263"/>
                <a:gd name="connsiteX430" fmla="*/ 4647466 w 9801270"/>
                <a:gd name="connsiteY430" fmla="*/ 8085147 h 9631263"/>
                <a:gd name="connsiteX431" fmla="*/ 4525671 w 9801270"/>
                <a:gd name="connsiteY431" fmla="*/ 8154267 h 9631263"/>
                <a:gd name="connsiteX432" fmla="*/ 4126728 w 9801270"/>
                <a:gd name="connsiteY432" fmla="*/ 8790792 h 9631263"/>
                <a:gd name="connsiteX433" fmla="*/ 4028937 w 9801270"/>
                <a:gd name="connsiteY433" fmla="*/ 8844577 h 9631263"/>
                <a:gd name="connsiteX434" fmla="*/ 3993416 w 9801270"/>
                <a:gd name="connsiteY434" fmla="*/ 8849176 h 9631263"/>
                <a:gd name="connsiteX435" fmla="*/ 3979598 w 9801270"/>
                <a:gd name="connsiteY435" fmla="*/ 8850993 h 9631263"/>
                <a:gd name="connsiteX436" fmla="*/ 3924701 w 9801270"/>
                <a:gd name="connsiteY436" fmla="*/ 8851660 h 9631263"/>
                <a:gd name="connsiteX437" fmla="*/ 3924701 w 9801270"/>
                <a:gd name="connsiteY437" fmla="*/ 9147504 h 9631263"/>
                <a:gd name="connsiteX438" fmla="*/ 3922479 w 9801270"/>
                <a:gd name="connsiteY438" fmla="*/ 9147528 h 9631263"/>
                <a:gd name="connsiteX439" fmla="*/ 3922479 w 9801270"/>
                <a:gd name="connsiteY439" fmla="*/ 9147725 h 9631263"/>
                <a:gd name="connsiteX440" fmla="*/ 3762012 w 9801270"/>
                <a:gd name="connsiteY440" fmla="*/ 9147059 h 9631263"/>
                <a:gd name="connsiteX441" fmla="*/ 3703943 w 9801270"/>
                <a:gd name="connsiteY441" fmla="*/ 9148697 h 9631263"/>
                <a:gd name="connsiteX442" fmla="*/ 3653553 w 9801270"/>
                <a:gd name="connsiteY442" fmla="*/ 9164423 h 9631263"/>
                <a:gd name="connsiteX443" fmla="*/ 3576876 w 9801270"/>
                <a:gd name="connsiteY443" fmla="*/ 9250851 h 9631263"/>
                <a:gd name="connsiteX444" fmla="*/ 3413964 w 9801270"/>
                <a:gd name="connsiteY444" fmla="*/ 9519550 h 9631263"/>
                <a:gd name="connsiteX445" fmla="*/ 3379161 w 9801270"/>
                <a:gd name="connsiteY445" fmla="*/ 9589795 h 9631263"/>
                <a:gd name="connsiteX446" fmla="*/ 3370682 w 9801270"/>
                <a:gd name="connsiteY446" fmla="*/ 9631263 h 9631263"/>
                <a:gd name="connsiteX447" fmla="*/ 3354581 w 9801270"/>
                <a:gd name="connsiteY447" fmla="*/ 9626690 h 9631263"/>
                <a:gd name="connsiteX448" fmla="*/ 3123698 w 9801270"/>
                <a:gd name="connsiteY448" fmla="*/ 9548569 h 9631263"/>
                <a:gd name="connsiteX449" fmla="*/ 2965017 w 9801270"/>
                <a:gd name="connsiteY449" fmla="*/ 9486002 h 9631263"/>
                <a:gd name="connsiteX450" fmla="*/ 2984128 w 9801270"/>
                <a:gd name="connsiteY450" fmla="*/ 9327971 h 9631263"/>
                <a:gd name="connsiteX451" fmla="*/ 3058138 w 9801270"/>
                <a:gd name="connsiteY451" fmla="*/ 8636993 h 9631263"/>
                <a:gd name="connsiteX452" fmla="*/ 3146595 w 9801270"/>
                <a:gd name="connsiteY452" fmla="*/ 7958241 h 9631263"/>
                <a:gd name="connsiteX453" fmla="*/ 3069694 w 9801270"/>
                <a:gd name="connsiteY453" fmla="*/ 7704875 h 9631263"/>
                <a:gd name="connsiteX454" fmla="*/ 2551624 w 9801270"/>
                <a:gd name="connsiteY454" fmla="*/ 7188811 h 9631263"/>
                <a:gd name="connsiteX455" fmla="*/ 2505396 w 9801270"/>
                <a:gd name="connsiteY455" fmla="*/ 7046571 h 9631263"/>
                <a:gd name="connsiteX456" fmla="*/ 2627858 w 9801270"/>
                <a:gd name="connsiteY456" fmla="*/ 6297808 h 9631263"/>
                <a:gd name="connsiteX457" fmla="*/ 2634081 w 9801270"/>
                <a:gd name="connsiteY457" fmla="*/ 6193572 h 9631263"/>
                <a:gd name="connsiteX458" fmla="*/ 2408272 w 9801270"/>
                <a:gd name="connsiteY458" fmla="*/ 6195352 h 9631263"/>
                <a:gd name="connsiteX459" fmla="*/ 2297367 w 9801270"/>
                <a:gd name="connsiteY459" fmla="*/ 6130231 h 9631263"/>
                <a:gd name="connsiteX460" fmla="*/ 2258473 w 9801270"/>
                <a:gd name="connsiteY460" fmla="*/ 6055110 h 9631263"/>
                <a:gd name="connsiteX461" fmla="*/ 1910648 w 9801270"/>
                <a:gd name="connsiteY461" fmla="*/ 5705956 h 9631263"/>
                <a:gd name="connsiteX462" fmla="*/ 1771295 w 9801270"/>
                <a:gd name="connsiteY462" fmla="*/ 5681064 h 9631263"/>
                <a:gd name="connsiteX463" fmla="*/ 1475700 w 9801270"/>
                <a:gd name="connsiteY463" fmla="*/ 5681953 h 9631263"/>
                <a:gd name="connsiteX464" fmla="*/ 1357683 w 9801270"/>
                <a:gd name="connsiteY464" fmla="*/ 5654837 h 9631263"/>
                <a:gd name="connsiteX465" fmla="*/ 1053875 w 9801270"/>
                <a:gd name="connsiteY465" fmla="*/ 5468593 h 9631263"/>
                <a:gd name="connsiteX466" fmla="*/ 1004981 w 9801270"/>
                <a:gd name="connsiteY466" fmla="*/ 5367024 h 9631263"/>
                <a:gd name="connsiteX467" fmla="*/ 864518 w 9801270"/>
                <a:gd name="connsiteY467" fmla="*/ 5009201 h 9631263"/>
                <a:gd name="connsiteX468" fmla="*/ 789034 w 9801270"/>
                <a:gd name="connsiteY468" fmla="*/ 4932969 h 9631263"/>
                <a:gd name="connsiteX469" fmla="*/ 715127 w 9801270"/>
                <a:gd name="connsiteY469" fmla="*/ 4851525 h 9631263"/>
                <a:gd name="connsiteX470" fmla="*/ 748313 w 9801270"/>
                <a:gd name="connsiteY470" fmla="*/ 4946439 h 9631263"/>
                <a:gd name="connsiteX471" fmla="*/ 816510 w 9801270"/>
                <a:gd name="connsiteY471" fmla="*/ 5245009 h 9631263"/>
                <a:gd name="connsiteX472" fmla="*/ 814438 w 9801270"/>
                <a:gd name="connsiteY472" fmla="*/ 5242399 h 9631263"/>
                <a:gd name="connsiteX473" fmla="*/ 814288 w 9801270"/>
                <a:gd name="connsiteY473" fmla="*/ 5245230 h 9631263"/>
                <a:gd name="connsiteX474" fmla="*/ 680271 w 9801270"/>
                <a:gd name="connsiteY474" fmla="*/ 5058095 h 9631263"/>
                <a:gd name="connsiteX475" fmla="*/ 79968 w 9801270"/>
                <a:gd name="connsiteY475" fmla="*/ 4264662 h 9631263"/>
                <a:gd name="connsiteX476" fmla="*/ 400 w 9801270"/>
                <a:gd name="connsiteY476" fmla="*/ 4062858 h 9631263"/>
                <a:gd name="connsiteX477" fmla="*/ 400 w 9801270"/>
                <a:gd name="connsiteY477" fmla="*/ 3738545 h 9631263"/>
                <a:gd name="connsiteX478" fmla="*/ 86575 w 9801270"/>
                <a:gd name="connsiteY478" fmla="*/ 3403400 h 9631263"/>
                <a:gd name="connsiteX479" fmla="*/ 711812 w 9801270"/>
                <a:gd name="connsiteY479" fmla="*/ 2102801 h 9631263"/>
                <a:gd name="connsiteX480" fmla="*/ 920130 w 9801270"/>
                <a:gd name="connsiteY480" fmla="*/ 1824221 h 9631263"/>
                <a:gd name="connsiteX481" fmla="*/ 957041 w 9801270"/>
                <a:gd name="connsiteY481" fmla="*/ 1824081 h 9631263"/>
                <a:gd name="connsiteX482" fmla="*/ 1022373 w 9801270"/>
                <a:gd name="connsiteY482" fmla="*/ 1815212 h 9631263"/>
                <a:gd name="connsiteX483" fmla="*/ 1285895 w 9801270"/>
                <a:gd name="connsiteY483" fmla="*/ 1739453 h 9631263"/>
                <a:gd name="connsiteX484" fmla="*/ 1567045 w 9801270"/>
                <a:gd name="connsiteY484" fmla="*/ 1644107 h 9631263"/>
                <a:gd name="connsiteX485" fmla="*/ 1527041 w 9801270"/>
                <a:gd name="connsiteY485" fmla="*/ 1397409 h 9631263"/>
                <a:gd name="connsiteX486" fmla="*/ 1739958 w 9801270"/>
                <a:gd name="connsiteY486" fmla="*/ 1368295 h 9631263"/>
                <a:gd name="connsiteX487" fmla="*/ 1740086 w 9801270"/>
                <a:gd name="connsiteY487" fmla="*/ 1368328 h 9631263"/>
                <a:gd name="connsiteX488" fmla="*/ 1510451 w 9801270"/>
                <a:gd name="connsiteY488" fmla="*/ 1186143 h 9631263"/>
                <a:gd name="connsiteX489" fmla="*/ 1737293 w 9801270"/>
                <a:gd name="connsiteY489" fmla="*/ 1206051 h 9631263"/>
                <a:gd name="connsiteX490" fmla="*/ 1578017 w 9801270"/>
                <a:gd name="connsiteY490" fmla="*/ 1307295 h 9631263"/>
                <a:gd name="connsiteX491" fmla="*/ 1578016 w 9801270"/>
                <a:gd name="connsiteY491" fmla="*/ 1307295 h 9631263"/>
                <a:gd name="connsiteX492" fmla="*/ 1578015 w 9801270"/>
                <a:gd name="connsiteY492" fmla="*/ 1307296 h 9631263"/>
                <a:gd name="connsiteX493" fmla="*/ 1439284 w 9801270"/>
                <a:gd name="connsiteY493" fmla="*/ 1286740 h 9631263"/>
                <a:gd name="connsiteX494" fmla="*/ 1419342 w 9801270"/>
                <a:gd name="connsiteY494" fmla="*/ 1271325 h 9631263"/>
                <a:gd name="connsiteX495" fmla="*/ 1491148 w 9801270"/>
                <a:gd name="connsiteY495" fmla="*/ 1202864 h 9631263"/>
                <a:gd name="connsiteX496" fmla="*/ 2116675 w 9801270"/>
                <a:gd name="connsiteY496" fmla="*/ 1158492 h 9631263"/>
                <a:gd name="connsiteX497" fmla="*/ 2582961 w 9801270"/>
                <a:gd name="connsiteY497" fmla="*/ 1159603 h 9631263"/>
                <a:gd name="connsiteX498" fmla="*/ 2608603 w 9801270"/>
                <a:gd name="connsiteY498" fmla="*/ 1167104 h 9631263"/>
                <a:gd name="connsiteX499" fmla="*/ 2609016 w 9801270"/>
                <a:gd name="connsiteY499" fmla="*/ 1167482 h 9631263"/>
                <a:gd name="connsiteX500" fmla="*/ 2609049 w 9801270"/>
                <a:gd name="connsiteY500" fmla="*/ 1167492 h 9631263"/>
                <a:gd name="connsiteX501" fmla="*/ 2627856 w 9801270"/>
                <a:gd name="connsiteY501" fmla="*/ 1184493 h 9631263"/>
                <a:gd name="connsiteX502" fmla="*/ 2826415 w 9801270"/>
                <a:gd name="connsiteY502" fmla="*/ 1365267 h 9631263"/>
                <a:gd name="connsiteX503" fmla="*/ 2883165 w 9801270"/>
                <a:gd name="connsiteY503" fmla="*/ 1389472 h 9631263"/>
                <a:gd name="connsiteX504" fmla="*/ 2911228 w 9801270"/>
                <a:gd name="connsiteY504" fmla="*/ 1401412 h 9631263"/>
                <a:gd name="connsiteX505" fmla="*/ 2989706 w 9801270"/>
                <a:gd name="connsiteY505" fmla="*/ 1437228 h 9631263"/>
                <a:gd name="connsiteX506" fmla="*/ 2989857 w 9801270"/>
                <a:gd name="connsiteY506" fmla="*/ 1437315 h 9631263"/>
                <a:gd name="connsiteX507" fmla="*/ 2990150 w 9801270"/>
                <a:gd name="connsiteY507" fmla="*/ 1437449 h 9631263"/>
                <a:gd name="connsiteX508" fmla="*/ 3466637 w 9801270"/>
                <a:gd name="connsiteY508" fmla="*/ 1794127 h 9631263"/>
                <a:gd name="connsiteX509" fmla="*/ 3468417 w 9801270"/>
                <a:gd name="connsiteY509" fmla="*/ 1853689 h 9631263"/>
                <a:gd name="connsiteX510" fmla="*/ 3254609 w 9801270"/>
                <a:gd name="connsiteY510" fmla="*/ 2127057 h 9631263"/>
                <a:gd name="connsiteX511" fmla="*/ 3179932 w 9801270"/>
                <a:gd name="connsiteY511" fmla="*/ 2149282 h 9631263"/>
                <a:gd name="connsiteX512" fmla="*/ 2948067 w 9801270"/>
                <a:gd name="connsiteY512" fmla="*/ 2082830 h 9631263"/>
                <a:gd name="connsiteX513" fmla="*/ 2703727 w 9801270"/>
                <a:gd name="connsiteY513" fmla="*/ 2009867 h 9631263"/>
                <a:gd name="connsiteX514" fmla="*/ 2703807 w 9801270"/>
                <a:gd name="connsiteY514" fmla="*/ 2009803 h 9631263"/>
                <a:gd name="connsiteX515" fmla="*/ 2703280 w 9801270"/>
                <a:gd name="connsiteY515" fmla="*/ 2009646 h 9631263"/>
                <a:gd name="connsiteX516" fmla="*/ 2865304 w 9801270"/>
                <a:gd name="connsiteY516" fmla="*/ 1879028 h 9631263"/>
                <a:gd name="connsiteX517" fmla="*/ 3026576 w 9801270"/>
                <a:gd name="connsiteY517" fmla="*/ 1749011 h 9631263"/>
                <a:gd name="connsiteX518" fmla="*/ 2814376 w 9801270"/>
                <a:gd name="connsiteY518" fmla="*/ 1598450 h 9631263"/>
                <a:gd name="connsiteX519" fmla="*/ 2744763 w 9801270"/>
                <a:gd name="connsiteY519" fmla="*/ 1551019 h 9631263"/>
                <a:gd name="connsiteX520" fmla="*/ 2672219 w 9801270"/>
                <a:gd name="connsiteY520" fmla="*/ 1511630 h 9631263"/>
                <a:gd name="connsiteX521" fmla="*/ 2415382 w 9801270"/>
                <a:gd name="connsiteY521" fmla="*/ 1481865 h 9631263"/>
                <a:gd name="connsiteX522" fmla="*/ 2241748 w 9801270"/>
                <a:gd name="connsiteY522" fmla="*/ 1453334 h 9631263"/>
                <a:gd name="connsiteX523" fmla="*/ 2241476 w 9801270"/>
                <a:gd name="connsiteY523" fmla="*/ 1453174 h 9631263"/>
                <a:gd name="connsiteX524" fmla="*/ 2241304 w 9801270"/>
                <a:gd name="connsiteY524" fmla="*/ 1453113 h 9631263"/>
                <a:gd name="connsiteX525" fmla="*/ 2090005 w 9801270"/>
                <a:gd name="connsiteY525" fmla="*/ 1362073 h 9631263"/>
                <a:gd name="connsiteX526" fmla="*/ 2075780 w 9801270"/>
                <a:gd name="connsiteY526" fmla="*/ 1253615 h 9631263"/>
                <a:gd name="connsiteX527" fmla="*/ 2116675 w 9801270"/>
                <a:gd name="connsiteY527" fmla="*/ 1158492 h 9631263"/>
                <a:gd name="connsiteX528" fmla="*/ 1892080 w 9801270"/>
                <a:gd name="connsiteY528" fmla="*/ 875761 h 9631263"/>
                <a:gd name="connsiteX529" fmla="*/ 2386935 w 9801270"/>
                <a:gd name="connsiteY529" fmla="*/ 979578 h 9631263"/>
                <a:gd name="connsiteX530" fmla="*/ 2382268 w 9801270"/>
                <a:gd name="connsiteY530" fmla="*/ 1024473 h 9631263"/>
                <a:gd name="connsiteX531" fmla="*/ 2382267 w 9801270"/>
                <a:gd name="connsiteY531" fmla="*/ 1024473 h 9631263"/>
                <a:gd name="connsiteX532" fmla="*/ 2382267 w 9801270"/>
                <a:gd name="connsiteY532" fmla="*/ 1024474 h 9631263"/>
                <a:gd name="connsiteX533" fmla="*/ 1984658 w 9801270"/>
                <a:gd name="connsiteY533" fmla="*/ 1024918 h 9631263"/>
                <a:gd name="connsiteX534" fmla="*/ 1858419 w 9801270"/>
                <a:gd name="connsiteY534" fmla="*/ 908236 h 9631263"/>
                <a:gd name="connsiteX535" fmla="*/ 1863807 w 9801270"/>
                <a:gd name="connsiteY535" fmla="*/ 895866 h 9631263"/>
                <a:gd name="connsiteX536" fmla="*/ 3079015 w 9801270"/>
                <a:gd name="connsiteY536" fmla="*/ 231134 h 9631263"/>
                <a:gd name="connsiteX537" fmla="*/ 3237648 w 9801270"/>
                <a:gd name="connsiteY537" fmla="*/ 251182 h 9631263"/>
                <a:gd name="connsiteX538" fmla="*/ 3294809 w 9801270"/>
                <a:gd name="connsiteY538" fmla="*/ 260641 h 9631263"/>
                <a:gd name="connsiteX539" fmla="*/ 3426189 w 9801270"/>
                <a:gd name="connsiteY539" fmla="*/ 282379 h 9631263"/>
                <a:gd name="connsiteX540" fmla="*/ 2913213 w 9801270"/>
                <a:gd name="connsiteY540" fmla="*/ 598045 h 9631263"/>
                <a:gd name="connsiteX541" fmla="*/ 2763158 w 9801270"/>
                <a:gd name="connsiteY541" fmla="*/ 700385 h 9631263"/>
                <a:gd name="connsiteX542" fmla="*/ 2752986 w 9801270"/>
                <a:gd name="connsiteY542" fmla="*/ 707323 h 9631263"/>
                <a:gd name="connsiteX543" fmla="*/ 2633525 w 9801270"/>
                <a:gd name="connsiteY543" fmla="*/ 776331 h 9631263"/>
                <a:gd name="connsiteX544" fmla="*/ 2510566 w 9801270"/>
                <a:gd name="connsiteY544" fmla="*/ 817058 h 9631263"/>
                <a:gd name="connsiteX545" fmla="*/ 2510231 w 9801270"/>
                <a:gd name="connsiteY545" fmla="*/ 817170 h 9631263"/>
                <a:gd name="connsiteX546" fmla="*/ 2510230 w 9801270"/>
                <a:gd name="connsiteY546" fmla="*/ 817170 h 9631263"/>
                <a:gd name="connsiteX547" fmla="*/ 2462209 w 9801270"/>
                <a:gd name="connsiteY547" fmla="*/ 824077 h 9631263"/>
                <a:gd name="connsiteX548" fmla="*/ 2382186 w 9801270"/>
                <a:gd name="connsiteY548" fmla="*/ 835588 h 9631263"/>
                <a:gd name="connsiteX549" fmla="*/ 2248472 w 9801270"/>
                <a:gd name="connsiteY549" fmla="*/ 837338 h 9631263"/>
                <a:gd name="connsiteX550" fmla="*/ 2144490 w 9801270"/>
                <a:gd name="connsiteY550" fmla="*/ 787801 h 9631263"/>
                <a:gd name="connsiteX551" fmla="*/ 2133439 w 9801270"/>
                <a:gd name="connsiteY551" fmla="*/ 758931 h 9631263"/>
                <a:gd name="connsiteX552" fmla="*/ 2131122 w 9801270"/>
                <a:gd name="connsiteY552" fmla="*/ 752884 h 9631263"/>
                <a:gd name="connsiteX553" fmla="*/ 2142201 w 9801270"/>
                <a:gd name="connsiteY553" fmla="*/ 704074 h 9631263"/>
                <a:gd name="connsiteX554" fmla="*/ 2255592 w 9801270"/>
                <a:gd name="connsiteY554" fmla="*/ 631381 h 9631263"/>
                <a:gd name="connsiteX555" fmla="*/ 2898046 w 9801270"/>
                <a:gd name="connsiteY555" fmla="*/ 302488 h 9631263"/>
                <a:gd name="connsiteX556" fmla="*/ 4840604 w 9801270"/>
                <a:gd name="connsiteY556" fmla="*/ 133249 h 9631263"/>
                <a:gd name="connsiteX557" fmla="*/ 4841029 w 9801270"/>
                <a:gd name="connsiteY557" fmla="*/ 133263 h 9631263"/>
                <a:gd name="connsiteX558" fmla="*/ 4841269 w 9801270"/>
                <a:gd name="connsiteY558" fmla="*/ 133250 h 9631263"/>
                <a:gd name="connsiteX559" fmla="*/ 5572479 w 9801270"/>
                <a:gd name="connsiteY559" fmla="*/ 160143 h 9631263"/>
                <a:gd name="connsiteX560" fmla="*/ 5576898 w 9801270"/>
                <a:gd name="connsiteY560" fmla="*/ 258822 h 9631263"/>
                <a:gd name="connsiteX561" fmla="*/ 5581148 w 9801270"/>
                <a:gd name="connsiteY561" fmla="*/ 352831 h 9631263"/>
                <a:gd name="connsiteX562" fmla="*/ 5608233 w 9801270"/>
                <a:gd name="connsiteY562" fmla="*/ 352742 h 9631263"/>
                <a:gd name="connsiteX563" fmla="*/ 5651929 w 9801270"/>
                <a:gd name="connsiteY563" fmla="*/ 352594 h 9631263"/>
                <a:gd name="connsiteX564" fmla="*/ 5722170 w 9801270"/>
                <a:gd name="connsiteY564" fmla="*/ 336164 h 9631263"/>
                <a:gd name="connsiteX565" fmla="*/ 5931338 w 9801270"/>
                <a:gd name="connsiteY565" fmla="*/ 268733 h 9631263"/>
                <a:gd name="connsiteX566" fmla="*/ 5931660 w 9801270"/>
                <a:gd name="connsiteY566" fmla="*/ 268724 h 9631263"/>
                <a:gd name="connsiteX567" fmla="*/ 5932002 w 9801270"/>
                <a:gd name="connsiteY567" fmla="*/ 268637 h 9631263"/>
                <a:gd name="connsiteX568" fmla="*/ 6149891 w 9801270"/>
                <a:gd name="connsiteY568" fmla="*/ 340166 h 9631263"/>
                <a:gd name="connsiteX569" fmla="*/ 5571368 w 9801270"/>
                <a:gd name="connsiteY569" fmla="*/ 749551 h 9631263"/>
                <a:gd name="connsiteX570" fmla="*/ 5825180 w 9801270"/>
                <a:gd name="connsiteY570" fmla="*/ 798003 h 9631263"/>
                <a:gd name="connsiteX571" fmla="*/ 5874743 w 9801270"/>
                <a:gd name="connsiteY571" fmla="*/ 843785 h 9631263"/>
                <a:gd name="connsiteX572" fmla="*/ 5893635 w 9801270"/>
                <a:gd name="connsiteY572" fmla="*/ 1145602 h 9631263"/>
                <a:gd name="connsiteX573" fmla="*/ 5417348 w 9801270"/>
                <a:gd name="connsiteY573" fmla="*/ 1222500 h 9631263"/>
                <a:gd name="connsiteX574" fmla="*/ 5585372 w 9801270"/>
                <a:gd name="connsiteY574" fmla="*/ 1407634 h 9631263"/>
                <a:gd name="connsiteX575" fmla="*/ 5570257 w 9801270"/>
                <a:gd name="connsiteY575" fmla="*/ 1505424 h 9631263"/>
                <a:gd name="connsiteX576" fmla="*/ 4944395 w 9801270"/>
                <a:gd name="connsiteY576" fmla="*/ 1825242 h 9631263"/>
                <a:gd name="connsiteX577" fmla="*/ 4882830 w 9801270"/>
                <a:gd name="connsiteY577" fmla="*/ 1847913 h 9631263"/>
                <a:gd name="connsiteX578" fmla="*/ 4882374 w 9801270"/>
                <a:gd name="connsiteY578" fmla="*/ 1847868 h 9631263"/>
                <a:gd name="connsiteX579" fmla="*/ 4882164 w 9801270"/>
                <a:gd name="connsiteY579" fmla="*/ 1847911 h 9631263"/>
                <a:gd name="connsiteX580" fmla="*/ 4842868 w 9801270"/>
                <a:gd name="connsiteY580" fmla="*/ 1844046 h 9631263"/>
                <a:gd name="connsiteX581" fmla="*/ 4810102 w 9801270"/>
                <a:gd name="connsiteY581" fmla="*/ 1848513 h 9631263"/>
                <a:gd name="connsiteX582" fmla="*/ 4694805 w 9801270"/>
                <a:gd name="connsiteY582" fmla="*/ 1986375 h 9631263"/>
                <a:gd name="connsiteX583" fmla="*/ 4548341 w 9801270"/>
                <a:gd name="connsiteY583" fmla="*/ 2281301 h 9631263"/>
                <a:gd name="connsiteX584" fmla="*/ 4506169 w 9801270"/>
                <a:gd name="connsiteY584" fmla="*/ 2330251 h 9631263"/>
                <a:gd name="connsiteX585" fmla="*/ 4505774 w 9801270"/>
                <a:gd name="connsiteY585" fmla="*/ 2330231 h 9631263"/>
                <a:gd name="connsiteX586" fmla="*/ 4505502 w 9801270"/>
                <a:gd name="connsiteY586" fmla="*/ 2330417 h 9631263"/>
                <a:gd name="connsiteX587" fmla="*/ 4448994 w 9801270"/>
                <a:gd name="connsiteY587" fmla="*/ 2312858 h 9631263"/>
                <a:gd name="connsiteX588" fmla="*/ 4175179 w 9801270"/>
                <a:gd name="connsiteY588" fmla="*/ 2114166 h 9631263"/>
                <a:gd name="connsiteX589" fmla="*/ 4118282 w 9801270"/>
                <a:gd name="connsiteY589" fmla="*/ 1998153 h 9631263"/>
                <a:gd name="connsiteX590" fmla="*/ 4129394 w 9801270"/>
                <a:gd name="connsiteY590" fmla="*/ 1626327 h 9631263"/>
                <a:gd name="connsiteX591" fmla="*/ 3980485 w 9801270"/>
                <a:gd name="connsiteY591" fmla="*/ 1434302 h 9631263"/>
                <a:gd name="connsiteX592" fmla="*/ 3817130 w 9801270"/>
                <a:gd name="connsiteY592" fmla="*/ 1250946 h 9631263"/>
                <a:gd name="connsiteX593" fmla="*/ 3753122 w 9801270"/>
                <a:gd name="connsiteY593" fmla="*/ 1006027 h 9631263"/>
                <a:gd name="connsiteX594" fmla="*/ 3700458 w 9801270"/>
                <a:gd name="connsiteY594" fmla="*/ 967053 h 9631263"/>
                <a:gd name="connsiteX595" fmla="*/ 3680419 w 9801270"/>
                <a:gd name="connsiteY595" fmla="*/ 964711 h 9631263"/>
                <a:gd name="connsiteX596" fmla="*/ 3585443 w 9801270"/>
                <a:gd name="connsiteY596" fmla="*/ 968975 h 9631263"/>
                <a:gd name="connsiteX597" fmla="*/ 3585238 w 9801270"/>
                <a:gd name="connsiteY597" fmla="*/ 968952 h 9631263"/>
                <a:gd name="connsiteX598" fmla="*/ 3584777 w 9801270"/>
                <a:gd name="connsiteY598" fmla="*/ 968973 h 9631263"/>
                <a:gd name="connsiteX599" fmla="*/ 3029688 w 9801270"/>
                <a:gd name="connsiteY599" fmla="*/ 712879 h 9631263"/>
                <a:gd name="connsiteX600" fmla="*/ 3007909 w 9801270"/>
                <a:gd name="connsiteY600" fmla="*/ 698155 h 9631263"/>
                <a:gd name="connsiteX601" fmla="*/ 2970794 w 9801270"/>
                <a:gd name="connsiteY601" fmla="*/ 674431 h 9631263"/>
                <a:gd name="connsiteX602" fmla="*/ 2970792 w 9801270"/>
                <a:gd name="connsiteY602" fmla="*/ 674431 h 9631263"/>
                <a:gd name="connsiteX603" fmla="*/ 2970793 w 9801270"/>
                <a:gd name="connsiteY603" fmla="*/ 674430 h 9631263"/>
                <a:gd name="connsiteX604" fmla="*/ 2970792 w 9801270"/>
                <a:gd name="connsiteY604" fmla="*/ 674429 h 9631263"/>
                <a:gd name="connsiteX605" fmla="*/ 2970126 w 9801270"/>
                <a:gd name="connsiteY605" fmla="*/ 674429 h 9631263"/>
                <a:gd name="connsiteX606" fmla="*/ 3241718 w 9801270"/>
                <a:gd name="connsiteY606" fmla="*/ 538191 h 9631263"/>
                <a:gd name="connsiteX607" fmla="*/ 3757121 w 9801270"/>
                <a:gd name="connsiteY607" fmla="*/ 296603 h 9631263"/>
                <a:gd name="connsiteX608" fmla="*/ 3898920 w 9801270"/>
                <a:gd name="connsiteY608" fmla="*/ 260821 h 9631263"/>
                <a:gd name="connsiteX609" fmla="*/ 4008435 w 9801270"/>
                <a:gd name="connsiteY609" fmla="*/ 258376 h 9631263"/>
                <a:gd name="connsiteX610" fmla="*/ 4008775 w 9801270"/>
                <a:gd name="connsiteY610" fmla="*/ 258385 h 9631263"/>
                <a:gd name="connsiteX611" fmla="*/ 4009100 w 9801270"/>
                <a:gd name="connsiteY611" fmla="*/ 258378 h 9631263"/>
                <a:gd name="connsiteX612" fmla="*/ 4118949 w 9801270"/>
                <a:gd name="connsiteY612" fmla="*/ 261268 h 9631263"/>
                <a:gd name="connsiteX613" fmla="*/ 4125179 w 9801270"/>
                <a:gd name="connsiteY613" fmla="*/ 261339 h 9631263"/>
                <a:gd name="connsiteX614" fmla="*/ 4255243 w 9801270"/>
                <a:gd name="connsiteY614" fmla="*/ 262714 h 9631263"/>
                <a:gd name="connsiteX615" fmla="*/ 4650577 w 9801270"/>
                <a:gd name="connsiteY615" fmla="*/ 167921 h 9631263"/>
                <a:gd name="connsiteX616" fmla="*/ 4840604 w 9801270"/>
                <a:gd name="connsiteY616" fmla="*/ 133249 h 9631263"/>
                <a:gd name="connsiteX617" fmla="*/ 4212294 w 9801270"/>
                <a:gd name="connsiteY617" fmla="*/ 126139 h 9631263"/>
                <a:gd name="connsiteX618" fmla="*/ 4212294 w 9801270"/>
                <a:gd name="connsiteY618" fmla="*/ 126363 h 9631263"/>
                <a:gd name="connsiteX619" fmla="*/ 4212282 w 9801270"/>
                <a:gd name="connsiteY619" fmla="*/ 126140 h 9631263"/>
                <a:gd name="connsiteX620" fmla="*/ 4212296 w 9801270"/>
                <a:gd name="connsiteY620" fmla="*/ 125915 h 9631263"/>
                <a:gd name="connsiteX621" fmla="*/ 4212296 w 9801270"/>
                <a:gd name="connsiteY621" fmla="*/ 126138 h 9631263"/>
                <a:gd name="connsiteX622" fmla="*/ 4212284 w 9801270"/>
                <a:gd name="connsiteY622" fmla="*/ 125916 h 9631263"/>
                <a:gd name="connsiteX623" fmla="*/ 3903294 w 9801270"/>
                <a:gd name="connsiteY623" fmla="*/ 0 h 9631263"/>
                <a:gd name="connsiteX624" fmla="*/ 4114282 w 9801270"/>
                <a:gd name="connsiteY624" fmla="*/ 9680 h 9631263"/>
                <a:gd name="connsiteX625" fmla="*/ 4150937 w 9801270"/>
                <a:gd name="connsiteY625" fmla="*/ 14364 h 9631263"/>
                <a:gd name="connsiteX626" fmla="*/ 4157374 w 9801270"/>
                <a:gd name="connsiteY626" fmla="*/ 17193 h 9631263"/>
                <a:gd name="connsiteX627" fmla="*/ 4161070 w 9801270"/>
                <a:gd name="connsiteY627" fmla="*/ 17818 h 9631263"/>
                <a:gd name="connsiteX628" fmla="*/ 4165136 w 9801270"/>
                <a:gd name="connsiteY628" fmla="*/ 20604 h 9631263"/>
                <a:gd name="connsiteX629" fmla="*/ 4178834 w 9801270"/>
                <a:gd name="connsiteY629" fmla="*/ 26623 h 9631263"/>
                <a:gd name="connsiteX630" fmla="*/ 4188407 w 9801270"/>
                <a:gd name="connsiteY630" fmla="*/ 36546 h 9631263"/>
                <a:gd name="connsiteX631" fmla="*/ 4192542 w 9801270"/>
                <a:gd name="connsiteY631" fmla="*/ 39380 h 9631263"/>
                <a:gd name="connsiteX632" fmla="*/ 4193868 w 9801270"/>
                <a:gd name="connsiteY632" fmla="*/ 42208 h 9631263"/>
                <a:gd name="connsiteX633" fmla="*/ 4198263 w 9801270"/>
                <a:gd name="connsiteY633" fmla="*/ 46763 h 9631263"/>
                <a:gd name="connsiteX634" fmla="*/ 4209514 w 9801270"/>
                <a:gd name="connsiteY634" fmla="*/ 75093 h 9631263"/>
                <a:gd name="connsiteX635" fmla="*/ 4212284 w 9801270"/>
                <a:gd name="connsiteY635" fmla="*/ 125916 h 9631263"/>
                <a:gd name="connsiteX636" fmla="*/ 4212269 w 9801270"/>
                <a:gd name="connsiteY636" fmla="*/ 125918 h 9631263"/>
                <a:gd name="connsiteX637" fmla="*/ 4212282 w 9801270"/>
                <a:gd name="connsiteY637" fmla="*/ 126140 h 9631263"/>
                <a:gd name="connsiteX638" fmla="*/ 3846911 w 9801270"/>
                <a:gd name="connsiteY638" fmla="*/ 164145 h 9631263"/>
                <a:gd name="connsiteX639" fmla="*/ 3760009 w 9801270"/>
                <a:gd name="connsiteY639" fmla="*/ 59243 h 9631263"/>
                <a:gd name="connsiteX640" fmla="*/ 3759260 w 9801270"/>
                <a:gd name="connsiteY640" fmla="*/ 35732 h 9631263"/>
                <a:gd name="connsiteX641" fmla="*/ 3760660 w 9801270"/>
                <a:gd name="connsiteY641" fmla="*/ 30285 h 9631263"/>
                <a:gd name="connsiteX642" fmla="*/ 3760686 w 9801270"/>
                <a:gd name="connsiteY642" fmla="*/ 29128 h 9631263"/>
                <a:gd name="connsiteX643" fmla="*/ 3830787 w 9801270"/>
                <a:gd name="connsiteY643" fmla="*/ 12949 h 963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</a:cxnLst>
              <a:rect l="l" t="t" r="r" b="b"/>
              <a:pathLst>
                <a:path w="9801270" h="9631263">
                  <a:moveTo>
                    <a:pt x="3144603" y="5442822"/>
                  </a:moveTo>
                  <a:cubicBezTo>
                    <a:pt x="3157880" y="5443646"/>
                    <a:pt x="3171374" y="5445808"/>
                    <a:pt x="3185084" y="5449309"/>
                  </a:cubicBezTo>
                  <a:lnTo>
                    <a:pt x="3199011" y="5454148"/>
                  </a:lnTo>
                  <a:lnTo>
                    <a:pt x="3205810" y="5455563"/>
                  </a:lnTo>
                  <a:lnTo>
                    <a:pt x="3212934" y="5458985"/>
                  </a:lnTo>
                  <a:lnTo>
                    <a:pt x="3226865" y="5463826"/>
                  </a:lnTo>
                  <a:cubicBezTo>
                    <a:pt x="3241008" y="5470003"/>
                    <a:pt x="3255368" y="5477518"/>
                    <a:pt x="3269945" y="5486372"/>
                  </a:cubicBezTo>
                  <a:cubicBezTo>
                    <a:pt x="3216383" y="5555159"/>
                    <a:pt x="3174210" y="5592052"/>
                    <a:pt x="3127982" y="5598858"/>
                  </a:cubicBezTo>
                  <a:lnTo>
                    <a:pt x="3127902" y="5598857"/>
                  </a:lnTo>
                  <a:lnTo>
                    <a:pt x="3127897" y="5598859"/>
                  </a:lnTo>
                  <a:cubicBezTo>
                    <a:pt x="3081696" y="5605665"/>
                    <a:pt x="3031467" y="5582385"/>
                    <a:pt x="2961680" y="5530822"/>
                  </a:cubicBezTo>
                  <a:lnTo>
                    <a:pt x="2961707" y="5530796"/>
                  </a:lnTo>
                  <a:lnTo>
                    <a:pt x="2995669" y="5497165"/>
                  </a:lnTo>
                  <a:lnTo>
                    <a:pt x="3000707" y="5493505"/>
                  </a:lnTo>
                  <a:lnTo>
                    <a:pt x="3004367" y="5490006"/>
                  </a:lnTo>
                  <a:lnTo>
                    <a:pt x="3013310" y="5484351"/>
                  </a:lnTo>
                  <a:lnTo>
                    <a:pt x="3030954" y="5471536"/>
                  </a:lnTo>
                  <a:lnTo>
                    <a:pt x="3041931" y="5466255"/>
                  </a:lnTo>
                  <a:lnTo>
                    <a:pt x="3049082" y="5461733"/>
                  </a:lnTo>
                  <a:lnTo>
                    <a:pt x="3056558" y="5459218"/>
                  </a:lnTo>
                  <a:lnTo>
                    <a:pt x="3067538" y="5453935"/>
                  </a:lnTo>
                  <a:lnTo>
                    <a:pt x="3086483" y="5449149"/>
                  </a:lnTo>
                  <a:lnTo>
                    <a:pt x="3095827" y="5446005"/>
                  </a:lnTo>
                  <a:lnTo>
                    <a:pt x="3100006" y="5445732"/>
                  </a:lnTo>
                  <a:lnTo>
                    <a:pt x="3105421" y="5444364"/>
                  </a:lnTo>
                  <a:cubicBezTo>
                    <a:pt x="3118265" y="5442512"/>
                    <a:pt x="3131326" y="5441998"/>
                    <a:pt x="3144603" y="5442822"/>
                  </a:cubicBezTo>
                  <a:close/>
                  <a:moveTo>
                    <a:pt x="2517480" y="5167389"/>
                  </a:moveTo>
                  <a:cubicBezTo>
                    <a:pt x="2568459" y="5166667"/>
                    <a:pt x="2621078" y="5185447"/>
                    <a:pt x="2674752" y="5213451"/>
                  </a:cubicBezTo>
                  <a:cubicBezTo>
                    <a:pt x="2768097" y="5262124"/>
                    <a:pt x="2862554" y="5308352"/>
                    <a:pt x="2965012" y="5359914"/>
                  </a:cubicBezTo>
                  <a:lnTo>
                    <a:pt x="2964792" y="5360135"/>
                  </a:lnTo>
                  <a:lnTo>
                    <a:pt x="2964789" y="5360139"/>
                  </a:lnTo>
                  <a:lnTo>
                    <a:pt x="2942730" y="5392955"/>
                  </a:lnTo>
                  <a:lnTo>
                    <a:pt x="2923009" y="5422392"/>
                  </a:lnTo>
                  <a:lnTo>
                    <a:pt x="2893915" y="5460109"/>
                  </a:lnTo>
                  <a:lnTo>
                    <a:pt x="2878334" y="5480373"/>
                  </a:lnTo>
                  <a:lnTo>
                    <a:pt x="2878258" y="5480405"/>
                  </a:lnTo>
                  <a:lnTo>
                    <a:pt x="2878112" y="5480594"/>
                  </a:lnTo>
                  <a:cubicBezTo>
                    <a:pt x="2866334" y="5493485"/>
                    <a:pt x="2832330" y="5497485"/>
                    <a:pt x="2813659" y="5490817"/>
                  </a:cubicBezTo>
                  <a:cubicBezTo>
                    <a:pt x="2722536" y="5458147"/>
                    <a:pt x="2634746" y="5416141"/>
                    <a:pt x="2542734" y="5386582"/>
                  </a:cubicBezTo>
                  <a:cubicBezTo>
                    <a:pt x="2495172" y="5371024"/>
                    <a:pt x="2440498" y="5378359"/>
                    <a:pt x="2390490" y="5367913"/>
                  </a:cubicBezTo>
                  <a:cubicBezTo>
                    <a:pt x="2358488" y="5361246"/>
                    <a:pt x="2329372" y="5341021"/>
                    <a:pt x="2298924" y="5327019"/>
                  </a:cubicBezTo>
                  <a:cubicBezTo>
                    <a:pt x="2314036" y="5301460"/>
                    <a:pt x="2328038" y="5275236"/>
                    <a:pt x="2344706" y="5250787"/>
                  </a:cubicBezTo>
                  <a:lnTo>
                    <a:pt x="2344836" y="5250720"/>
                  </a:lnTo>
                  <a:lnTo>
                    <a:pt x="2344928" y="5250566"/>
                  </a:lnTo>
                  <a:cubicBezTo>
                    <a:pt x="2349374" y="5243899"/>
                    <a:pt x="2364042" y="5244788"/>
                    <a:pt x="2370042" y="5238343"/>
                  </a:cubicBezTo>
                  <a:cubicBezTo>
                    <a:pt x="2417160" y="5188337"/>
                    <a:pt x="2466501" y="5168112"/>
                    <a:pt x="2517480" y="5167389"/>
                  </a:cubicBezTo>
                  <a:close/>
                  <a:moveTo>
                    <a:pt x="4063163" y="3396107"/>
                  </a:moveTo>
                  <a:lnTo>
                    <a:pt x="4063185" y="3396136"/>
                  </a:lnTo>
                  <a:lnTo>
                    <a:pt x="4063385" y="3396108"/>
                  </a:lnTo>
                  <a:cubicBezTo>
                    <a:pt x="4088834" y="3425889"/>
                    <a:pt x="4111726" y="3457838"/>
                    <a:pt x="4135090" y="3492564"/>
                  </a:cubicBezTo>
                  <a:lnTo>
                    <a:pt x="4209627" y="3605690"/>
                  </a:lnTo>
                  <a:lnTo>
                    <a:pt x="4209851" y="3605690"/>
                  </a:lnTo>
                  <a:cubicBezTo>
                    <a:pt x="4125616" y="3612357"/>
                    <a:pt x="4072722" y="3613690"/>
                    <a:pt x="4020714" y="3621248"/>
                  </a:cubicBezTo>
                  <a:lnTo>
                    <a:pt x="4020530" y="3621244"/>
                  </a:lnTo>
                  <a:lnTo>
                    <a:pt x="4020491" y="3621248"/>
                  </a:lnTo>
                  <a:lnTo>
                    <a:pt x="4014045" y="3621092"/>
                  </a:lnTo>
                  <a:lnTo>
                    <a:pt x="3978590" y="3620262"/>
                  </a:lnTo>
                  <a:lnTo>
                    <a:pt x="3978532" y="3620234"/>
                  </a:lnTo>
                  <a:lnTo>
                    <a:pt x="3978367" y="3620230"/>
                  </a:lnTo>
                  <a:cubicBezTo>
                    <a:pt x="3941466" y="3611677"/>
                    <a:pt x="3920255" y="3581965"/>
                    <a:pt x="3914921" y="3544126"/>
                  </a:cubicBezTo>
                  <a:cubicBezTo>
                    <a:pt x="3910919" y="3515234"/>
                    <a:pt x="3936257" y="3474340"/>
                    <a:pt x="3960482" y="3451670"/>
                  </a:cubicBezTo>
                  <a:cubicBezTo>
                    <a:pt x="3982152" y="3431501"/>
                    <a:pt x="4025699" y="3406581"/>
                    <a:pt x="4048651" y="3398195"/>
                  </a:cubicBezTo>
                  <a:lnTo>
                    <a:pt x="4048817" y="3398171"/>
                  </a:lnTo>
                  <a:lnTo>
                    <a:pt x="4048967" y="3398101"/>
                  </a:lnTo>
                  <a:lnTo>
                    <a:pt x="4057514" y="3396920"/>
                  </a:lnTo>
                  <a:close/>
                  <a:moveTo>
                    <a:pt x="6606994" y="3184901"/>
                  </a:moveTo>
                  <a:cubicBezTo>
                    <a:pt x="6625144" y="3183026"/>
                    <a:pt x="6644790" y="3183432"/>
                    <a:pt x="6665726" y="3186002"/>
                  </a:cubicBezTo>
                  <a:lnTo>
                    <a:pt x="6730373" y="3199697"/>
                  </a:lnTo>
                  <a:lnTo>
                    <a:pt x="6732196" y="3200083"/>
                  </a:lnTo>
                  <a:lnTo>
                    <a:pt x="6732261" y="3200904"/>
                  </a:lnTo>
                  <a:lnTo>
                    <a:pt x="6737413" y="3265163"/>
                  </a:lnTo>
                  <a:cubicBezTo>
                    <a:pt x="6728858" y="3379105"/>
                    <a:pt x="6613834" y="3402597"/>
                    <a:pt x="6526891" y="3459031"/>
                  </a:cubicBezTo>
                  <a:lnTo>
                    <a:pt x="6486821" y="3490224"/>
                  </a:lnTo>
                  <a:lnTo>
                    <a:pt x="6486385" y="3490563"/>
                  </a:lnTo>
                  <a:lnTo>
                    <a:pt x="6486383" y="3490564"/>
                  </a:lnTo>
                  <a:cubicBezTo>
                    <a:pt x="6480966" y="3465436"/>
                    <a:pt x="6477086" y="3441990"/>
                    <a:pt x="6474656" y="3420176"/>
                  </a:cubicBezTo>
                  <a:lnTo>
                    <a:pt x="6474015" y="3407329"/>
                  </a:lnTo>
                  <a:lnTo>
                    <a:pt x="6472772" y="3398966"/>
                  </a:lnTo>
                  <a:lnTo>
                    <a:pt x="6473011" y="3387218"/>
                  </a:lnTo>
                  <a:lnTo>
                    <a:pt x="6471632" y="3359579"/>
                  </a:lnTo>
                  <a:lnTo>
                    <a:pt x="6474064" y="3335462"/>
                  </a:lnTo>
                  <a:lnTo>
                    <a:pt x="6474286" y="3324567"/>
                  </a:lnTo>
                  <a:lnTo>
                    <a:pt x="6475699" y="3319259"/>
                  </a:lnTo>
                  <a:lnTo>
                    <a:pt x="6476786" y="3308476"/>
                  </a:lnTo>
                  <a:cubicBezTo>
                    <a:pt x="6482834" y="3277505"/>
                    <a:pt x="6493987" y="3252664"/>
                    <a:pt x="6509549" y="3233554"/>
                  </a:cubicBezTo>
                  <a:lnTo>
                    <a:pt x="6515309" y="3228260"/>
                  </a:lnTo>
                  <a:lnTo>
                    <a:pt x="6517778" y="3224558"/>
                  </a:lnTo>
                  <a:lnTo>
                    <a:pt x="6523856" y="3220403"/>
                  </a:lnTo>
                  <a:lnTo>
                    <a:pt x="6536112" y="3209138"/>
                  </a:lnTo>
                  <a:lnTo>
                    <a:pt x="6551323" y="3201631"/>
                  </a:lnTo>
                  <a:lnTo>
                    <a:pt x="6557297" y="3197547"/>
                  </a:lnTo>
                  <a:lnTo>
                    <a:pt x="6562026" y="3196348"/>
                  </a:lnTo>
                  <a:lnTo>
                    <a:pt x="6568768" y="3193020"/>
                  </a:lnTo>
                  <a:cubicBezTo>
                    <a:pt x="6580611" y="3188997"/>
                    <a:pt x="6593382" y="3186307"/>
                    <a:pt x="6606994" y="3184901"/>
                  </a:cubicBezTo>
                  <a:close/>
                  <a:moveTo>
                    <a:pt x="6773532" y="2864722"/>
                  </a:moveTo>
                  <a:lnTo>
                    <a:pt x="6773750" y="2864736"/>
                  </a:lnTo>
                  <a:lnTo>
                    <a:pt x="6773753" y="2864723"/>
                  </a:lnTo>
                  <a:lnTo>
                    <a:pt x="6845251" y="2869443"/>
                  </a:lnTo>
                  <a:lnTo>
                    <a:pt x="6847917" y="2870477"/>
                  </a:lnTo>
                  <a:lnTo>
                    <a:pt x="6889472" y="2884607"/>
                  </a:lnTo>
                  <a:lnTo>
                    <a:pt x="6896275" y="2889247"/>
                  </a:lnTo>
                  <a:lnTo>
                    <a:pt x="6903051" y="2891877"/>
                  </a:lnTo>
                  <a:lnTo>
                    <a:pt x="6911612" y="2899706"/>
                  </a:lnTo>
                  <a:lnTo>
                    <a:pt x="6926307" y="2909728"/>
                  </a:lnTo>
                  <a:lnTo>
                    <a:pt x="6938005" y="2923844"/>
                  </a:lnTo>
                  <a:lnTo>
                    <a:pt x="6946932" y="2932008"/>
                  </a:lnTo>
                  <a:lnTo>
                    <a:pt x="6950538" y="2938968"/>
                  </a:lnTo>
                  <a:lnTo>
                    <a:pt x="6955374" y="2944804"/>
                  </a:lnTo>
                  <a:lnTo>
                    <a:pt x="6974372" y="2984969"/>
                  </a:lnTo>
                  <a:lnTo>
                    <a:pt x="6976894" y="2989837"/>
                  </a:lnTo>
                  <a:cubicBezTo>
                    <a:pt x="7016010" y="3102072"/>
                    <a:pt x="7072463" y="3211642"/>
                    <a:pt x="7088465" y="3326990"/>
                  </a:cubicBezTo>
                  <a:cubicBezTo>
                    <a:pt x="7095799" y="3380329"/>
                    <a:pt x="7033346" y="3452338"/>
                    <a:pt x="6986672" y="3500789"/>
                  </a:cubicBezTo>
                  <a:cubicBezTo>
                    <a:pt x="6960002" y="3528347"/>
                    <a:pt x="6901994" y="3528347"/>
                    <a:pt x="6857321" y="3533016"/>
                  </a:cubicBezTo>
                  <a:lnTo>
                    <a:pt x="6857286" y="3532995"/>
                  </a:lnTo>
                  <a:lnTo>
                    <a:pt x="6857101" y="3533014"/>
                  </a:lnTo>
                  <a:cubicBezTo>
                    <a:pt x="6848433" y="3534125"/>
                    <a:pt x="6828208" y="3501009"/>
                    <a:pt x="6826208" y="3482119"/>
                  </a:cubicBezTo>
                  <a:cubicBezTo>
                    <a:pt x="6805094" y="3290983"/>
                    <a:pt x="6786425" y="3099626"/>
                    <a:pt x="6767756" y="2908268"/>
                  </a:cubicBezTo>
                  <a:cubicBezTo>
                    <a:pt x="6767200" y="2902268"/>
                    <a:pt x="6767978" y="2896100"/>
                    <a:pt x="6769228" y="2889072"/>
                  </a:cubicBezTo>
                  <a:close/>
                  <a:moveTo>
                    <a:pt x="6773534" y="2864709"/>
                  </a:moveTo>
                  <a:lnTo>
                    <a:pt x="6773755" y="2864709"/>
                  </a:lnTo>
                  <a:lnTo>
                    <a:pt x="6773753" y="2864723"/>
                  </a:lnTo>
                  <a:close/>
                  <a:moveTo>
                    <a:pt x="6773312" y="2864707"/>
                  </a:moveTo>
                  <a:lnTo>
                    <a:pt x="6773534" y="2864707"/>
                  </a:lnTo>
                  <a:lnTo>
                    <a:pt x="6773534" y="2864709"/>
                  </a:lnTo>
                  <a:lnTo>
                    <a:pt x="6773532" y="2864722"/>
                  </a:lnTo>
                  <a:close/>
                  <a:moveTo>
                    <a:pt x="2334383" y="2019166"/>
                  </a:moveTo>
                  <a:cubicBezTo>
                    <a:pt x="2365974" y="2019586"/>
                    <a:pt x="2408438" y="2022100"/>
                    <a:pt x="2465390" y="2021489"/>
                  </a:cubicBezTo>
                  <a:cubicBezTo>
                    <a:pt x="2475169" y="2021378"/>
                    <a:pt x="2488727" y="2029657"/>
                    <a:pt x="2500145" y="2040547"/>
                  </a:cubicBezTo>
                  <a:lnTo>
                    <a:pt x="2521571" y="2074492"/>
                  </a:lnTo>
                  <a:lnTo>
                    <a:pt x="2522065" y="2075273"/>
                  </a:lnTo>
                  <a:cubicBezTo>
                    <a:pt x="2525732" y="2107611"/>
                    <a:pt x="2526399" y="2140337"/>
                    <a:pt x="2526149" y="2174286"/>
                  </a:cubicBezTo>
                  <a:lnTo>
                    <a:pt x="2526147" y="2174435"/>
                  </a:lnTo>
                  <a:lnTo>
                    <a:pt x="2526148" y="2174453"/>
                  </a:lnTo>
                  <a:lnTo>
                    <a:pt x="2525510" y="2222258"/>
                  </a:lnTo>
                  <a:lnTo>
                    <a:pt x="2524732" y="2280632"/>
                  </a:lnTo>
                  <a:lnTo>
                    <a:pt x="2524731" y="2280632"/>
                  </a:lnTo>
                  <a:lnTo>
                    <a:pt x="2524731" y="2280634"/>
                  </a:lnTo>
                  <a:lnTo>
                    <a:pt x="2246026" y="2280634"/>
                  </a:lnTo>
                  <a:lnTo>
                    <a:pt x="2246026" y="2280632"/>
                  </a:lnTo>
                  <a:lnTo>
                    <a:pt x="2246025" y="2280632"/>
                  </a:lnTo>
                  <a:cubicBezTo>
                    <a:pt x="2246025" y="2255518"/>
                    <a:pt x="2246471" y="2234182"/>
                    <a:pt x="2246025" y="2212847"/>
                  </a:cubicBezTo>
                  <a:lnTo>
                    <a:pt x="2246018" y="2212373"/>
                  </a:lnTo>
                  <a:lnTo>
                    <a:pt x="2244979" y="2153552"/>
                  </a:lnTo>
                  <a:lnTo>
                    <a:pt x="2244995" y="2147239"/>
                  </a:lnTo>
                  <a:lnTo>
                    <a:pt x="2244832" y="2136840"/>
                  </a:lnTo>
                  <a:lnTo>
                    <a:pt x="2245041" y="2129697"/>
                  </a:lnTo>
                  <a:lnTo>
                    <a:pt x="2245098" y="2107585"/>
                  </a:lnTo>
                  <a:lnTo>
                    <a:pt x="2246102" y="2093422"/>
                  </a:lnTo>
                  <a:lnTo>
                    <a:pt x="2246391" y="2083560"/>
                  </a:lnTo>
                  <a:lnTo>
                    <a:pt x="2247020" y="2080470"/>
                  </a:lnTo>
                  <a:lnTo>
                    <a:pt x="2247529" y="2073293"/>
                  </a:lnTo>
                  <a:cubicBezTo>
                    <a:pt x="2250174" y="2053957"/>
                    <a:pt x="2255122" y="2041303"/>
                    <a:pt x="2263899" y="2033130"/>
                  </a:cubicBezTo>
                  <a:lnTo>
                    <a:pt x="2267266" y="2031227"/>
                  </a:lnTo>
                  <a:lnTo>
                    <a:pt x="2268613" y="2029490"/>
                  </a:lnTo>
                  <a:lnTo>
                    <a:pt x="2272773" y="2028113"/>
                  </a:lnTo>
                  <a:lnTo>
                    <a:pt x="2280126" y="2023956"/>
                  </a:lnTo>
                  <a:lnTo>
                    <a:pt x="2287227" y="2023329"/>
                  </a:lnTo>
                  <a:lnTo>
                    <a:pt x="2294699" y="2020856"/>
                  </a:lnTo>
                  <a:lnTo>
                    <a:pt x="2332437" y="2019338"/>
                  </a:lnTo>
                  <a:close/>
                  <a:moveTo>
                    <a:pt x="2703201" y="2009710"/>
                  </a:moveTo>
                  <a:lnTo>
                    <a:pt x="2703727" y="2009867"/>
                  </a:lnTo>
                  <a:lnTo>
                    <a:pt x="2703645" y="2009933"/>
                  </a:lnTo>
                  <a:close/>
                  <a:moveTo>
                    <a:pt x="2702755" y="2009489"/>
                  </a:moveTo>
                  <a:lnTo>
                    <a:pt x="2703280" y="2009646"/>
                  </a:lnTo>
                  <a:lnTo>
                    <a:pt x="2703201" y="2009710"/>
                  </a:lnTo>
                  <a:lnTo>
                    <a:pt x="2703200" y="2009710"/>
                  </a:lnTo>
                  <a:close/>
                  <a:moveTo>
                    <a:pt x="8609142" y="1653957"/>
                  </a:moveTo>
                  <a:lnTo>
                    <a:pt x="8666581" y="1720267"/>
                  </a:lnTo>
                  <a:cubicBezTo>
                    <a:pt x="9375445" y="2579211"/>
                    <a:pt x="9801270" y="3680398"/>
                    <a:pt x="9801270" y="4881042"/>
                  </a:cubicBezTo>
                  <a:cubicBezTo>
                    <a:pt x="9801270" y="5224084"/>
                    <a:pt x="9766508" y="5559005"/>
                    <a:pt x="9700316" y="5882478"/>
                  </a:cubicBezTo>
                  <a:lnTo>
                    <a:pt x="9644568" y="6099293"/>
                  </a:lnTo>
                  <a:lnTo>
                    <a:pt x="9640258" y="6099534"/>
                  </a:lnTo>
                  <a:cubicBezTo>
                    <a:pt x="9619256" y="6093893"/>
                    <a:pt x="9602586" y="6074113"/>
                    <a:pt x="9584584" y="6038887"/>
                  </a:cubicBezTo>
                  <a:cubicBezTo>
                    <a:pt x="9421007" y="5718401"/>
                    <a:pt x="9254540" y="5399473"/>
                    <a:pt x="9085851" y="5081878"/>
                  </a:cubicBezTo>
                  <a:cubicBezTo>
                    <a:pt x="9071847" y="5055873"/>
                    <a:pt x="9032732" y="5043206"/>
                    <a:pt x="9005394" y="5024314"/>
                  </a:cubicBezTo>
                  <a:lnTo>
                    <a:pt x="8980471" y="5048143"/>
                  </a:lnTo>
                  <a:lnTo>
                    <a:pt x="9057400" y="5244787"/>
                  </a:lnTo>
                  <a:cubicBezTo>
                    <a:pt x="9199643" y="5547937"/>
                    <a:pt x="9341663" y="5851085"/>
                    <a:pt x="9490349" y="6150903"/>
                  </a:cubicBezTo>
                  <a:cubicBezTo>
                    <a:pt x="9508128" y="6186907"/>
                    <a:pt x="9563026" y="6220466"/>
                    <a:pt x="9604364" y="6226023"/>
                  </a:cubicBezTo>
                  <a:lnTo>
                    <a:pt x="9611894" y="6226365"/>
                  </a:lnTo>
                  <a:lnTo>
                    <a:pt x="9577872" y="6358685"/>
                  </a:lnTo>
                  <a:cubicBezTo>
                    <a:pt x="9287500" y="7292258"/>
                    <a:pt x="8729236" y="8107803"/>
                    <a:pt x="7992998" y="8715400"/>
                  </a:cubicBezTo>
                  <a:lnTo>
                    <a:pt x="7973737" y="8730537"/>
                  </a:lnTo>
                  <a:lnTo>
                    <a:pt x="7893521" y="8598518"/>
                  </a:lnTo>
                  <a:cubicBezTo>
                    <a:pt x="7825012" y="8484420"/>
                    <a:pt x="7756225" y="8370517"/>
                    <a:pt x="7684548" y="8258503"/>
                  </a:cubicBezTo>
                  <a:cubicBezTo>
                    <a:pt x="7595646" y="8119595"/>
                    <a:pt x="7639653" y="7975577"/>
                    <a:pt x="7647209" y="7833115"/>
                  </a:cubicBezTo>
                  <a:lnTo>
                    <a:pt x="7667068" y="7574629"/>
                  </a:lnTo>
                  <a:lnTo>
                    <a:pt x="7668795" y="7551968"/>
                  </a:lnTo>
                  <a:lnTo>
                    <a:pt x="7671151" y="7523097"/>
                  </a:lnTo>
                  <a:lnTo>
                    <a:pt x="7691437" y="7272600"/>
                  </a:lnTo>
                  <a:cubicBezTo>
                    <a:pt x="7694104" y="7231037"/>
                    <a:pt x="7682325" y="7183031"/>
                    <a:pt x="7662321" y="7146139"/>
                  </a:cubicBezTo>
                  <a:cubicBezTo>
                    <a:pt x="7556975" y="6953004"/>
                    <a:pt x="7444737" y="6763647"/>
                    <a:pt x="7340056" y="6570287"/>
                  </a:cubicBezTo>
                  <a:cubicBezTo>
                    <a:pt x="7310940" y="6516725"/>
                    <a:pt x="7275381" y="6500945"/>
                    <a:pt x="7218706" y="6501167"/>
                  </a:cubicBezTo>
                  <a:cubicBezTo>
                    <a:pt x="7056462" y="6501835"/>
                    <a:pt x="6893995" y="6492057"/>
                    <a:pt x="6732195" y="6498501"/>
                  </a:cubicBezTo>
                  <a:cubicBezTo>
                    <a:pt x="6615291" y="6503169"/>
                    <a:pt x="6512166" y="6483165"/>
                    <a:pt x="6412597" y="6419601"/>
                  </a:cubicBezTo>
                  <a:cubicBezTo>
                    <a:pt x="6288578" y="6340258"/>
                    <a:pt x="6157228" y="6272694"/>
                    <a:pt x="6032766" y="6193796"/>
                  </a:cubicBezTo>
                  <a:cubicBezTo>
                    <a:pt x="6006984" y="6177349"/>
                    <a:pt x="5985205" y="6135121"/>
                    <a:pt x="5983427" y="6103561"/>
                  </a:cubicBezTo>
                  <a:cubicBezTo>
                    <a:pt x="5977203" y="5998882"/>
                    <a:pt x="5989650" y="5893092"/>
                    <a:pt x="5978981" y="5789300"/>
                  </a:cubicBezTo>
                  <a:cubicBezTo>
                    <a:pt x="5971869" y="5720847"/>
                    <a:pt x="5978481" y="5657673"/>
                    <a:pt x="5995817" y="5597582"/>
                  </a:cubicBezTo>
                  <a:lnTo>
                    <a:pt x="5995892" y="5597386"/>
                  </a:lnTo>
                  <a:lnTo>
                    <a:pt x="5996039" y="5596609"/>
                  </a:lnTo>
                  <a:cubicBezTo>
                    <a:pt x="6013375" y="5536491"/>
                    <a:pt x="6041434" y="5479484"/>
                    <a:pt x="6077216" y="5423477"/>
                  </a:cubicBezTo>
                  <a:cubicBezTo>
                    <a:pt x="6173008" y="5273236"/>
                    <a:pt x="6274355" y="5125439"/>
                    <a:pt x="6354809" y="4967197"/>
                  </a:cubicBezTo>
                  <a:cubicBezTo>
                    <a:pt x="6420373" y="4838291"/>
                    <a:pt x="6541723" y="4798732"/>
                    <a:pt x="6650850" y="4736501"/>
                  </a:cubicBezTo>
                  <a:cubicBezTo>
                    <a:pt x="6767754" y="4670048"/>
                    <a:pt x="6887770" y="4608707"/>
                    <a:pt x="7007565" y="4547143"/>
                  </a:cubicBezTo>
                  <a:cubicBezTo>
                    <a:pt x="7038014" y="4531585"/>
                    <a:pt x="7073129" y="4513362"/>
                    <a:pt x="7105580" y="4514473"/>
                  </a:cubicBezTo>
                  <a:cubicBezTo>
                    <a:pt x="7288715" y="4520251"/>
                    <a:pt x="7471851" y="4531809"/>
                    <a:pt x="7661432" y="4541587"/>
                  </a:cubicBezTo>
                  <a:cubicBezTo>
                    <a:pt x="7654320" y="4597149"/>
                    <a:pt x="7649431" y="4644045"/>
                    <a:pt x="7641875" y="4690273"/>
                  </a:cubicBezTo>
                  <a:cubicBezTo>
                    <a:pt x="7632540" y="4746502"/>
                    <a:pt x="7651654" y="4774505"/>
                    <a:pt x="7711884" y="4772951"/>
                  </a:cubicBezTo>
                  <a:cubicBezTo>
                    <a:pt x="7823010" y="4770060"/>
                    <a:pt x="7944360" y="4797841"/>
                    <a:pt x="8043707" y="4762504"/>
                  </a:cubicBezTo>
                  <a:cubicBezTo>
                    <a:pt x="8365973" y="4648045"/>
                    <a:pt x="8694018" y="4737168"/>
                    <a:pt x="9017172" y="4708720"/>
                  </a:cubicBezTo>
                  <a:cubicBezTo>
                    <a:pt x="9026287" y="4707830"/>
                    <a:pt x="9035398" y="4705163"/>
                    <a:pt x="9043399" y="4703385"/>
                  </a:cubicBezTo>
                  <a:lnTo>
                    <a:pt x="9053886" y="4687001"/>
                  </a:lnTo>
                  <a:lnTo>
                    <a:pt x="9057847" y="4626668"/>
                  </a:lnTo>
                  <a:cubicBezTo>
                    <a:pt x="9064072" y="4502873"/>
                    <a:pt x="9043093" y="4501999"/>
                    <a:pt x="8880712" y="4501804"/>
                  </a:cubicBezTo>
                  <a:cubicBezTo>
                    <a:pt x="8855374" y="4501581"/>
                    <a:pt x="8829147" y="4506915"/>
                    <a:pt x="8804701" y="4502248"/>
                  </a:cubicBezTo>
                  <a:cubicBezTo>
                    <a:pt x="8757138" y="4493135"/>
                    <a:pt x="8681573" y="4491357"/>
                    <a:pt x="8669126" y="4463576"/>
                  </a:cubicBezTo>
                  <a:cubicBezTo>
                    <a:pt x="8649345" y="4419460"/>
                    <a:pt x="8650401" y="4380900"/>
                    <a:pt x="8667070" y="4347729"/>
                  </a:cubicBezTo>
                  <a:lnTo>
                    <a:pt x="8667144" y="4347635"/>
                  </a:lnTo>
                  <a:lnTo>
                    <a:pt x="8667292" y="4347007"/>
                  </a:lnTo>
                  <a:cubicBezTo>
                    <a:pt x="8683961" y="4313836"/>
                    <a:pt x="8716243" y="4286000"/>
                    <a:pt x="8758914" y="4263330"/>
                  </a:cubicBezTo>
                  <a:cubicBezTo>
                    <a:pt x="8913158" y="4181765"/>
                    <a:pt x="9076736" y="4164650"/>
                    <a:pt x="9246538" y="4173985"/>
                  </a:cubicBezTo>
                  <a:cubicBezTo>
                    <a:pt x="9280042" y="4175819"/>
                    <a:pt x="9315298" y="4180153"/>
                    <a:pt x="9335519" y="4155670"/>
                  </a:cubicBezTo>
                  <a:lnTo>
                    <a:pt x="9349905" y="4120913"/>
                  </a:lnTo>
                  <a:lnTo>
                    <a:pt x="9353248" y="4047302"/>
                  </a:lnTo>
                  <a:cubicBezTo>
                    <a:pt x="9348441" y="4024355"/>
                    <a:pt x="9335439" y="4002630"/>
                    <a:pt x="9307435" y="3980627"/>
                  </a:cubicBezTo>
                  <a:cubicBezTo>
                    <a:pt x="9167805" y="3870752"/>
                    <a:pt x="9017113" y="3826218"/>
                    <a:pt x="8846728" y="3844495"/>
                  </a:cubicBezTo>
                  <a:lnTo>
                    <a:pt x="8772511" y="3856161"/>
                  </a:lnTo>
                  <a:lnTo>
                    <a:pt x="8757042" y="3929966"/>
                  </a:lnTo>
                  <a:lnTo>
                    <a:pt x="8744142" y="3991657"/>
                  </a:lnTo>
                  <a:lnTo>
                    <a:pt x="8720688" y="4128646"/>
                  </a:lnTo>
                  <a:lnTo>
                    <a:pt x="8718495" y="4138367"/>
                  </a:lnTo>
                  <a:lnTo>
                    <a:pt x="8708992" y="4180954"/>
                  </a:lnTo>
                  <a:cubicBezTo>
                    <a:pt x="8692574" y="4226825"/>
                    <a:pt x="8660402" y="4256162"/>
                    <a:pt x="8604229" y="4269997"/>
                  </a:cubicBezTo>
                  <a:cubicBezTo>
                    <a:pt x="8542219" y="4285331"/>
                    <a:pt x="8506660" y="4315114"/>
                    <a:pt x="8490213" y="4389345"/>
                  </a:cubicBezTo>
                  <a:cubicBezTo>
                    <a:pt x="8479323" y="4438240"/>
                    <a:pt x="8405757" y="4473134"/>
                    <a:pt x="8350860" y="4522917"/>
                  </a:cubicBezTo>
                  <a:cubicBezTo>
                    <a:pt x="8249068" y="4341339"/>
                    <a:pt x="8154612" y="4183762"/>
                    <a:pt x="8072377" y="4019964"/>
                  </a:cubicBezTo>
                  <a:cubicBezTo>
                    <a:pt x="8039264" y="3953957"/>
                    <a:pt x="7997479" y="3966402"/>
                    <a:pt x="7959251" y="3989516"/>
                  </a:cubicBezTo>
                  <a:cubicBezTo>
                    <a:pt x="7955417" y="3991850"/>
                    <a:pt x="7952501" y="3996962"/>
                    <a:pt x="7950434" y="4003747"/>
                  </a:cubicBezTo>
                  <a:lnTo>
                    <a:pt x="7947662" y="4021873"/>
                  </a:lnTo>
                  <a:lnTo>
                    <a:pt x="7946860" y="4027134"/>
                  </a:lnTo>
                  <a:cubicBezTo>
                    <a:pt x="7946026" y="4045192"/>
                    <a:pt x="7948360" y="4065528"/>
                    <a:pt x="7953249" y="4079307"/>
                  </a:cubicBezTo>
                  <a:cubicBezTo>
                    <a:pt x="7973920" y="4138204"/>
                    <a:pt x="8007035" y="4192432"/>
                    <a:pt x="8032371" y="4249996"/>
                  </a:cubicBezTo>
                  <a:cubicBezTo>
                    <a:pt x="8042373" y="4272665"/>
                    <a:pt x="8049874" y="4294501"/>
                    <a:pt x="8047651" y="4314754"/>
                  </a:cubicBezTo>
                  <a:lnTo>
                    <a:pt x="8047381" y="4315436"/>
                  </a:lnTo>
                  <a:lnTo>
                    <a:pt x="8047430" y="4315642"/>
                  </a:lnTo>
                  <a:cubicBezTo>
                    <a:pt x="8045207" y="4335894"/>
                    <a:pt x="8033262" y="4354563"/>
                    <a:pt x="8004370" y="4370898"/>
                  </a:cubicBezTo>
                  <a:cubicBezTo>
                    <a:pt x="7958140" y="4397123"/>
                    <a:pt x="7920357" y="4437795"/>
                    <a:pt x="7875462" y="4466689"/>
                  </a:cubicBezTo>
                  <a:cubicBezTo>
                    <a:pt x="7861682" y="4475578"/>
                    <a:pt x="7830345" y="4475134"/>
                    <a:pt x="7818343" y="4465354"/>
                  </a:cubicBezTo>
                  <a:cubicBezTo>
                    <a:pt x="7796786" y="4447353"/>
                    <a:pt x="7769226" y="4418683"/>
                    <a:pt x="7769670" y="4395123"/>
                  </a:cubicBezTo>
                  <a:cubicBezTo>
                    <a:pt x="7769948" y="4383011"/>
                    <a:pt x="7771962" y="4372815"/>
                    <a:pt x="7775574" y="4364821"/>
                  </a:cubicBezTo>
                  <a:lnTo>
                    <a:pt x="7775636" y="4364753"/>
                  </a:lnTo>
                  <a:lnTo>
                    <a:pt x="7775796" y="4363933"/>
                  </a:lnTo>
                  <a:cubicBezTo>
                    <a:pt x="7786630" y="4339951"/>
                    <a:pt x="7811842" y="4335784"/>
                    <a:pt x="7847679" y="4359120"/>
                  </a:cubicBezTo>
                  <a:cubicBezTo>
                    <a:pt x="7857459" y="4365454"/>
                    <a:pt x="7868850" y="4369343"/>
                    <a:pt x="7883852" y="4373566"/>
                  </a:cubicBezTo>
                  <a:lnTo>
                    <a:pt x="7940776" y="4389752"/>
                  </a:lnTo>
                  <a:lnTo>
                    <a:pt x="7881432" y="4291569"/>
                  </a:lnTo>
                  <a:cubicBezTo>
                    <a:pt x="7819539" y="4200891"/>
                    <a:pt x="7750613" y="4136091"/>
                    <a:pt x="7661434" y="4096419"/>
                  </a:cubicBezTo>
                  <a:cubicBezTo>
                    <a:pt x="7607426" y="4072194"/>
                    <a:pt x="7536971" y="4087085"/>
                    <a:pt x="7475186" y="4077083"/>
                  </a:cubicBezTo>
                  <a:cubicBezTo>
                    <a:pt x="7308051" y="4049969"/>
                    <a:pt x="7195592" y="4110420"/>
                    <a:pt x="7123137" y="4266219"/>
                  </a:cubicBezTo>
                  <a:cubicBezTo>
                    <a:pt x="7041126" y="4442462"/>
                    <a:pt x="6861547" y="4509139"/>
                    <a:pt x="6707525" y="4599817"/>
                  </a:cubicBezTo>
                  <a:cubicBezTo>
                    <a:pt x="6666631" y="4623820"/>
                    <a:pt x="6603511" y="4610484"/>
                    <a:pt x="6542392" y="4614707"/>
                  </a:cubicBezTo>
                  <a:cubicBezTo>
                    <a:pt x="6533056" y="4428239"/>
                    <a:pt x="6521500" y="4251550"/>
                    <a:pt x="6518166" y="4074638"/>
                  </a:cubicBezTo>
                  <a:lnTo>
                    <a:pt x="6518395" y="4073965"/>
                  </a:lnTo>
                  <a:lnTo>
                    <a:pt x="6518387" y="4073751"/>
                  </a:lnTo>
                  <a:cubicBezTo>
                    <a:pt x="6517942" y="4051302"/>
                    <a:pt x="6558837" y="4011743"/>
                    <a:pt x="6584175" y="4008409"/>
                  </a:cubicBezTo>
                  <a:cubicBezTo>
                    <a:pt x="6665740" y="3997963"/>
                    <a:pt x="6749086" y="3999296"/>
                    <a:pt x="6831764" y="3999074"/>
                  </a:cubicBezTo>
                  <a:cubicBezTo>
                    <a:pt x="6857324" y="3999074"/>
                    <a:pt x="6877215" y="3994407"/>
                    <a:pt x="6889967" y="3982934"/>
                  </a:cubicBezTo>
                  <a:lnTo>
                    <a:pt x="6903327" y="3960729"/>
                  </a:lnTo>
                  <a:lnTo>
                    <a:pt x="6905108" y="3926841"/>
                  </a:lnTo>
                  <a:cubicBezTo>
                    <a:pt x="6898217" y="3863055"/>
                    <a:pt x="6935334" y="3784157"/>
                    <a:pt x="6842433" y="3747931"/>
                  </a:cubicBezTo>
                  <a:cubicBezTo>
                    <a:pt x="6833320" y="3744374"/>
                    <a:pt x="6837098" y="3707259"/>
                    <a:pt x="6835320" y="3688145"/>
                  </a:cubicBezTo>
                  <a:lnTo>
                    <a:pt x="6835559" y="3687928"/>
                  </a:lnTo>
                  <a:lnTo>
                    <a:pt x="6835542" y="3687258"/>
                  </a:lnTo>
                  <a:cubicBezTo>
                    <a:pt x="6844209" y="3680367"/>
                    <a:pt x="6849100" y="3673033"/>
                    <a:pt x="6853545" y="3673478"/>
                  </a:cubicBezTo>
                  <a:cubicBezTo>
                    <a:pt x="7014454" y="3686812"/>
                    <a:pt x="7072908" y="3568575"/>
                    <a:pt x="7136917" y="3455672"/>
                  </a:cubicBezTo>
                  <a:cubicBezTo>
                    <a:pt x="7164698" y="3406777"/>
                    <a:pt x="7191590" y="3355215"/>
                    <a:pt x="7229151" y="3314543"/>
                  </a:cubicBezTo>
                  <a:cubicBezTo>
                    <a:pt x="7258932" y="3282094"/>
                    <a:pt x="7305162" y="3242755"/>
                    <a:pt x="7343167" y="3243868"/>
                  </a:cubicBezTo>
                  <a:cubicBezTo>
                    <a:pt x="7394174" y="3245202"/>
                    <a:pt x="7428790" y="3236201"/>
                    <a:pt x="7448959" y="3214670"/>
                  </a:cubicBezTo>
                  <a:lnTo>
                    <a:pt x="7468397" y="3173183"/>
                  </a:lnTo>
                  <a:lnTo>
                    <a:pt x="7467851" y="3111182"/>
                  </a:lnTo>
                  <a:cubicBezTo>
                    <a:pt x="7463851" y="3083401"/>
                    <a:pt x="7467184" y="3054508"/>
                    <a:pt x="7467184" y="3017615"/>
                  </a:cubicBezTo>
                  <a:lnTo>
                    <a:pt x="7467387" y="3017615"/>
                  </a:lnTo>
                  <a:lnTo>
                    <a:pt x="7467406" y="3016728"/>
                  </a:lnTo>
                  <a:lnTo>
                    <a:pt x="7631873" y="3016728"/>
                  </a:lnTo>
                  <a:cubicBezTo>
                    <a:pt x="7633873" y="3051176"/>
                    <a:pt x="7636986" y="3082068"/>
                    <a:pt x="7637429" y="3112962"/>
                  </a:cubicBezTo>
                  <a:cubicBezTo>
                    <a:pt x="7638762" y="3229199"/>
                    <a:pt x="7650987" y="3241201"/>
                    <a:pt x="7769446" y="3238088"/>
                  </a:cubicBezTo>
                  <a:cubicBezTo>
                    <a:pt x="7851902" y="3235866"/>
                    <a:pt x="7935470" y="3239866"/>
                    <a:pt x="8016370" y="3227643"/>
                  </a:cubicBezTo>
                  <a:cubicBezTo>
                    <a:pt x="8057265" y="3221419"/>
                    <a:pt x="8102159" y="3192749"/>
                    <a:pt x="8129942" y="3160968"/>
                  </a:cubicBezTo>
                  <a:cubicBezTo>
                    <a:pt x="8181059" y="3102293"/>
                    <a:pt x="8226843" y="3037175"/>
                    <a:pt x="8263958" y="2968944"/>
                  </a:cubicBezTo>
                  <a:cubicBezTo>
                    <a:pt x="8326190" y="2854706"/>
                    <a:pt x="8404866" y="2781810"/>
                    <a:pt x="8546220" y="2805813"/>
                  </a:cubicBezTo>
                  <a:cubicBezTo>
                    <a:pt x="8560111" y="2808147"/>
                    <a:pt x="8574947" y="2804813"/>
                    <a:pt x="8590032" y="2799978"/>
                  </a:cubicBezTo>
                  <a:lnTo>
                    <a:pt x="8635011" y="2785251"/>
                  </a:lnTo>
                  <a:lnTo>
                    <a:pt x="8629121" y="2744025"/>
                  </a:lnTo>
                  <a:cubicBezTo>
                    <a:pt x="8574002" y="2744025"/>
                    <a:pt x="8519105" y="2744692"/>
                    <a:pt x="8463987" y="2744025"/>
                  </a:cubicBezTo>
                  <a:cubicBezTo>
                    <a:pt x="8359529" y="2742692"/>
                    <a:pt x="8276406" y="2615342"/>
                    <a:pt x="8321968" y="2522219"/>
                  </a:cubicBezTo>
                  <a:lnTo>
                    <a:pt x="8322084" y="2521998"/>
                  </a:lnTo>
                  <a:lnTo>
                    <a:pt x="8322190" y="2521332"/>
                  </a:lnTo>
                  <a:lnTo>
                    <a:pt x="8444387" y="2288937"/>
                  </a:lnTo>
                  <a:lnTo>
                    <a:pt x="8453403" y="2248574"/>
                  </a:lnTo>
                  <a:cubicBezTo>
                    <a:pt x="8454542" y="2233905"/>
                    <a:pt x="8454653" y="2218736"/>
                    <a:pt x="8456431" y="2204401"/>
                  </a:cubicBezTo>
                  <a:cubicBezTo>
                    <a:pt x="8425982" y="2211068"/>
                    <a:pt x="8385089" y="2207512"/>
                    <a:pt x="8366863" y="2226182"/>
                  </a:cubicBezTo>
                  <a:cubicBezTo>
                    <a:pt x="8293741" y="2300857"/>
                    <a:pt x="8243957" y="2395758"/>
                    <a:pt x="8132609" y="2435541"/>
                  </a:cubicBezTo>
                  <a:cubicBezTo>
                    <a:pt x="8129553" y="2436653"/>
                    <a:pt x="8126990" y="2439240"/>
                    <a:pt x="8124838" y="2443034"/>
                  </a:cubicBezTo>
                  <a:lnTo>
                    <a:pt x="8119688" y="2457338"/>
                  </a:lnTo>
                  <a:lnTo>
                    <a:pt x="8114578" y="2501440"/>
                  </a:lnTo>
                  <a:cubicBezTo>
                    <a:pt x="8112883" y="2535889"/>
                    <a:pt x="8113828" y="2576783"/>
                    <a:pt x="8112160" y="2606897"/>
                  </a:cubicBezTo>
                  <a:cubicBezTo>
                    <a:pt x="8109717" y="2651347"/>
                    <a:pt x="8126829" y="2700910"/>
                    <a:pt x="8112606" y="2739582"/>
                  </a:cubicBezTo>
                  <a:lnTo>
                    <a:pt x="8112416" y="2739989"/>
                  </a:lnTo>
                  <a:lnTo>
                    <a:pt x="8112384" y="2740468"/>
                  </a:lnTo>
                  <a:cubicBezTo>
                    <a:pt x="8076601" y="2836926"/>
                    <a:pt x="8031927" y="2930937"/>
                    <a:pt x="7981700" y="3020727"/>
                  </a:cubicBezTo>
                  <a:cubicBezTo>
                    <a:pt x="7963696" y="3052730"/>
                    <a:pt x="7921692" y="3083624"/>
                    <a:pt x="7886131" y="3090291"/>
                  </a:cubicBezTo>
                  <a:cubicBezTo>
                    <a:pt x="7829012" y="3101182"/>
                    <a:pt x="7768559" y="3098958"/>
                    <a:pt x="7733887" y="3028949"/>
                  </a:cubicBezTo>
                  <a:cubicBezTo>
                    <a:pt x="7691215" y="2942716"/>
                    <a:pt x="7639429" y="2861151"/>
                    <a:pt x="7587645" y="2770917"/>
                  </a:cubicBezTo>
                  <a:cubicBezTo>
                    <a:pt x="7518525" y="2819590"/>
                    <a:pt x="7469408" y="2871153"/>
                    <a:pt x="7373172" y="2832481"/>
                  </a:cubicBezTo>
                  <a:cubicBezTo>
                    <a:pt x="7282492" y="2796031"/>
                    <a:pt x="7265379" y="2761582"/>
                    <a:pt x="7258489" y="2665792"/>
                  </a:cubicBezTo>
                  <a:cubicBezTo>
                    <a:pt x="7255211" y="2620565"/>
                    <a:pt x="7259170" y="2580727"/>
                    <a:pt x="7268796" y="2544878"/>
                  </a:cubicBezTo>
                  <a:lnTo>
                    <a:pt x="7268903" y="2544644"/>
                  </a:lnTo>
                  <a:lnTo>
                    <a:pt x="7269018" y="2543991"/>
                  </a:lnTo>
                  <a:cubicBezTo>
                    <a:pt x="7297897" y="2436446"/>
                    <a:pt x="7377783" y="2364812"/>
                    <a:pt x="7466295" y="2291303"/>
                  </a:cubicBezTo>
                  <a:cubicBezTo>
                    <a:pt x="7704550" y="2093277"/>
                    <a:pt x="7940804" y="1892363"/>
                    <a:pt x="8178837" y="1694115"/>
                  </a:cubicBezTo>
                  <a:cubicBezTo>
                    <a:pt x="8201506" y="1675225"/>
                    <a:pt x="8232178" y="1655443"/>
                    <a:pt x="8259513" y="1655000"/>
                  </a:cubicBezTo>
                  <a:close/>
                  <a:moveTo>
                    <a:pt x="1367018" y="1521204"/>
                  </a:moveTo>
                  <a:lnTo>
                    <a:pt x="1366573" y="1521425"/>
                  </a:lnTo>
                  <a:lnTo>
                    <a:pt x="1366451" y="1521295"/>
                  </a:lnTo>
                  <a:close/>
                  <a:moveTo>
                    <a:pt x="1367463" y="1520980"/>
                  </a:moveTo>
                  <a:lnTo>
                    <a:pt x="1367018" y="1521204"/>
                  </a:lnTo>
                  <a:lnTo>
                    <a:pt x="1366894" y="1521072"/>
                  </a:lnTo>
                  <a:close/>
                  <a:moveTo>
                    <a:pt x="1270009" y="1418336"/>
                  </a:moveTo>
                  <a:lnTo>
                    <a:pt x="1296761" y="1446681"/>
                  </a:lnTo>
                  <a:lnTo>
                    <a:pt x="1366894" y="1521072"/>
                  </a:lnTo>
                  <a:lnTo>
                    <a:pt x="1366327" y="1521164"/>
                  </a:lnTo>
                  <a:lnTo>
                    <a:pt x="1366451" y="1521295"/>
                  </a:lnTo>
                  <a:lnTo>
                    <a:pt x="1224927" y="1544167"/>
                  </a:lnTo>
                  <a:lnTo>
                    <a:pt x="1137073" y="1559560"/>
                  </a:lnTo>
                  <a:lnTo>
                    <a:pt x="1154045" y="1539967"/>
                  </a:lnTo>
                  <a:close/>
                  <a:moveTo>
                    <a:pt x="1742180" y="1368073"/>
                  </a:moveTo>
                  <a:cubicBezTo>
                    <a:pt x="1759738" y="1366517"/>
                    <a:pt x="1785297" y="1380963"/>
                    <a:pt x="1796188" y="1396076"/>
                  </a:cubicBezTo>
                  <a:cubicBezTo>
                    <a:pt x="1813967" y="1420746"/>
                    <a:pt x="1824414" y="1451195"/>
                    <a:pt x="1835303" y="1480308"/>
                  </a:cubicBezTo>
                  <a:cubicBezTo>
                    <a:pt x="1888868" y="1624327"/>
                    <a:pt x="1904869" y="1638328"/>
                    <a:pt x="2059112" y="1641441"/>
                  </a:cubicBezTo>
                  <a:cubicBezTo>
                    <a:pt x="2154236" y="1643441"/>
                    <a:pt x="2249804" y="1640552"/>
                    <a:pt x="2344930" y="1636107"/>
                  </a:cubicBezTo>
                  <a:cubicBezTo>
                    <a:pt x="2397603" y="1633885"/>
                    <a:pt x="2418050" y="1653886"/>
                    <a:pt x="2421606" y="1706560"/>
                  </a:cubicBezTo>
                  <a:cubicBezTo>
                    <a:pt x="2432497" y="1865690"/>
                    <a:pt x="2421384" y="1877027"/>
                    <a:pt x="2260696" y="1887915"/>
                  </a:cubicBezTo>
                  <a:cubicBezTo>
                    <a:pt x="2163126" y="1894584"/>
                    <a:pt x="2066225" y="1910364"/>
                    <a:pt x="1969322" y="1924144"/>
                  </a:cubicBezTo>
                  <a:cubicBezTo>
                    <a:pt x="1957098" y="1925922"/>
                    <a:pt x="1939762" y="1938589"/>
                    <a:pt x="1936874" y="1949479"/>
                  </a:cubicBezTo>
                  <a:cubicBezTo>
                    <a:pt x="1933984" y="1960370"/>
                    <a:pt x="1944652" y="1985930"/>
                    <a:pt x="1951986" y="1987040"/>
                  </a:cubicBezTo>
                  <a:cubicBezTo>
                    <a:pt x="2066669" y="2003709"/>
                    <a:pt x="2016439" y="2085496"/>
                    <a:pt x="2027108" y="2145949"/>
                  </a:cubicBezTo>
                  <a:lnTo>
                    <a:pt x="2029330" y="2145728"/>
                  </a:lnTo>
                  <a:cubicBezTo>
                    <a:pt x="1854862" y="2165285"/>
                    <a:pt x="1773518" y="2272632"/>
                    <a:pt x="1757738" y="2440654"/>
                  </a:cubicBezTo>
                  <a:cubicBezTo>
                    <a:pt x="1743290" y="2594450"/>
                    <a:pt x="1803522" y="2675572"/>
                    <a:pt x="1935317" y="2742914"/>
                  </a:cubicBezTo>
                  <a:cubicBezTo>
                    <a:pt x="2104674" y="2829368"/>
                    <a:pt x="2264030" y="2936049"/>
                    <a:pt x="2424052" y="3039618"/>
                  </a:cubicBezTo>
                  <a:cubicBezTo>
                    <a:pt x="2454054" y="3058954"/>
                    <a:pt x="2478946" y="3102736"/>
                    <a:pt x="2484504" y="3138519"/>
                  </a:cubicBezTo>
                  <a:cubicBezTo>
                    <a:pt x="2490005" y="3174690"/>
                    <a:pt x="2495381" y="3199611"/>
                    <a:pt x="2521728" y="3209810"/>
                  </a:cubicBezTo>
                  <a:lnTo>
                    <a:pt x="2555679" y="3214949"/>
                  </a:lnTo>
                  <a:lnTo>
                    <a:pt x="2590200" y="3210800"/>
                  </a:lnTo>
                  <a:cubicBezTo>
                    <a:pt x="2620413" y="3201819"/>
                    <a:pt x="2632247" y="3178525"/>
                    <a:pt x="2632079" y="3135852"/>
                  </a:cubicBezTo>
                  <a:cubicBezTo>
                    <a:pt x="2630968" y="2894043"/>
                    <a:pt x="2632079" y="2652458"/>
                    <a:pt x="2632968" y="2410649"/>
                  </a:cubicBezTo>
                  <a:cubicBezTo>
                    <a:pt x="2632968" y="2395091"/>
                    <a:pt x="2635636" y="2379533"/>
                    <a:pt x="2637192" y="2360643"/>
                  </a:cubicBezTo>
                  <a:cubicBezTo>
                    <a:pt x="2661640" y="2355531"/>
                    <a:pt x="2685709" y="2351569"/>
                    <a:pt x="2709405" y="2348820"/>
                  </a:cubicBezTo>
                  <a:lnTo>
                    <a:pt x="2711473" y="2348686"/>
                  </a:lnTo>
                  <a:lnTo>
                    <a:pt x="2711563" y="2348671"/>
                  </a:lnTo>
                  <a:lnTo>
                    <a:pt x="2723910" y="2347878"/>
                  </a:lnTo>
                  <a:lnTo>
                    <a:pt x="2779378" y="2344276"/>
                  </a:lnTo>
                  <a:lnTo>
                    <a:pt x="2779739" y="2344293"/>
                  </a:lnTo>
                  <a:lnTo>
                    <a:pt x="2781506" y="2344180"/>
                  </a:lnTo>
                  <a:cubicBezTo>
                    <a:pt x="2919202" y="2342710"/>
                    <a:pt x="3043803" y="2387090"/>
                    <a:pt x="3156151" y="2491103"/>
                  </a:cubicBezTo>
                  <a:cubicBezTo>
                    <a:pt x="3221939" y="2552000"/>
                    <a:pt x="3298616" y="2602452"/>
                    <a:pt x="3375292" y="2649347"/>
                  </a:cubicBezTo>
                  <a:cubicBezTo>
                    <a:pt x="3394851" y="2661349"/>
                    <a:pt x="3417187" y="2668850"/>
                    <a:pt x="3440912" y="2675295"/>
                  </a:cubicBezTo>
                  <a:lnTo>
                    <a:pt x="3512798" y="2694359"/>
                  </a:lnTo>
                  <a:lnTo>
                    <a:pt x="3521313" y="2651541"/>
                  </a:lnTo>
                  <a:cubicBezTo>
                    <a:pt x="3523591" y="2640067"/>
                    <a:pt x="3525869" y="2631121"/>
                    <a:pt x="3529980" y="2623120"/>
                  </a:cubicBezTo>
                  <a:cubicBezTo>
                    <a:pt x="3542871" y="2598228"/>
                    <a:pt x="3559986" y="2557556"/>
                    <a:pt x="3577098" y="2556667"/>
                  </a:cubicBezTo>
                  <a:lnTo>
                    <a:pt x="3578423" y="2556955"/>
                  </a:lnTo>
                  <a:lnTo>
                    <a:pt x="3579320" y="2556445"/>
                  </a:lnTo>
                  <a:cubicBezTo>
                    <a:pt x="3607101" y="2554889"/>
                    <a:pt x="3649551" y="2572225"/>
                    <a:pt x="3662887" y="2595117"/>
                  </a:cubicBezTo>
                  <a:cubicBezTo>
                    <a:pt x="3763790" y="2767584"/>
                    <a:pt x="3849801" y="2949607"/>
                    <a:pt x="3959593" y="3116072"/>
                  </a:cubicBezTo>
                  <a:cubicBezTo>
                    <a:pt x="4021824" y="3210085"/>
                    <a:pt x="4026937" y="3284760"/>
                    <a:pt x="3944926" y="3348323"/>
                  </a:cubicBezTo>
                  <a:cubicBezTo>
                    <a:pt x="3899585" y="3383439"/>
                    <a:pt x="3829798" y="3394330"/>
                    <a:pt x="3769346" y="3400775"/>
                  </a:cubicBezTo>
                  <a:lnTo>
                    <a:pt x="3767929" y="3400864"/>
                  </a:lnTo>
                  <a:lnTo>
                    <a:pt x="3767124" y="3400997"/>
                  </a:lnTo>
                  <a:lnTo>
                    <a:pt x="3695776" y="3405353"/>
                  </a:lnTo>
                  <a:lnTo>
                    <a:pt x="3626910" y="3409637"/>
                  </a:lnTo>
                  <a:lnTo>
                    <a:pt x="3625591" y="3409637"/>
                  </a:lnTo>
                  <a:lnTo>
                    <a:pt x="3624688" y="3409693"/>
                  </a:lnTo>
                  <a:lnTo>
                    <a:pt x="3482269" y="3409887"/>
                  </a:lnTo>
                  <a:lnTo>
                    <a:pt x="3438339" y="3415579"/>
                  </a:lnTo>
                  <a:cubicBezTo>
                    <a:pt x="3398657" y="3428320"/>
                    <a:pt x="3375570" y="3461783"/>
                    <a:pt x="3357734" y="3518123"/>
                  </a:cubicBezTo>
                  <a:cubicBezTo>
                    <a:pt x="3497530" y="3495676"/>
                    <a:pt x="3558206" y="3595467"/>
                    <a:pt x="3629772" y="3676143"/>
                  </a:cubicBezTo>
                  <a:cubicBezTo>
                    <a:pt x="3643329" y="3691256"/>
                    <a:pt x="3653329" y="3733927"/>
                    <a:pt x="3646218" y="3739262"/>
                  </a:cubicBezTo>
                  <a:cubicBezTo>
                    <a:pt x="3575208" y="3792936"/>
                    <a:pt x="3522701" y="3884114"/>
                    <a:pt x="3433002" y="3904783"/>
                  </a:cubicBezTo>
                  <a:lnTo>
                    <a:pt x="3430914" y="3904955"/>
                  </a:lnTo>
                  <a:lnTo>
                    <a:pt x="3430780" y="3905005"/>
                  </a:lnTo>
                  <a:cubicBezTo>
                    <a:pt x="3400880" y="3911895"/>
                    <a:pt x="3366848" y="3910950"/>
                    <a:pt x="3326620" y="3898171"/>
                  </a:cubicBezTo>
                  <a:cubicBezTo>
                    <a:pt x="3343066" y="3861499"/>
                    <a:pt x="3360179" y="3823272"/>
                    <a:pt x="3377293" y="3785046"/>
                  </a:cubicBezTo>
                  <a:lnTo>
                    <a:pt x="3362077" y="3762002"/>
                  </a:lnTo>
                  <a:lnTo>
                    <a:pt x="3308506" y="3782990"/>
                  </a:lnTo>
                  <a:cubicBezTo>
                    <a:pt x="3290169" y="3790324"/>
                    <a:pt x="3273500" y="3798936"/>
                    <a:pt x="3263054" y="3812382"/>
                  </a:cubicBezTo>
                  <a:cubicBezTo>
                    <a:pt x="3115256" y="4002185"/>
                    <a:pt x="2973016" y="4196210"/>
                    <a:pt x="2828328" y="4388456"/>
                  </a:cubicBezTo>
                  <a:cubicBezTo>
                    <a:pt x="2779878" y="4452909"/>
                    <a:pt x="2733872" y="4520028"/>
                    <a:pt x="2679864" y="4579592"/>
                  </a:cubicBezTo>
                  <a:cubicBezTo>
                    <a:pt x="2587630" y="4681382"/>
                    <a:pt x="2544734" y="4795619"/>
                    <a:pt x="2565181" y="4932969"/>
                  </a:cubicBezTo>
                  <a:cubicBezTo>
                    <a:pt x="2570070" y="4966306"/>
                    <a:pt x="2565848" y="5000756"/>
                    <a:pt x="2565848" y="5034537"/>
                  </a:cubicBezTo>
                  <a:lnTo>
                    <a:pt x="2563625" y="5034537"/>
                  </a:lnTo>
                  <a:lnTo>
                    <a:pt x="2563626" y="5034759"/>
                  </a:lnTo>
                  <a:lnTo>
                    <a:pt x="2394492" y="5034759"/>
                  </a:lnTo>
                  <a:cubicBezTo>
                    <a:pt x="2366044" y="4878517"/>
                    <a:pt x="2366044" y="4877184"/>
                    <a:pt x="2204911" y="4876295"/>
                  </a:cubicBezTo>
                  <a:cubicBezTo>
                    <a:pt x="2105120" y="4875628"/>
                    <a:pt x="2005329" y="4875573"/>
                    <a:pt x="1904259" y="4875683"/>
                  </a:cubicBezTo>
                  <a:lnTo>
                    <a:pt x="1598160" y="4876069"/>
                  </a:lnTo>
                  <a:lnTo>
                    <a:pt x="1596855" y="5040511"/>
                  </a:lnTo>
                  <a:cubicBezTo>
                    <a:pt x="1596493" y="5093767"/>
                    <a:pt x="1596715" y="5145774"/>
                    <a:pt x="1599048" y="5197670"/>
                  </a:cubicBezTo>
                  <a:cubicBezTo>
                    <a:pt x="1604550" y="5318852"/>
                    <a:pt x="1719816" y="5427157"/>
                    <a:pt x="1838051" y="5447857"/>
                  </a:cubicBezTo>
                  <a:lnTo>
                    <a:pt x="1896042" y="5450521"/>
                  </a:lnTo>
                  <a:lnTo>
                    <a:pt x="1951098" y="5436809"/>
                  </a:lnTo>
                  <a:cubicBezTo>
                    <a:pt x="1989103" y="5420586"/>
                    <a:pt x="2018662" y="5372358"/>
                    <a:pt x="2040666" y="5332575"/>
                  </a:cubicBezTo>
                  <a:cubicBezTo>
                    <a:pt x="2065836" y="5287069"/>
                    <a:pt x="2097508" y="5266066"/>
                    <a:pt x="2144775" y="5267410"/>
                  </a:cubicBezTo>
                  <a:lnTo>
                    <a:pt x="2145391" y="5267511"/>
                  </a:lnTo>
                  <a:lnTo>
                    <a:pt x="2146965" y="5267283"/>
                  </a:lnTo>
                  <a:cubicBezTo>
                    <a:pt x="2162738" y="5267720"/>
                    <a:pt x="2180240" y="5270623"/>
                    <a:pt x="2199798" y="5275901"/>
                  </a:cubicBezTo>
                  <a:cubicBezTo>
                    <a:pt x="2199798" y="5349023"/>
                    <a:pt x="2203576" y="5427253"/>
                    <a:pt x="2198688" y="5505041"/>
                  </a:cubicBezTo>
                  <a:cubicBezTo>
                    <a:pt x="2195132" y="5563937"/>
                    <a:pt x="2218246" y="5587051"/>
                    <a:pt x="2274032" y="5585273"/>
                  </a:cubicBezTo>
                  <a:cubicBezTo>
                    <a:pt x="2290033" y="5585052"/>
                    <a:pt x="2305812" y="5585273"/>
                    <a:pt x="2321816" y="5585273"/>
                  </a:cubicBezTo>
                  <a:cubicBezTo>
                    <a:pt x="2512730" y="5585941"/>
                    <a:pt x="2498728" y="5543491"/>
                    <a:pt x="2501395" y="5770409"/>
                  </a:cubicBezTo>
                  <a:cubicBezTo>
                    <a:pt x="2501839" y="5820415"/>
                    <a:pt x="2501395" y="5870421"/>
                    <a:pt x="2501395" y="5927095"/>
                  </a:cubicBezTo>
                  <a:cubicBezTo>
                    <a:pt x="2528066" y="5928873"/>
                    <a:pt x="2552290" y="5931985"/>
                    <a:pt x="2576517" y="5931985"/>
                  </a:cubicBezTo>
                  <a:cubicBezTo>
                    <a:pt x="2971016" y="5932651"/>
                    <a:pt x="3365514" y="5930873"/>
                    <a:pt x="3759788" y="5935762"/>
                  </a:cubicBezTo>
                  <a:cubicBezTo>
                    <a:pt x="3806240" y="5936429"/>
                    <a:pt x="3861802" y="5961989"/>
                    <a:pt x="3896474" y="5993991"/>
                  </a:cubicBezTo>
                  <a:cubicBezTo>
                    <a:pt x="3983598" y="6074891"/>
                    <a:pt x="4067608" y="6161126"/>
                    <a:pt x="4141174" y="6254469"/>
                  </a:cubicBezTo>
                  <a:cubicBezTo>
                    <a:pt x="4279638" y="6430271"/>
                    <a:pt x="4466330" y="6536061"/>
                    <a:pt x="4658800" y="6636964"/>
                  </a:cubicBezTo>
                  <a:cubicBezTo>
                    <a:pt x="4863718" y="6744311"/>
                    <a:pt x="5065522" y="6857435"/>
                    <a:pt x="5269550" y="6966560"/>
                  </a:cubicBezTo>
                  <a:cubicBezTo>
                    <a:pt x="5323558" y="6995675"/>
                    <a:pt x="5332670" y="7033680"/>
                    <a:pt x="5303555" y="7083908"/>
                  </a:cubicBezTo>
                  <a:cubicBezTo>
                    <a:pt x="5120641" y="7399948"/>
                    <a:pt x="4939062" y="7716433"/>
                    <a:pt x="4752146" y="8030028"/>
                  </a:cubicBezTo>
                  <a:cubicBezTo>
                    <a:pt x="4734366" y="8059587"/>
                    <a:pt x="4684136" y="8082925"/>
                    <a:pt x="4647466" y="8085147"/>
                  </a:cubicBezTo>
                  <a:cubicBezTo>
                    <a:pt x="4591013" y="8088703"/>
                    <a:pt x="4556341" y="8103593"/>
                    <a:pt x="4525671" y="8154267"/>
                  </a:cubicBezTo>
                  <a:cubicBezTo>
                    <a:pt x="4396098" y="8368517"/>
                    <a:pt x="4263192" y="8580765"/>
                    <a:pt x="4126728" y="8790792"/>
                  </a:cubicBezTo>
                  <a:cubicBezTo>
                    <a:pt x="4108726" y="8818574"/>
                    <a:pt x="4064276" y="8833242"/>
                    <a:pt x="4028937" y="8844577"/>
                  </a:cubicBezTo>
                  <a:lnTo>
                    <a:pt x="3993416" y="8849176"/>
                  </a:lnTo>
                  <a:lnTo>
                    <a:pt x="3979598" y="8850993"/>
                  </a:lnTo>
                  <a:lnTo>
                    <a:pt x="3924701" y="8851660"/>
                  </a:lnTo>
                  <a:lnTo>
                    <a:pt x="3924701" y="9147504"/>
                  </a:lnTo>
                  <a:lnTo>
                    <a:pt x="3922479" y="9147528"/>
                  </a:lnTo>
                  <a:lnTo>
                    <a:pt x="3922479" y="9147725"/>
                  </a:lnTo>
                  <a:cubicBezTo>
                    <a:pt x="3861582" y="9147725"/>
                    <a:pt x="3811574" y="9150393"/>
                    <a:pt x="3762012" y="9147059"/>
                  </a:cubicBezTo>
                  <a:lnTo>
                    <a:pt x="3703943" y="9148697"/>
                  </a:lnTo>
                  <a:lnTo>
                    <a:pt x="3653553" y="9164423"/>
                  </a:lnTo>
                  <a:cubicBezTo>
                    <a:pt x="3622549" y="9180397"/>
                    <a:pt x="3597212" y="9207845"/>
                    <a:pt x="3576876" y="9250851"/>
                  </a:cubicBezTo>
                  <a:cubicBezTo>
                    <a:pt x="3532202" y="9345085"/>
                    <a:pt x="3473528" y="9433539"/>
                    <a:pt x="3413964" y="9519550"/>
                  </a:cubicBezTo>
                  <a:cubicBezTo>
                    <a:pt x="3398129" y="9542386"/>
                    <a:pt x="3386988" y="9565861"/>
                    <a:pt x="3379161" y="9589795"/>
                  </a:cubicBezTo>
                  <a:lnTo>
                    <a:pt x="3370682" y="9631263"/>
                  </a:lnTo>
                  <a:lnTo>
                    <a:pt x="3354581" y="9626690"/>
                  </a:lnTo>
                  <a:cubicBezTo>
                    <a:pt x="3276783" y="9602493"/>
                    <a:pt x="3199805" y="9576435"/>
                    <a:pt x="3123698" y="9548569"/>
                  </a:cubicBezTo>
                  <a:lnTo>
                    <a:pt x="2965017" y="9486002"/>
                  </a:lnTo>
                  <a:lnTo>
                    <a:pt x="2984128" y="9327971"/>
                  </a:lnTo>
                  <a:cubicBezTo>
                    <a:pt x="3010576" y="9097941"/>
                    <a:pt x="3031023" y="8867023"/>
                    <a:pt x="3058138" y="8636993"/>
                  </a:cubicBezTo>
                  <a:cubicBezTo>
                    <a:pt x="3084809" y="8410299"/>
                    <a:pt x="3114812" y="8184269"/>
                    <a:pt x="3146595" y="7958241"/>
                  </a:cubicBezTo>
                  <a:cubicBezTo>
                    <a:pt x="3160374" y="7860228"/>
                    <a:pt x="3155929" y="7782663"/>
                    <a:pt x="3069694" y="7704875"/>
                  </a:cubicBezTo>
                  <a:cubicBezTo>
                    <a:pt x="2888780" y="7541967"/>
                    <a:pt x="2726537" y="7358611"/>
                    <a:pt x="2551624" y="7188811"/>
                  </a:cubicBezTo>
                  <a:cubicBezTo>
                    <a:pt x="2506730" y="7145027"/>
                    <a:pt x="2495173" y="7105689"/>
                    <a:pt x="2505396" y="7046571"/>
                  </a:cubicBezTo>
                  <a:cubicBezTo>
                    <a:pt x="2548512" y="6797427"/>
                    <a:pt x="2587851" y="6547619"/>
                    <a:pt x="2627858" y="6297808"/>
                  </a:cubicBezTo>
                  <a:cubicBezTo>
                    <a:pt x="2632746" y="6267805"/>
                    <a:pt x="2631636" y="6236689"/>
                    <a:pt x="2634081" y="6193572"/>
                  </a:cubicBezTo>
                  <a:cubicBezTo>
                    <a:pt x="2552514" y="6193572"/>
                    <a:pt x="2479616" y="6187794"/>
                    <a:pt x="2408272" y="6195352"/>
                  </a:cubicBezTo>
                  <a:cubicBezTo>
                    <a:pt x="2349818" y="6201573"/>
                    <a:pt x="2321816" y="6172460"/>
                    <a:pt x="2297367" y="6130231"/>
                  </a:cubicBezTo>
                  <a:cubicBezTo>
                    <a:pt x="2283144" y="6105785"/>
                    <a:pt x="2264251" y="6081780"/>
                    <a:pt x="2258473" y="6055110"/>
                  </a:cubicBezTo>
                  <a:cubicBezTo>
                    <a:pt x="2216690" y="5864198"/>
                    <a:pt x="2062446" y="5784854"/>
                    <a:pt x="1910648" y="5705956"/>
                  </a:cubicBezTo>
                  <a:cubicBezTo>
                    <a:pt x="1870642" y="5685064"/>
                    <a:pt x="1818414" y="5682397"/>
                    <a:pt x="1771295" y="5681064"/>
                  </a:cubicBezTo>
                  <a:cubicBezTo>
                    <a:pt x="1672838" y="5678397"/>
                    <a:pt x="1574158" y="5684842"/>
                    <a:pt x="1475700" y="5681953"/>
                  </a:cubicBezTo>
                  <a:cubicBezTo>
                    <a:pt x="1435918" y="5680842"/>
                    <a:pt x="1391911" y="5673729"/>
                    <a:pt x="1357683" y="5654837"/>
                  </a:cubicBezTo>
                  <a:cubicBezTo>
                    <a:pt x="1253669" y="5597275"/>
                    <a:pt x="1151211" y="5536378"/>
                    <a:pt x="1053875" y="5468593"/>
                  </a:cubicBezTo>
                  <a:cubicBezTo>
                    <a:pt x="1026317" y="5449257"/>
                    <a:pt x="1000090" y="5398583"/>
                    <a:pt x="1004981" y="5367024"/>
                  </a:cubicBezTo>
                  <a:cubicBezTo>
                    <a:pt x="1028317" y="5217449"/>
                    <a:pt x="972755" y="5105657"/>
                    <a:pt x="864518" y="5009201"/>
                  </a:cubicBezTo>
                  <a:cubicBezTo>
                    <a:pt x="838180" y="4985754"/>
                    <a:pt x="813789" y="4960140"/>
                    <a:pt x="789034" y="4932969"/>
                  </a:cubicBezTo>
                  <a:lnTo>
                    <a:pt x="715127" y="4851525"/>
                  </a:lnTo>
                  <a:lnTo>
                    <a:pt x="748313" y="4946439"/>
                  </a:lnTo>
                  <a:cubicBezTo>
                    <a:pt x="791298" y="5041275"/>
                    <a:pt x="847849" y="5127327"/>
                    <a:pt x="816510" y="5245009"/>
                  </a:cubicBezTo>
                  <a:lnTo>
                    <a:pt x="814438" y="5242399"/>
                  </a:lnTo>
                  <a:lnTo>
                    <a:pt x="814288" y="5245230"/>
                  </a:lnTo>
                  <a:cubicBezTo>
                    <a:pt x="768949" y="5183223"/>
                    <a:pt x="711387" y="5126771"/>
                    <a:pt x="680271" y="5058095"/>
                  </a:cubicBezTo>
                  <a:cubicBezTo>
                    <a:pt x="539584" y="4747611"/>
                    <a:pt x="316666" y="4500913"/>
                    <a:pt x="79968" y="4264662"/>
                  </a:cubicBezTo>
                  <a:cubicBezTo>
                    <a:pt x="22404" y="4207100"/>
                    <a:pt x="-3599" y="4146425"/>
                    <a:pt x="400" y="4062858"/>
                  </a:cubicBezTo>
                  <a:lnTo>
                    <a:pt x="400" y="3738545"/>
                  </a:lnTo>
                  <a:lnTo>
                    <a:pt x="86575" y="3403400"/>
                  </a:lnTo>
                  <a:cubicBezTo>
                    <a:pt x="231761" y="2936613"/>
                    <a:pt x="443920" y="2499333"/>
                    <a:pt x="711812" y="2102801"/>
                  </a:cubicBezTo>
                  <a:lnTo>
                    <a:pt x="920130" y="1824221"/>
                  </a:lnTo>
                  <a:lnTo>
                    <a:pt x="957041" y="1824081"/>
                  </a:lnTo>
                  <a:lnTo>
                    <a:pt x="1022373" y="1815212"/>
                  </a:lnTo>
                  <a:cubicBezTo>
                    <a:pt x="1111162" y="1798293"/>
                    <a:pt x="1198217" y="1764345"/>
                    <a:pt x="1285895" y="1739453"/>
                  </a:cubicBezTo>
                  <a:cubicBezTo>
                    <a:pt x="1379242" y="1713005"/>
                    <a:pt x="1469920" y="1677222"/>
                    <a:pt x="1567045" y="1644107"/>
                  </a:cubicBezTo>
                  <a:cubicBezTo>
                    <a:pt x="1553488" y="1560541"/>
                    <a:pt x="1540375" y="1480530"/>
                    <a:pt x="1527041" y="1397409"/>
                  </a:cubicBezTo>
                  <a:cubicBezTo>
                    <a:pt x="1603274" y="1386296"/>
                    <a:pt x="1671281" y="1374073"/>
                    <a:pt x="1739958" y="1368295"/>
                  </a:cubicBezTo>
                  <a:lnTo>
                    <a:pt x="1740086" y="1368328"/>
                  </a:lnTo>
                  <a:close/>
                  <a:moveTo>
                    <a:pt x="1510451" y="1186143"/>
                  </a:moveTo>
                  <a:lnTo>
                    <a:pt x="1737293" y="1206051"/>
                  </a:lnTo>
                  <a:cubicBezTo>
                    <a:pt x="1691620" y="1262642"/>
                    <a:pt x="1635195" y="1296417"/>
                    <a:pt x="1578017" y="1307295"/>
                  </a:cubicBezTo>
                  <a:lnTo>
                    <a:pt x="1578016" y="1307295"/>
                  </a:lnTo>
                  <a:lnTo>
                    <a:pt x="1578015" y="1307296"/>
                  </a:lnTo>
                  <a:cubicBezTo>
                    <a:pt x="1530367" y="1316361"/>
                    <a:pt x="1482195" y="1309525"/>
                    <a:pt x="1439284" y="1286740"/>
                  </a:cubicBezTo>
                  <a:lnTo>
                    <a:pt x="1419342" y="1271325"/>
                  </a:lnTo>
                  <a:lnTo>
                    <a:pt x="1491148" y="1202864"/>
                  </a:lnTo>
                  <a:close/>
                  <a:moveTo>
                    <a:pt x="2116675" y="1158492"/>
                  </a:moveTo>
                  <a:cubicBezTo>
                    <a:pt x="2266250" y="1158492"/>
                    <a:pt x="2424717" y="1157825"/>
                    <a:pt x="2582961" y="1159603"/>
                  </a:cubicBezTo>
                  <a:cubicBezTo>
                    <a:pt x="2590628" y="1159603"/>
                    <a:pt x="2600185" y="1162548"/>
                    <a:pt x="2608603" y="1167104"/>
                  </a:cubicBezTo>
                  <a:lnTo>
                    <a:pt x="2609016" y="1167482"/>
                  </a:lnTo>
                  <a:lnTo>
                    <a:pt x="2609049" y="1167492"/>
                  </a:lnTo>
                  <a:cubicBezTo>
                    <a:pt x="2617467" y="1172048"/>
                    <a:pt x="2624745" y="1178159"/>
                    <a:pt x="2627856" y="1184493"/>
                  </a:cubicBezTo>
                  <a:cubicBezTo>
                    <a:pt x="2671696" y="1275006"/>
                    <a:pt x="2743914" y="1326012"/>
                    <a:pt x="2826415" y="1365267"/>
                  </a:cubicBezTo>
                  <a:lnTo>
                    <a:pt x="2883165" y="1389472"/>
                  </a:lnTo>
                  <a:lnTo>
                    <a:pt x="2911228" y="1401412"/>
                  </a:lnTo>
                  <a:cubicBezTo>
                    <a:pt x="2938260" y="1412080"/>
                    <a:pt x="2964364" y="1424099"/>
                    <a:pt x="2989706" y="1437228"/>
                  </a:cubicBezTo>
                  <a:lnTo>
                    <a:pt x="2989857" y="1437315"/>
                  </a:lnTo>
                  <a:lnTo>
                    <a:pt x="2990150" y="1437449"/>
                  </a:lnTo>
                  <a:cubicBezTo>
                    <a:pt x="3167541" y="1529358"/>
                    <a:pt x="3307561" y="1675696"/>
                    <a:pt x="3466637" y="1794127"/>
                  </a:cubicBezTo>
                  <a:cubicBezTo>
                    <a:pt x="3477084" y="1801683"/>
                    <a:pt x="3478195" y="1840577"/>
                    <a:pt x="3468417" y="1853689"/>
                  </a:cubicBezTo>
                  <a:cubicBezTo>
                    <a:pt x="3399962" y="1946812"/>
                    <a:pt x="3329286" y="2038825"/>
                    <a:pt x="3254609" y="2127057"/>
                  </a:cubicBezTo>
                  <a:cubicBezTo>
                    <a:pt x="3240162" y="2143949"/>
                    <a:pt x="3201714" y="2155284"/>
                    <a:pt x="3179932" y="2149282"/>
                  </a:cubicBezTo>
                  <a:cubicBezTo>
                    <a:pt x="3103144" y="2128391"/>
                    <a:pt x="3026689" y="2106166"/>
                    <a:pt x="2948067" y="2082830"/>
                  </a:cubicBezTo>
                  <a:lnTo>
                    <a:pt x="2703727" y="2009867"/>
                  </a:lnTo>
                  <a:lnTo>
                    <a:pt x="2703807" y="2009803"/>
                  </a:lnTo>
                  <a:lnTo>
                    <a:pt x="2703280" y="2009646"/>
                  </a:lnTo>
                  <a:lnTo>
                    <a:pt x="2865304" y="1879028"/>
                  </a:lnTo>
                  <a:cubicBezTo>
                    <a:pt x="2918006" y="1836522"/>
                    <a:pt x="2970569" y="1794128"/>
                    <a:pt x="3026576" y="1749011"/>
                  </a:cubicBezTo>
                  <a:cubicBezTo>
                    <a:pt x="2950983" y="1704923"/>
                    <a:pt x="2883359" y="1648676"/>
                    <a:pt x="2814376" y="1598450"/>
                  </a:cubicBezTo>
                  <a:lnTo>
                    <a:pt x="2744763" y="1551019"/>
                  </a:lnTo>
                  <a:lnTo>
                    <a:pt x="2672219" y="1511630"/>
                  </a:lnTo>
                  <a:cubicBezTo>
                    <a:pt x="2597304" y="1477510"/>
                    <a:pt x="2514813" y="1461529"/>
                    <a:pt x="2415382" y="1481865"/>
                  </a:cubicBezTo>
                  <a:cubicBezTo>
                    <a:pt x="2349929" y="1495311"/>
                    <a:pt x="2293978" y="1479532"/>
                    <a:pt x="2241748" y="1453334"/>
                  </a:cubicBezTo>
                  <a:lnTo>
                    <a:pt x="2241476" y="1453174"/>
                  </a:lnTo>
                  <a:lnTo>
                    <a:pt x="2241304" y="1453113"/>
                  </a:lnTo>
                  <a:cubicBezTo>
                    <a:pt x="2189075" y="1426915"/>
                    <a:pt x="2140568" y="1390299"/>
                    <a:pt x="2090005" y="1362073"/>
                  </a:cubicBezTo>
                  <a:cubicBezTo>
                    <a:pt x="2070445" y="1351182"/>
                    <a:pt x="2072002" y="1290285"/>
                    <a:pt x="2075780" y="1253615"/>
                  </a:cubicBezTo>
                  <a:cubicBezTo>
                    <a:pt x="2078669" y="1224278"/>
                    <a:pt x="2099561" y="1196718"/>
                    <a:pt x="2116675" y="1158492"/>
                  </a:cubicBezTo>
                  <a:close/>
                  <a:moveTo>
                    <a:pt x="1892080" y="875761"/>
                  </a:moveTo>
                  <a:lnTo>
                    <a:pt x="2386935" y="979578"/>
                  </a:lnTo>
                  <a:cubicBezTo>
                    <a:pt x="2385378" y="994471"/>
                    <a:pt x="2383822" y="1009583"/>
                    <a:pt x="2382268" y="1024473"/>
                  </a:cubicBezTo>
                  <a:lnTo>
                    <a:pt x="2382267" y="1024473"/>
                  </a:lnTo>
                  <a:lnTo>
                    <a:pt x="2382267" y="1024474"/>
                  </a:lnTo>
                  <a:cubicBezTo>
                    <a:pt x="2249804" y="1024474"/>
                    <a:pt x="2117120" y="1022918"/>
                    <a:pt x="1984658" y="1024918"/>
                  </a:cubicBezTo>
                  <a:cubicBezTo>
                    <a:pt x="1899980" y="1026031"/>
                    <a:pt x="1873088" y="974468"/>
                    <a:pt x="1858419" y="908236"/>
                  </a:cubicBezTo>
                  <a:lnTo>
                    <a:pt x="1863807" y="895866"/>
                  </a:lnTo>
                  <a:close/>
                  <a:moveTo>
                    <a:pt x="3079015" y="231134"/>
                  </a:moveTo>
                  <a:lnTo>
                    <a:pt x="3237648" y="251182"/>
                  </a:lnTo>
                  <a:lnTo>
                    <a:pt x="3294809" y="260641"/>
                  </a:lnTo>
                  <a:lnTo>
                    <a:pt x="3426189" y="282379"/>
                  </a:lnTo>
                  <a:cubicBezTo>
                    <a:pt x="3248666" y="393226"/>
                    <a:pt x="3076517" y="491948"/>
                    <a:pt x="2913213" y="598045"/>
                  </a:cubicBezTo>
                  <a:lnTo>
                    <a:pt x="2763158" y="700385"/>
                  </a:lnTo>
                  <a:lnTo>
                    <a:pt x="2752986" y="707323"/>
                  </a:lnTo>
                  <a:cubicBezTo>
                    <a:pt x="2713703" y="735660"/>
                    <a:pt x="2673934" y="758343"/>
                    <a:pt x="2633525" y="776331"/>
                  </a:cubicBezTo>
                  <a:lnTo>
                    <a:pt x="2510566" y="817058"/>
                  </a:lnTo>
                  <a:lnTo>
                    <a:pt x="2510231" y="817170"/>
                  </a:lnTo>
                  <a:lnTo>
                    <a:pt x="2510230" y="817170"/>
                  </a:lnTo>
                  <a:lnTo>
                    <a:pt x="2462209" y="824077"/>
                  </a:lnTo>
                  <a:lnTo>
                    <a:pt x="2382186" y="835588"/>
                  </a:lnTo>
                  <a:cubicBezTo>
                    <a:pt x="2338610" y="838630"/>
                    <a:pt x="2294090" y="838894"/>
                    <a:pt x="2248472" y="837338"/>
                  </a:cubicBezTo>
                  <a:cubicBezTo>
                    <a:pt x="2197966" y="835672"/>
                    <a:pt x="2163211" y="818378"/>
                    <a:pt x="2144490" y="787801"/>
                  </a:cubicBezTo>
                  <a:lnTo>
                    <a:pt x="2133439" y="758931"/>
                  </a:lnTo>
                  <a:lnTo>
                    <a:pt x="2131122" y="752884"/>
                  </a:lnTo>
                  <a:lnTo>
                    <a:pt x="2142201" y="704074"/>
                  </a:lnTo>
                  <a:lnTo>
                    <a:pt x="2255592" y="631381"/>
                  </a:lnTo>
                  <a:cubicBezTo>
                    <a:pt x="2460493" y="506880"/>
                    <a:pt x="2675113" y="396780"/>
                    <a:pt x="2898046" y="302488"/>
                  </a:cubicBezTo>
                  <a:close/>
                  <a:moveTo>
                    <a:pt x="4840604" y="133249"/>
                  </a:moveTo>
                  <a:lnTo>
                    <a:pt x="4841029" y="133263"/>
                  </a:lnTo>
                  <a:lnTo>
                    <a:pt x="4841269" y="133250"/>
                  </a:lnTo>
                  <a:cubicBezTo>
                    <a:pt x="5082414" y="138140"/>
                    <a:pt x="5323336" y="150365"/>
                    <a:pt x="5572479" y="160143"/>
                  </a:cubicBezTo>
                  <a:cubicBezTo>
                    <a:pt x="5574036" y="194370"/>
                    <a:pt x="5575481" y="226985"/>
                    <a:pt x="5576898" y="258822"/>
                  </a:cubicBezTo>
                  <a:lnTo>
                    <a:pt x="5581148" y="352831"/>
                  </a:lnTo>
                  <a:lnTo>
                    <a:pt x="5608233" y="352742"/>
                  </a:lnTo>
                  <a:lnTo>
                    <a:pt x="5651929" y="352594"/>
                  </a:lnTo>
                  <a:lnTo>
                    <a:pt x="5722170" y="336164"/>
                  </a:lnTo>
                  <a:cubicBezTo>
                    <a:pt x="5792033" y="314265"/>
                    <a:pt x="5860958" y="279928"/>
                    <a:pt x="5931338" y="268733"/>
                  </a:cubicBezTo>
                  <a:lnTo>
                    <a:pt x="5931660" y="268724"/>
                  </a:lnTo>
                  <a:lnTo>
                    <a:pt x="5932002" y="268637"/>
                  </a:lnTo>
                  <a:cubicBezTo>
                    <a:pt x="6002382" y="257437"/>
                    <a:pt x="6074214" y="269407"/>
                    <a:pt x="6149891" y="340166"/>
                  </a:cubicBezTo>
                  <a:cubicBezTo>
                    <a:pt x="5959421" y="474850"/>
                    <a:pt x="5774285" y="605978"/>
                    <a:pt x="5571368" y="749551"/>
                  </a:cubicBezTo>
                  <a:cubicBezTo>
                    <a:pt x="5673160" y="768219"/>
                    <a:pt x="5749837" y="779778"/>
                    <a:pt x="5825180" y="798003"/>
                  </a:cubicBezTo>
                  <a:cubicBezTo>
                    <a:pt x="5844962" y="802670"/>
                    <a:pt x="5872965" y="826673"/>
                    <a:pt x="5874743" y="843785"/>
                  </a:cubicBezTo>
                  <a:cubicBezTo>
                    <a:pt x="5884744" y="943797"/>
                    <a:pt x="5888079" y="1044477"/>
                    <a:pt x="5893635" y="1145602"/>
                  </a:cubicBezTo>
                  <a:cubicBezTo>
                    <a:pt x="5738059" y="1170716"/>
                    <a:pt x="5590260" y="1194497"/>
                    <a:pt x="5417348" y="1222500"/>
                  </a:cubicBezTo>
                  <a:cubicBezTo>
                    <a:pt x="5485579" y="1298733"/>
                    <a:pt x="5531364" y="1357628"/>
                    <a:pt x="5585372" y="1407634"/>
                  </a:cubicBezTo>
                  <a:cubicBezTo>
                    <a:pt x="5635378" y="1453862"/>
                    <a:pt x="5620042" y="1479867"/>
                    <a:pt x="5570257" y="1505424"/>
                  </a:cubicBezTo>
                  <a:cubicBezTo>
                    <a:pt x="5361784" y="1612105"/>
                    <a:pt x="5153089" y="1719007"/>
                    <a:pt x="4944395" y="1825242"/>
                  </a:cubicBezTo>
                  <a:cubicBezTo>
                    <a:pt x="4924836" y="1835244"/>
                    <a:pt x="4901278" y="1851691"/>
                    <a:pt x="4882830" y="1847913"/>
                  </a:cubicBezTo>
                  <a:lnTo>
                    <a:pt x="4882374" y="1847868"/>
                  </a:lnTo>
                  <a:lnTo>
                    <a:pt x="4882164" y="1847911"/>
                  </a:lnTo>
                  <a:lnTo>
                    <a:pt x="4842868" y="1844046"/>
                  </a:lnTo>
                  <a:lnTo>
                    <a:pt x="4810102" y="1848513"/>
                  </a:lnTo>
                  <a:cubicBezTo>
                    <a:pt x="4749980" y="1865151"/>
                    <a:pt x="4723643" y="1925201"/>
                    <a:pt x="4694805" y="1986375"/>
                  </a:cubicBezTo>
                  <a:cubicBezTo>
                    <a:pt x="4648131" y="2085720"/>
                    <a:pt x="4591458" y="2180621"/>
                    <a:pt x="4548341" y="2281301"/>
                  </a:cubicBezTo>
                  <a:cubicBezTo>
                    <a:pt x="4535895" y="2310305"/>
                    <a:pt x="4522227" y="2325807"/>
                    <a:pt x="4506169" y="2330251"/>
                  </a:cubicBezTo>
                  <a:lnTo>
                    <a:pt x="4505774" y="2330231"/>
                  </a:lnTo>
                  <a:lnTo>
                    <a:pt x="4505502" y="2330417"/>
                  </a:lnTo>
                  <a:cubicBezTo>
                    <a:pt x="4489445" y="2334862"/>
                    <a:pt x="4470998" y="2328194"/>
                    <a:pt x="4448994" y="2312858"/>
                  </a:cubicBezTo>
                  <a:cubicBezTo>
                    <a:pt x="4356315" y="2248407"/>
                    <a:pt x="4261635" y="2186176"/>
                    <a:pt x="4175179" y="2114166"/>
                  </a:cubicBezTo>
                  <a:cubicBezTo>
                    <a:pt x="4144287" y="2088609"/>
                    <a:pt x="4119393" y="2037936"/>
                    <a:pt x="4118282" y="1998153"/>
                  </a:cubicBezTo>
                  <a:cubicBezTo>
                    <a:pt x="4115171" y="1874359"/>
                    <a:pt x="4123616" y="1750120"/>
                    <a:pt x="4129394" y="1626327"/>
                  </a:cubicBezTo>
                  <a:cubicBezTo>
                    <a:pt x="4137842" y="1450084"/>
                    <a:pt x="4151398" y="1480087"/>
                    <a:pt x="3980485" y="1434302"/>
                  </a:cubicBezTo>
                  <a:cubicBezTo>
                    <a:pt x="3871582" y="1404967"/>
                    <a:pt x="3828465" y="1357404"/>
                    <a:pt x="3817130" y="1250946"/>
                  </a:cubicBezTo>
                  <a:cubicBezTo>
                    <a:pt x="3808462" y="1167825"/>
                    <a:pt x="3781124" y="1085593"/>
                    <a:pt x="3753122" y="1006027"/>
                  </a:cubicBezTo>
                  <a:cubicBezTo>
                    <a:pt x="3747787" y="990692"/>
                    <a:pt x="3722575" y="973482"/>
                    <a:pt x="3700458" y="967053"/>
                  </a:cubicBezTo>
                  <a:lnTo>
                    <a:pt x="3680419" y="964711"/>
                  </a:lnTo>
                  <a:lnTo>
                    <a:pt x="3585443" y="968975"/>
                  </a:lnTo>
                  <a:lnTo>
                    <a:pt x="3585238" y="968952"/>
                  </a:lnTo>
                  <a:lnTo>
                    <a:pt x="3584777" y="968973"/>
                  </a:lnTo>
                  <a:cubicBezTo>
                    <a:pt x="3368920" y="961727"/>
                    <a:pt x="3198880" y="839090"/>
                    <a:pt x="3029688" y="712879"/>
                  </a:cubicBezTo>
                  <a:cubicBezTo>
                    <a:pt x="3023466" y="708213"/>
                    <a:pt x="3016966" y="703934"/>
                    <a:pt x="3007909" y="698155"/>
                  </a:cubicBezTo>
                  <a:lnTo>
                    <a:pt x="2970794" y="674431"/>
                  </a:lnTo>
                  <a:lnTo>
                    <a:pt x="2970792" y="674431"/>
                  </a:lnTo>
                  <a:lnTo>
                    <a:pt x="2970793" y="674430"/>
                  </a:lnTo>
                  <a:lnTo>
                    <a:pt x="2970792" y="674429"/>
                  </a:lnTo>
                  <a:lnTo>
                    <a:pt x="2970126" y="674429"/>
                  </a:lnTo>
                  <a:cubicBezTo>
                    <a:pt x="3070584" y="623977"/>
                    <a:pt x="3155484" y="579529"/>
                    <a:pt x="3241718" y="538191"/>
                  </a:cubicBezTo>
                  <a:cubicBezTo>
                    <a:pt x="3412852" y="456401"/>
                    <a:pt x="3584208" y="374614"/>
                    <a:pt x="3757121" y="296603"/>
                  </a:cubicBezTo>
                  <a:cubicBezTo>
                    <a:pt x="3800906" y="276602"/>
                    <a:pt x="3850912" y="264376"/>
                    <a:pt x="3898920" y="260821"/>
                  </a:cubicBezTo>
                  <a:cubicBezTo>
                    <a:pt x="3935258" y="258043"/>
                    <a:pt x="3971819" y="257765"/>
                    <a:pt x="4008435" y="258376"/>
                  </a:cubicBezTo>
                  <a:lnTo>
                    <a:pt x="4008775" y="258385"/>
                  </a:lnTo>
                  <a:lnTo>
                    <a:pt x="4009100" y="258378"/>
                  </a:lnTo>
                  <a:cubicBezTo>
                    <a:pt x="4045717" y="258989"/>
                    <a:pt x="4082388" y="260489"/>
                    <a:pt x="4118949" y="261268"/>
                  </a:cubicBezTo>
                  <a:lnTo>
                    <a:pt x="4125179" y="261339"/>
                  </a:lnTo>
                  <a:lnTo>
                    <a:pt x="4255243" y="262714"/>
                  </a:lnTo>
                  <a:cubicBezTo>
                    <a:pt x="4391460" y="261058"/>
                    <a:pt x="4524894" y="244931"/>
                    <a:pt x="4650577" y="167921"/>
                  </a:cubicBezTo>
                  <a:cubicBezTo>
                    <a:pt x="4702140" y="136361"/>
                    <a:pt x="4776816" y="131916"/>
                    <a:pt x="4840604" y="133249"/>
                  </a:cubicBezTo>
                  <a:close/>
                  <a:moveTo>
                    <a:pt x="4212294" y="126139"/>
                  </a:moveTo>
                  <a:lnTo>
                    <a:pt x="4212294" y="126363"/>
                  </a:lnTo>
                  <a:lnTo>
                    <a:pt x="4212282" y="126140"/>
                  </a:lnTo>
                  <a:close/>
                  <a:moveTo>
                    <a:pt x="4212296" y="125915"/>
                  </a:moveTo>
                  <a:lnTo>
                    <a:pt x="4212296" y="126138"/>
                  </a:lnTo>
                  <a:lnTo>
                    <a:pt x="4212284" y="125916"/>
                  </a:lnTo>
                  <a:close/>
                  <a:moveTo>
                    <a:pt x="3903294" y="0"/>
                  </a:moveTo>
                  <a:lnTo>
                    <a:pt x="4114282" y="9680"/>
                  </a:lnTo>
                  <a:cubicBezTo>
                    <a:pt x="4127992" y="10013"/>
                    <a:pt x="4140194" y="11558"/>
                    <a:pt x="4150937" y="14364"/>
                  </a:cubicBezTo>
                  <a:lnTo>
                    <a:pt x="4157374" y="17193"/>
                  </a:lnTo>
                  <a:lnTo>
                    <a:pt x="4161070" y="17818"/>
                  </a:lnTo>
                  <a:lnTo>
                    <a:pt x="4165136" y="20604"/>
                  </a:lnTo>
                  <a:lnTo>
                    <a:pt x="4178834" y="26623"/>
                  </a:lnTo>
                  <a:lnTo>
                    <a:pt x="4188407" y="36546"/>
                  </a:lnTo>
                  <a:lnTo>
                    <a:pt x="4192542" y="39380"/>
                  </a:lnTo>
                  <a:lnTo>
                    <a:pt x="4193868" y="42208"/>
                  </a:lnTo>
                  <a:lnTo>
                    <a:pt x="4198263" y="46763"/>
                  </a:lnTo>
                  <a:cubicBezTo>
                    <a:pt x="4203360" y="54825"/>
                    <a:pt x="4207095" y="64252"/>
                    <a:pt x="4209514" y="75093"/>
                  </a:cubicBezTo>
                  <a:lnTo>
                    <a:pt x="4212284" y="125916"/>
                  </a:lnTo>
                  <a:lnTo>
                    <a:pt x="4212269" y="125918"/>
                  </a:lnTo>
                  <a:lnTo>
                    <a:pt x="4212282" y="126140"/>
                  </a:lnTo>
                  <a:lnTo>
                    <a:pt x="3846911" y="164145"/>
                  </a:lnTo>
                  <a:cubicBezTo>
                    <a:pt x="3762454" y="173701"/>
                    <a:pt x="3766676" y="110360"/>
                    <a:pt x="3760009" y="59243"/>
                  </a:cubicBezTo>
                  <a:cubicBezTo>
                    <a:pt x="3758815" y="50186"/>
                    <a:pt x="3758614" y="42408"/>
                    <a:pt x="3759260" y="35732"/>
                  </a:cubicBezTo>
                  <a:lnTo>
                    <a:pt x="3760660" y="30285"/>
                  </a:lnTo>
                  <a:lnTo>
                    <a:pt x="3760686" y="29128"/>
                  </a:lnTo>
                  <a:lnTo>
                    <a:pt x="3830787" y="129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86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endParaRPr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DA1BAE60-0557-2192-23FE-5F67F8CA3F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671224" y="4898759"/>
            <a:ext cx="7130488" cy="7130486"/>
          </a:xfrm>
          <a:prstGeom prst="ellipse">
            <a:avLst/>
          </a:prstGeom>
          <a:noFill/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41" name="Graphic 37">
            <a:extLst>
              <a:ext uri="{FF2B5EF4-FFF2-40B4-BE49-F238E27FC236}">
                <a16:creationId xmlns:a16="http://schemas.microsoft.com/office/drawing/2014/main" id="{C1B1F7CB-D9A8-0FB2-EE72-6AA3D72A0F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600285" y="4736042"/>
            <a:ext cx="2880491" cy="945634"/>
          </a:xfrm>
          <a:custGeom>
            <a:avLst/>
            <a:gdLst>
              <a:gd name="connsiteX0" fmla="*/ 0 w 2880491"/>
              <a:gd name="connsiteY0" fmla="*/ 945490 h 945634"/>
              <a:gd name="connsiteX1" fmla="*/ 2880491 w 2880491"/>
              <a:gd name="connsiteY1" fmla="*/ 945490 h 945634"/>
              <a:gd name="connsiteX2" fmla="*/ 2453665 w 2880491"/>
              <a:gd name="connsiteY2" fmla="*/ 667600 h 945634"/>
              <a:gd name="connsiteX3" fmla="*/ 2271387 w 2880491"/>
              <a:gd name="connsiteY3" fmla="*/ 704344 h 945634"/>
              <a:gd name="connsiteX4" fmla="*/ 1756272 w 2880491"/>
              <a:gd name="connsiteY4" fmla="*/ 231454 h 945634"/>
              <a:gd name="connsiteX5" fmla="*/ 1394347 w 2880491"/>
              <a:gd name="connsiteY5" fmla="*/ 378138 h 945634"/>
              <a:gd name="connsiteX6" fmla="*/ 895311 w 2880491"/>
              <a:gd name="connsiteY6" fmla="*/ 0 h 945634"/>
              <a:gd name="connsiteX7" fmla="*/ 377712 w 2880491"/>
              <a:gd name="connsiteY7" fmla="*/ 512237 h 945634"/>
              <a:gd name="connsiteX8" fmla="*/ 382389 w 2880491"/>
              <a:gd name="connsiteY8" fmla="*/ 577478 h 945634"/>
              <a:gd name="connsiteX9" fmla="*/ 0 w 2880491"/>
              <a:gd name="connsiteY9" fmla="*/ 945634 h 94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0491" h="945634">
                <a:moveTo>
                  <a:pt x="0" y="945490"/>
                </a:moveTo>
                <a:lnTo>
                  <a:pt x="2880491" y="945490"/>
                </a:lnTo>
                <a:cubicBezTo>
                  <a:pt x="2809158" y="782025"/>
                  <a:pt x="2645006" y="667600"/>
                  <a:pt x="2453665" y="667600"/>
                </a:cubicBezTo>
                <a:cubicBezTo>
                  <a:pt x="2388910" y="667600"/>
                  <a:pt x="2327371" y="680764"/>
                  <a:pt x="2271387" y="704344"/>
                </a:cubicBezTo>
                <a:cubicBezTo>
                  <a:pt x="2251215" y="439907"/>
                  <a:pt x="2028593" y="231454"/>
                  <a:pt x="1756272" y="231454"/>
                </a:cubicBezTo>
                <a:cubicBezTo>
                  <a:pt x="1615215" y="231454"/>
                  <a:pt x="1487606" y="287437"/>
                  <a:pt x="1394347" y="378138"/>
                </a:cubicBezTo>
                <a:cubicBezTo>
                  <a:pt x="1334708" y="160427"/>
                  <a:pt x="1134159" y="0"/>
                  <a:pt x="895311" y="0"/>
                </a:cubicBezTo>
                <a:cubicBezTo>
                  <a:pt x="609396" y="0"/>
                  <a:pt x="377712" y="229284"/>
                  <a:pt x="377712" y="512237"/>
                </a:cubicBezTo>
                <a:cubicBezTo>
                  <a:pt x="377712" y="534370"/>
                  <a:pt x="379612" y="556068"/>
                  <a:pt x="382389" y="577478"/>
                </a:cubicBezTo>
                <a:cubicBezTo>
                  <a:pt x="196018" y="620731"/>
                  <a:pt x="48383" y="763075"/>
                  <a:pt x="0" y="945634"/>
                </a:cubicBezTo>
                <a:close/>
              </a:path>
            </a:pathLst>
          </a:custGeom>
          <a:gradFill>
            <a:gsLst>
              <a:gs pos="8000">
                <a:schemeClr val="bg1">
                  <a:alpha val="79000"/>
                </a:schemeClr>
              </a:gs>
              <a:gs pos="56000">
                <a:schemeClr val="tx1">
                  <a:lumMod val="20000"/>
                  <a:lumOff val="80000"/>
                  <a:alpha val="67000"/>
                </a:schemeClr>
              </a:gs>
            </a:gsLst>
            <a:lin ang="0" scaled="0"/>
          </a:gradFill>
          <a:ln w="0" cap="flat">
            <a:noFill/>
            <a:prstDash val="solid"/>
            <a:miter/>
          </a:ln>
          <a:effectLst>
            <a:outerShdw blurRad="805064" dist="938704" dir="8100000" algn="tr" rotWithShape="0">
              <a:srgbClr val="001443">
                <a:alpha val="60923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42" name="Graphic 37">
            <a:extLst>
              <a:ext uri="{FF2B5EF4-FFF2-40B4-BE49-F238E27FC236}">
                <a16:creationId xmlns:a16="http://schemas.microsoft.com/office/drawing/2014/main" id="{0ECEF714-B029-CFFA-6386-ABF79A5D4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7117690" y="9857023"/>
            <a:ext cx="2464957" cy="809219"/>
          </a:xfrm>
          <a:custGeom>
            <a:avLst/>
            <a:gdLst>
              <a:gd name="connsiteX0" fmla="*/ 0 w 2880491"/>
              <a:gd name="connsiteY0" fmla="*/ 945490 h 945634"/>
              <a:gd name="connsiteX1" fmla="*/ 2880491 w 2880491"/>
              <a:gd name="connsiteY1" fmla="*/ 945490 h 945634"/>
              <a:gd name="connsiteX2" fmla="*/ 2453665 w 2880491"/>
              <a:gd name="connsiteY2" fmla="*/ 667600 h 945634"/>
              <a:gd name="connsiteX3" fmla="*/ 2271387 w 2880491"/>
              <a:gd name="connsiteY3" fmla="*/ 704344 h 945634"/>
              <a:gd name="connsiteX4" fmla="*/ 1756272 w 2880491"/>
              <a:gd name="connsiteY4" fmla="*/ 231454 h 945634"/>
              <a:gd name="connsiteX5" fmla="*/ 1394347 w 2880491"/>
              <a:gd name="connsiteY5" fmla="*/ 378138 h 945634"/>
              <a:gd name="connsiteX6" fmla="*/ 895311 w 2880491"/>
              <a:gd name="connsiteY6" fmla="*/ 0 h 945634"/>
              <a:gd name="connsiteX7" fmla="*/ 377712 w 2880491"/>
              <a:gd name="connsiteY7" fmla="*/ 512237 h 945634"/>
              <a:gd name="connsiteX8" fmla="*/ 382389 w 2880491"/>
              <a:gd name="connsiteY8" fmla="*/ 577478 h 945634"/>
              <a:gd name="connsiteX9" fmla="*/ 0 w 2880491"/>
              <a:gd name="connsiteY9" fmla="*/ 945634 h 94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0491" h="945634">
                <a:moveTo>
                  <a:pt x="0" y="945490"/>
                </a:moveTo>
                <a:lnTo>
                  <a:pt x="2880491" y="945490"/>
                </a:lnTo>
                <a:cubicBezTo>
                  <a:pt x="2809158" y="782025"/>
                  <a:pt x="2645006" y="667600"/>
                  <a:pt x="2453665" y="667600"/>
                </a:cubicBezTo>
                <a:cubicBezTo>
                  <a:pt x="2388910" y="667600"/>
                  <a:pt x="2327371" y="680764"/>
                  <a:pt x="2271387" y="704344"/>
                </a:cubicBezTo>
                <a:cubicBezTo>
                  <a:pt x="2251215" y="439907"/>
                  <a:pt x="2028593" y="231454"/>
                  <a:pt x="1756272" y="231454"/>
                </a:cubicBezTo>
                <a:cubicBezTo>
                  <a:pt x="1615215" y="231454"/>
                  <a:pt x="1487606" y="287437"/>
                  <a:pt x="1394347" y="378138"/>
                </a:cubicBezTo>
                <a:cubicBezTo>
                  <a:pt x="1334708" y="160427"/>
                  <a:pt x="1134159" y="0"/>
                  <a:pt x="895311" y="0"/>
                </a:cubicBezTo>
                <a:cubicBezTo>
                  <a:pt x="609396" y="0"/>
                  <a:pt x="377712" y="229284"/>
                  <a:pt x="377712" y="512237"/>
                </a:cubicBezTo>
                <a:cubicBezTo>
                  <a:pt x="377712" y="534370"/>
                  <a:pt x="379612" y="556068"/>
                  <a:pt x="382389" y="577478"/>
                </a:cubicBezTo>
                <a:cubicBezTo>
                  <a:pt x="196018" y="620731"/>
                  <a:pt x="48383" y="763075"/>
                  <a:pt x="0" y="945634"/>
                </a:cubicBezTo>
                <a:close/>
              </a:path>
            </a:pathLst>
          </a:custGeom>
          <a:gradFill>
            <a:gsLst>
              <a:gs pos="27000">
                <a:schemeClr val="bg1">
                  <a:alpha val="63000"/>
                </a:schemeClr>
              </a:gs>
              <a:gs pos="86000">
                <a:schemeClr val="tx1">
                  <a:lumMod val="20000"/>
                  <a:lumOff val="80000"/>
                  <a:alpha val="56000"/>
                </a:schemeClr>
              </a:gs>
            </a:gsLst>
            <a:lin ang="0" scaled="0"/>
          </a:gradFill>
          <a:ln w="0" cap="flat">
            <a:noFill/>
            <a:prstDash val="solid"/>
            <a:miter/>
          </a:ln>
          <a:effectLst>
            <a:outerShdw blurRad="805064" dist="1135295" dir="8100000" algn="tr" rotWithShape="0">
              <a:srgbClr val="001443">
                <a:alpha val="60923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1536BD8F-C4A3-4123-B34F-B64BB26203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3563937" y="5240381"/>
            <a:ext cx="3617913" cy="1452705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(Title, 32 Bold)</a:t>
            </a:r>
          </a:p>
        </p:txBody>
      </p:sp>
      <p:sp>
        <p:nvSpPr>
          <p:cNvPr id="44" name="Text Placeholder 35">
            <a:extLst>
              <a:ext uri="{FF2B5EF4-FFF2-40B4-BE49-F238E27FC236}">
                <a16:creationId xmlns:a16="http://schemas.microsoft.com/office/drawing/2014/main" id="{1C6CBEF8-AFC7-6DF2-1B9B-DCE2F00E46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3563937" y="8007607"/>
            <a:ext cx="3617913" cy="1452705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(Title, 32 Bold)</a:t>
            </a:r>
          </a:p>
        </p:txBody>
      </p:sp>
      <p:sp>
        <p:nvSpPr>
          <p:cNvPr id="45" name="Text Placeholder 35">
            <a:extLst>
              <a:ext uri="{FF2B5EF4-FFF2-40B4-BE49-F238E27FC236}">
                <a16:creationId xmlns:a16="http://schemas.microsoft.com/office/drawing/2014/main" id="{A6043D96-475E-20A4-5FCD-CAA49E9643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3563937" y="10774834"/>
            <a:ext cx="3617913" cy="1452705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32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Title (Title, 32 Bold)</a:t>
            </a:r>
          </a:p>
        </p:txBody>
      </p:sp>
      <p:sp>
        <p:nvSpPr>
          <p:cNvPr id="46" name="Text Placeholder 35">
            <a:extLst>
              <a:ext uri="{FF2B5EF4-FFF2-40B4-BE49-F238E27FC236}">
                <a16:creationId xmlns:a16="http://schemas.microsoft.com/office/drawing/2014/main" id="{9AA45CDD-CFE7-9C8A-650B-2C5538A60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8212137" y="5518918"/>
            <a:ext cx="4646613" cy="895630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Subtitle (Sentence, 24 Bold)</a:t>
            </a:r>
          </a:p>
        </p:txBody>
      </p:sp>
      <p:sp>
        <p:nvSpPr>
          <p:cNvPr id="47" name="Text Placeholder 35">
            <a:extLst>
              <a:ext uri="{FF2B5EF4-FFF2-40B4-BE49-F238E27FC236}">
                <a16:creationId xmlns:a16="http://schemas.microsoft.com/office/drawing/2014/main" id="{68A9753A-0D57-0AC0-2D10-97AA21124B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5" hasCustomPrompt="1"/>
          </p:nvPr>
        </p:nvSpPr>
        <p:spPr>
          <a:xfrm>
            <a:off x="8212137" y="8286144"/>
            <a:ext cx="4646613" cy="895630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Subtitle (Sentence, 24 Bold)</a:t>
            </a:r>
          </a:p>
        </p:txBody>
      </p:sp>
      <p:sp>
        <p:nvSpPr>
          <p:cNvPr id="48" name="Text Placeholder 35">
            <a:extLst>
              <a:ext uri="{FF2B5EF4-FFF2-40B4-BE49-F238E27FC236}">
                <a16:creationId xmlns:a16="http://schemas.microsoft.com/office/drawing/2014/main" id="{45BCF6C4-89C5-3370-FDB0-3EBB386272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8212137" y="11052302"/>
            <a:ext cx="4646613" cy="895630"/>
          </a:xfrm>
          <a:prstGeom prst="rect">
            <a:avLst/>
          </a:prstGeom>
          <a:noFill/>
        </p:spPr>
        <p:txBody>
          <a:bodyPr wrap="square" lIns="0" tIns="274320" bIns="274320" anchor="ctr" anchorCtr="0">
            <a:sp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Subtitle (Sentence, 24 Bold)</a:t>
            </a:r>
          </a:p>
        </p:txBody>
      </p:sp>
      <p:sp>
        <p:nvSpPr>
          <p:cNvPr id="49" name="Text Placeholder 35">
            <a:extLst>
              <a:ext uri="{FF2B5EF4-FFF2-40B4-BE49-F238E27FC236}">
                <a16:creationId xmlns:a16="http://schemas.microsoft.com/office/drawing/2014/main" id="{1001AD17-D4D1-BFD1-ACFE-8C1E27D78C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 hasCustomPrompt="1"/>
          </p:nvPr>
        </p:nvSpPr>
        <p:spPr>
          <a:xfrm>
            <a:off x="17095887" y="7221072"/>
            <a:ext cx="4755584" cy="2260228"/>
          </a:xfrm>
          <a:prstGeom prst="rect">
            <a:avLst/>
          </a:prstGeom>
          <a:noFill/>
        </p:spPr>
        <p:txBody>
          <a:bodyPr wrap="square" lIns="0" tIns="274320" bIns="274320" anchor="ctr" anchorCtr="0">
            <a:no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4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Label (Title, 44 Bold)</a:t>
            </a:r>
          </a:p>
        </p:txBody>
      </p:sp>
      <p:pic>
        <p:nvPicPr>
          <p:cNvPr id="2" name="Anglepoint Logo">
            <a:extLst>
              <a:ext uri="{FF2B5EF4-FFF2-40B4-BE49-F238E27FC236}">
                <a16:creationId xmlns:a16="http://schemas.microsoft.com/office/drawing/2014/main" id="{5D07225D-6BCA-8D52-CF17-3F04300A67AA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3" name="Rectangle 77">
            <a:extLst>
              <a:ext uri="{FF2B5EF4-FFF2-40B4-BE49-F238E27FC236}">
                <a16:creationId xmlns:a16="http://schemas.microsoft.com/office/drawing/2014/main" id="{AD0C08AF-EF59-BF5D-DE78-E98326F498EC}"/>
              </a:ext>
            </a:extLst>
          </p:cNvPr>
          <p:cNvSpPr/>
          <p:nvPr userDrawn="1"/>
        </p:nvSpPr>
        <p:spPr>
          <a:xfrm>
            <a:off x="13091427" y="5225863"/>
            <a:ext cx="3261483" cy="7019998"/>
          </a:xfrm>
          <a:custGeom>
            <a:avLst/>
            <a:gdLst>
              <a:gd name="connsiteX0" fmla="*/ 0 w 2967790"/>
              <a:gd name="connsiteY0" fmla="*/ 0 h 7019998"/>
              <a:gd name="connsiteX1" fmla="*/ 2967790 w 2967790"/>
              <a:gd name="connsiteY1" fmla="*/ 0 h 7019998"/>
              <a:gd name="connsiteX2" fmla="*/ 2967790 w 2967790"/>
              <a:gd name="connsiteY2" fmla="*/ 7019998 h 7019998"/>
              <a:gd name="connsiteX3" fmla="*/ 0 w 2967790"/>
              <a:gd name="connsiteY3" fmla="*/ 7019998 h 7019998"/>
              <a:gd name="connsiteX4" fmla="*/ 0 w 2967790"/>
              <a:gd name="connsiteY4" fmla="*/ 0 h 7019998"/>
              <a:gd name="connsiteX0" fmla="*/ 0 w 2967790"/>
              <a:gd name="connsiteY0" fmla="*/ 0 h 7019998"/>
              <a:gd name="connsiteX1" fmla="*/ 2967790 w 2967790"/>
              <a:gd name="connsiteY1" fmla="*/ 1828800 h 7019998"/>
              <a:gd name="connsiteX2" fmla="*/ 2967790 w 2967790"/>
              <a:gd name="connsiteY2" fmla="*/ 7019998 h 7019998"/>
              <a:gd name="connsiteX3" fmla="*/ 0 w 2967790"/>
              <a:gd name="connsiteY3" fmla="*/ 7019998 h 7019998"/>
              <a:gd name="connsiteX4" fmla="*/ 0 w 2967790"/>
              <a:gd name="connsiteY4" fmla="*/ 0 h 7019998"/>
              <a:gd name="connsiteX0" fmla="*/ 0 w 2983833"/>
              <a:gd name="connsiteY0" fmla="*/ 0 h 7019998"/>
              <a:gd name="connsiteX1" fmla="*/ 2967790 w 2983833"/>
              <a:gd name="connsiteY1" fmla="*/ 1828800 h 7019998"/>
              <a:gd name="connsiteX2" fmla="*/ 2983833 w 2983833"/>
              <a:gd name="connsiteY2" fmla="*/ 5191198 h 7019998"/>
              <a:gd name="connsiteX3" fmla="*/ 0 w 2983833"/>
              <a:gd name="connsiteY3" fmla="*/ 7019998 h 7019998"/>
              <a:gd name="connsiteX4" fmla="*/ 0 w 2983833"/>
              <a:gd name="connsiteY4" fmla="*/ 0 h 7019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83833" h="7019998">
                <a:moveTo>
                  <a:pt x="0" y="0"/>
                </a:moveTo>
                <a:lnTo>
                  <a:pt x="2967790" y="1828800"/>
                </a:lnTo>
                <a:cubicBezTo>
                  <a:pt x="2973138" y="2949599"/>
                  <a:pt x="2978485" y="4070399"/>
                  <a:pt x="2983833" y="5191198"/>
                </a:cubicBezTo>
                <a:lnTo>
                  <a:pt x="0" y="7019998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63000">
                <a:schemeClr val="tx1">
                  <a:lumMod val="20000"/>
                  <a:lumOff val="80000"/>
                  <a:alpha val="59000"/>
                </a:schemeClr>
              </a:gs>
              <a:gs pos="0">
                <a:schemeClr val="tx1">
                  <a:lumMod val="40000"/>
                  <a:lumOff val="60000"/>
                  <a:alpha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1B943E3-2CAB-FE6A-FC48-DBD9164C7E72}"/>
              </a:ext>
            </a:extLst>
          </p:cNvPr>
          <p:cNvSpPr/>
          <p:nvPr userDrawn="1"/>
        </p:nvSpPr>
        <p:spPr>
          <a:xfrm>
            <a:off x="13088013" y="5225863"/>
            <a:ext cx="4246073" cy="2374232"/>
          </a:xfrm>
          <a:custGeom>
            <a:avLst/>
            <a:gdLst>
              <a:gd name="connsiteX0" fmla="*/ 16042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6180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85076 w 5919537"/>
              <a:gd name="connsiteY0" fmla="*/ 0 h 2341443"/>
              <a:gd name="connsiteX1" fmla="*/ 5919537 w 5919537"/>
              <a:gd name="connsiteY1" fmla="*/ 2341443 h 2341443"/>
              <a:gd name="connsiteX2" fmla="*/ 4716379 w 5919537"/>
              <a:gd name="connsiteY2" fmla="*/ 2341443 h 2341443"/>
              <a:gd name="connsiteX3" fmla="*/ 0 w 5919537"/>
              <a:gd name="connsiteY3" fmla="*/ 1443085 h 2341443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3682 w 5923219"/>
              <a:gd name="connsiteY3" fmla="*/ 1507958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19213 w 5923219"/>
              <a:gd name="connsiteY3" fmla="*/ 1500661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205582 w 5923219"/>
              <a:gd name="connsiteY3" fmla="*/ 1610120 h 2406316"/>
              <a:gd name="connsiteX0" fmla="*/ 0 w 5923219"/>
              <a:gd name="connsiteY0" fmla="*/ 0 h 2406316"/>
              <a:gd name="connsiteX1" fmla="*/ 5923219 w 5923219"/>
              <a:gd name="connsiteY1" fmla="*/ 2406316 h 2406316"/>
              <a:gd name="connsiteX2" fmla="*/ 4720061 w 5923219"/>
              <a:gd name="connsiteY2" fmla="*/ 2406316 h 2406316"/>
              <a:gd name="connsiteX3" fmla="*/ 3682 w 5923219"/>
              <a:gd name="connsiteY3" fmla="*/ 1486066 h 24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3219" h="2406316">
                <a:moveTo>
                  <a:pt x="0" y="0"/>
                </a:moveTo>
                <a:lnTo>
                  <a:pt x="5923219" y="2406316"/>
                </a:lnTo>
                <a:lnTo>
                  <a:pt x="4720061" y="2406316"/>
                </a:lnTo>
                <a:lnTo>
                  <a:pt x="3682" y="1486066"/>
                </a:lnTo>
              </a:path>
            </a:pathLst>
          </a:custGeom>
          <a:gradFill>
            <a:gsLst>
              <a:gs pos="92000">
                <a:schemeClr val="accent5">
                  <a:alpha val="64000"/>
                </a:schemeClr>
              </a:gs>
              <a:gs pos="0">
                <a:srgbClr val="334D5E"/>
              </a:gs>
              <a:gs pos="49000">
                <a:srgbClr val="3C7883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E678E078-BF6E-DFC4-4391-31C00AF196C0}"/>
              </a:ext>
            </a:extLst>
          </p:cNvPr>
          <p:cNvSpPr/>
          <p:nvPr userDrawn="1"/>
        </p:nvSpPr>
        <p:spPr>
          <a:xfrm flipV="1">
            <a:off x="13091426" y="9871629"/>
            <a:ext cx="4243434" cy="2374232"/>
          </a:xfrm>
          <a:custGeom>
            <a:avLst/>
            <a:gdLst>
              <a:gd name="connsiteX0" fmla="*/ 16042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986 w 5919537"/>
              <a:gd name="connsiteY0" fmla="*/ 0 h 2406316"/>
              <a:gd name="connsiteX1" fmla="*/ 5919537 w 5919537"/>
              <a:gd name="connsiteY1" fmla="*/ 2406316 h 2406316"/>
              <a:gd name="connsiteX2" fmla="*/ 4716379 w 5919537"/>
              <a:gd name="connsiteY2" fmla="*/ 2406316 h 2406316"/>
              <a:gd name="connsiteX3" fmla="*/ 0 w 5919537"/>
              <a:gd name="connsiteY3" fmla="*/ 1507958 h 2406316"/>
              <a:gd name="connsiteX0" fmla="*/ 0 w 5918551"/>
              <a:gd name="connsiteY0" fmla="*/ 0 h 2406316"/>
              <a:gd name="connsiteX1" fmla="*/ 5918551 w 5918551"/>
              <a:gd name="connsiteY1" fmla="*/ 2406316 h 2406316"/>
              <a:gd name="connsiteX2" fmla="*/ 4715393 w 5918551"/>
              <a:gd name="connsiteY2" fmla="*/ 2406316 h 2406316"/>
              <a:gd name="connsiteX3" fmla="*/ 129138 w 5918551"/>
              <a:gd name="connsiteY3" fmla="*/ 1456471 h 2406316"/>
              <a:gd name="connsiteX0" fmla="*/ 21532 w 5940083"/>
              <a:gd name="connsiteY0" fmla="*/ 0 h 2406316"/>
              <a:gd name="connsiteX1" fmla="*/ 5940083 w 5940083"/>
              <a:gd name="connsiteY1" fmla="*/ 2406316 h 2406316"/>
              <a:gd name="connsiteX2" fmla="*/ 4736925 w 5940083"/>
              <a:gd name="connsiteY2" fmla="*/ 2406316 h 2406316"/>
              <a:gd name="connsiteX3" fmla="*/ 0 w 5940083"/>
              <a:gd name="connsiteY3" fmla="*/ 1527265 h 2406316"/>
              <a:gd name="connsiteX0" fmla="*/ 0 w 5918551"/>
              <a:gd name="connsiteY0" fmla="*/ 0 h 2406316"/>
              <a:gd name="connsiteX1" fmla="*/ 5918551 w 5918551"/>
              <a:gd name="connsiteY1" fmla="*/ 2406316 h 2406316"/>
              <a:gd name="connsiteX2" fmla="*/ 4715393 w 5918551"/>
              <a:gd name="connsiteY2" fmla="*/ 2406316 h 2406316"/>
              <a:gd name="connsiteX3" fmla="*/ 88046 w 5918551"/>
              <a:gd name="connsiteY3" fmla="*/ 1462907 h 2406316"/>
              <a:gd name="connsiteX0" fmla="*/ 987 w 5919538"/>
              <a:gd name="connsiteY0" fmla="*/ 0 h 2406316"/>
              <a:gd name="connsiteX1" fmla="*/ 5919538 w 5919538"/>
              <a:gd name="connsiteY1" fmla="*/ 2406316 h 2406316"/>
              <a:gd name="connsiteX2" fmla="*/ 4716380 w 5919538"/>
              <a:gd name="connsiteY2" fmla="*/ 2406316 h 2406316"/>
              <a:gd name="connsiteX3" fmla="*/ 0 w 5919538"/>
              <a:gd name="connsiteY3" fmla="*/ 1514394 h 2406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19538" h="2406316">
                <a:moveTo>
                  <a:pt x="987" y="0"/>
                </a:moveTo>
                <a:lnTo>
                  <a:pt x="5919538" y="2406316"/>
                </a:lnTo>
                <a:lnTo>
                  <a:pt x="4716380" y="2406316"/>
                </a:lnTo>
                <a:lnTo>
                  <a:pt x="0" y="1514394"/>
                </a:lnTo>
              </a:path>
            </a:pathLst>
          </a:custGeom>
          <a:gradFill>
            <a:gsLst>
              <a:gs pos="90000">
                <a:schemeClr val="accent6">
                  <a:alpha val="67184"/>
                </a:schemeClr>
              </a:gs>
              <a:gs pos="0">
                <a:srgbClr val="013956"/>
              </a:gs>
              <a:gs pos="43000">
                <a:srgbClr val="025880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E87A8BAA-343D-4496-95DA-B34E7F6EBF15}"/>
              </a:ext>
            </a:extLst>
          </p:cNvPr>
          <p:cNvSpPr/>
          <p:nvPr userDrawn="1"/>
        </p:nvSpPr>
        <p:spPr>
          <a:xfrm rot="5400000">
            <a:off x="14087319" y="6993393"/>
            <a:ext cx="1489352" cy="3481135"/>
          </a:xfrm>
          <a:prstGeom prst="trapezoid">
            <a:avLst>
              <a:gd name="adj" fmla="val 35262"/>
            </a:avLst>
          </a:prstGeom>
          <a:gradFill>
            <a:gsLst>
              <a:gs pos="93000">
                <a:schemeClr val="accent2">
                  <a:lumMod val="75000"/>
                  <a:alpha val="74414"/>
                </a:schemeClr>
              </a:gs>
              <a:gs pos="52000">
                <a:srgbClr val="8D6100"/>
              </a:gs>
              <a:gs pos="0">
                <a:srgbClr val="734200"/>
              </a:gs>
            </a:gsLst>
            <a:lin ang="1620000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5C2C62C-3BDC-59ED-D795-F12CAB72092A}"/>
              </a:ext>
            </a:extLst>
          </p:cNvPr>
          <p:cNvSpPr/>
          <p:nvPr userDrawn="1"/>
        </p:nvSpPr>
        <p:spPr>
          <a:xfrm>
            <a:off x="15564396" y="4441905"/>
            <a:ext cx="7818564" cy="7818562"/>
          </a:xfrm>
          <a:prstGeom prst="ellipse">
            <a:avLst/>
          </a:prstGeom>
          <a:solidFill>
            <a:schemeClr val="tx2">
              <a:alpha val="11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1AB657-050C-B0C2-C6EF-5761D1354982}"/>
              </a:ext>
            </a:extLst>
          </p:cNvPr>
          <p:cNvSpPr/>
          <p:nvPr userDrawn="1"/>
        </p:nvSpPr>
        <p:spPr>
          <a:xfrm rot="10800000">
            <a:off x="2223107" y="5225863"/>
            <a:ext cx="5149774" cy="7019998"/>
          </a:xfrm>
          <a:prstGeom prst="rect">
            <a:avLst/>
          </a:prstGeom>
          <a:gradFill>
            <a:gsLst>
              <a:gs pos="100000">
                <a:schemeClr val="tx1">
                  <a:lumMod val="20000"/>
                  <a:lumOff val="80000"/>
                  <a:alpha val="0"/>
                </a:schemeClr>
              </a:gs>
              <a:gs pos="0">
                <a:schemeClr val="tx1">
                  <a:lumMod val="40000"/>
                  <a:lumOff val="60000"/>
                  <a:alpha val="50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744FB4F-B299-60AC-4F06-16C0B1F04F64}"/>
              </a:ext>
            </a:extLst>
          </p:cNvPr>
          <p:cNvSpPr/>
          <p:nvPr userDrawn="1"/>
        </p:nvSpPr>
        <p:spPr>
          <a:xfrm>
            <a:off x="7372881" y="5225863"/>
            <a:ext cx="568771" cy="7019998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84C76F2-7EE8-A63C-C573-43AE8BFBAE04}"/>
              </a:ext>
            </a:extLst>
          </p:cNvPr>
          <p:cNvSpPr/>
          <p:nvPr userDrawn="1"/>
        </p:nvSpPr>
        <p:spPr>
          <a:xfrm>
            <a:off x="7941653" y="5225863"/>
            <a:ext cx="5149774" cy="7019998"/>
          </a:xfrm>
          <a:prstGeom prst="rect">
            <a:avLst/>
          </a:prstGeom>
          <a:gradFill>
            <a:gsLst>
              <a:gs pos="63000">
                <a:schemeClr val="tx1">
                  <a:lumMod val="20000"/>
                  <a:lumOff val="80000"/>
                  <a:alpha val="59000"/>
                </a:schemeClr>
              </a:gs>
              <a:gs pos="0">
                <a:schemeClr val="tx1">
                  <a:lumMod val="40000"/>
                  <a:lumOff val="60000"/>
                  <a:alpha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B80749A-E36F-E5CD-3265-C0C10D97F79D}"/>
              </a:ext>
            </a:extLst>
          </p:cNvPr>
          <p:cNvSpPr/>
          <p:nvPr userDrawn="1"/>
        </p:nvSpPr>
        <p:spPr>
          <a:xfrm>
            <a:off x="7941653" y="5225863"/>
            <a:ext cx="5149774" cy="1467411"/>
          </a:xfrm>
          <a:prstGeom prst="rect">
            <a:avLst/>
          </a:prstGeom>
          <a:gradFill>
            <a:gsLst>
              <a:gs pos="0">
                <a:srgbClr val="334D5E"/>
              </a:gs>
              <a:gs pos="59000">
                <a:srgbClr val="3C808A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A0C94BE-2E68-498E-E76D-91886CD4D1DD}"/>
              </a:ext>
            </a:extLst>
          </p:cNvPr>
          <p:cNvSpPr/>
          <p:nvPr userDrawn="1"/>
        </p:nvSpPr>
        <p:spPr>
          <a:xfrm>
            <a:off x="2197771" y="7784615"/>
            <a:ext cx="5175111" cy="1898688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</a:schemeClr>
              </a:gs>
              <a:gs pos="73000">
                <a:schemeClr val="accent2">
                  <a:lumMod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5" name="Flowchart: Connector 14">
            <a:extLst>
              <a:ext uri="{FF2B5EF4-FFF2-40B4-BE49-F238E27FC236}">
                <a16:creationId xmlns:a16="http://schemas.microsoft.com/office/drawing/2014/main" id="{00145313-5998-F732-7C2F-D929BE1D018E}"/>
              </a:ext>
            </a:extLst>
          </p:cNvPr>
          <p:cNvSpPr/>
          <p:nvPr userDrawn="1"/>
        </p:nvSpPr>
        <p:spPr>
          <a:xfrm>
            <a:off x="1245523" y="7781710"/>
            <a:ext cx="1904498" cy="1904496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56" name="Flowchart: Connector 14">
            <a:extLst>
              <a:ext uri="{FF2B5EF4-FFF2-40B4-BE49-F238E27FC236}">
                <a16:creationId xmlns:a16="http://schemas.microsoft.com/office/drawing/2014/main" id="{E0079433-017C-FC93-8EA6-BFC2CEC1C9C7}"/>
              </a:ext>
            </a:extLst>
          </p:cNvPr>
          <p:cNvSpPr/>
          <p:nvPr userDrawn="1"/>
        </p:nvSpPr>
        <p:spPr>
          <a:xfrm>
            <a:off x="1040914" y="7577101"/>
            <a:ext cx="2313716" cy="2313714"/>
          </a:xfrm>
          <a:prstGeom prst="flowChartConnector">
            <a:avLst/>
          </a:prstGeom>
          <a:solidFill>
            <a:schemeClr val="accent2">
              <a:alpha val="50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117909F-CF75-5FCB-E436-0210F0556FD3}"/>
              </a:ext>
            </a:extLst>
          </p:cNvPr>
          <p:cNvSpPr/>
          <p:nvPr userDrawn="1"/>
        </p:nvSpPr>
        <p:spPr>
          <a:xfrm>
            <a:off x="2197770" y="5017389"/>
            <a:ext cx="5175111" cy="1898688"/>
          </a:xfrm>
          <a:prstGeom prst="rect">
            <a:avLst/>
          </a:prstGeom>
          <a:gradFill>
            <a:gsLst>
              <a:gs pos="0">
                <a:srgbClr val="3C788A"/>
              </a:gs>
              <a:gs pos="78000">
                <a:schemeClr val="accent5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58" name="Flowchart: Connector 10">
            <a:extLst>
              <a:ext uri="{FF2B5EF4-FFF2-40B4-BE49-F238E27FC236}">
                <a16:creationId xmlns:a16="http://schemas.microsoft.com/office/drawing/2014/main" id="{28223D20-4732-885B-A198-B7DADB0199C7}"/>
              </a:ext>
            </a:extLst>
          </p:cNvPr>
          <p:cNvSpPr/>
          <p:nvPr userDrawn="1"/>
        </p:nvSpPr>
        <p:spPr>
          <a:xfrm>
            <a:off x="1245523" y="5014484"/>
            <a:ext cx="1904498" cy="1904496"/>
          </a:xfrm>
          <a:prstGeom prst="flowChartConnector">
            <a:avLst/>
          </a:prstGeom>
          <a:solidFill>
            <a:schemeClr val="accent5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59" name="Flowchart: Connector 10">
            <a:extLst>
              <a:ext uri="{FF2B5EF4-FFF2-40B4-BE49-F238E27FC236}">
                <a16:creationId xmlns:a16="http://schemas.microsoft.com/office/drawing/2014/main" id="{C30312A0-9FC9-8255-8F11-7B84DD4517CD}"/>
              </a:ext>
            </a:extLst>
          </p:cNvPr>
          <p:cNvSpPr/>
          <p:nvPr userDrawn="1"/>
        </p:nvSpPr>
        <p:spPr>
          <a:xfrm>
            <a:off x="1040914" y="4809875"/>
            <a:ext cx="2313716" cy="2313714"/>
          </a:xfrm>
          <a:prstGeom prst="flowChartConnector">
            <a:avLst/>
          </a:prstGeom>
          <a:solidFill>
            <a:schemeClr val="accent5">
              <a:alpha val="43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28F5EC1-D2F4-7BCC-EC8A-2DDC6A1FE7D9}"/>
              </a:ext>
            </a:extLst>
          </p:cNvPr>
          <p:cNvSpPr/>
          <p:nvPr userDrawn="1"/>
        </p:nvSpPr>
        <p:spPr>
          <a:xfrm>
            <a:off x="2197771" y="10551842"/>
            <a:ext cx="5175110" cy="1898688"/>
          </a:xfrm>
          <a:prstGeom prst="rect">
            <a:avLst/>
          </a:prstGeom>
          <a:gradFill>
            <a:gsLst>
              <a:gs pos="0">
                <a:srgbClr val="025880"/>
              </a:gs>
              <a:gs pos="73000">
                <a:schemeClr val="accent6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137160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1" name="Flowchart: Connector 16">
            <a:extLst>
              <a:ext uri="{FF2B5EF4-FFF2-40B4-BE49-F238E27FC236}">
                <a16:creationId xmlns:a16="http://schemas.microsoft.com/office/drawing/2014/main" id="{285A3A74-E586-9A9B-6B98-0B65FB866116}"/>
              </a:ext>
            </a:extLst>
          </p:cNvPr>
          <p:cNvSpPr/>
          <p:nvPr userDrawn="1"/>
        </p:nvSpPr>
        <p:spPr>
          <a:xfrm>
            <a:off x="1245523" y="10548937"/>
            <a:ext cx="1904498" cy="1904496"/>
          </a:xfrm>
          <a:prstGeom prst="flowChartConnector">
            <a:avLst/>
          </a:prstGeom>
          <a:solidFill>
            <a:schemeClr val="accent6"/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62" name="Flowchart: Connector 16">
            <a:extLst>
              <a:ext uri="{FF2B5EF4-FFF2-40B4-BE49-F238E27FC236}">
                <a16:creationId xmlns:a16="http://schemas.microsoft.com/office/drawing/2014/main" id="{6612F880-3644-E7AC-BFAC-9FDE6AA4A5CC}"/>
              </a:ext>
            </a:extLst>
          </p:cNvPr>
          <p:cNvSpPr/>
          <p:nvPr userDrawn="1"/>
        </p:nvSpPr>
        <p:spPr>
          <a:xfrm>
            <a:off x="1040914" y="10344328"/>
            <a:ext cx="2313716" cy="2313714"/>
          </a:xfrm>
          <a:prstGeom prst="flowChartConnector">
            <a:avLst/>
          </a:prstGeom>
          <a:solidFill>
            <a:schemeClr val="accent6">
              <a:alpha val="40000"/>
            </a:schemeClr>
          </a:solidFill>
          <a:ln w="0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t>3</a:t>
            </a:r>
          </a:p>
        </p:txBody>
      </p:sp>
      <p:sp>
        <p:nvSpPr>
          <p:cNvPr id="63" name="Trapezoid 62">
            <a:extLst>
              <a:ext uri="{FF2B5EF4-FFF2-40B4-BE49-F238E27FC236}">
                <a16:creationId xmlns:a16="http://schemas.microsoft.com/office/drawing/2014/main" id="{50AC03DB-61B3-3DC6-65EB-6A5736673EAD}"/>
              </a:ext>
            </a:extLst>
          </p:cNvPr>
          <p:cNvSpPr/>
          <p:nvPr userDrawn="1"/>
        </p:nvSpPr>
        <p:spPr>
          <a:xfrm rot="5400000">
            <a:off x="6707923" y="5679442"/>
            <a:ext cx="1898688" cy="568772"/>
          </a:xfrm>
          <a:prstGeom prst="trapezoid">
            <a:avLst>
              <a:gd name="adj" fmla="val 38267"/>
            </a:avLst>
          </a:prstGeom>
          <a:solidFill>
            <a:srgbClr val="3C7883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4" name="Trapezoid 63">
            <a:extLst>
              <a:ext uri="{FF2B5EF4-FFF2-40B4-BE49-F238E27FC236}">
                <a16:creationId xmlns:a16="http://schemas.microsoft.com/office/drawing/2014/main" id="{04B2FAEE-4362-9D24-BB6F-56E4B56B540F}"/>
              </a:ext>
            </a:extLst>
          </p:cNvPr>
          <p:cNvSpPr/>
          <p:nvPr userDrawn="1"/>
        </p:nvSpPr>
        <p:spPr>
          <a:xfrm rot="5400000">
            <a:off x="6705017" y="8449574"/>
            <a:ext cx="1904500" cy="568772"/>
          </a:xfrm>
          <a:prstGeom prst="trapezoid">
            <a:avLst>
              <a:gd name="adj" fmla="val 35262"/>
            </a:avLst>
          </a:prstGeom>
          <a:solidFill>
            <a:srgbClr val="8D610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C007BAC-926B-DC36-CC35-733B2D73FFFD}"/>
              </a:ext>
            </a:extLst>
          </p:cNvPr>
          <p:cNvSpPr/>
          <p:nvPr userDrawn="1"/>
        </p:nvSpPr>
        <p:spPr>
          <a:xfrm>
            <a:off x="7941653" y="7989284"/>
            <a:ext cx="5149775" cy="1489350"/>
          </a:xfrm>
          <a:prstGeom prst="rect">
            <a:avLst/>
          </a:prstGeom>
          <a:gradFill>
            <a:gsLst>
              <a:gs pos="0">
                <a:srgbClr val="744500"/>
              </a:gs>
              <a:gs pos="59000">
                <a:schemeClr val="accent2">
                  <a:lumMod val="75000"/>
                </a:schemeClr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6" name="Trapezoid 65">
            <a:extLst>
              <a:ext uri="{FF2B5EF4-FFF2-40B4-BE49-F238E27FC236}">
                <a16:creationId xmlns:a16="http://schemas.microsoft.com/office/drawing/2014/main" id="{73D234B2-1E3F-C1CF-3EC3-9C999E5A9FBB}"/>
              </a:ext>
            </a:extLst>
          </p:cNvPr>
          <p:cNvSpPr/>
          <p:nvPr userDrawn="1"/>
        </p:nvSpPr>
        <p:spPr>
          <a:xfrm rot="5400000">
            <a:off x="6705017" y="11216801"/>
            <a:ext cx="1904500" cy="568772"/>
          </a:xfrm>
          <a:prstGeom prst="trapezoid">
            <a:avLst>
              <a:gd name="adj" fmla="val 35262"/>
            </a:avLst>
          </a:prstGeom>
          <a:solidFill>
            <a:srgbClr val="025880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537F3F4-CC9F-6634-8517-29424856B9C1}"/>
              </a:ext>
            </a:extLst>
          </p:cNvPr>
          <p:cNvSpPr/>
          <p:nvPr userDrawn="1"/>
        </p:nvSpPr>
        <p:spPr>
          <a:xfrm>
            <a:off x="7941653" y="10748024"/>
            <a:ext cx="5149775" cy="1504187"/>
          </a:xfrm>
          <a:prstGeom prst="rect">
            <a:avLst/>
          </a:prstGeom>
          <a:gradFill>
            <a:gsLst>
              <a:gs pos="0">
                <a:srgbClr val="013956"/>
              </a:gs>
              <a:gs pos="59000">
                <a:schemeClr val="accent6"/>
              </a:gs>
            </a:gsLst>
            <a:lin ang="0" scaled="0"/>
          </a:gradFill>
          <a:ln w="127000" cap="flat">
            <a:noFill/>
            <a:prstDash val="solid"/>
            <a:miter/>
          </a:ln>
        </p:spPr>
        <p:txBody>
          <a:bodyPr lIns="365760" tIns="91440" rtlCol="0" anchor="ctr"/>
          <a:lstStyle/>
          <a:p>
            <a:pPr marL="0" marR="0" lvl="0" indent="0" algn="l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18F3599-64E2-26E1-1C36-51B0C0BA1783}"/>
              </a:ext>
            </a:extLst>
          </p:cNvPr>
          <p:cNvGrpSpPr/>
          <p:nvPr userDrawn="1"/>
        </p:nvGrpSpPr>
        <p:grpSpPr>
          <a:xfrm>
            <a:off x="15921267" y="4798776"/>
            <a:ext cx="7104822" cy="7104820"/>
            <a:chOff x="1186346" y="3326571"/>
            <a:chExt cx="9434031" cy="9434031"/>
          </a:xfrm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4B5B2B50-5B00-C548-3204-9A81F86F2FCF}"/>
                </a:ext>
              </a:extLst>
            </p:cNvPr>
            <p:cNvSpPr/>
            <p:nvPr/>
          </p:nvSpPr>
          <p:spPr>
            <a:xfrm>
              <a:off x="1186346" y="3326571"/>
              <a:ext cx="9434031" cy="9434031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74000">
                  <a:schemeClr val="tx2"/>
                </a:gs>
              </a:gsLst>
              <a:path path="circle">
                <a:fillToRect l="50000" t="50000" r="50000" b="50000"/>
              </a:path>
              <a:tileRect/>
            </a:gra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3F062117-E146-2810-213E-5B06807180C8}"/>
                </a:ext>
              </a:extLst>
            </p:cNvPr>
            <p:cNvSpPr/>
            <p:nvPr/>
          </p:nvSpPr>
          <p:spPr>
            <a:xfrm>
              <a:off x="1316230" y="3410112"/>
              <a:ext cx="9304147" cy="9142763"/>
            </a:xfrm>
            <a:custGeom>
              <a:avLst/>
              <a:gdLst>
                <a:gd name="connsiteX0" fmla="*/ 3144603 w 9801270"/>
                <a:gd name="connsiteY0" fmla="*/ 5442822 h 9631263"/>
                <a:gd name="connsiteX1" fmla="*/ 3185084 w 9801270"/>
                <a:gd name="connsiteY1" fmla="*/ 5449309 h 9631263"/>
                <a:gd name="connsiteX2" fmla="*/ 3199011 w 9801270"/>
                <a:gd name="connsiteY2" fmla="*/ 5454148 h 9631263"/>
                <a:gd name="connsiteX3" fmla="*/ 3205810 w 9801270"/>
                <a:gd name="connsiteY3" fmla="*/ 5455563 h 9631263"/>
                <a:gd name="connsiteX4" fmla="*/ 3212934 w 9801270"/>
                <a:gd name="connsiteY4" fmla="*/ 5458985 h 9631263"/>
                <a:gd name="connsiteX5" fmla="*/ 3226865 w 9801270"/>
                <a:gd name="connsiteY5" fmla="*/ 5463826 h 9631263"/>
                <a:gd name="connsiteX6" fmla="*/ 3269945 w 9801270"/>
                <a:gd name="connsiteY6" fmla="*/ 5486372 h 9631263"/>
                <a:gd name="connsiteX7" fmla="*/ 3127982 w 9801270"/>
                <a:gd name="connsiteY7" fmla="*/ 5598858 h 9631263"/>
                <a:gd name="connsiteX8" fmla="*/ 3127902 w 9801270"/>
                <a:gd name="connsiteY8" fmla="*/ 5598857 h 9631263"/>
                <a:gd name="connsiteX9" fmla="*/ 3127897 w 9801270"/>
                <a:gd name="connsiteY9" fmla="*/ 5598859 h 9631263"/>
                <a:gd name="connsiteX10" fmla="*/ 2961680 w 9801270"/>
                <a:gd name="connsiteY10" fmla="*/ 5530822 h 9631263"/>
                <a:gd name="connsiteX11" fmla="*/ 2961707 w 9801270"/>
                <a:gd name="connsiteY11" fmla="*/ 5530796 h 9631263"/>
                <a:gd name="connsiteX12" fmla="*/ 2995669 w 9801270"/>
                <a:gd name="connsiteY12" fmla="*/ 5497165 h 9631263"/>
                <a:gd name="connsiteX13" fmla="*/ 3000707 w 9801270"/>
                <a:gd name="connsiteY13" fmla="*/ 5493505 h 9631263"/>
                <a:gd name="connsiteX14" fmla="*/ 3004367 w 9801270"/>
                <a:gd name="connsiteY14" fmla="*/ 5490006 h 9631263"/>
                <a:gd name="connsiteX15" fmla="*/ 3013310 w 9801270"/>
                <a:gd name="connsiteY15" fmla="*/ 5484351 h 9631263"/>
                <a:gd name="connsiteX16" fmla="*/ 3030954 w 9801270"/>
                <a:gd name="connsiteY16" fmla="*/ 5471536 h 9631263"/>
                <a:gd name="connsiteX17" fmla="*/ 3041931 w 9801270"/>
                <a:gd name="connsiteY17" fmla="*/ 5466255 h 9631263"/>
                <a:gd name="connsiteX18" fmla="*/ 3049082 w 9801270"/>
                <a:gd name="connsiteY18" fmla="*/ 5461733 h 9631263"/>
                <a:gd name="connsiteX19" fmla="*/ 3056558 w 9801270"/>
                <a:gd name="connsiteY19" fmla="*/ 5459218 h 9631263"/>
                <a:gd name="connsiteX20" fmla="*/ 3067538 w 9801270"/>
                <a:gd name="connsiteY20" fmla="*/ 5453935 h 9631263"/>
                <a:gd name="connsiteX21" fmla="*/ 3086483 w 9801270"/>
                <a:gd name="connsiteY21" fmla="*/ 5449149 h 9631263"/>
                <a:gd name="connsiteX22" fmla="*/ 3095827 w 9801270"/>
                <a:gd name="connsiteY22" fmla="*/ 5446005 h 9631263"/>
                <a:gd name="connsiteX23" fmla="*/ 3100006 w 9801270"/>
                <a:gd name="connsiteY23" fmla="*/ 5445732 h 9631263"/>
                <a:gd name="connsiteX24" fmla="*/ 3105421 w 9801270"/>
                <a:gd name="connsiteY24" fmla="*/ 5444364 h 9631263"/>
                <a:gd name="connsiteX25" fmla="*/ 3144603 w 9801270"/>
                <a:gd name="connsiteY25" fmla="*/ 5442822 h 9631263"/>
                <a:gd name="connsiteX26" fmla="*/ 2517480 w 9801270"/>
                <a:gd name="connsiteY26" fmla="*/ 5167389 h 9631263"/>
                <a:gd name="connsiteX27" fmla="*/ 2674752 w 9801270"/>
                <a:gd name="connsiteY27" fmla="*/ 5213451 h 9631263"/>
                <a:gd name="connsiteX28" fmla="*/ 2965012 w 9801270"/>
                <a:gd name="connsiteY28" fmla="*/ 5359914 h 9631263"/>
                <a:gd name="connsiteX29" fmla="*/ 2964792 w 9801270"/>
                <a:gd name="connsiteY29" fmla="*/ 5360135 h 9631263"/>
                <a:gd name="connsiteX30" fmla="*/ 2964789 w 9801270"/>
                <a:gd name="connsiteY30" fmla="*/ 5360139 h 9631263"/>
                <a:gd name="connsiteX31" fmla="*/ 2942730 w 9801270"/>
                <a:gd name="connsiteY31" fmla="*/ 5392955 h 9631263"/>
                <a:gd name="connsiteX32" fmla="*/ 2923009 w 9801270"/>
                <a:gd name="connsiteY32" fmla="*/ 5422392 h 9631263"/>
                <a:gd name="connsiteX33" fmla="*/ 2893915 w 9801270"/>
                <a:gd name="connsiteY33" fmla="*/ 5460109 h 9631263"/>
                <a:gd name="connsiteX34" fmla="*/ 2878334 w 9801270"/>
                <a:gd name="connsiteY34" fmla="*/ 5480373 h 9631263"/>
                <a:gd name="connsiteX35" fmla="*/ 2878258 w 9801270"/>
                <a:gd name="connsiteY35" fmla="*/ 5480405 h 9631263"/>
                <a:gd name="connsiteX36" fmla="*/ 2878112 w 9801270"/>
                <a:gd name="connsiteY36" fmla="*/ 5480594 h 9631263"/>
                <a:gd name="connsiteX37" fmla="*/ 2813659 w 9801270"/>
                <a:gd name="connsiteY37" fmla="*/ 5490817 h 9631263"/>
                <a:gd name="connsiteX38" fmla="*/ 2542734 w 9801270"/>
                <a:gd name="connsiteY38" fmla="*/ 5386582 h 9631263"/>
                <a:gd name="connsiteX39" fmla="*/ 2390490 w 9801270"/>
                <a:gd name="connsiteY39" fmla="*/ 5367913 h 9631263"/>
                <a:gd name="connsiteX40" fmla="*/ 2298924 w 9801270"/>
                <a:gd name="connsiteY40" fmla="*/ 5327019 h 9631263"/>
                <a:gd name="connsiteX41" fmla="*/ 2344706 w 9801270"/>
                <a:gd name="connsiteY41" fmla="*/ 5250787 h 9631263"/>
                <a:gd name="connsiteX42" fmla="*/ 2344836 w 9801270"/>
                <a:gd name="connsiteY42" fmla="*/ 5250720 h 9631263"/>
                <a:gd name="connsiteX43" fmla="*/ 2344928 w 9801270"/>
                <a:gd name="connsiteY43" fmla="*/ 5250566 h 9631263"/>
                <a:gd name="connsiteX44" fmla="*/ 2370042 w 9801270"/>
                <a:gd name="connsiteY44" fmla="*/ 5238343 h 9631263"/>
                <a:gd name="connsiteX45" fmla="*/ 2517480 w 9801270"/>
                <a:gd name="connsiteY45" fmla="*/ 5167389 h 9631263"/>
                <a:gd name="connsiteX46" fmla="*/ 4063163 w 9801270"/>
                <a:gd name="connsiteY46" fmla="*/ 3396107 h 9631263"/>
                <a:gd name="connsiteX47" fmla="*/ 4063185 w 9801270"/>
                <a:gd name="connsiteY47" fmla="*/ 3396136 h 9631263"/>
                <a:gd name="connsiteX48" fmla="*/ 4063385 w 9801270"/>
                <a:gd name="connsiteY48" fmla="*/ 3396108 h 9631263"/>
                <a:gd name="connsiteX49" fmla="*/ 4135090 w 9801270"/>
                <a:gd name="connsiteY49" fmla="*/ 3492564 h 9631263"/>
                <a:gd name="connsiteX50" fmla="*/ 4209627 w 9801270"/>
                <a:gd name="connsiteY50" fmla="*/ 3605690 h 9631263"/>
                <a:gd name="connsiteX51" fmla="*/ 4209851 w 9801270"/>
                <a:gd name="connsiteY51" fmla="*/ 3605690 h 9631263"/>
                <a:gd name="connsiteX52" fmla="*/ 4020714 w 9801270"/>
                <a:gd name="connsiteY52" fmla="*/ 3621248 h 9631263"/>
                <a:gd name="connsiteX53" fmla="*/ 4020530 w 9801270"/>
                <a:gd name="connsiteY53" fmla="*/ 3621244 h 9631263"/>
                <a:gd name="connsiteX54" fmla="*/ 4020491 w 9801270"/>
                <a:gd name="connsiteY54" fmla="*/ 3621248 h 9631263"/>
                <a:gd name="connsiteX55" fmla="*/ 4014045 w 9801270"/>
                <a:gd name="connsiteY55" fmla="*/ 3621092 h 9631263"/>
                <a:gd name="connsiteX56" fmla="*/ 3978590 w 9801270"/>
                <a:gd name="connsiteY56" fmla="*/ 3620262 h 9631263"/>
                <a:gd name="connsiteX57" fmla="*/ 3978532 w 9801270"/>
                <a:gd name="connsiteY57" fmla="*/ 3620234 h 9631263"/>
                <a:gd name="connsiteX58" fmla="*/ 3978367 w 9801270"/>
                <a:gd name="connsiteY58" fmla="*/ 3620230 h 9631263"/>
                <a:gd name="connsiteX59" fmla="*/ 3914921 w 9801270"/>
                <a:gd name="connsiteY59" fmla="*/ 3544126 h 9631263"/>
                <a:gd name="connsiteX60" fmla="*/ 3960482 w 9801270"/>
                <a:gd name="connsiteY60" fmla="*/ 3451670 h 9631263"/>
                <a:gd name="connsiteX61" fmla="*/ 4048651 w 9801270"/>
                <a:gd name="connsiteY61" fmla="*/ 3398195 h 9631263"/>
                <a:gd name="connsiteX62" fmla="*/ 4048817 w 9801270"/>
                <a:gd name="connsiteY62" fmla="*/ 3398171 h 9631263"/>
                <a:gd name="connsiteX63" fmla="*/ 4048967 w 9801270"/>
                <a:gd name="connsiteY63" fmla="*/ 3398101 h 9631263"/>
                <a:gd name="connsiteX64" fmla="*/ 4057514 w 9801270"/>
                <a:gd name="connsiteY64" fmla="*/ 3396920 h 9631263"/>
                <a:gd name="connsiteX65" fmla="*/ 6606994 w 9801270"/>
                <a:gd name="connsiteY65" fmla="*/ 3184901 h 9631263"/>
                <a:gd name="connsiteX66" fmla="*/ 6665726 w 9801270"/>
                <a:gd name="connsiteY66" fmla="*/ 3186002 h 9631263"/>
                <a:gd name="connsiteX67" fmla="*/ 6730373 w 9801270"/>
                <a:gd name="connsiteY67" fmla="*/ 3199697 h 9631263"/>
                <a:gd name="connsiteX68" fmla="*/ 6732196 w 9801270"/>
                <a:gd name="connsiteY68" fmla="*/ 3200083 h 9631263"/>
                <a:gd name="connsiteX69" fmla="*/ 6732261 w 9801270"/>
                <a:gd name="connsiteY69" fmla="*/ 3200904 h 9631263"/>
                <a:gd name="connsiteX70" fmla="*/ 6737413 w 9801270"/>
                <a:gd name="connsiteY70" fmla="*/ 3265163 h 9631263"/>
                <a:gd name="connsiteX71" fmla="*/ 6526891 w 9801270"/>
                <a:gd name="connsiteY71" fmla="*/ 3459031 h 9631263"/>
                <a:gd name="connsiteX72" fmla="*/ 6486821 w 9801270"/>
                <a:gd name="connsiteY72" fmla="*/ 3490224 h 9631263"/>
                <a:gd name="connsiteX73" fmla="*/ 6486385 w 9801270"/>
                <a:gd name="connsiteY73" fmla="*/ 3490563 h 9631263"/>
                <a:gd name="connsiteX74" fmla="*/ 6486383 w 9801270"/>
                <a:gd name="connsiteY74" fmla="*/ 3490564 h 9631263"/>
                <a:gd name="connsiteX75" fmla="*/ 6474656 w 9801270"/>
                <a:gd name="connsiteY75" fmla="*/ 3420176 h 9631263"/>
                <a:gd name="connsiteX76" fmla="*/ 6474015 w 9801270"/>
                <a:gd name="connsiteY76" fmla="*/ 3407329 h 9631263"/>
                <a:gd name="connsiteX77" fmla="*/ 6472772 w 9801270"/>
                <a:gd name="connsiteY77" fmla="*/ 3398966 h 9631263"/>
                <a:gd name="connsiteX78" fmla="*/ 6473011 w 9801270"/>
                <a:gd name="connsiteY78" fmla="*/ 3387218 h 9631263"/>
                <a:gd name="connsiteX79" fmla="*/ 6471632 w 9801270"/>
                <a:gd name="connsiteY79" fmla="*/ 3359579 h 9631263"/>
                <a:gd name="connsiteX80" fmla="*/ 6474064 w 9801270"/>
                <a:gd name="connsiteY80" fmla="*/ 3335462 h 9631263"/>
                <a:gd name="connsiteX81" fmla="*/ 6474286 w 9801270"/>
                <a:gd name="connsiteY81" fmla="*/ 3324567 h 9631263"/>
                <a:gd name="connsiteX82" fmla="*/ 6475699 w 9801270"/>
                <a:gd name="connsiteY82" fmla="*/ 3319259 h 9631263"/>
                <a:gd name="connsiteX83" fmla="*/ 6476786 w 9801270"/>
                <a:gd name="connsiteY83" fmla="*/ 3308476 h 9631263"/>
                <a:gd name="connsiteX84" fmla="*/ 6509549 w 9801270"/>
                <a:gd name="connsiteY84" fmla="*/ 3233554 h 9631263"/>
                <a:gd name="connsiteX85" fmla="*/ 6515309 w 9801270"/>
                <a:gd name="connsiteY85" fmla="*/ 3228260 h 9631263"/>
                <a:gd name="connsiteX86" fmla="*/ 6517778 w 9801270"/>
                <a:gd name="connsiteY86" fmla="*/ 3224558 h 9631263"/>
                <a:gd name="connsiteX87" fmla="*/ 6523856 w 9801270"/>
                <a:gd name="connsiteY87" fmla="*/ 3220403 h 9631263"/>
                <a:gd name="connsiteX88" fmla="*/ 6536112 w 9801270"/>
                <a:gd name="connsiteY88" fmla="*/ 3209138 h 9631263"/>
                <a:gd name="connsiteX89" fmla="*/ 6551323 w 9801270"/>
                <a:gd name="connsiteY89" fmla="*/ 3201631 h 9631263"/>
                <a:gd name="connsiteX90" fmla="*/ 6557297 w 9801270"/>
                <a:gd name="connsiteY90" fmla="*/ 3197547 h 9631263"/>
                <a:gd name="connsiteX91" fmla="*/ 6562026 w 9801270"/>
                <a:gd name="connsiteY91" fmla="*/ 3196348 h 9631263"/>
                <a:gd name="connsiteX92" fmla="*/ 6568768 w 9801270"/>
                <a:gd name="connsiteY92" fmla="*/ 3193020 h 9631263"/>
                <a:gd name="connsiteX93" fmla="*/ 6606994 w 9801270"/>
                <a:gd name="connsiteY93" fmla="*/ 3184901 h 9631263"/>
                <a:gd name="connsiteX94" fmla="*/ 6773532 w 9801270"/>
                <a:gd name="connsiteY94" fmla="*/ 2864722 h 9631263"/>
                <a:gd name="connsiteX95" fmla="*/ 6773750 w 9801270"/>
                <a:gd name="connsiteY95" fmla="*/ 2864736 h 9631263"/>
                <a:gd name="connsiteX96" fmla="*/ 6773753 w 9801270"/>
                <a:gd name="connsiteY96" fmla="*/ 2864723 h 9631263"/>
                <a:gd name="connsiteX97" fmla="*/ 6845251 w 9801270"/>
                <a:gd name="connsiteY97" fmla="*/ 2869443 h 9631263"/>
                <a:gd name="connsiteX98" fmla="*/ 6847917 w 9801270"/>
                <a:gd name="connsiteY98" fmla="*/ 2870477 h 9631263"/>
                <a:gd name="connsiteX99" fmla="*/ 6889472 w 9801270"/>
                <a:gd name="connsiteY99" fmla="*/ 2884607 h 9631263"/>
                <a:gd name="connsiteX100" fmla="*/ 6896275 w 9801270"/>
                <a:gd name="connsiteY100" fmla="*/ 2889247 h 9631263"/>
                <a:gd name="connsiteX101" fmla="*/ 6903051 w 9801270"/>
                <a:gd name="connsiteY101" fmla="*/ 2891877 h 9631263"/>
                <a:gd name="connsiteX102" fmla="*/ 6911612 w 9801270"/>
                <a:gd name="connsiteY102" fmla="*/ 2899706 h 9631263"/>
                <a:gd name="connsiteX103" fmla="*/ 6926307 w 9801270"/>
                <a:gd name="connsiteY103" fmla="*/ 2909728 h 9631263"/>
                <a:gd name="connsiteX104" fmla="*/ 6938005 w 9801270"/>
                <a:gd name="connsiteY104" fmla="*/ 2923844 h 9631263"/>
                <a:gd name="connsiteX105" fmla="*/ 6946932 w 9801270"/>
                <a:gd name="connsiteY105" fmla="*/ 2932008 h 9631263"/>
                <a:gd name="connsiteX106" fmla="*/ 6950538 w 9801270"/>
                <a:gd name="connsiteY106" fmla="*/ 2938968 h 9631263"/>
                <a:gd name="connsiteX107" fmla="*/ 6955374 w 9801270"/>
                <a:gd name="connsiteY107" fmla="*/ 2944804 h 9631263"/>
                <a:gd name="connsiteX108" fmla="*/ 6974372 w 9801270"/>
                <a:gd name="connsiteY108" fmla="*/ 2984969 h 9631263"/>
                <a:gd name="connsiteX109" fmla="*/ 6976894 w 9801270"/>
                <a:gd name="connsiteY109" fmla="*/ 2989837 h 9631263"/>
                <a:gd name="connsiteX110" fmla="*/ 7088465 w 9801270"/>
                <a:gd name="connsiteY110" fmla="*/ 3326990 h 9631263"/>
                <a:gd name="connsiteX111" fmla="*/ 6986672 w 9801270"/>
                <a:gd name="connsiteY111" fmla="*/ 3500789 h 9631263"/>
                <a:gd name="connsiteX112" fmla="*/ 6857321 w 9801270"/>
                <a:gd name="connsiteY112" fmla="*/ 3533016 h 9631263"/>
                <a:gd name="connsiteX113" fmla="*/ 6857286 w 9801270"/>
                <a:gd name="connsiteY113" fmla="*/ 3532995 h 9631263"/>
                <a:gd name="connsiteX114" fmla="*/ 6857101 w 9801270"/>
                <a:gd name="connsiteY114" fmla="*/ 3533014 h 9631263"/>
                <a:gd name="connsiteX115" fmla="*/ 6826208 w 9801270"/>
                <a:gd name="connsiteY115" fmla="*/ 3482119 h 9631263"/>
                <a:gd name="connsiteX116" fmla="*/ 6767756 w 9801270"/>
                <a:gd name="connsiteY116" fmla="*/ 2908268 h 9631263"/>
                <a:gd name="connsiteX117" fmla="*/ 6769228 w 9801270"/>
                <a:gd name="connsiteY117" fmla="*/ 2889072 h 9631263"/>
                <a:gd name="connsiteX118" fmla="*/ 6773534 w 9801270"/>
                <a:gd name="connsiteY118" fmla="*/ 2864709 h 9631263"/>
                <a:gd name="connsiteX119" fmla="*/ 6773755 w 9801270"/>
                <a:gd name="connsiteY119" fmla="*/ 2864709 h 9631263"/>
                <a:gd name="connsiteX120" fmla="*/ 6773753 w 9801270"/>
                <a:gd name="connsiteY120" fmla="*/ 2864723 h 9631263"/>
                <a:gd name="connsiteX121" fmla="*/ 6773312 w 9801270"/>
                <a:gd name="connsiteY121" fmla="*/ 2864707 h 9631263"/>
                <a:gd name="connsiteX122" fmla="*/ 6773534 w 9801270"/>
                <a:gd name="connsiteY122" fmla="*/ 2864707 h 9631263"/>
                <a:gd name="connsiteX123" fmla="*/ 6773534 w 9801270"/>
                <a:gd name="connsiteY123" fmla="*/ 2864709 h 9631263"/>
                <a:gd name="connsiteX124" fmla="*/ 6773532 w 9801270"/>
                <a:gd name="connsiteY124" fmla="*/ 2864722 h 9631263"/>
                <a:gd name="connsiteX125" fmla="*/ 2334383 w 9801270"/>
                <a:gd name="connsiteY125" fmla="*/ 2019166 h 9631263"/>
                <a:gd name="connsiteX126" fmla="*/ 2465390 w 9801270"/>
                <a:gd name="connsiteY126" fmla="*/ 2021489 h 9631263"/>
                <a:gd name="connsiteX127" fmla="*/ 2500145 w 9801270"/>
                <a:gd name="connsiteY127" fmla="*/ 2040547 h 9631263"/>
                <a:gd name="connsiteX128" fmla="*/ 2521571 w 9801270"/>
                <a:gd name="connsiteY128" fmla="*/ 2074492 h 9631263"/>
                <a:gd name="connsiteX129" fmla="*/ 2522065 w 9801270"/>
                <a:gd name="connsiteY129" fmla="*/ 2075273 h 9631263"/>
                <a:gd name="connsiteX130" fmla="*/ 2526149 w 9801270"/>
                <a:gd name="connsiteY130" fmla="*/ 2174286 h 9631263"/>
                <a:gd name="connsiteX131" fmla="*/ 2526147 w 9801270"/>
                <a:gd name="connsiteY131" fmla="*/ 2174435 h 9631263"/>
                <a:gd name="connsiteX132" fmla="*/ 2526148 w 9801270"/>
                <a:gd name="connsiteY132" fmla="*/ 2174453 h 9631263"/>
                <a:gd name="connsiteX133" fmla="*/ 2525510 w 9801270"/>
                <a:gd name="connsiteY133" fmla="*/ 2222258 h 9631263"/>
                <a:gd name="connsiteX134" fmla="*/ 2524732 w 9801270"/>
                <a:gd name="connsiteY134" fmla="*/ 2280632 h 9631263"/>
                <a:gd name="connsiteX135" fmla="*/ 2524731 w 9801270"/>
                <a:gd name="connsiteY135" fmla="*/ 2280632 h 9631263"/>
                <a:gd name="connsiteX136" fmla="*/ 2524731 w 9801270"/>
                <a:gd name="connsiteY136" fmla="*/ 2280634 h 9631263"/>
                <a:gd name="connsiteX137" fmla="*/ 2246026 w 9801270"/>
                <a:gd name="connsiteY137" fmla="*/ 2280634 h 9631263"/>
                <a:gd name="connsiteX138" fmla="*/ 2246026 w 9801270"/>
                <a:gd name="connsiteY138" fmla="*/ 2280632 h 9631263"/>
                <a:gd name="connsiteX139" fmla="*/ 2246025 w 9801270"/>
                <a:gd name="connsiteY139" fmla="*/ 2280632 h 9631263"/>
                <a:gd name="connsiteX140" fmla="*/ 2246025 w 9801270"/>
                <a:gd name="connsiteY140" fmla="*/ 2212847 h 9631263"/>
                <a:gd name="connsiteX141" fmla="*/ 2246018 w 9801270"/>
                <a:gd name="connsiteY141" fmla="*/ 2212373 h 9631263"/>
                <a:gd name="connsiteX142" fmla="*/ 2244979 w 9801270"/>
                <a:gd name="connsiteY142" fmla="*/ 2153552 h 9631263"/>
                <a:gd name="connsiteX143" fmla="*/ 2244995 w 9801270"/>
                <a:gd name="connsiteY143" fmla="*/ 2147239 h 9631263"/>
                <a:gd name="connsiteX144" fmla="*/ 2244832 w 9801270"/>
                <a:gd name="connsiteY144" fmla="*/ 2136840 h 9631263"/>
                <a:gd name="connsiteX145" fmla="*/ 2245041 w 9801270"/>
                <a:gd name="connsiteY145" fmla="*/ 2129697 h 9631263"/>
                <a:gd name="connsiteX146" fmla="*/ 2245098 w 9801270"/>
                <a:gd name="connsiteY146" fmla="*/ 2107585 h 9631263"/>
                <a:gd name="connsiteX147" fmla="*/ 2246102 w 9801270"/>
                <a:gd name="connsiteY147" fmla="*/ 2093422 h 9631263"/>
                <a:gd name="connsiteX148" fmla="*/ 2246391 w 9801270"/>
                <a:gd name="connsiteY148" fmla="*/ 2083560 h 9631263"/>
                <a:gd name="connsiteX149" fmla="*/ 2247020 w 9801270"/>
                <a:gd name="connsiteY149" fmla="*/ 2080470 h 9631263"/>
                <a:gd name="connsiteX150" fmla="*/ 2247529 w 9801270"/>
                <a:gd name="connsiteY150" fmla="*/ 2073293 h 9631263"/>
                <a:gd name="connsiteX151" fmla="*/ 2263899 w 9801270"/>
                <a:gd name="connsiteY151" fmla="*/ 2033130 h 9631263"/>
                <a:gd name="connsiteX152" fmla="*/ 2267266 w 9801270"/>
                <a:gd name="connsiteY152" fmla="*/ 2031227 h 9631263"/>
                <a:gd name="connsiteX153" fmla="*/ 2268613 w 9801270"/>
                <a:gd name="connsiteY153" fmla="*/ 2029490 h 9631263"/>
                <a:gd name="connsiteX154" fmla="*/ 2272773 w 9801270"/>
                <a:gd name="connsiteY154" fmla="*/ 2028113 h 9631263"/>
                <a:gd name="connsiteX155" fmla="*/ 2280126 w 9801270"/>
                <a:gd name="connsiteY155" fmla="*/ 2023956 h 9631263"/>
                <a:gd name="connsiteX156" fmla="*/ 2287227 w 9801270"/>
                <a:gd name="connsiteY156" fmla="*/ 2023329 h 9631263"/>
                <a:gd name="connsiteX157" fmla="*/ 2294699 w 9801270"/>
                <a:gd name="connsiteY157" fmla="*/ 2020856 h 9631263"/>
                <a:gd name="connsiteX158" fmla="*/ 2332437 w 9801270"/>
                <a:gd name="connsiteY158" fmla="*/ 2019338 h 9631263"/>
                <a:gd name="connsiteX159" fmla="*/ 2703201 w 9801270"/>
                <a:gd name="connsiteY159" fmla="*/ 2009710 h 9631263"/>
                <a:gd name="connsiteX160" fmla="*/ 2703727 w 9801270"/>
                <a:gd name="connsiteY160" fmla="*/ 2009867 h 9631263"/>
                <a:gd name="connsiteX161" fmla="*/ 2703645 w 9801270"/>
                <a:gd name="connsiteY161" fmla="*/ 2009933 h 9631263"/>
                <a:gd name="connsiteX162" fmla="*/ 2702755 w 9801270"/>
                <a:gd name="connsiteY162" fmla="*/ 2009489 h 9631263"/>
                <a:gd name="connsiteX163" fmla="*/ 2703280 w 9801270"/>
                <a:gd name="connsiteY163" fmla="*/ 2009646 h 9631263"/>
                <a:gd name="connsiteX164" fmla="*/ 2703201 w 9801270"/>
                <a:gd name="connsiteY164" fmla="*/ 2009710 h 9631263"/>
                <a:gd name="connsiteX165" fmla="*/ 2703200 w 9801270"/>
                <a:gd name="connsiteY165" fmla="*/ 2009710 h 9631263"/>
                <a:gd name="connsiteX166" fmla="*/ 8609142 w 9801270"/>
                <a:gd name="connsiteY166" fmla="*/ 1653957 h 9631263"/>
                <a:gd name="connsiteX167" fmla="*/ 8666581 w 9801270"/>
                <a:gd name="connsiteY167" fmla="*/ 1720267 h 9631263"/>
                <a:gd name="connsiteX168" fmla="*/ 9801270 w 9801270"/>
                <a:gd name="connsiteY168" fmla="*/ 4881042 h 9631263"/>
                <a:gd name="connsiteX169" fmla="*/ 9700316 w 9801270"/>
                <a:gd name="connsiteY169" fmla="*/ 5882478 h 9631263"/>
                <a:gd name="connsiteX170" fmla="*/ 9644568 w 9801270"/>
                <a:gd name="connsiteY170" fmla="*/ 6099293 h 9631263"/>
                <a:gd name="connsiteX171" fmla="*/ 9640258 w 9801270"/>
                <a:gd name="connsiteY171" fmla="*/ 6099534 h 9631263"/>
                <a:gd name="connsiteX172" fmla="*/ 9584584 w 9801270"/>
                <a:gd name="connsiteY172" fmla="*/ 6038887 h 9631263"/>
                <a:gd name="connsiteX173" fmla="*/ 9085851 w 9801270"/>
                <a:gd name="connsiteY173" fmla="*/ 5081878 h 9631263"/>
                <a:gd name="connsiteX174" fmla="*/ 9005394 w 9801270"/>
                <a:gd name="connsiteY174" fmla="*/ 5024314 h 9631263"/>
                <a:gd name="connsiteX175" fmla="*/ 8980471 w 9801270"/>
                <a:gd name="connsiteY175" fmla="*/ 5048143 h 9631263"/>
                <a:gd name="connsiteX176" fmla="*/ 9057400 w 9801270"/>
                <a:gd name="connsiteY176" fmla="*/ 5244787 h 9631263"/>
                <a:gd name="connsiteX177" fmla="*/ 9490349 w 9801270"/>
                <a:gd name="connsiteY177" fmla="*/ 6150903 h 9631263"/>
                <a:gd name="connsiteX178" fmla="*/ 9604364 w 9801270"/>
                <a:gd name="connsiteY178" fmla="*/ 6226023 h 9631263"/>
                <a:gd name="connsiteX179" fmla="*/ 9611894 w 9801270"/>
                <a:gd name="connsiteY179" fmla="*/ 6226365 h 9631263"/>
                <a:gd name="connsiteX180" fmla="*/ 9577872 w 9801270"/>
                <a:gd name="connsiteY180" fmla="*/ 6358685 h 9631263"/>
                <a:gd name="connsiteX181" fmla="*/ 7992998 w 9801270"/>
                <a:gd name="connsiteY181" fmla="*/ 8715400 h 9631263"/>
                <a:gd name="connsiteX182" fmla="*/ 7973737 w 9801270"/>
                <a:gd name="connsiteY182" fmla="*/ 8730537 h 9631263"/>
                <a:gd name="connsiteX183" fmla="*/ 7893521 w 9801270"/>
                <a:gd name="connsiteY183" fmla="*/ 8598518 h 9631263"/>
                <a:gd name="connsiteX184" fmla="*/ 7684548 w 9801270"/>
                <a:gd name="connsiteY184" fmla="*/ 8258503 h 9631263"/>
                <a:gd name="connsiteX185" fmla="*/ 7647209 w 9801270"/>
                <a:gd name="connsiteY185" fmla="*/ 7833115 h 9631263"/>
                <a:gd name="connsiteX186" fmla="*/ 7667068 w 9801270"/>
                <a:gd name="connsiteY186" fmla="*/ 7574629 h 9631263"/>
                <a:gd name="connsiteX187" fmla="*/ 7668795 w 9801270"/>
                <a:gd name="connsiteY187" fmla="*/ 7551968 h 9631263"/>
                <a:gd name="connsiteX188" fmla="*/ 7671151 w 9801270"/>
                <a:gd name="connsiteY188" fmla="*/ 7523097 h 9631263"/>
                <a:gd name="connsiteX189" fmla="*/ 7691437 w 9801270"/>
                <a:gd name="connsiteY189" fmla="*/ 7272600 h 9631263"/>
                <a:gd name="connsiteX190" fmla="*/ 7662321 w 9801270"/>
                <a:gd name="connsiteY190" fmla="*/ 7146139 h 9631263"/>
                <a:gd name="connsiteX191" fmla="*/ 7340056 w 9801270"/>
                <a:gd name="connsiteY191" fmla="*/ 6570287 h 9631263"/>
                <a:gd name="connsiteX192" fmla="*/ 7218706 w 9801270"/>
                <a:gd name="connsiteY192" fmla="*/ 6501167 h 9631263"/>
                <a:gd name="connsiteX193" fmla="*/ 6732195 w 9801270"/>
                <a:gd name="connsiteY193" fmla="*/ 6498501 h 9631263"/>
                <a:gd name="connsiteX194" fmla="*/ 6412597 w 9801270"/>
                <a:gd name="connsiteY194" fmla="*/ 6419601 h 9631263"/>
                <a:gd name="connsiteX195" fmla="*/ 6032766 w 9801270"/>
                <a:gd name="connsiteY195" fmla="*/ 6193796 h 9631263"/>
                <a:gd name="connsiteX196" fmla="*/ 5983427 w 9801270"/>
                <a:gd name="connsiteY196" fmla="*/ 6103561 h 9631263"/>
                <a:gd name="connsiteX197" fmla="*/ 5978981 w 9801270"/>
                <a:gd name="connsiteY197" fmla="*/ 5789300 h 9631263"/>
                <a:gd name="connsiteX198" fmla="*/ 5995817 w 9801270"/>
                <a:gd name="connsiteY198" fmla="*/ 5597582 h 9631263"/>
                <a:gd name="connsiteX199" fmla="*/ 5995892 w 9801270"/>
                <a:gd name="connsiteY199" fmla="*/ 5597386 h 9631263"/>
                <a:gd name="connsiteX200" fmla="*/ 5996039 w 9801270"/>
                <a:gd name="connsiteY200" fmla="*/ 5596609 h 9631263"/>
                <a:gd name="connsiteX201" fmla="*/ 6077216 w 9801270"/>
                <a:gd name="connsiteY201" fmla="*/ 5423477 h 9631263"/>
                <a:gd name="connsiteX202" fmla="*/ 6354809 w 9801270"/>
                <a:gd name="connsiteY202" fmla="*/ 4967197 h 9631263"/>
                <a:gd name="connsiteX203" fmla="*/ 6650850 w 9801270"/>
                <a:gd name="connsiteY203" fmla="*/ 4736501 h 9631263"/>
                <a:gd name="connsiteX204" fmla="*/ 7007565 w 9801270"/>
                <a:gd name="connsiteY204" fmla="*/ 4547143 h 9631263"/>
                <a:gd name="connsiteX205" fmla="*/ 7105580 w 9801270"/>
                <a:gd name="connsiteY205" fmla="*/ 4514473 h 9631263"/>
                <a:gd name="connsiteX206" fmla="*/ 7661432 w 9801270"/>
                <a:gd name="connsiteY206" fmla="*/ 4541587 h 9631263"/>
                <a:gd name="connsiteX207" fmla="*/ 7641875 w 9801270"/>
                <a:gd name="connsiteY207" fmla="*/ 4690273 h 9631263"/>
                <a:gd name="connsiteX208" fmla="*/ 7711884 w 9801270"/>
                <a:gd name="connsiteY208" fmla="*/ 4772951 h 9631263"/>
                <a:gd name="connsiteX209" fmla="*/ 8043707 w 9801270"/>
                <a:gd name="connsiteY209" fmla="*/ 4762504 h 9631263"/>
                <a:gd name="connsiteX210" fmla="*/ 9017172 w 9801270"/>
                <a:gd name="connsiteY210" fmla="*/ 4708720 h 9631263"/>
                <a:gd name="connsiteX211" fmla="*/ 9043399 w 9801270"/>
                <a:gd name="connsiteY211" fmla="*/ 4703385 h 9631263"/>
                <a:gd name="connsiteX212" fmla="*/ 9053886 w 9801270"/>
                <a:gd name="connsiteY212" fmla="*/ 4687001 h 9631263"/>
                <a:gd name="connsiteX213" fmla="*/ 9057847 w 9801270"/>
                <a:gd name="connsiteY213" fmla="*/ 4626668 h 9631263"/>
                <a:gd name="connsiteX214" fmla="*/ 8880712 w 9801270"/>
                <a:gd name="connsiteY214" fmla="*/ 4501804 h 9631263"/>
                <a:gd name="connsiteX215" fmla="*/ 8804701 w 9801270"/>
                <a:gd name="connsiteY215" fmla="*/ 4502248 h 9631263"/>
                <a:gd name="connsiteX216" fmla="*/ 8669126 w 9801270"/>
                <a:gd name="connsiteY216" fmla="*/ 4463576 h 9631263"/>
                <a:gd name="connsiteX217" fmla="*/ 8667070 w 9801270"/>
                <a:gd name="connsiteY217" fmla="*/ 4347729 h 9631263"/>
                <a:gd name="connsiteX218" fmla="*/ 8667144 w 9801270"/>
                <a:gd name="connsiteY218" fmla="*/ 4347635 h 9631263"/>
                <a:gd name="connsiteX219" fmla="*/ 8667292 w 9801270"/>
                <a:gd name="connsiteY219" fmla="*/ 4347007 h 9631263"/>
                <a:gd name="connsiteX220" fmla="*/ 8758914 w 9801270"/>
                <a:gd name="connsiteY220" fmla="*/ 4263330 h 9631263"/>
                <a:gd name="connsiteX221" fmla="*/ 9246538 w 9801270"/>
                <a:gd name="connsiteY221" fmla="*/ 4173985 h 9631263"/>
                <a:gd name="connsiteX222" fmla="*/ 9335519 w 9801270"/>
                <a:gd name="connsiteY222" fmla="*/ 4155670 h 9631263"/>
                <a:gd name="connsiteX223" fmla="*/ 9349905 w 9801270"/>
                <a:gd name="connsiteY223" fmla="*/ 4120913 h 9631263"/>
                <a:gd name="connsiteX224" fmla="*/ 9353248 w 9801270"/>
                <a:gd name="connsiteY224" fmla="*/ 4047302 h 9631263"/>
                <a:gd name="connsiteX225" fmla="*/ 9307435 w 9801270"/>
                <a:gd name="connsiteY225" fmla="*/ 3980627 h 9631263"/>
                <a:gd name="connsiteX226" fmla="*/ 8846728 w 9801270"/>
                <a:gd name="connsiteY226" fmla="*/ 3844495 h 9631263"/>
                <a:gd name="connsiteX227" fmla="*/ 8772511 w 9801270"/>
                <a:gd name="connsiteY227" fmla="*/ 3856161 h 9631263"/>
                <a:gd name="connsiteX228" fmla="*/ 8757042 w 9801270"/>
                <a:gd name="connsiteY228" fmla="*/ 3929966 h 9631263"/>
                <a:gd name="connsiteX229" fmla="*/ 8744142 w 9801270"/>
                <a:gd name="connsiteY229" fmla="*/ 3991657 h 9631263"/>
                <a:gd name="connsiteX230" fmla="*/ 8720688 w 9801270"/>
                <a:gd name="connsiteY230" fmla="*/ 4128646 h 9631263"/>
                <a:gd name="connsiteX231" fmla="*/ 8718495 w 9801270"/>
                <a:gd name="connsiteY231" fmla="*/ 4138367 h 9631263"/>
                <a:gd name="connsiteX232" fmla="*/ 8708992 w 9801270"/>
                <a:gd name="connsiteY232" fmla="*/ 4180954 h 9631263"/>
                <a:gd name="connsiteX233" fmla="*/ 8604229 w 9801270"/>
                <a:gd name="connsiteY233" fmla="*/ 4269997 h 9631263"/>
                <a:gd name="connsiteX234" fmla="*/ 8490213 w 9801270"/>
                <a:gd name="connsiteY234" fmla="*/ 4389345 h 9631263"/>
                <a:gd name="connsiteX235" fmla="*/ 8350860 w 9801270"/>
                <a:gd name="connsiteY235" fmla="*/ 4522917 h 9631263"/>
                <a:gd name="connsiteX236" fmla="*/ 8072377 w 9801270"/>
                <a:gd name="connsiteY236" fmla="*/ 4019964 h 9631263"/>
                <a:gd name="connsiteX237" fmla="*/ 7959251 w 9801270"/>
                <a:gd name="connsiteY237" fmla="*/ 3989516 h 9631263"/>
                <a:gd name="connsiteX238" fmla="*/ 7950434 w 9801270"/>
                <a:gd name="connsiteY238" fmla="*/ 4003747 h 9631263"/>
                <a:gd name="connsiteX239" fmla="*/ 7947662 w 9801270"/>
                <a:gd name="connsiteY239" fmla="*/ 4021873 h 9631263"/>
                <a:gd name="connsiteX240" fmla="*/ 7946860 w 9801270"/>
                <a:gd name="connsiteY240" fmla="*/ 4027134 h 9631263"/>
                <a:gd name="connsiteX241" fmla="*/ 7953249 w 9801270"/>
                <a:gd name="connsiteY241" fmla="*/ 4079307 h 9631263"/>
                <a:gd name="connsiteX242" fmla="*/ 8032371 w 9801270"/>
                <a:gd name="connsiteY242" fmla="*/ 4249996 h 9631263"/>
                <a:gd name="connsiteX243" fmla="*/ 8047651 w 9801270"/>
                <a:gd name="connsiteY243" fmla="*/ 4314754 h 9631263"/>
                <a:gd name="connsiteX244" fmla="*/ 8047381 w 9801270"/>
                <a:gd name="connsiteY244" fmla="*/ 4315436 h 9631263"/>
                <a:gd name="connsiteX245" fmla="*/ 8047430 w 9801270"/>
                <a:gd name="connsiteY245" fmla="*/ 4315642 h 9631263"/>
                <a:gd name="connsiteX246" fmla="*/ 8004370 w 9801270"/>
                <a:gd name="connsiteY246" fmla="*/ 4370898 h 9631263"/>
                <a:gd name="connsiteX247" fmla="*/ 7875462 w 9801270"/>
                <a:gd name="connsiteY247" fmla="*/ 4466689 h 9631263"/>
                <a:gd name="connsiteX248" fmla="*/ 7818343 w 9801270"/>
                <a:gd name="connsiteY248" fmla="*/ 4465354 h 9631263"/>
                <a:gd name="connsiteX249" fmla="*/ 7769670 w 9801270"/>
                <a:gd name="connsiteY249" fmla="*/ 4395123 h 9631263"/>
                <a:gd name="connsiteX250" fmla="*/ 7775574 w 9801270"/>
                <a:gd name="connsiteY250" fmla="*/ 4364821 h 9631263"/>
                <a:gd name="connsiteX251" fmla="*/ 7775636 w 9801270"/>
                <a:gd name="connsiteY251" fmla="*/ 4364753 h 9631263"/>
                <a:gd name="connsiteX252" fmla="*/ 7775796 w 9801270"/>
                <a:gd name="connsiteY252" fmla="*/ 4363933 h 9631263"/>
                <a:gd name="connsiteX253" fmla="*/ 7847679 w 9801270"/>
                <a:gd name="connsiteY253" fmla="*/ 4359120 h 9631263"/>
                <a:gd name="connsiteX254" fmla="*/ 7883852 w 9801270"/>
                <a:gd name="connsiteY254" fmla="*/ 4373566 h 9631263"/>
                <a:gd name="connsiteX255" fmla="*/ 7940776 w 9801270"/>
                <a:gd name="connsiteY255" fmla="*/ 4389752 h 9631263"/>
                <a:gd name="connsiteX256" fmla="*/ 7881432 w 9801270"/>
                <a:gd name="connsiteY256" fmla="*/ 4291569 h 9631263"/>
                <a:gd name="connsiteX257" fmla="*/ 7661434 w 9801270"/>
                <a:gd name="connsiteY257" fmla="*/ 4096419 h 9631263"/>
                <a:gd name="connsiteX258" fmla="*/ 7475186 w 9801270"/>
                <a:gd name="connsiteY258" fmla="*/ 4077083 h 9631263"/>
                <a:gd name="connsiteX259" fmla="*/ 7123137 w 9801270"/>
                <a:gd name="connsiteY259" fmla="*/ 4266219 h 9631263"/>
                <a:gd name="connsiteX260" fmla="*/ 6707525 w 9801270"/>
                <a:gd name="connsiteY260" fmla="*/ 4599817 h 9631263"/>
                <a:gd name="connsiteX261" fmla="*/ 6542392 w 9801270"/>
                <a:gd name="connsiteY261" fmla="*/ 4614707 h 9631263"/>
                <a:gd name="connsiteX262" fmla="*/ 6518166 w 9801270"/>
                <a:gd name="connsiteY262" fmla="*/ 4074638 h 9631263"/>
                <a:gd name="connsiteX263" fmla="*/ 6518395 w 9801270"/>
                <a:gd name="connsiteY263" fmla="*/ 4073965 h 9631263"/>
                <a:gd name="connsiteX264" fmla="*/ 6518387 w 9801270"/>
                <a:gd name="connsiteY264" fmla="*/ 4073751 h 9631263"/>
                <a:gd name="connsiteX265" fmla="*/ 6584175 w 9801270"/>
                <a:gd name="connsiteY265" fmla="*/ 4008409 h 9631263"/>
                <a:gd name="connsiteX266" fmla="*/ 6831764 w 9801270"/>
                <a:gd name="connsiteY266" fmla="*/ 3999074 h 9631263"/>
                <a:gd name="connsiteX267" fmla="*/ 6889967 w 9801270"/>
                <a:gd name="connsiteY267" fmla="*/ 3982934 h 9631263"/>
                <a:gd name="connsiteX268" fmla="*/ 6903327 w 9801270"/>
                <a:gd name="connsiteY268" fmla="*/ 3960729 h 9631263"/>
                <a:gd name="connsiteX269" fmla="*/ 6905108 w 9801270"/>
                <a:gd name="connsiteY269" fmla="*/ 3926841 h 9631263"/>
                <a:gd name="connsiteX270" fmla="*/ 6842433 w 9801270"/>
                <a:gd name="connsiteY270" fmla="*/ 3747931 h 9631263"/>
                <a:gd name="connsiteX271" fmla="*/ 6835320 w 9801270"/>
                <a:gd name="connsiteY271" fmla="*/ 3688145 h 9631263"/>
                <a:gd name="connsiteX272" fmla="*/ 6835559 w 9801270"/>
                <a:gd name="connsiteY272" fmla="*/ 3687928 h 9631263"/>
                <a:gd name="connsiteX273" fmla="*/ 6835542 w 9801270"/>
                <a:gd name="connsiteY273" fmla="*/ 3687258 h 9631263"/>
                <a:gd name="connsiteX274" fmla="*/ 6853545 w 9801270"/>
                <a:gd name="connsiteY274" fmla="*/ 3673478 h 9631263"/>
                <a:gd name="connsiteX275" fmla="*/ 7136917 w 9801270"/>
                <a:gd name="connsiteY275" fmla="*/ 3455672 h 9631263"/>
                <a:gd name="connsiteX276" fmla="*/ 7229151 w 9801270"/>
                <a:gd name="connsiteY276" fmla="*/ 3314543 h 9631263"/>
                <a:gd name="connsiteX277" fmla="*/ 7343167 w 9801270"/>
                <a:gd name="connsiteY277" fmla="*/ 3243868 h 9631263"/>
                <a:gd name="connsiteX278" fmla="*/ 7448959 w 9801270"/>
                <a:gd name="connsiteY278" fmla="*/ 3214670 h 9631263"/>
                <a:gd name="connsiteX279" fmla="*/ 7468397 w 9801270"/>
                <a:gd name="connsiteY279" fmla="*/ 3173183 h 9631263"/>
                <a:gd name="connsiteX280" fmla="*/ 7467851 w 9801270"/>
                <a:gd name="connsiteY280" fmla="*/ 3111182 h 9631263"/>
                <a:gd name="connsiteX281" fmla="*/ 7467184 w 9801270"/>
                <a:gd name="connsiteY281" fmla="*/ 3017615 h 9631263"/>
                <a:gd name="connsiteX282" fmla="*/ 7467387 w 9801270"/>
                <a:gd name="connsiteY282" fmla="*/ 3017615 h 9631263"/>
                <a:gd name="connsiteX283" fmla="*/ 7467406 w 9801270"/>
                <a:gd name="connsiteY283" fmla="*/ 3016728 h 9631263"/>
                <a:gd name="connsiteX284" fmla="*/ 7631873 w 9801270"/>
                <a:gd name="connsiteY284" fmla="*/ 3016728 h 9631263"/>
                <a:gd name="connsiteX285" fmla="*/ 7637429 w 9801270"/>
                <a:gd name="connsiteY285" fmla="*/ 3112962 h 9631263"/>
                <a:gd name="connsiteX286" fmla="*/ 7769446 w 9801270"/>
                <a:gd name="connsiteY286" fmla="*/ 3238088 h 9631263"/>
                <a:gd name="connsiteX287" fmla="*/ 8016370 w 9801270"/>
                <a:gd name="connsiteY287" fmla="*/ 3227643 h 9631263"/>
                <a:gd name="connsiteX288" fmla="*/ 8129942 w 9801270"/>
                <a:gd name="connsiteY288" fmla="*/ 3160968 h 9631263"/>
                <a:gd name="connsiteX289" fmla="*/ 8263958 w 9801270"/>
                <a:gd name="connsiteY289" fmla="*/ 2968944 h 9631263"/>
                <a:gd name="connsiteX290" fmla="*/ 8546220 w 9801270"/>
                <a:gd name="connsiteY290" fmla="*/ 2805813 h 9631263"/>
                <a:gd name="connsiteX291" fmla="*/ 8590032 w 9801270"/>
                <a:gd name="connsiteY291" fmla="*/ 2799978 h 9631263"/>
                <a:gd name="connsiteX292" fmla="*/ 8635011 w 9801270"/>
                <a:gd name="connsiteY292" fmla="*/ 2785251 h 9631263"/>
                <a:gd name="connsiteX293" fmla="*/ 8629121 w 9801270"/>
                <a:gd name="connsiteY293" fmla="*/ 2744025 h 9631263"/>
                <a:gd name="connsiteX294" fmla="*/ 8463987 w 9801270"/>
                <a:gd name="connsiteY294" fmla="*/ 2744025 h 9631263"/>
                <a:gd name="connsiteX295" fmla="*/ 8321968 w 9801270"/>
                <a:gd name="connsiteY295" fmla="*/ 2522219 h 9631263"/>
                <a:gd name="connsiteX296" fmla="*/ 8322084 w 9801270"/>
                <a:gd name="connsiteY296" fmla="*/ 2521998 h 9631263"/>
                <a:gd name="connsiteX297" fmla="*/ 8322190 w 9801270"/>
                <a:gd name="connsiteY297" fmla="*/ 2521332 h 9631263"/>
                <a:gd name="connsiteX298" fmla="*/ 8444387 w 9801270"/>
                <a:gd name="connsiteY298" fmla="*/ 2288937 h 9631263"/>
                <a:gd name="connsiteX299" fmla="*/ 8453403 w 9801270"/>
                <a:gd name="connsiteY299" fmla="*/ 2248574 h 9631263"/>
                <a:gd name="connsiteX300" fmla="*/ 8456431 w 9801270"/>
                <a:gd name="connsiteY300" fmla="*/ 2204401 h 9631263"/>
                <a:gd name="connsiteX301" fmla="*/ 8366863 w 9801270"/>
                <a:gd name="connsiteY301" fmla="*/ 2226182 h 9631263"/>
                <a:gd name="connsiteX302" fmla="*/ 8132609 w 9801270"/>
                <a:gd name="connsiteY302" fmla="*/ 2435541 h 9631263"/>
                <a:gd name="connsiteX303" fmla="*/ 8124838 w 9801270"/>
                <a:gd name="connsiteY303" fmla="*/ 2443034 h 9631263"/>
                <a:gd name="connsiteX304" fmla="*/ 8119688 w 9801270"/>
                <a:gd name="connsiteY304" fmla="*/ 2457338 h 9631263"/>
                <a:gd name="connsiteX305" fmla="*/ 8114578 w 9801270"/>
                <a:gd name="connsiteY305" fmla="*/ 2501440 h 9631263"/>
                <a:gd name="connsiteX306" fmla="*/ 8112160 w 9801270"/>
                <a:gd name="connsiteY306" fmla="*/ 2606897 h 9631263"/>
                <a:gd name="connsiteX307" fmla="*/ 8112606 w 9801270"/>
                <a:gd name="connsiteY307" fmla="*/ 2739582 h 9631263"/>
                <a:gd name="connsiteX308" fmla="*/ 8112416 w 9801270"/>
                <a:gd name="connsiteY308" fmla="*/ 2739989 h 9631263"/>
                <a:gd name="connsiteX309" fmla="*/ 8112384 w 9801270"/>
                <a:gd name="connsiteY309" fmla="*/ 2740468 h 9631263"/>
                <a:gd name="connsiteX310" fmla="*/ 7981700 w 9801270"/>
                <a:gd name="connsiteY310" fmla="*/ 3020727 h 9631263"/>
                <a:gd name="connsiteX311" fmla="*/ 7886131 w 9801270"/>
                <a:gd name="connsiteY311" fmla="*/ 3090291 h 9631263"/>
                <a:gd name="connsiteX312" fmla="*/ 7733887 w 9801270"/>
                <a:gd name="connsiteY312" fmla="*/ 3028949 h 9631263"/>
                <a:gd name="connsiteX313" fmla="*/ 7587645 w 9801270"/>
                <a:gd name="connsiteY313" fmla="*/ 2770917 h 9631263"/>
                <a:gd name="connsiteX314" fmla="*/ 7373172 w 9801270"/>
                <a:gd name="connsiteY314" fmla="*/ 2832481 h 9631263"/>
                <a:gd name="connsiteX315" fmla="*/ 7258489 w 9801270"/>
                <a:gd name="connsiteY315" fmla="*/ 2665792 h 9631263"/>
                <a:gd name="connsiteX316" fmla="*/ 7268796 w 9801270"/>
                <a:gd name="connsiteY316" fmla="*/ 2544878 h 9631263"/>
                <a:gd name="connsiteX317" fmla="*/ 7268903 w 9801270"/>
                <a:gd name="connsiteY317" fmla="*/ 2544644 h 9631263"/>
                <a:gd name="connsiteX318" fmla="*/ 7269018 w 9801270"/>
                <a:gd name="connsiteY318" fmla="*/ 2543991 h 9631263"/>
                <a:gd name="connsiteX319" fmla="*/ 7466295 w 9801270"/>
                <a:gd name="connsiteY319" fmla="*/ 2291303 h 9631263"/>
                <a:gd name="connsiteX320" fmla="*/ 8178837 w 9801270"/>
                <a:gd name="connsiteY320" fmla="*/ 1694115 h 9631263"/>
                <a:gd name="connsiteX321" fmla="*/ 8259513 w 9801270"/>
                <a:gd name="connsiteY321" fmla="*/ 1655000 h 9631263"/>
                <a:gd name="connsiteX322" fmla="*/ 1367018 w 9801270"/>
                <a:gd name="connsiteY322" fmla="*/ 1521204 h 9631263"/>
                <a:gd name="connsiteX323" fmla="*/ 1366573 w 9801270"/>
                <a:gd name="connsiteY323" fmla="*/ 1521425 h 9631263"/>
                <a:gd name="connsiteX324" fmla="*/ 1366451 w 9801270"/>
                <a:gd name="connsiteY324" fmla="*/ 1521295 h 9631263"/>
                <a:gd name="connsiteX325" fmla="*/ 1367463 w 9801270"/>
                <a:gd name="connsiteY325" fmla="*/ 1520980 h 9631263"/>
                <a:gd name="connsiteX326" fmla="*/ 1367018 w 9801270"/>
                <a:gd name="connsiteY326" fmla="*/ 1521204 h 9631263"/>
                <a:gd name="connsiteX327" fmla="*/ 1366894 w 9801270"/>
                <a:gd name="connsiteY327" fmla="*/ 1521072 h 9631263"/>
                <a:gd name="connsiteX328" fmla="*/ 1270009 w 9801270"/>
                <a:gd name="connsiteY328" fmla="*/ 1418336 h 9631263"/>
                <a:gd name="connsiteX329" fmla="*/ 1296761 w 9801270"/>
                <a:gd name="connsiteY329" fmla="*/ 1446681 h 9631263"/>
                <a:gd name="connsiteX330" fmla="*/ 1366894 w 9801270"/>
                <a:gd name="connsiteY330" fmla="*/ 1521072 h 9631263"/>
                <a:gd name="connsiteX331" fmla="*/ 1366327 w 9801270"/>
                <a:gd name="connsiteY331" fmla="*/ 1521164 h 9631263"/>
                <a:gd name="connsiteX332" fmla="*/ 1366451 w 9801270"/>
                <a:gd name="connsiteY332" fmla="*/ 1521295 h 9631263"/>
                <a:gd name="connsiteX333" fmla="*/ 1224927 w 9801270"/>
                <a:gd name="connsiteY333" fmla="*/ 1544167 h 9631263"/>
                <a:gd name="connsiteX334" fmla="*/ 1137073 w 9801270"/>
                <a:gd name="connsiteY334" fmla="*/ 1559560 h 9631263"/>
                <a:gd name="connsiteX335" fmla="*/ 1154045 w 9801270"/>
                <a:gd name="connsiteY335" fmla="*/ 1539967 h 9631263"/>
                <a:gd name="connsiteX336" fmla="*/ 1742180 w 9801270"/>
                <a:gd name="connsiteY336" fmla="*/ 1368073 h 9631263"/>
                <a:gd name="connsiteX337" fmla="*/ 1796188 w 9801270"/>
                <a:gd name="connsiteY337" fmla="*/ 1396076 h 9631263"/>
                <a:gd name="connsiteX338" fmla="*/ 1835303 w 9801270"/>
                <a:gd name="connsiteY338" fmla="*/ 1480308 h 9631263"/>
                <a:gd name="connsiteX339" fmla="*/ 2059112 w 9801270"/>
                <a:gd name="connsiteY339" fmla="*/ 1641441 h 9631263"/>
                <a:gd name="connsiteX340" fmla="*/ 2344930 w 9801270"/>
                <a:gd name="connsiteY340" fmla="*/ 1636107 h 9631263"/>
                <a:gd name="connsiteX341" fmla="*/ 2421606 w 9801270"/>
                <a:gd name="connsiteY341" fmla="*/ 1706560 h 9631263"/>
                <a:gd name="connsiteX342" fmla="*/ 2260696 w 9801270"/>
                <a:gd name="connsiteY342" fmla="*/ 1887915 h 9631263"/>
                <a:gd name="connsiteX343" fmla="*/ 1969322 w 9801270"/>
                <a:gd name="connsiteY343" fmla="*/ 1924144 h 9631263"/>
                <a:gd name="connsiteX344" fmla="*/ 1936874 w 9801270"/>
                <a:gd name="connsiteY344" fmla="*/ 1949479 h 9631263"/>
                <a:gd name="connsiteX345" fmla="*/ 1951986 w 9801270"/>
                <a:gd name="connsiteY345" fmla="*/ 1987040 h 9631263"/>
                <a:gd name="connsiteX346" fmla="*/ 2027108 w 9801270"/>
                <a:gd name="connsiteY346" fmla="*/ 2145949 h 9631263"/>
                <a:gd name="connsiteX347" fmla="*/ 2029330 w 9801270"/>
                <a:gd name="connsiteY347" fmla="*/ 2145728 h 9631263"/>
                <a:gd name="connsiteX348" fmla="*/ 1757738 w 9801270"/>
                <a:gd name="connsiteY348" fmla="*/ 2440654 h 9631263"/>
                <a:gd name="connsiteX349" fmla="*/ 1935317 w 9801270"/>
                <a:gd name="connsiteY349" fmla="*/ 2742914 h 9631263"/>
                <a:gd name="connsiteX350" fmla="*/ 2424052 w 9801270"/>
                <a:gd name="connsiteY350" fmla="*/ 3039618 h 9631263"/>
                <a:gd name="connsiteX351" fmla="*/ 2484504 w 9801270"/>
                <a:gd name="connsiteY351" fmla="*/ 3138519 h 9631263"/>
                <a:gd name="connsiteX352" fmla="*/ 2521728 w 9801270"/>
                <a:gd name="connsiteY352" fmla="*/ 3209810 h 9631263"/>
                <a:gd name="connsiteX353" fmla="*/ 2555679 w 9801270"/>
                <a:gd name="connsiteY353" fmla="*/ 3214949 h 9631263"/>
                <a:gd name="connsiteX354" fmla="*/ 2590200 w 9801270"/>
                <a:gd name="connsiteY354" fmla="*/ 3210800 h 9631263"/>
                <a:gd name="connsiteX355" fmla="*/ 2632079 w 9801270"/>
                <a:gd name="connsiteY355" fmla="*/ 3135852 h 9631263"/>
                <a:gd name="connsiteX356" fmla="*/ 2632968 w 9801270"/>
                <a:gd name="connsiteY356" fmla="*/ 2410649 h 9631263"/>
                <a:gd name="connsiteX357" fmla="*/ 2637192 w 9801270"/>
                <a:gd name="connsiteY357" fmla="*/ 2360643 h 9631263"/>
                <a:gd name="connsiteX358" fmla="*/ 2709405 w 9801270"/>
                <a:gd name="connsiteY358" fmla="*/ 2348820 h 9631263"/>
                <a:gd name="connsiteX359" fmla="*/ 2711473 w 9801270"/>
                <a:gd name="connsiteY359" fmla="*/ 2348686 h 9631263"/>
                <a:gd name="connsiteX360" fmla="*/ 2711563 w 9801270"/>
                <a:gd name="connsiteY360" fmla="*/ 2348671 h 9631263"/>
                <a:gd name="connsiteX361" fmla="*/ 2723910 w 9801270"/>
                <a:gd name="connsiteY361" fmla="*/ 2347878 h 9631263"/>
                <a:gd name="connsiteX362" fmla="*/ 2779378 w 9801270"/>
                <a:gd name="connsiteY362" fmla="*/ 2344276 h 9631263"/>
                <a:gd name="connsiteX363" fmla="*/ 2779739 w 9801270"/>
                <a:gd name="connsiteY363" fmla="*/ 2344293 h 9631263"/>
                <a:gd name="connsiteX364" fmla="*/ 2781506 w 9801270"/>
                <a:gd name="connsiteY364" fmla="*/ 2344180 h 9631263"/>
                <a:gd name="connsiteX365" fmla="*/ 3156151 w 9801270"/>
                <a:gd name="connsiteY365" fmla="*/ 2491103 h 9631263"/>
                <a:gd name="connsiteX366" fmla="*/ 3375292 w 9801270"/>
                <a:gd name="connsiteY366" fmla="*/ 2649347 h 9631263"/>
                <a:gd name="connsiteX367" fmla="*/ 3440912 w 9801270"/>
                <a:gd name="connsiteY367" fmla="*/ 2675295 h 9631263"/>
                <a:gd name="connsiteX368" fmla="*/ 3512798 w 9801270"/>
                <a:gd name="connsiteY368" fmla="*/ 2694359 h 9631263"/>
                <a:gd name="connsiteX369" fmla="*/ 3521313 w 9801270"/>
                <a:gd name="connsiteY369" fmla="*/ 2651541 h 9631263"/>
                <a:gd name="connsiteX370" fmla="*/ 3529980 w 9801270"/>
                <a:gd name="connsiteY370" fmla="*/ 2623120 h 9631263"/>
                <a:gd name="connsiteX371" fmla="*/ 3577098 w 9801270"/>
                <a:gd name="connsiteY371" fmla="*/ 2556667 h 9631263"/>
                <a:gd name="connsiteX372" fmla="*/ 3578423 w 9801270"/>
                <a:gd name="connsiteY372" fmla="*/ 2556955 h 9631263"/>
                <a:gd name="connsiteX373" fmla="*/ 3579320 w 9801270"/>
                <a:gd name="connsiteY373" fmla="*/ 2556445 h 9631263"/>
                <a:gd name="connsiteX374" fmla="*/ 3662887 w 9801270"/>
                <a:gd name="connsiteY374" fmla="*/ 2595117 h 9631263"/>
                <a:gd name="connsiteX375" fmla="*/ 3959593 w 9801270"/>
                <a:gd name="connsiteY375" fmla="*/ 3116072 h 9631263"/>
                <a:gd name="connsiteX376" fmla="*/ 3944926 w 9801270"/>
                <a:gd name="connsiteY376" fmla="*/ 3348323 h 9631263"/>
                <a:gd name="connsiteX377" fmla="*/ 3769346 w 9801270"/>
                <a:gd name="connsiteY377" fmla="*/ 3400775 h 9631263"/>
                <a:gd name="connsiteX378" fmla="*/ 3767929 w 9801270"/>
                <a:gd name="connsiteY378" fmla="*/ 3400864 h 9631263"/>
                <a:gd name="connsiteX379" fmla="*/ 3767124 w 9801270"/>
                <a:gd name="connsiteY379" fmla="*/ 3400997 h 9631263"/>
                <a:gd name="connsiteX380" fmla="*/ 3695776 w 9801270"/>
                <a:gd name="connsiteY380" fmla="*/ 3405353 h 9631263"/>
                <a:gd name="connsiteX381" fmla="*/ 3626910 w 9801270"/>
                <a:gd name="connsiteY381" fmla="*/ 3409637 h 9631263"/>
                <a:gd name="connsiteX382" fmla="*/ 3625591 w 9801270"/>
                <a:gd name="connsiteY382" fmla="*/ 3409637 h 9631263"/>
                <a:gd name="connsiteX383" fmla="*/ 3624688 w 9801270"/>
                <a:gd name="connsiteY383" fmla="*/ 3409693 h 9631263"/>
                <a:gd name="connsiteX384" fmla="*/ 3482269 w 9801270"/>
                <a:gd name="connsiteY384" fmla="*/ 3409887 h 9631263"/>
                <a:gd name="connsiteX385" fmla="*/ 3438339 w 9801270"/>
                <a:gd name="connsiteY385" fmla="*/ 3415579 h 9631263"/>
                <a:gd name="connsiteX386" fmla="*/ 3357734 w 9801270"/>
                <a:gd name="connsiteY386" fmla="*/ 3518123 h 9631263"/>
                <a:gd name="connsiteX387" fmla="*/ 3629772 w 9801270"/>
                <a:gd name="connsiteY387" fmla="*/ 3676143 h 9631263"/>
                <a:gd name="connsiteX388" fmla="*/ 3646218 w 9801270"/>
                <a:gd name="connsiteY388" fmla="*/ 3739262 h 9631263"/>
                <a:gd name="connsiteX389" fmla="*/ 3433002 w 9801270"/>
                <a:gd name="connsiteY389" fmla="*/ 3904783 h 9631263"/>
                <a:gd name="connsiteX390" fmla="*/ 3430914 w 9801270"/>
                <a:gd name="connsiteY390" fmla="*/ 3904955 h 9631263"/>
                <a:gd name="connsiteX391" fmla="*/ 3430780 w 9801270"/>
                <a:gd name="connsiteY391" fmla="*/ 3905005 h 9631263"/>
                <a:gd name="connsiteX392" fmla="*/ 3326620 w 9801270"/>
                <a:gd name="connsiteY392" fmla="*/ 3898171 h 9631263"/>
                <a:gd name="connsiteX393" fmla="*/ 3377293 w 9801270"/>
                <a:gd name="connsiteY393" fmla="*/ 3785046 h 9631263"/>
                <a:gd name="connsiteX394" fmla="*/ 3362077 w 9801270"/>
                <a:gd name="connsiteY394" fmla="*/ 3762002 h 9631263"/>
                <a:gd name="connsiteX395" fmla="*/ 3308506 w 9801270"/>
                <a:gd name="connsiteY395" fmla="*/ 3782990 h 9631263"/>
                <a:gd name="connsiteX396" fmla="*/ 3263054 w 9801270"/>
                <a:gd name="connsiteY396" fmla="*/ 3812382 h 9631263"/>
                <a:gd name="connsiteX397" fmla="*/ 2828328 w 9801270"/>
                <a:gd name="connsiteY397" fmla="*/ 4388456 h 9631263"/>
                <a:gd name="connsiteX398" fmla="*/ 2679864 w 9801270"/>
                <a:gd name="connsiteY398" fmla="*/ 4579592 h 9631263"/>
                <a:gd name="connsiteX399" fmla="*/ 2565181 w 9801270"/>
                <a:gd name="connsiteY399" fmla="*/ 4932969 h 9631263"/>
                <a:gd name="connsiteX400" fmla="*/ 2565848 w 9801270"/>
                <a:gd name="connsiteY400" fmla="*/ 5034537 h 9631263"/>
                <a:gd name="connsiteX401" fmla="*/ 2563625 w 9801270"/>
                <a:gd name="connsiteY401" fmla="*/ 5034537 h 9631263"/>
                <a:gd name="connsiteX402" fmla="*/ 2563626 w 9801270"/>
                <a:gd name="connsiteY402" fmla="*/ 5034759 h 9631263"/>
                <a:gd name="connsiteX403" fmla="*/ 2394492 w 9801270"/>
                <a:gd name="connsiteY403" fmla="*/ 5034759 h 9631263"/>
                <a:gd name="connsiteX404" fmla="*/ 2204911 w 9801270"/>
                <a:gd name="connsiteY404" fmla="*/ 4876295 h 9631263"/>
                <a:gd name="connsiteX405" fmla="*/ 1904259 w 9801270"/>
                <a:gd name="connsiteY405" fmla="*/ 4875683 h 9631263"/>
                <a:gd name="connsiteX406" fmla="*/ 1598160 w 9801270"/>
                <a:gd name="connsiteY406" fmla="*/ 4876069 h 9631263"/>
                <a:gd name="connsiteX407" fmla="*/ 1596855 w 9801270"/>
                <a:gd name="connsiteY407" fmla="*/ 5040511 h 9631263"/>
                <a:gd name="connsiteX408" fmla="*/ 1599048 w 9801270"/>
                <a:gd name="connsiteY408" fmla="*/ 5197670 h 9631263"/>
                <a:gd name="connsiteX409" fmla="*/ 1838051 w 9801270"/>
                <a:gd name="connsiteY409" fmla="*/ 5447857 h 9631263"/>
                <a:gd name="connsiteX410" fmla="*/ 1896042 w 9801270"/>
                <a:gd name="connsiteY410" fmla="*/ 5450521 h 9631263"/>
                <a:gd name="connsiteX411" fmla="*/ 1951098 w 9801270"/>
                <a:gd name="connsiteY411" fmla="*/ 5436809 h 9631263"/>
                <a:gd name="connsiteX412" fmla="*/ 2040666 w 9801270"/>
                <a:gd name="connsiteY412" fmla="*/ 5332575 h 9631263"/>
                <a:gd name="connsiteX413" fmla="*/ 2144775 w 9801270"/>
                <a:gd name="connsiteY413" fmla="*/ 5267410 h 9631263"/>
                <a:gd name="connsiteX414" fmla="*/ 2145391 w 9801270"/>
                <a:gd name="connsiteY414" fmla="*/ 5267511 h 9631263"/>
                <a:gd name="connsiteX415" fmla="*/ 2146965 w 9801270"/>
                <a:gd name="connsiteY415" fmla="*/ 5267283 h 9631263"/>
                <a:gd name="connsiteX416" fmla="*/ 2199798 w 9801270"/>
                <a:gd name="connsiteY416" fmla="*/ 5275901 h 9631263"/>
                <a:gd name="connsiteX417" fmla="*/ 2198688 w 9801270"/>
                <a:gd name="connsiteY417" fmla="*/ 5505041 h 9631263"/>
                <a:gd name="connsiteX418" fmla="*/ 2274032 w 9801270"/>
                <a:gd name="connsiteY418" fmla="*/ 5585273 h 9631263"/>
                <a:gd name="connsiteX419" fmla="*/ 2321816 w 9801270"/>
                <a:gd name="connsiteY419" fmla="*/ 5585273 h 9631263"/>
                <a:gd name="connsiteX420" fmla="*/ 2501395 w 9801270"/>
                <a:gd name="connsiteY420" fmla="*/ 5770409 h 9631263"/>
                <a:gd name="connsiteX421" fmla="*/ 2501395 w 9801270"/>
                <a:gd name="connsiteY421" fmla="*/ 5927095 h 9631263"/>
                <a:gd name="connsiteX422" fmla="*/ 2576517 w 9801270"/>
                <a:gd name="connsiteY422" fmla="*/ 5931985 h 9631263"/>
                <a:gd name="connsiteX423" fmla="*/ 3759788 w 9801270"/>
                <a:gd name="connsiteY423" fmla="*/ 5935762 h 9631263"/>
                <a:gd name="connsiteX424" fmla="*/ 3896474 w 9801270"/>
                <a:gd name="connsiteY424" fmla="*/ 5993991 h 9631263"/>
                <a:gd name="connsiteX425" fmla="*/ 4141174 w 9801270"/>
                <a:gd name="connsiteY425" fmla="*/ 6254469 h 9631263"/>
                <a:gd name="connsiteX426" fmla="*/ 4658800 w 9801270"/>
                <a:gd name="connsiteY426" fmla="*/ 6636964 h 9631263"/>
                <a:gd name="connsiteX427" fmla="*/ 5269550 w 9801270"/>
                <a:gd name="connsiteY427" fmla="*/ 6966560 h 9631263"/>
                <a:gd name="connsiteX428" fmla="*/ 5303555 w 9801270"/>
                <a:gd name="connsiteY428" fmla="*/ 7083908 h 9631263"/>
                <a:gd name="connsiteX429" fmla="*/ 4752146 w 9801270"/>
                <a:gd name="connsiteY429" fmla="*/ 8030028 h 9631263"/>
                <a:gd name="connsiteX430" fmla="*/ 4647466 w 9801270"/>
                <a:gd name="connsiteY430" fmla="*/ 8085147 h 9631263"/>
                <a:gd name="connsiteX431" fmla="*/ 4525671 w 9801270"/>
                <a:gd name="connsiteY431" fmla="*/ 8154267 h 9631263"/>
                <a:gd name="connsiteX432" fmla="*/ 4126728 w 9801270"/>
                <a:gd name="connsiteY432" fmla="*/ 8790792 h 9631263"/>
                <a:gd name="connsiteX433" fmla="*/ 4028937 w 9801270"/>
                <a:gd name="connsiteY433" fmla="*/ 8844577 h 9631263"/>
                <a:gd name="connsiteX434" fmla="*/ 3993416 w 9801270"/>
                <a:gd name="connsiteY434" fmla="*/ 8849176 h 9631263"/>
                <a:gd name="connsiteX435" fmla="*/ 3979598 w 9801270"/>
                <a:gd name="connsiteY435" fmla="*/ 8850993 h 9631263"/>
                <a:gd name="connsiteX436" fmla="*/ 3924701 w 9801270"/>
                <a:gd name="connsiteY436" fmla="*/ 8851660 h 9631263"/>
                <a:gd name="connsiteX437" fmla="*/ 3924701 w 9801270"/>
                <a:gd name="connsiteY437" fmla="*/ 9147504 h 9631263"/>
                <a:gd name="connsiteX438" fmla="*/ 3922479 w 9801270"/>
                <a:gd name="connsiteY438" fmla="*/ 9147528 h 9631263"/>
                <a:gd name="connsiteX439" fmla="*/ 3922479 w 9801270"/>
                <a:gd name="connsiteY439" fmla="*/ 9147725 h 9631263"/>
                <a:gd name="connsiteX440" fmla="*/ 3762012 w 9801270"/>
                <a:gd name="connsiteY440" fmla="*/ 9147059 h 9631263"/>
                <a:gd name="connsiteX441" fmla="*/ 3703943 w 9801270"/>
                <a:gd name="connsiteY441" fmla="*/ 9148697 h 9631263"/>
                <a:gd name="connsiteX442" fmla="*/ 3653553 w 9801270"/>
                <a:gd name="connsiteY442" fmla="*/ 9164423 h 9631263"/>
                <a:gd name="connsiteX443" fmla="*/ 3576876 w 9801270"/>
                <a:gd name="connsiteY443" fmla="*/ 9250851 h 9631263"/>
                <a:gd name="connsiteX444" fmla="*/ 3413964 w 9801270"/>
                <a:gd name="connsiteY444" fmla="*/ 9519550 h 9631263"/>
                <a:gd name="connsiteX445" fmla="*/ 3379161 w 9801270"/>
                <a:gd name="connsiteY445" fmla="*/ 9589795 h 9631263"/>
                <a:gd name="connsiteX446" fmla="*/ 3370682 w 9801270"/>
                <a:gd name="connsiteY446" fmla="*/ 9631263 h 9631263"/>
                <a:gd name="connsiteX447" fmla="*/ 3354581 w 9801270"/>
                <a:gd name="connsiteY447" fmla="*/ 9626690 h 9631263"/>
                <a:gd name="connsiteX448" fmla="*/ 3123698 w 9801270"/>
                <a:gd name="connsiteY448" fmla="*/ 9548569 h 9631263"/>
                <a:gd name="connsiteX449" fmla="*/ 2965017 w 9801270"/>
                <a:gd name="connsiteY449" fmla="*/ 9486002 h 9631263"/>
                <a:gd name="connsiteX450" fmla="*/ 2984128 w 9801270"/>
                <a:gd name="connsiteY450" fmla="*/ 9327971 h 9631263"/>
                <a:gd name="connsiteX451" fmla="*/ 3058138 w 9801270"/>
                <a:gd name="connsiteY451" fmla="*/ 8636993 h 9631263"/>
                <a:gd name="connsiteX452" fmla="*/ 3146595 w 9801270"/>
                <a:gd name="connsiteY452" fmla="*/ 7958241 h 9631263"/>
                <a:gd name="connsiteX453" fmla="*/ 3069694 w 9801270"/>
                <a:gd name="connsiteY453" fmla="*/ 7704875 h 9631263"/>
                <a:gd name="connsiteX454" fmla="*/ 2551624 w 9801270"/>
                <a:gd name="connsiteY454" fmla="*/ 7188811 h 9631263"/>
                <a:gd name="connsiteX455" fmla="*/ 2505396 w 9801270"/>
                <a:gd name="connsiteY455" fmla="*/ 7046571 h 9631263"/>
                <a:gd name="connsiteX456" fmla="*/ 2627858 w 9801270"/>
                <a:gd name="connsiteY456" fmla="*/ 6297808 h 9631263"/>
                <a:gd name="connsiteX457" fmla="*/ 2634081 w 9801270"/>
                <a:gd name="connsiteY457" fmla="*/ 6193572 h 9631263"/>
                <a:gd name="connsiteX458" fmla="*/ 2408272 w 9801270"/>
                <a:gd name="connsiteY458" fmla="*/ 6195352 h 9631263"/>
                <a:gd name="connsiteX459" fmla="*/ 2297367 w 9801270"/>
                <a:gd name="connsiteY459" fmla="*/ 6130231 h 9631263"/>
                <a:gd name="connsiteX460" fmla="*/ 2258473 w 9801270"/>
                <a:gd name="connsiteY460" fmla="*/ 6055110 h 9631263"/>
                <a:gd name="connsiteX461" fmla="*/ 1910648 w 9801270"/>
                <a:gd name="connsiteY461" fmla="*/ 5705956 h 9631263"/>
                <a:gd name="connsiteX462" fmla="*/ 1771295 w 9801270"/>
                <a:gd name="connsiteY462" fmla="*/ 5681064 h 9631263"/>
                <a:gd name="connsiteX463" fmla="*/ 1475700 w 9801270"/>
                <a:gd name="connsiteY463" fmla="*/ 5681953 h 9631263"/>
                <a:gd name="connsiteX464" fmla="*/ 1357683 w 9801270"/>
                <a:gd name="connsiteY464" fmla="*/ 5654837 h 9631263"/>
                <a:gd name="connsiteX465" fmla="*/ 1053875 w 9801270"/>
                <a:gd name="connsiteY465" fmla="*/ 5468593 h 9631263"/>
                <a:gd name="connsiteX466" fmla="*/ 1004981 w 9801270"/>
                <a:gd name="connsiteY466" fmla="*/ 5367024 h 9631263"/>
                <a:gd name="connsiteX467" fmla="*/ 864518 w 9801270"/>
                <a:gd name="connsiteY467" fmla="*/ 5009201 h 9631263"/>
                <a:gd name="connsiteX468" fmla="*/ 789034 w 9801270"/>
                <a:gd name="connsiteY468" fmla="*/ 4932969 h 9631263"/>
                <a:gd name="connsiteX469" fmla="*/ 715127 w 9801270"/>
                <a:gd name="connsiteY469" fmla="*/ 4851525 h 9631263"/>
                <a:gd name="connsiteX470" fmla="*/ 748313 w 9801270"/>
                <a:gd name="connsiteY470" fmla="*/ 4946439 h 9631263"/>
                <a:gd name="connsiteX471" fmla="*/ 816510 w 9801270"/>
                <a:gd name="connsiteY471" fmla="*/ 5245009 h 9631263"/>
                <a:gd name="connsiteX472" fmla="*/ 814438 w 9801270"/>
                <a:gd name="connsiteY472" fmla="*/ 5242399 h 9631263"/>
                <a:gd name="connsiteX473" fmla="*/ 814288 w 9801270"/>
                <a:gd name="connsiteY473" fmla="*/ 5245230 h 9631263"/>
                <a:gd name="connsiteX474" fmla="*/ 680271 w 9801270"/>
                <a:gd name="connsiteY474" fmla="*/ 5058095 h 9631263"/>
                <a:gd name="connsiteX475" fmla="*/ 79968 w 9801270"/>
                <a:gd name="connsiteY475" fmla="*/ 4264662 h 9631263"/>
                <a:gd name="connsiteX476" fmla="*/ 400 w 9801270"/>
                <a:gd name="connsiteY476" fmla="*/ 4062858 h 9631263"/>
                <a:gd name="connsiteX477" fmla="*/ 400 w 9801270"/>
                <a:gd name="connsiteY477" fmla="*/ 3738545 h 9631263"/>
                <a:gd name="connsiteX478" fmla="*/ 86575 w 9801270"/>
                <a:gd name="connsiteY478" fmla="*/ 3403400 h 9631263"/>
                <a:gd name="connsiteX479" fmla="*/ 711812 w 9801270"/>
                <a:gd name="connsiteY479" fmla="*/ 2102801 h 9631263"/>
                <a:gd name="connsiteX480" fmla="*/ 920130 w 9801270"/>
                <a:gd name="connsiteY480" fmla="*/ 1824221 h 9631263"/>
                <a:gd name="connsiteX481" fmla="*/ 957041 w 9801270"/>
                <a:gd name="connsiteY481" fmla="*/ 1824081 h 9631263"/>
                <a:gd name="connsiteX482" fmla="*/ 1022373 w 9801270"/>
                <a:gd name="connsiteY482" fmla="*/ 1815212 h 9631263"/>
                <a:gd name="connsiteX483" fmla="*/ 1285895 w 9801270"/>
                <a:gd name="connsiteY483" fmla="*/ 1739453 h 9631263"/>
                <a:gd name="connsiteX484" fmla="*/ 1567045 w 9801270"/>
                <a:gd name="connsiteY484" fmla="*/ 1644107 h 9631263"/>
                <a:gd name="connsiteX485" fmla="*/ 1527041 w 9801270"/>
                <a:gd name="connsiteY485" fmla="*/ 1397409 h 9631263"/>
                <a:gd name="connsiteX486" fmla="*/ 1739958 w 9801270"/>
                <a:gd name="connsiteY486" fmla="*/ 1368295 h 9631263"/>
                <a:gd name="connsiteX487" fmla="*/ 1740086 w 9801270"/>
                <a:gd name="connsiteY487" fmla="*/ 1368328 h 9631263"/>
                <a:gd name="connsiteX488" fmla="*/ 1510451 w 9801270"/>
                <a:gd name="connsiteY488" fmla="*/ 1186143 h 9631263"/>
                <a:gd name="connsiteX489" fmla="*/ 1737293 w 9801270"/>
                <a:gd name="connsiteY489" fmla="*/ 1206051 h 9631263"/>
                <a:gd name="connsiteX490" fmla="*/ 1578017 w 9801270"/>
                <a:gd name="connsiteY490" fmla="*/ 1307295 h 9631263"/>
                <a:gd name="connsiteX491" fmla="*/ 1578016 w 9801270"/>
                <a:gd name="connsiteY491" fmla="*/ 1307295 h 9631263"/>
                <a:gd name="connsiteX492" fmla="*/ 1578015 w 9801270"/>
                <a:gd name="connsiteY492" fmla="*/ 1307296 h 9631263"/>
                <a:gd name="connsiteX493" fmla="*/ 1439284 w 9801270"/>
                <a:gd name="connsiteY493" fmla="*/ 1286740 h 9631263"/>
                <a:gd name="connsiteX494" fmla="*/ 1419342 w 9801270"/>
                <a:gd name="connsiteY494" fmla="*/ 1271325 h 9631263"/>
                <a:gd name="connsiteX495" fmla="*/ 1491148 w 9801270"/>
                <a:gd name="connsiteY495" fmla="*/ 1202864 h 9631263"/>
                <a:gd name="connsiteX496" fmla="*/ 2116675 w 9801270"/>
                <a:gd name="connsiteY496" fmla="*/ 1158492 h 9631263"/>
                <a:gd name="connsiteX497" fmla="*/ 2582961 w 9801270"/>
                <a:gd name="connsiteY497" fmla="*/ 1159603 h 9631263"/>
                <a:gd name="connsiteX498" fmla="*/ 2608603 w 9801270"/>
                <a:gd name="connsiteY498" fmla="*/ 1167104 h 9631263"/>
                <a:gd name="connsiteX499" fmla="*/ 2609016 w 9801270"/>
                <a:gd name="connsiteY499" fmla="*/ 1167482 h 9631263"/>
                <a:gd name="connsiteX500" fmla="*/ 2609049 w 9801270"/>
                <a:gd name="connsiteY500" fmla="*/ 1167492 h 9631263"/>
                <a:gd name="connsiteX501" fmla="*/ 2627856 w 9801270"/>
                <a:gd name="connsiteY501" fmla="*/ 1184493 h 9631263"/>
                <a:gd name="connsiteX502" fmla="*/ 2826415 w 9801270"/>
                <a:gd name="connsiteY502" fmla="*/ 1365267 h 9631263"/>
                <a:gd name="connsiteX503" fmla="*/ 2883165 w 9801270"/>
                <a:gd name="connsiteY503" fmla="*/ 1389472 h 9631263"/>
                <a:gd name="connsiteX504" fmla="*/ 2911228 w 9801270"/>
                <a:gd name="connsiteY504" fmla="*/ 1401412 h 9631263"/>
                <a:gd name="connsiteX505" fmla="*/ 2989706 w 9801270"/>
                <a:gd name="connsiteY505" fmla="*/ 1437228 h 9631263"/>
                <a:gd name="connsiteX506" fmla="*/ 2989857 w 9801270"/>
                <a:gd name="connsiteY506" fmla="*/ 1437315 h 9631263"/>
                <a:gd name="connsiteX507" fmla="*/ 2990150 w 9801270"/>
                <a:gd name="connsiteY507" fmla="*/ 1437449 h 9631263"/>
                <a:gd name="connsiteX508" fmla="*/ 3466637 w 9801270"/>
                <a:gd name="connsiteY508" fmla="*/ 1794127 h 9631263"/>
                <a:gd name="connsiteX509" fmla="*/ 3468417 w 9801270"/>
                <a:gd name="connsiteY509" fmla="*/ 1853689 h 9631263"/>
                <a:gd name="connsiteX510" fmla="*/ 3254609 w 9801270"/>
                <a:gd name="connsiteY510" fmla="*/ 2127057 h 9631263"/>
                <a:gd name="connsiteX511" fmla="*/ 3179932 w 9801270"/>
                <a:gd name="connsiteY511" fmla="*/ 2149282 h 9631263"/>
                <a:gd name="connsiteX512" fmla="*/ 2948067 w 9801270"/>
                <a:gd name="connsiteY512" fmla="*/ 2082830 h 9631263"/>
                <a:gd name="connsiteX513" fmla="*/ 2703727 w 9801270"/>
                <a:gd name="connsiteY513" fmla="*/ 2009867 h 9631263"/>
                <a:gd name="connsiteX514" fmla="*/ 2703807 w 9801270"/>
                <a:gd name="connsiteY514" fmla="*/ 2009803 h 9631263"/>
                <a:gd name="connsiteX515" fmla="*/ 2703280 w 9801270"/>
                <a:gd name="connsiteY515" fmla="*/ 2009646 h 9631263"/>
                <a:gd name="connsiteX516" fmla="*/ 2865304 w 9801270"/>
                <a:gd name="connsiteY516" fmla="*/ 1879028 h 9631263"/>
                <a:gd name="connsiteX517" fmla="*/ 3026576 w 9801270"/>
                <a:gd name="connsiteY517" fmla="*/ 1749011 h 9631263"/>
                <a:gd name="connsiteX518" fmla="*/ 2814376 w 9801270"/>
                <a:gd name="connsiteY518" fmla="*/ 1598450 h 9631263"/>
                <a:gd name="connsiteX519" fmla="*/ 2744763 w 9801270"/>
                <a:gd name="connsiteY519" fmla="*/ 1551019 h 9631263"/>
                <a:gd name="connsiteX520" fmla="*/ 2672219 w 9801270"/>
                <a:gd name="connsiteY520" fmla="*/ 1511630 h 9631263"/>
                <a:gd name="connsiteX521" fmla="*/ 2415382 w 9801270"/>
                <a:gd name="connsiteY521" fmla="*/ 1481865 h 9631263"/>
                <a:gd name="connsiteX522" fmla="*/ 2241748 w 9801270"/>
                <a:gd name="connsiteY522" fmla="*/ 1453334 h 9631263"/>
                <a:gd name="connsiteX523" fmla="*/ 2241476 w 9801270"/>
                <a:gd name="connsiteY523" fmla="*/ 1453174 h 9631263"/>
                <a:gd name="connsiteX524" fmla="*/ 2241304 w 9801270"/>
                <a:gd name="connsiteY524" fmla="*/ 1453113 h 9631263"/>
                <a:gd name="connsiteX525" fmla="*/ 2090005 w 9801270"/>
                <a:gd name="connsiteY525" fmla="*/ 1362073 h 9631263"/>
                <a:gd name="connsiteX526" fmla="*/ 2075780 w 9801270"/>
                <a:gd name="connsiteY526" fmla="*/ 1253615 h 9631263"/>
                <a:gd name="connsiteX527" fmla="*/ 2116675 w 9801270"/>
                <a:gd name="connsiteY527" fmla="*/ 1158492 h 9631263"/>
                <a:gd name="connsiteX528" fmla="*/ 1892080 w 9801270"/>
                <a:gd name="connsiteY528" fmla="*/ 875761 h 9631263"/>
                <a:gd name="connsiteX529" fmla="*/ 2386935 w 9801270"/>
                <a:gd name="connsiteY529" fmla="*/ 979578 h 9631263"/>
                <a:gd name="connsiteX530" fmla="*/ 2382268 w 9801270"/>
                <a:gd name="connsiteY530" fmla="*/ 1024473 h 9631263"/>
                <a:gd name="connsiteX531" fmla="*/ 2382267 w 9801270"/>
                <a:gd name="connsiteY531" fmla="*/ 1024473 h 9631263"/>
                <a:gd name="connsiteX532" fmla="*/ 2382267 w 9801270"/>
                <a:gd name="connsiteY532" fmla="*/ 1024474 h 9631263"/>
                <a:gd name="connsiteX533" fmla="*/ 1984658 w 9801270"/>
                <a:gd name="connsiteY533" fmla="*/ 1024918 h 9631263"/>
                <a:gd name="connsiteX534" fmla="*/ 1858419 w 9801270"/>
                <a:gd name="connsiteY534" fmla="*/ 908236 h 9631263"/>
                <a:gd name="connsiteX535" fmla="*/ 1863807 w 9801270"/>
                <a:gd name="connsiteY535" fmla="*/ 895866 h 9631263"/>
                <a:gd name="connsiteX536" fmla="*/ 3079015 w 9801270"/>
                <a:gd name="connsiteY536" fmla="*/ 231134 h 9631263"/>
                <a:gd name="connsiteX537" fmla="*/ 3237648 w 9801270"/>
                <a:gd name="connsiteY537" fmla="*/ 251182 h 9631263"/>
                <a:gd name="connsiteX538" fmla="*/ 3294809 w 9801270"/>
                <a:gd name="connsiteY538" fmla="*/ 260641 h 9631263"/>
                <a:gd name="connsiteX539" fmla="*/ 3426189 w 9801270"/>
                <a:gd name="connsiteY539" fmla="*/ 282379 h 9631263"/>
                <a:gd name="connsiteX540" fmla="*/ 2913213 w 9801270"/>
                <a:gd name="connsiteY540" fmla="*/ 598045 h 9631263"/>
                <a:gd name="connsiteX541" fmla="*/ 2763158 w 9801270"/>
                <a:gd name="connsiteY541" fmla="*/ 700385 h 9631263"/>
                <a:gd name="connsiteX542" fmla="*/ 2752986 w 9801270"/>
                <a:gd name="connsiteY542" fmla="*/ 707323 h 9631263"/>
                <a:gd name="connsiteX543" fmla="*/ 2633525 w 9801270"/>
                <a:gd name="connsiteY543" fmla="*/ 776331 h 9631263"/>
                <a:gd name="connsiteX544" fmla="*/ 2510566 w 9801270"/>
                <a:gd name="connsiteY544" fmla="*/ 817058 h 9631263"/>
                <a:gd name="connsiteX545" fmla="*/ 2510231 w 9801270"/>
                <a:gd name="connsiteY545" fmla="*/ 817170 h 9631263"/>
                <a:gd name="connsiteX546" fmla="*/ 2510230 w 9801270"/>
                <a:gd name="connsiteY546" fmla="*/ 817170 h 9631263"/>
                <a:gd name="connsiteX547" fmla="*/ 2462209 w 9801270"/>
                <a:gd name="connsiteY547" fmla="*/ 824077 h 9631263"/>
                <a:gd name="connsiteX548" fmla="*/ 2382186 w 9801270"/>
                <a:gd name="connsiteY548" fmla="*/ 835588 h 9631263"/>
                <a:gd name="connsiteX549" fmla="*/ 2248472 w 9801270"/>
                <a:gd name="connsiteY549" fmla="*/ 837338 h 9631263"/>
                <a:gd name="connsiteX550" fmla="*/ 2144490 w 9801270"/>
                <a:gd name="connsiteY550" fmla="*/ 787801 h 9631263"/>
                <a:gd name="connsiteX551" fmla="*/ 2133439 w 9801270"/>
                <a:gd name="connsiteY551" fmla="*/ 758931 h 9631263"/>
                <a:gd name="connsiteX552" fmla="*/ 2131122 w 9801270"/>
                <a:gd name="connsiteY552" fmla="*/ 752884 h 9631263"/>
                <a:gd name="connsiteX553" fmla="*/ 2142201 w 9801270"/>
                <a:gd name="connsiteY553" fmla="*/ 704074 h 9631263"/>
                <a:gd name="connsiteX554" fmla="*/ 2255592 w 9801270"/>
                <a:gd name="connsiteY554" fmla="*/ 631381 h 9631263"/>
                <a:gd name="connsiteX555" fmla="*/ 2898046 w 9801270"/>
                <a:gd name="connsiteY555" fmla="*/ 302488 h 9631263"/>
                <a:gd name="connsiteX556" fmla="*/ 4840604 w 9801270"/>
                <a:gd name="connsiteY556" fmla="*/ 133249 h 9631263"/>
                <a:gd name="connsiteX557" fmla="*/ 4841029 w 9801270"/>
                <a:gd name="connsiteY557" fmla="*/ 133263 h 9631263"/>
                <a:gd name="connsiteX558" fmla="*/ 4841269 w 9801270"/>
                <a:gd name="connsiteY558" fmla="*/ 133250 h 9631263"/>
                <a:gd name="connsiteX559" fmla="*/ 5572479 w 9801270"/>
                <a:gd name="connsiteY559" fmla="*/ 160143 h 9631263"/>
                <a:gd name="connsiteX560" fmla="*/ 5576898 w 9801270"/>
                <a:gd name="connsiteY560" fmla="*/ 258822 h 9631263"/>
                <a:gd name="connsiteX561" fmla="*/ 5581148 w 9801270"/>
                <a:gd name="connsiteY561" fmla="*/ 352831 h 9631263"/>
                <a:gd name="connsiteX562" fmla="*/ 5608233 w 9801270"/>
                <a:gd name="connsiteY562" fmla="*/ 352742 h 9631263"/>
                <a:gd name="connsiteX563" fmla="*/ 5651929 w 9801270"/>
                <a:gd name="connsiteY563" fmla="*/ 352594 h 9631263"/>
                <a:gd name="connsiteX564" fmla="*/ 5722170 w 9801270"/>
                <a:gd name="connsiteY564" fmla="*/ 336164 h 9631263"/>
                <a:gd name="connsiteX565" fmla="*/ 5931338 w 9801270"/>
                <a:gd name="connsiteY565" fmla="*/ 268733 h 9631263"/>
                <a:gd name="connsiteX566" fmla="*/ 5931660 w 9801270"/>
                <a:gd name="connsiteY566" fmla="*/ 268724 h 9631263"/>
                <a:gd name="connsiteX567" fmla="*/ 5932002 w 9801270"/>
                <a:gd name="connsiteY567" fmla="*/ 268637 h 9631263"/>
                <a:gd name="connsiteX568" fmla="*/ 6149891 w 9801270"/>
                <a:gd name="connsiteY568" fmla="*/ 340166 h 9631263"/>
                <a:gd name="connsiteX569" fmla="*/ 5571368 w 9801270"/>
                <a:gd name="connsiteY569" fmla="*/ 749551 h 9631263"/>
                <a:gd name="connsiteX570" fmla="*/ 5825180 w 9801270"/>
                <a:gd name="connsiteY570" fmla="*/ 798003 h 9631263"/>
                <a:gd name="connsiteX571" fmla="*/ 5874743 w 9801270"/>
                <a:gd name="connsiteY571" fmla="*/ 843785 h 9631263"/>
                <a:gd name="connsiteX572" fmla="*/ 5893635 w 9801270"/>
                <a:gd name="connsiteY572" fmla="*/ 1145602 h 9631263"/>
                <a:gd name="connsiteX573" fmla="*/ 5417348 w 9801270"/>
                <a:gd name="connsiteY573" fmla="*/ 1222500 h 9631263"/>
                <a:gd name="connsiteX574" fmla="*/ 5585372 w 9801270"/>
                <a:gd name="connsiteY574" fmla="*/ 1407634 h 9631263"/>
                <a:gd name="connsiteX575" fmla="*/ 5570257 w 9801270"/>
                <a:gd name="connsiteY575" fmla="*/ 1505424 h 9631263"/>
                <a:gd name="connsiteX576" fmla="*/ 4944395 w 9801270"/>
                <a:gd name="connsiteY576" fmla="*/ 1825242 h 9631263"/>
                <a:gd name="connsiteX577" fmla="*/ 4882830 w 9801270"/>
                <a:gd name="connsiteY577" fmla="*/ 1847913 h 9631263"/>
                <a:gd name="connsiteX578" fmla="*/ 4882374 w 9801270"/>
                <a:gd name="connsiteY578" fmla="*/ 1847868 h 9631263"/>
                <a:gd name="connsiteX579" fmla="*/ 4882164 w 9801270"/>
                <a:gd name="connsiteY579" fmla="*/ 1847911 h 9631263"/>
                <a:gd name="connsiteX580" fmla="*/ 4842868 w 9801270"/>
                <a:gd name="connsiteY580" fmla="*/ 1844046 h 9631263"/>
                <a:gd name="connsiteX581" fmla="*/ 4810102 w 9801270"/>
                <a:gd name="connsiteY581" fmla="*/ 1848513 h 9631263"/>
                <a:gd name="connsiteX582" fmla="*/ 4694805 w 9801270"/>
                <a:gd name="connsiteY582" fmla="*/ 1986375 h 9631263"/>
                <a:gd name="connsiteX583" fmla="*/ 4548341 w 9801270"/>
                <a:gd name="connsiteY583" fmla="*/ 2281301 h 9631263"/>
                <a:gd name="connsiteX584" fmla="*/ 4506169 w 9801270"/>
                <a:gd name="connsiteY584" fmla="*/ 2330251 h 9631263"/>
                <a:gd name="connsiteX585" fmla="*/ 4505774 w 9801270"/>
                <a:gd name="connsiteY585" fmla="*/ 2330231 h 9631263"/>
                <a:gd name="connsiteX586" fmla="*/ 4505502 w 9801270"/>
                <a:gd name="connsiteY586" fmla="*/ 2330417 h 9631263"/>
                <a:gd name="connsiteX587" fmla="*/ 4448994 w 9801270"/>
                <a:gd name="connsiteY587" fmla="*/ 2312858 h 9631263"/>
                <a:gd name="connsiteX588" fmla="*/ 4175179 w 9801270"/>
                <a:gd name="connsiteY588" fmla="*/ 2114166 h 9631263"/>
                <a:gd name="connsiteX589" fmla="*/ 4118282 w 9801270"/>
                <a:gd name="connsiteY589" fmla="*/ 1998153 h 9631263"/>
                <a:gd name="connsiteX590" fmla="*/ 4129394 w 9801270"/>
                <a:gd name="connsiteY590" fmla="*/ 1626327 h 9631263"/>
                <a:gd name="connsiteX591" fmla="*/ 3980485 w 9801270"/>
                <a:gd name="connsiteY591" fmla="*/ 1434302 h 9631263"/>
                <a:gd name="connsiteX592" fmla="*/ 3817130 w 9801270"/>
                <a:gd name="connsiteY592" fmla="*/ 1250946 h 9631263"/>
                <a:gd name="connsiteX593" fmla="*/ 3753122 w 9801270"/>
                <a:gd name="connsiteY593" fmla="*/ 1006027 h 9631263"/>
                <a:gd name="connsiteX594" fmla="*/ 3700458 w 9801270"/>
                <a:gd name="connsiteY594" fmla="*/ 967053 h 9631263"/>
                <a:gd name="connsiteX595" fmla="*/ 3680419 w 9801270"/>
                <a:gd name="connsiteY595" fmla="*/ 964711 h 9631263"/>
                <a:gd name="connsiteX596" fmla="*/ 3585443 w 9801270"/>
                <a:gd name="connsiteY596" fmla="*/ 968975 h 9631263"/>
                <a:gd name="connsiteX597" fmla="*/ 3585238 w 9801270"/>
                <a:gd name="connsiteY597" fmla="*/ 968952 h 9631263"/>
                <a:gd name="connsiteX598" fmla="*/ 3584777 w 9801270"/>
                <a:gd name="connsiteY598" fmla="*/ 968973 h 9631263"/>
                <a:gd name="connsiteX599" fmla="*/ 3029688 w 9801270"/>
                <a:gd name="connsiteY599" fmla="*/ 712879 h 9631263"/>
                <a:gd name="connsiteX600" fmla="*/ 3007909 w 9801270"/>
                <a:gd name="connsiteY600" fmla="*/ 698155 h 9631263"/>
                <a:gd name="connsiteX601" fmla="*/ 2970794 w 9801270"/>
                <a:gd name="connsiteY601" fmla="*/ 674431 h 9631263"/>
                <a:gd name="connsiteX602" fmla="*/ 2970792 w 9801270"/>
                <a:gd name="connsiteY602" fmla="*/ 674431 h 9631263"/>
                <a:gd name="connsiteX603" fmla="*/ 2970793 w 9801270"/>
                <a:gd name="connsiteY603" fmla="*/ 674430 h 9631263"/>
                <a:gd name="connsiteX604" fmla="*/ 2970792 w 9801270"/>
                <a:gd name="connsiteY604" fmla="*/ 674429 h 9631263"/>
                <a:gd name="connsiteX605" fmla="*/ 2970126 w 9801270"/>
                <a:gd name="connsiteY605" fmla="*/ 674429 h 9631263"/>
                <a:gd name="connsiteX606" fmla="*/ 3241718 w 9801270"/>
                <a:gd name="connsiteY606" fmla="*/ 538191 h 9631263"/>
                <a:gd name="connsiteX607" fmla="*/ 3757121 w 9801270"/>
                <a:gd name="connsiteY607" fmla="*/ 296603 h 9631263"/>
                <a:gd name="connsiteX608" fmla="*/ 3898920 w 9801270"/>
                <a:gd name="connsiteY608" fmla="*/ 260821 h 9631263"/>
                <a:gd name="connsiteX609" fmla="*/ 4008435 w 9801270"/>
                <a:gd name="connsiteY609" fmla="*/ 258376 h 9631263"/>
                <a:gd name="connsiteX610" fmla="*/ 4008775 w 9801270"/>
                <a:gd name="connsiteY610" fmla="*/ 258385 h 9631263"/>
                <a:gd name="connsiteX611" fmla="*/ 4009100 w 9801270"/>
                <a:gd name="connsiteY611" fmla="*/ 258378 h 9631263"/>
                <a:gd name="connsiteX612" fmla="*/ 4118949 w 9801270"/>
                <a:gd name="connsiteY612" fmla="*/ 261268 h 9631263"/>
                <a:gd name="connsiteX613" fmla="*/ 4125179 w 9801270"/>
                <a:gd name="connsiteY613" fmla="*/ 261339 h 9631263"/>
                <a:gd name="connsiteX614" fmla="*/ 4255243 w 9801270"/>
                <a:gd name="connsiteY614" fmla="*/ 262714 h 9631263"/>
                <a:gd name="connsiteX615" fmla="*/ 4650577 w 9801270"/>
                <a:gd name="connsiteY615" fmla="*/ 167921 h 9631263"/>
                <a:gd name="connsiteX616" fmla="*/ 4840604 w 9801270"/>
                <a:gd name="connsiteY616" fmla="*/ 133249 h 9631263"/>
                <a:gd name="connsiteX617" fmla="*/ 4212294 w 9801270"/>
                <a:gd name="connsiteY617" fmla="*/ 126139 h 9631263"/>
                <a:gd name="connsiteX618" fmla="*/ 4212294 w 9801270"/>
                <a:gd name="connsiteY618" fmla="*/ 126363 h 9631263"/>
                <a:gd name="connsiteX619" fmla="*/ 4212282 w 9801270"/>
                <a:gd name="connsiteY619" fmla="*/ 126140 h 9631263"/>
                <a:gd name="connsiteX620" fmla="*/ 4212296 w 9801270"/>
                <a:gd name="connsiteY620" fmla="*/ 125915 h 9631263"/>
                <a:gd name="connsiteX621" fmla="*/ 4212296 w 9801270"/>
                <a:gd name="connsiteY621" fmla="*/ 126138 h 9631263"/>
                <a:gd name="connsiteX622" fmla="*/ 4212284 w 9801270"/>
                <a:gd name="connsiteY622" fmla="*/ 125916 h 9631263"/>
                <a:gd name="connsiteX623" fmla="*/ 3903294 w 9801270"/>
                <a:gd name="connsiteY623" fmla="*/ 0 h 9631263"/>
                <a:gd name="connsiteX624" fmla="*/ 4114282 w 9801270"/>
                <a:gd name="connsiteY624" fmla="*/ 9680 h 9631263"/>
                <a:gd name="connsiteX625" fmla="*/ 4150937 w 9801270"/>
                <a:gd name="connsiteY625" fmla="*/ 14364 h 9631263"/>
                <a:gd name="connsiteX626" fmla="*/ 4157374 w 9801270"/>
                <a:gd name="connsiteY626" fmla="*/ 17193 h 9631263"/>
                <a:gd name="connsiteX627" fmla="*/ 4161070 w 9801270"/>
                <a:gd name="connsiteY627" fmla="*/ 17818 h 9631263"/>
                <a:gd name="connsiteX628" fmla="*/ 4165136 w 9801270"/>
                <a:gd name="connsiteY628" fmla="*/ 20604 h 9631263"/>
                <a:gd name="connsiteX629" fmla="*/ 4178834 w 9801270"/>
                <a:gd name="connsiteY629" fmla="*/ 26623 h 9631263"/>
                <a:gd name="connsiteX630" fmla="*/ 4188407 w 9801270"/>
                <a:gd name="connsiteY630" fmla="*/ 36546 h 9631263"/>
                <a:gd name="connsiteX631" fmla="*/ 4192542 w 9801270"/>
                <a:gd name="connsiteY631" fmla="*/ 39380 h 9631263"/>
                <a:gd name="connsiteX632" fmla="*/ 4193868 w 9801270"/>
                <a:gd name="connsiteY632" fmla="*/ 42208 h 9631263"/>
                <a:gd name="connsiteX633" fmla="*/ 4198263 w 9801270"/>
                <a:gd name="connsiteY633" fmla="*/ 46763 h 9631263"/>
                <a:gd name="connsiteX634" fmla="*/ 4209514 w 9801270"/>
                <a:gd name="connsiteY634" fmla="*/ 75093 h 9631263"/>
                <a:gd name="connsiteX635" fmla="*/ 4212284 w 9801270"/>
                <a:gd name="connsiteY635" fmla="*/ 125916 h 9631263"/>
                <a:gd name="connsiteX636" fmla="*/ 4212269 w 9801270"/>
                <a:gd name="connsiteY636" fmla="*/ 125918 h 9631263"/>
                <a:gd name="connsiteX637" fmla="*/ 4212282 w 9801270"/>
                <a:gd name="connsiteY637" fmla="*/ 126140 h 9631263"/>
                <a:gd name="connsiteX638" fmla="*/ 3846911 w 9801270"/>
                <a:gd name="connsiteY638" fmla="*/ 164145 h 9631263"/>
                <a:gd name="connsiteX639" fmla="*/ 3760009 w 9801270"/>
                <a:gd name="connsiteY639" fmla="*/ 59243 h 9631263"/>
                <a:gd name="connsiteX640" fmla="*/ 3759260 w 9801270"/>
                <a:gd name="connsiteY640" fmla="*/ 35732 h 9631263"/>
                <a:gd name="connsiteX641" fmla="*/ 3760660 w 9801270"/>
                <a:gd name="connsiteY641" fmla="*/ 30285 h 9631263"/>
                <a:gd name="connsiteX642" fmla="*/ 3760686 w 9801270"/>
                <a:gd name="connsiteY642" fmla="*/ 29128 h 9631263"/>
                <a:gd name="connsiteX643" fmla="*/ 3830787 w 9801270"/>
                <a:gd name="connsiteY643" fmla="*/ 12949 h 963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</a:cxnLst>
              <a:rect l="l" t="t" r="r" b="b"/>
              <a:pathLst>
                <a:path w="9801270" h="9631263">
                  <a:moveTo>
                    <a:pt x="3144603" y="5442822"/>
                  </a:moveTo>
                  <a:cubicBezTo>
                    <a:pt x="3157880" y="5443646"/>
                    <a:pt x="3171374" y="5445808"/>
                    <a:pt x="3185084" y="5449309"/>
                  </a:cubicBezTo>
                  <a:lnTo>
                    <a:pt x="3199011" y="5454148"/>
                  </a:lnTo>
                  <a:lnTo>
                    <a:pt x="3205810" y="5455563"/>
                  </a:lnTo>
                  <a:lnTo>
                    <a:pt x="3212934" y="5458985"/>
                  </a:lnTo>
                  <a:lnTo>
                    <a:pt x="3226865" y="5463826"/>
                  </a:lnTo>
                  <a:cubicBezTo>
                    <a:pt x="3241008" y="5470003"/>
                    <a:pt x="3255368" y="5477518"/>
                    <a:pt x="3269945" y="5486372"/>
                  </a:cubicBezTo>
                  <a:cubicBezTo>
                    <a:pt x="3216383" y="5555159"/>
                    <a:pt x="3174210" y="5592052"/>
                    <a:pt x="3127982" y="5598858"/>
                  </a:cubicBezTo>
                  <a:lnTo>
                    <a:pt x="3127902" y="5598857"/>
                  </a:lnTo>
                  <a:lnTo>
                    <a:pt x="3127897" y="5598859"/>
                  </a:lnTo>
                  <a:cubicBezTo>
                    <a:pt x="3081696" y="5605665"/>
                    <a:pt x="3031467" y="5582385"/>
                    <a:pt x="2961680" y="5530822"/>
                  </a:cubicBezTo>
                  <a:lnTo>
                    <a:pt x="2961707" y="5530796"/>
                  </a:lnTo>
                  <a:lnTo>
                    <a:pt x="2995669" y="5497165"/>
                  </a:lnTo>
                  <a:lnTo>
                    <a:pt x="3000707" y="5493505"/>
                  </a:lnTo>
                  <a:lnTo>
                    <a:pt x="3004367" y="5490006"/>
                  </a:lnTo>
                  <a:lnTo>
                    <a:pt x="3013310" y="5484351"/>
                  </a:lnTo>
                  <a:lnTo>
                    <a:pt x="3030954" y="5471536"/>
                  </a:lnTo>
                  <a:lnTo>
                    <a:pt x="3041931" y="5466255"/>
                  </a:lnTo>
                  <a:lnTo>
                    <a:pt x="3049082" y="5461733"/>
                  </a:lnTo>
                  <a:lnTo>
                    <a:pt x="3056558" y="5459218"/>
                  </a:lnTo>
                  <a:lnTo>
                    <a:pt x="3067538" y="5453935"/>
                  </a:lnTo>
                  <a:lnTo>
                    <a:pt x="3086483" y="5449149"/>
                  </a:lnTo>
                  <a:lnTo>
                    <a:pt x="3095827" y="5446005"/>
                  </a:lnTo>
                  <a:lnTo>
                    <a:pt x="3100006" y="5445732"/>
                  </a:lnTo>
                  <a:lnTo>
                    <a:pt x="3105421" y="5444364"/>
                  </a:lnTo>
                  <a:cubicBezTo>
                    <a:pt x="3118265" y="5442512"/>
                    <a:pt x="3131326" y="5441998"/>
                    <a:pt x="3144603" y="5442822"/>
                  </a:cubicBezTo>
                  <a:close/>
                  <a:moveTo>
                    <a:pt x="2517480" y="5167389"/>
                  </a:moveTo>
                  <a:cubicBezTo>
                    <a:pt x="2568459" y="5166667"/>
                    <a:pt x="2621078" y="5185447"/>
                    <a:pt x="2674752" y="5213451"/>
                  </a:cubicBezTo>
                  <a:cubicBezTo>
                    <a:pt x="2768097" y="5262124"/>
                    <a:pt x="2862554" y="5308352"/>
                    <a:pt x="2965012" y="5359914"/>
                  </a:cubicBezTo>
                  <a:lnTo>
                    <a:pt x="2964792" y="5360135"/>
                  </a:lnTo>
                  <a:lnTo>
                    <a:pt x="2964789" y="5360139"/>
                  </a:lnTo>
                  <a:lnTo>
                    <a:pt x="2942730" y="5392955"/>
                  </a:lnTo>
                  <a:lnTo>
                    <a:pt x="2923009" y="5422392"/>
                  </a:lnTo>
                  <a:lnTo>
                    <a:pt x="2893915" y="5460109"/>
                  </a:lnTo>
                  <a:lnTo>
                    <a:pt x="2878334" y="5480373"/>
                  </a:lnTo>
                  <a:lnTo>
                    <a:pt x="2878258" y="5480405"/>
                  </a:lnTo>
                  <a:lnTo>
                    <a:pt x="2878112" y="5480594"/>
                  </a:lnTo>
                  <a:cubicBezTo>
                    <a:pt x="2866334" y="5493485"/>
                    <a:pt x="2832330" y="5497485"/>
                    <a:pt x="2813659" y="5490817"/>
                  </a:cubicBezTo>
                  <a:cubicBezTo>
                    <a:pt x="2722536" y="5458147"/>
                    <a:pt x="2634746" y="5416141"/>
                    <a:pt x="2542734" y="5386582"/>
                  </a:cubicBezTo>
                  <a:cubicBezTo>
                    <a:pt x="2495172" y="5371024"/>
                    <a:pt x="2440498" y="5378359"/>
                    <a:pt x="2390490" y="5367913"/>
                  </a:cubicBezTo>
                  <a:cubicBezTo>
                    <a:pt x="2358488" y="5361246"/>
                    <a:pt x="2329372" y="5341021"/>
                    <a:pt x="2298924" y="5327019"/>
                  </a:cubicBezTo>
                  <a:cubicBezTo>
                    <a:pt x="2314036" y="5301460"/>
                    <a:pt x="2328038" y="5275236"/>
                    <a:pt x="2344706" y="5250787"/>
                  </a:cubicBezTo>
                  <a:lnTo>
                    <a:pt x="2344836" y="5250720"/>
                  </a:lnTo>
                  <a:lnTo>
                    <a:pt x="2344928" y="5250566"/>
                  </a:lnTo>
                  <a:cubicBezTo>
                    <a:pt x="2349374" y="5243899"/>
                    <a:pt x="2364042" y="5244788"/>
                    <a:pt x="2370042" y="5238343"/>
                  </a:cubicBezTo>
                  <a:cubicBezTo>
                    <a:pt x="2417160" y="5188337"/>
                    <a:pt x="2466501" y="5168112"/>
                    <a:pt x="2517480" y="5167389"/>
                  </a:cubicBezTo>
                  <a:close/>
                  <a:moveTo>
                    <a:pt x="4063163" y="3396107"/>
                  </a:moveTo>
                  <a:lnTo>
                    <a:pt x="4063185" y="3396136"/>
                  </a:lnTo>
                  <a:lnTo>
                    <a:pt x="4063385" y="3396108"/>
                  </a:lnTo>
                  <a:cubicBezTo>
                    <a:pt x="4088834" y="3425889"/>
                    <a:pt x="4111726" y="3457838"/>
                    <a:pt x="4135090" y="3492564"/>
                  </a:cubicBezTo>
                  <a:lnTo>
                    <a:pt x="4209627" y="3605690"/>
                  </a:lnTo>
                  <a:lnTo>
                    <a:pt x="4209851" y="3605690"/>
                  </a:lnTo>
                  <a:cubicBezTo>
                    <a:pt x="4125616" y="3612357"/>
                    <a:pt x="4072722" y="3613690"/>
                    <a:pt x="4020714" y="3621248"/>
                  </a:cubicBezTo>
                  <a:lnTo>
                    <a:pt x="4020530" y="3621244"/>
                  </a:lnTo>
                  <a:lnTo>
                    <a:pt x="4020491" y="3621248"/>
                  </a:lnTo>
                  <a:lnTo>
                    <a:pt x="4014045" y="3621092"/>
                  </a:lnTo>
                  <a:lnTo>
                    <a:pt x="3978590" y="3620262"/>
                  </a:lnTo>
                  <a:lnTo>
                    <a:pt x="3978532" y="3620234"/>
                  </a:lnTo>
                  <a:lnTo>
                    <a:pt x="3978367" y="3620230"/>
                  </a:lnTo>
                  <a:cubicBezTo>
                    <a:pt x="3941466" y="3611677"/>
                    <a:pt x="3920255" y="3581965"/>
                    <a:pt x="3914921" y="3544126"/>
                  </a:cubicBezTo>
                  <a:cubicBezTo>
                    <a:pt x="3910919" y="3515234"/>
                    <a:pt x="3936257" y="3474340"/>
                    <a:pt x="3960482" y="3451670"/>
                  </a:cubicBezTo>
                  <a:cubicBezTo>
                    <a:pt x="3982152" y="3431501"/>
                    <a:pt x="4025699" y="3406581"/>
                    <a:pt x="4048651" y="3398195"/>
                  </a:cubicBezTo>
                  <a:lnTo>
                    <a:pt x="4048817" y="3398171"/>
                  </a:lnTo>
                  <a:lnTo>
                    <a:pt x="4048967" y="3398101"/>
                  </a:lnTo>
                  <a:lnTo>
                    <a:pt x="4057514" y="3396920"/>
                  </a:lnTo>
                  <a:close/>
                  <a:moveTo>
                    <a:pt x="6606994" y="3184901"/>
                  </a:moveTo>
                  <a:cubicBezTo>
                    <a:pt x="6625144" y="3183026"/>
                    <a:pt x="6644790" y="3183432"/>
                    <a:pt x="6665726" y="3186002"/>
                  </a:cubicBezTo>
                  <a:lnTo>
                    <a:pt x="6730373" y="3199697"/>
                  </a:lnTo>
                  <a:lnTo>
                    <a:pt x="6732196" y="3200083"/>
                  </a:lnTo>
                  <a:lnTo>
                    <a:pt x="6732261" y="3200904"/>
                  </a:lnTo>
                  <a:lnTo>
                    <a:pt x="6737413" y="3265163"/>
                  </a:lnTo>
                  <a:cubicBezTo>
                    <a:pt x="6728858" y="3379105"/>
                    <a:pt x="6613834" y="3402597"/>
                    <a:pt x="6526891" y="3459031"/>
                  </a:cubicBezTo>
                  <a:lnTo>
                    <a:pt x="6486821" y="3490224"/>
                  </a:lnTo>
                  <a:lnTo>
                    <a:pt x="6486385" y="3490563"/>
                  </a:lnTo>
                  <a:lnTo>
                    <a:pt x="6486383" y="3490564"/>
                  </a:lnTo>
                  <a:cubicBezTo>
                    <a:pt x="6480966" y="3465436"/>
                    <a:pt x="6477086" y="3441990"/>
                    <a:pt x="6474656" y="3420176"/>
                  </a:cubicBezTo>
                  <a:lnTo>
                    <a:pt x="6474015" y="3407329"/>
                  </a:lnTo>
                  <a:lnTo>
                    <a:pt x="6472772" y="3398966"/>
                  </a:lnTo>
                  <a:lnTo>
                    <a:pt x="6473011" y="3387218"/>
                  </a:lnTo>
                  <a:lnTo>
                    <a:pt x="6471632" y="3359579"/>
                  </a:lnTo>
                  <a:lnTo>
                    <a:pt x="6474064" y="3335462"/>
                  </a:lnTo>
                  <a:lnTo>
                    <a:pt x="6474286" y="3324567"/>
                  </a:lnTo>
                  <a:lnTo>
                    <a:pt x="6475699" y="3319259"/>
                  </a:lnTo>
                  <a:lnTo>
                    <a:pt x="6476786" y="3308476"/>
                  </a:lnTo>
                  <a:cubicBezTo>
                    <a:pt x="6482834" y="3277505"/>
                    <a:pt x="6493987" y="3252664"/>
                    <a:pt x="6509549" y="3233554"/>
                  </a:cubicBezTo>
                  <a:lnTo>
                    <a:pt x="6515309" y="3228260"/>
                  </a:lnTo>
                  <a:lnTo>
                    <a:pt x="6517778" y="3224558"/>
                  </a:lnTo>
                  <a:lnTo>
                    <a:pt x="6523856" y="3220403"/>
                  </a:lnTo>
                  <a:lnTo>
                    <a:pt x="6536112" y="3209138"/>
                  </a:lnTo>
                  <a:lnTo>
                    <a:pt x="6551323" y="3201631"/>
                  </a:lnTo>
                  <a:lnTo>
                    <a:pt x="6557297" y="3197547"/>
                  </a:lnTo>
                  <a:lnTo>
                    <a:pt x="6562026" y="3196348"/>
                  </a:lnTo>
                  <a:lnTo>
                    <a:pt x="6568768" y="3193020"/>
                  </a:lnTo>
                  <a:cubicBezTo>
                    <a:pt x="6580611" y="3188997"/>
                    <a:pt x="6593382" y="3186307"/>
                    <a:pt x="6606994" y="3184901"/>
                  </a:cubicBezTo>
                  <a:close/>
                  <a:moveTo>
                    <a:pt x="6773532" y="2864722"/>
                  </a:moveTo>
                  <a:lnTo>
                    <a:pt x="6773750" y="2864736"/>
                  </a:lnTo>
                  <a:lnTo>
                    <a:pt x="6773753" y="2864723"/>
                  </a:lnTo>
                  <a:lnTo>
                    <a:pt x="6845251" y="2869443"/>
                  </a:lnTo>
                  <a:lnTo>
                    <a:pt x="6847917" y="2870477"/>
                  </a:lnTo>
                  <a:lnTo>
                    <a:pt x="6889472" y="2884607"/>
                  </a:lnTo>
                  <a:lnTo>
                    <a:pt x="6896275" y="2889247"/>
                  </a:lnTo>
                  <a:lnTo>
                    <a:pt x="6903051" y="2891877"/>
                  </a:lnTo>
                  <a:lnTo>
                    <a:pt x="6911612" y="2899706"/>
                  </a:lnTo>
                  <a:lnTo>
                    <a:pt x="6926307" y="2909728"/>
                  </a:lnTo>
                  <a:lnTo>
                    <a:pt x="6938005" y="2923844"/>
                  </a:lnTo>
                  <a:lnTo>
                    <a:pt x="6946932" y="2932008"/>
                  </a:lnTo>
                  <a:lnTo>
                    <a:pt x="6950538" y="2938968"/>
                  </a:lnTo>
                  <a:lnTo>
                    <a:pt x="6955374" y="2944804"/>
                  </a:lnTo>
                  <a:lnTo>
                    <a:pt x="6974372" y="2984969"/>
                  </a:lnTo>
                  <a:lnTo>
                    <a:pt x="6976894" y="2989837"/>
                  </a:lnTo>
                  <a:cubicBezTo>
                    <a:pt x="7016010" y="3102072"/>
                    <a:pt x="7072463" y="3211642"/>
                    <a:pt x="7088465" y="3326990"/>
                  </a:cubicBezTo>
                  <a:cubicBezTo>
                    <a:pt x="7095799" y="3380329"/>
                    <a:pt x="7033346" y="3452338"/>
                    <a:pt x="6986672" y="3500789"/>
                  </a:cubicBezTo>
                  <a:cubicBezTo>
                    <a:pt x="6960002" y="3528347"/>
                    <a:pt x="6901994" y="3528347"/>
                    <a:pt x="6857321" y="3533016"/>
                  </a:cubicBezTo>
                  <a:lnTo>
                    <a:pt x="6857286" y="3532995"/>
                  </a:lnTo>
                  <a:lnTo>
                    <a:pt x="6857101" y="3533014"/>
                  </a:lnTo>
                  <a:cubicBezTo>
                    <a:pt x="6848433" y="3534125"/>
                    <a:pt x="6828208" y="3501009"/>
                    <a:pt x="6826208" y="3482119"/>
                  </a:cubicBezTo>
                  <a:cubicBezTo>
                    <a:pt x="6805094" y="3290983"/>
                    <a:pt x="6786425" y="3099626"/>
                    <a:pt x="6767756" y="2908268"/>
                  </a:cubicBezTo>
                  <a:cubicBezTo>
                    <a:pt x="6767200" y="2902268"/>
                    <a:pt x="6767978" y="2896100"/>
                    <a:pt x="6769228" y="2889072"/>
                  </a:cubicBezTo>
                  <a:close/>
                  <a:moveTo>
                    <a:pt x="6773534" y="2864709"/>
                  </a:moveTo>
                  <a:lnTo>
                    <a:pt x="6773755" y="2864709"/>
                  </a:lnTo>
                  <a:lnTo>
                    <a:pt x="6773753" y="2864723"/>
                  </a:lnTo>
                  <a:close/>
                  <a:moveTo>
                    <a:pt x="6773312" y="2864707"/>
                  </a:moveTo>
                  <a:lnTo>
                    <a:pt x="6773534" y="2864707"/>
                  </a:lnTo>
                  <a:lnTo>
                    <a:pt x="6773534" y="2864709"/>
                  </a:lnTo>
                  <a:lnTo>
                    <a:pt x="6773532" y="2864722"/>
                  </a:lnTo>
                  <a:close/>
                  <a:moveTo>
                    <a:pt x="2334383" y="2019166"/>
                  </a:moveTo>
                  <a:cubicBezTo>
                    <a:pt x="2365974" y="2019586"/>
                    <a:pt x="2408438" y="2022100"/>
                    <a:pt x="2465390" y="2021489"/>
                  </a:cubicBezTo>
                  <a:cubicBezTo>
                    <a:pt x="2475169" y="2021378"/>
                    <a:pt x="2488727" y="2029657"/>
                    <a:pt x="2500145" y="2040547"/>
                  </a:cubicBezTo>
                  <a:lnTo>
                    <a:pt x="2521571" y="2074492"/>
                  </a:lnTo>
                  <a:lnTo>
                    <a:pt x="2522065" y="2075273"/>
                  </a:lnTo>
                  <a:cubicBezTo>
                    <a:pt x="2525732" y="2107611"/>
                    <a:pt x="2526399" y="2140337"/>
                    <a:pt x="2526149" y="2174286"/>
                  </a:cubicBezTo>
                  <a:lnTo>
                    <a:pt x="2526147" y="2174435"/>
                  </a:lnTo>
                  <a:lnTo>
                    <a:pt x="2526148" y="2174453"/>
                  </a:lnTo>
                  <a:lnTo>
                    <a:pt x="2525510" y="2222258"/>
                  </a:lnTo>
                  <a:lnTo>
                    <a:pt x="2524732" y="2280632"/>
                  </a:lnTo>
                  <a:lnTo>
                    <a:pt x="2524731" y="2280632"/>
                  </a:lnTo>
                  <a:lnTo>
                    <a:pt x="2524731" y="2280634"/>
                  </a:lnTo>
                  <a:lnTo>
                    <a:pt x="2246026" y="2280634"/>
                  </a:lnTo>
                  <a:lnTo>
                    <a:pt x="2246026" y="2280632"/>
                  </a:lnTo>
                  <a:lnTo>
                    <a:pt x="2246025" y="2280632"/>
                  </a:lnTo>
                  <a:cubicBezTo>
                    <a:pt x="2246025" y="2255518"/>
                    <a:pt x="2246471" y="2234182"/>
                    <a:pt x="2246025" y="2212847"/>
                  </a:cubicBezTo>
                  <a:lnTo>
                    <a:pt x="2246018" y="2212373"/>
                  </a:lnTo>
                  <a:lnTo>
                    <a:pt x="2244979" y="2153552"/>
                  </a:lnTo>
                  <a:lnTo>
                    <a:pt x="2244995" y="2147239"/>
                  </a:lnTo>
                  <a:lnTo>
                    <a:pt x="2244832" y="2136840"/>
                  </a:lnTo>
                  <a:lnTo>
                    <a:pt x="2245041" y="2129697"/>
                  </a:lnTo>
                  <a:lnTo>
                    <a:pt x="2245098" y="2107585"/>
                  </a:lnTo>
                  <a:lnTo>
                    <a:pt x="2246102" y="2093422"/>
                  </a:lnTo>
                  <a:lnTo>
                    <a:pt x="2246391" y="2083560"/>
                  </a:lnTo>
                  <a:lnTo>
                    <a:pt x="2247020" y="2080470"/>
                  </a:lnTo>
                  <a:lnTo>
                    <a:pt x="2247529" y="2073293"/>
                  </a:lnTo>
                  <a:cubicBezTo>
                    <a:pt x="2250174" y="2053957"/>
                    <a:pt x="2255122" y="2041303"/>
                    <a:pt x="2263899" y="2033130"/>
                  </a:cubicBezTo>
                  <a:lnTo>
                    <a:pt x="2267266" y="2031227"/>
                  </a:lnTo>
                  <a:lnTo>
                    <a:pt x="2268613" y="2029490"/>
                  </a:lnTo>
                  <a:lnTo>
                    <a:pt x="2272773" y="2028113"/>
                  </a:lnTo>
                  <a:lnTo>
                    <a:pt x="2280126" y="2023956"/>
                  </a:lnTo>
                  <a:lnTo>
                    <a:pt x="2287227" y="2023329"/>
                  </a:lnTo>
                  <a:lnTo>
                    <a:pt x="2294699" y="2020856"/>
                  </a:lnTo>
                  <a:lnTo>
                    <a:pt x="2332437" y="2019338"/>
                  </a:lnTo>
                  <a:close/>
                  <a:moveTo>
                    <a:pt x="2703201" y="2009710"/>
                  </a:moveTo>
                  <a:lnTo>
                    <a:pt x="2703727" y="2009867"/>
                  </a:lnTo>
                  <a:lnTo>
                    <a:pt x="2703645" y="2009933"/>
                  </a:lnTo>
                  <a:close/>
                  <a:moveTo>
                    <a:pt x="2702755" y="2009489"/>
                  </a:moveTo>
                  <a:lnTo>
                    <a:pt x="2703280" y="2009646"/>
                  </a:lnTo>
                  <a:lnTo>
                    <a:pt x="2703201" y="2009710"/>
                  </a:lnTo>
                  <a:lnTo>
                    <a:pt x="2703200" y="2009710"/>
                  </a:lnTo>
                  <a:close/>
                  <a:moveTo>
                    <a:pt x="8609142" y="1653957"/>
                  </a:moveTo>
                  <a:lnTo>
                    <a:pt x="8666581" y="1720267"/>
                  </a:lnTo>
                  <a:cubicBezTo>
                    <a:pt x="9375445" y="2579211"/>
                    <a:pt x="9801270" y="3680398"/>
                    <a:pt x="9801270" y="4881042"/>
                  </a:cubicBezTo>
                  <a:cubicBezTo>
                    <a:pt x="9801270" y="5224084"/>
                    <a:pt x="9766508" y="5559005"/>
                    <a:pt x="9700316" y="5882478"/>
                  </a:cubicBezTo>
                  <a:lnTo>
                    <a:pt x="9644568" y="6099293"/>
                  </a:lnTo>
                  <a:lnTo>
                    <a:pt x="9640258" y="6099534"/>
                  </a:lnTo>
                  <a:cubicBezTo>
                    <a:pt x="9619256" y="6093893"/>
                    <a:pt x="9602586" y="6074113"/>
                    <a:pt x="9584584" y="6038887"/>
                  </a:cubicBezTo>
                  <a:cubicBezTo>
                    <a:pt x="9421007" y="5718401"/>
                    <a:pt x="9254540" y="5399473"/>
                    <a:pt x="9085851" y="5081878"/>
                  </a:cubicBezTo>
                  <a:cubicBezTo>
                    <a:pt x="9071847" y="5055873"/>
                    <a:pt x="9032732" y="5043206"/>
                    <a:pt x="9005394" y="5024314"/>
                  </a:cubicBezTo>
                  <a:lnTo>
                    <a:pt x="8980471" y="5048143"/>
                  </a:lnTo>
                  <a:lnTo>
                    <a:pt x="9057400" y="5244787"/>
                  </a:lnTo>
                  <a:cubicBezTo>
                    <a:pt x="9199643" y="5547937"/>
                    <a:pt x="9341663" y="5851085"/>
                    <a:pt x="9490349" y="6150903"/>
                  </a:cubicBezTo>
                  <a:cubicBezTo>
                    <a:pt x="9508128" y="6186907"/>
                    <a:pt x="9563026" y="6220466"/>
                    <a:pt x="9604364" y="6226023"/>
                  </a:cubicBezTo>
                  <a:lnTo>
                    <a:pt x="9611894" y="6226365"/>
                  </a:lnTo>
                  <a:lnTo>
                    <a:pt x="9577872" y="6358685"/>
                  </a:lnTo>
                  <a:cubicBezTo>
                    <a:pt x="9287500" y="7292258"/>
                    <a:pt x="8729236" y="8107803"/>
                    <a:pt x="7992998" y="8715400"/>
                  </a:cubicBezTo>
                  <a:lnTo>
                    <a:pt x="7973737" y="8730537"/>
                  </a:lnTo>
                  <a:lnTo>
                    <a:pt x="7893521" y="8598518"/>
                  </a:lnTo>
                  <a:cubicBezTo>
                    <a:pt x="7825012" y="8484420"/>
                    <a:pt x="7756225" y="8370517"/>
                    <a:pt x="7684548" y="8258503"/>
                  </a:cubicBezTo>
                  <a:cubicBezTo>
                    <a:pt x="7595646" y="8119595"/>
                    <a:pt x="7639653" y="7975577"/>
                    <a:pt x="7647209" y="7833115"/>
                  </a:cubicBezTo>
                  <a:lnTo>
                    <a:pt x="7667068" y="7574629"/>
                  </a:lnTo>
                  <a:lnTo>
                    <a:pt x="7668795" y="7551968"/>
                  </a:lnTo>
                  <a:lnTo>
                    <a:pt x="7671151" y="7523097"/>
                  </a:lnTo>
                  <a:lnTo>
                    <a:pt x="7691437" y="7272600"/>
                  </a:lnTo>
                  <a:cubicBezTo>
                    <a:pt x="7694104" y="7231037"/>
                    <a:pt x="7682325" y="7183031"/>
                    <a:pt x="7662321" y="7146139"/>
                  </a:cubicBezTo>
                  <a:cubicBezTo>
                    <a:pt x="7556975" y="6953004"/>
                    <a:pt x="7444737" y="6763647"/>
                    <a:pt x="7340056" y="6570287"/>
                  </a:cubicBezTo>
                  <a:cubicBezTo>
                    <a:pt x="7310940" y="6516725"/>
                    <a:pt x="7275381" y="6500945"/>
                    <a:pt x="7218706" y="6501167"/>
                  </a:cubicBezTo>
                  <a:cubicBezTo>
                    <a:pt x="7056462" y="6501835"/>
                    <a:pt x="6893995" y="6492057"/>
                    <a:pt x="6732195" y="6498501"/>
                  </a:cubicBezTo>
                  <a:cubicBezTo>
                    <a:pt x="6615291" y="6503169"/>
                    <a:pt x="6512166" y="6483165"/>
                    <a:pt x="6412597" y="6419601"/>
                  </a:cubicBezTo>
                  <a:cubicBezTo>
                    <a:pt x="6288578" y="6340258"/>
                    <a:pt x="6157228" y="6272694"/>
                    <a:pt x="6032766" y="6193796"/>
                  </a:cubicBezTo>
                  <a:cubicBezTo>
                    <a:pt x="6006984" y="6177349"/>
                    <a:pt x="5985205" y="6135121"/>
                    <a:pt x="5983427" y="6103561"/>
                  </a:cubicBezTo>
                  <a:cubicBezTo>
                    <a:pt x="5977203" y="5998882"/>
                    <a:pt x="5989650" y="5893092"/>
                    <a:pt x="5978981" y="5789300"/>
                  </a:cubicBezTo>
                  <a:cubicBezTo>
                    <a:pt x="5971869" y="5720847"/>
                    <a:pt x="5978481" y="5657673"/>
                    <a:pt x="5995817" y="5597582"/>
                  </a:cubicBezTo>
                  <a:lnTo>
                    <a:pt x="5995892" y="5597386"/>
                  </a:lnTo>
                  <a:lnTo>
                    <a:pt x="5996039" y="5596609"/>
                  </a:lnTo>
                  <a:cubicBezTo>
                    <a:pt x="6013375" y="5536491"/>
                    <a:pt x="6041434" y="5479484"/>
                    <a:pt x="6077216" y="5423477"/>
                  </a:cubicBezTo>
                  <a:cubicBezTo>
                    <a:pt x="6173008" y="5273236"/>
                    <a:pt x="6274355" y="5125439"/>
                    <a:pt x="6354809" y="4967197"/>
                  </a:cubicBezTo>
                  <a:cubicBezTo>
                    <a:pt x="6420373" y="4838291"/>
                    <a:pt x="6541723" y="4798732"/>
                    <a:pt x="6650850" y="4736501"/>
                  </a:cubicBezTo>
                  <a:cubicBezTo>
                    <a:pt x="6767754" y="4670048"/>
                    <a:pt x="6887770" y="4608707"/>
                    <a:pt x="7007565" y="4547143"/>
                  </a:cubicBezTo>
                  <a:cubicBezTo>
                    <a:pt x="7038014" y="4531585"/>
                    <a:pt x="7073129" y="4513362"/>
                    <a:pt x="7105580" y="4514473"/>
                  </a:cubicBezTo>
                  <a:cubicBezTo>
                    <a:pt x="7288715" y="4520251"/>
                    <a:pt x="7471851" y="4531809"/>
                    <a:pt x="7661432" y="4541587"/>
                  </a:cubicBezTo>
                  <a:cubicBezTo>
                    <a:pt x="7654320" y="4597149"/>
                    <a:pt x="7649431" y="4644045"/>
                    <a:pt x="7641875" y="4690273"/>
                  </a:cubicBezTo>
                  <a:cubicBezTo>
                    <a:pt x="7632540" y="4746502"/>
                    <a:pt x="7651654" y="4774505"/>
                    <a:pt x="7711884" y="4772951"/>
                  </a:cubicBezTo>
                  <a:cubicBezTo>
                    <a:pt x="7823010" y="4770060"/>
                    <a:pt x="7944360" y="4797841"/>
                    <a:pt x="8043707" y="4762504"/>
                  </a:cubicBezTo>
                  <a:cubicBezTo>
                    <a:pt x="8365973" y="4648045"/>
                    <a:pt x="8694018" y="4737168"/>
                    <a:pt x="9017172" y="4708720"/>
                  </a:cubicBezTo>
                  <a:cubicBezTo>
                    <a:pt x="9026287" y="4707830"/>
                    <a:pt x="9035398" y="4705163"/>
                    <a:pt x="9043399" y="4703385"/>
                  </a:cubicBezTo>
                  <a:lnTo>
                    <a:pt x="9053886" y="4687001"/>
                  </a:lnTo>
                  <a:lnTo>
                    <a:pt x="9057847" y="4626668"/>
                  </a:lnTo>
                  <a:cubicBezTo>
                    <a:pt x="9064072" y="4502873"/>
                    <a:pt x="9043093" y="4501999"/>
                    <a:pt x="8880712" y="4501804"/>
                  </a:cubicBezTo>
                  <a:cubicBezTo>
                    <a:pt x="8855374" y="4501581"/>
                    <a:pt x="8829147" y="4506915"/>
                    <a:pt x="8804701" y="4502248"/>
                  </a:cubicBezTo>
                  <a:cubicBezTo>
                    <a:pt x="8757138" y="4493135"/>
                    <a:pt x="8681573" y="4491357"/>
                    <a:pt x="8669126" y="4463576"/>
                  </a:cubicBezTo>
                  <a:cubicBezTo>
                    <a:pt x="8649345" y="4419460"/>
                    <a:pt x="8650401" y="4380900"/>
                    <a:pt x="8667070" y="4347729"/>
                  </a:cubicBezTo>
                  <a:lnTo>
                    <a:pt x="8667144" y="4347635"/>
                  </a:lnTo>
                  <a:lnTo>
                    <a:pt x="8667292" y="4347007"/>
                  </a:lnTo>
                  <a:cubicBezTo>
                    <a:pt x="8683961" y="4313836"/>
                    <a:pt x="8716243" y="4286000"/>
                    <a:pt x="8758914" y="4263330"/>
                  </a:cubicBezTo>
                  <a:cubicBezTo>
                    <a:pt x="8913158" y="4181765"/>
                    <a:pt x="9076736" y="4164650"/>
                    <a:pt x="9246538" y="4173985"/>
                  </a:cubicBezTo>
                  <a:cubicBezTo>
                    <a:pt x="9280042" y="4175819"/>
                    <a:pt x="9315298" y="4180153"/>
                    <a:pt x="9335519" y="4155670"/>
                  </a:cubicBezTo>
                  <a:lnTo>
                    <a:pt x="9349905" y="4120913"/>
                  </a:lnTo>
                  <a:lnTo>
                    <a:pt x="9353248" y="4047302"/>
                  </a:lnTo>
                  <a:cubicBezTo>
                    <a:pt x="9348441" y="4024355"/>
                    <a:pt x="9335439" y="4002630"/>
                    <a:pt x="9307435" y="3980627"/>
                  </a:cubicBezTo>
                  <a:cubicBezTo>
                    <a:pt x="9167805" y="3870752"/>
                    <a:pt x="9017113" y="3826218"/>
                    <a:pt x="8846728" y="3844495"/>
                  </a:cubicBezTo>
                  <a:lnTo>
                    <a:pt x="8772511" y="3856161"/>
                  </a:lnTo>
                  <a:lnTo>
                    <a:pt x="8757042" y="3929966"/>
                  </a:lnTo>
                  <a:lnTo>
                    <a:pt x="8744142" y="3991657"/>
                  </a:lnTo>
                  <a:lnTo>
                    <a:pt x="8720688" y="4128646"/>
                  </a:lnTo>
                  <a:lnTo>
                    <a:pt x="8718495" y="4138367"/>
                  </a:lnTo>
                  <a:lnTo>
                    <a:pt x="8708992" y="4180954"/>
                  </a:lnTo>
                  <a:cubicBezTo>
                    <a:pt x="8692574" y="4226825"/>
                    <a:pt x="8660402" y="4256162"/>
                    <a:pt x="8604229" y="4269997"/>
                  </a:cubicBezTo>
                  <a:cubicBezTo>
                    <a:pt x="8542219" y="4285331"/>
                    <a:pt x="8506660" y="4315114"/>
                    <a:pt x="8490213" y="4389345"/>
                  </a:cubicBezTo>
                  <a:cubicBezTo>
                    <a:pt x="8479323" y="4438240"/>
                    <a:pt x="8405757" y="4473134"/>
                    <a:pt x="8350860" y="4522917"/>
                  </a:cubicBezTo>
                  <a:cubicBezTo>
                    <a:pt x="8249068" y="4341339"/>
                    <a:pt x="8154612" y="4183762"/>
                    <a:pt x="8072377" y="4019964"/>
                  </a:cubicBezTo>
                  <a:cubicBezTo>
                    <a:pt x="8039264" y="3953957"/>
                    <a:pt x="7997479" y="3966402"/>
                    <a:pt x="7959251" y="3989516"/>
                  </a:cubicBezTo>
                  <a:cubicBezTo>
                    <a:pt x="7955417" y="3991850"/>
                    <a:pt x="7952501" y="3996962"/>
                    <a:pt x="7950434" y="4003747"/>
                  </a:cubicBezTo>
                  <a:lnTo>
                    <a:pt x="7947662" y="4021873"/>
                  </a:lnTo>
                  <a:lnTo>
                    <a:pt x="7946860" y="4027134"/>
                  </a:lnTo>
                  <a:cubicBezTo>
                    <a:pt x="7946026" y="4045192"/>
                    <a:pt x="7948360" y="4065528"/>
                    <a:pt x="7953249" y="4079307"/>
                  </a:cubicBezTo>
                  <a:cubicBezTo>
                    <a:pt x="7973920" y="4138204"/>
                    <a:pt x="8007035" y="4192432"/>
                    <a:pt x="8032371" y="4249996"/>
                  </a:cubicBezTo>
                  <a:cubicBezTo>
                    <a:pt x="8042373" y="4272665"/>
                    <a:pt x="8049874" y="4294501"/>
                    <a:pt x="8047651" y="4314754"/>
                  </a:cubicBezTo>
                  <a:lnTo>
                    <a:pt x="8047381" y="4315436"/>
                  </a:lnTo>
                  <a:lnTo>
                    <a:pt x="8047430" y="4315642"/>
                  </a:lnTo>
                  <a:cubicBezTo>
                    <a:pt x="8045207" y="4335894"/>
                    <a:pt x="8033262" y="4354563"/>
                    <a:pt x="8004370" y="4370898"/>
                  </a:cubicBezTo>
                  <a:cubicBezTo>
                    <a:pt x="7958140" y="4397123"/>
                    <a:pt x="7920357" y="4437795"/>
                    <a:pt x="7875462" y="4466689"/>
                  </a:cubicBezTo>
                  <a:cubicBezTo>
                    <a:pt x="7861682" y="4475578"/>
                    <a:pt x="7830345" y="4475134"/>
                    <a:pt x="7818343" y="4465354"/>
                  </a:cubicBezTo>
                  <a:cubicBezTo>
                    <a:pt x="7796786" y="4447353"/>
                    <a:pt x="7769226" y="4418683"/>
                    <a:pt x="7769670" y="4395123"/>
                  </a:cubicBezTo>
                  <a:cubicBezTo>
                    <a:pt x="7769948" y="4383011"/>
                    <a:pt x="7771962" y="4372815"/>
                    <a:pt x="7775574" y="4364821"/>
                  </a:cubicBezTo>
                  <a:lnTo>
                    <a:pt x="7775636" y="4364753"/>
                  </a:lnTo>
                  <a:lnTo>
                    <a:pt x="7775796" y="4363933"/>
                  </a:lnTo>
                  <a:cubicBezTo>
                    <a:pt x="7786630" y="4339951"/>
                    <a:pt x="7811842" y="4335784"/>
                    <a:pt x="7847679" y="4359120"/>
                  </a:cubicBezTo>
                  <a:cubicBezTo>
                    <a:pt x="7857459" y="4365454"/>
                    <a:pt x="7868850" y="4369343"/>
                    <a:pt x="7883852" y="4373566"/>
                  </a:cubicBezTo>
                  <a:lnTo>
                    <a:pt x="7940776" y="4389752"/>
                  </a:lnTo>
                  <a:lnTo>
                    <a:pt x="7881432" y="4291569"/>
                  </a:lnTo>
                  <a:cubicBezTo>
                    <a:pt x="7819539" y="4200891"/>
                    <a:pt x="7750613" y="4136091"/>
                    <a:pt x="7661434" y="4096419"/>
                  </a:cubicBezTo>
                  <a:cubicBezTo>
                    <a:pt x="7607426" y="4072194"/>
                    <a:pt x="7536971" y="4087085"/>
                    <a:pt x="7475186" y="4077083"/>
                  </a:cubicBezTo>
                  <a:cubicBezTo>
                    <a:pt x="7308051" y="4049969"/>
                    <a:pt x="7195592" y="4110420"/>
                    <a:pt x="7123137" y="4266219"/>
                  </a:cubicBezTo>
                  <a:cubicBezTo>
                    <a:pt x="7041126" y="4442462"/>
                    <a:pt x="6861547" y="4509139"/>
                    <a:pt x="6707525" y="4599817"/>
                  </a:cubicBezTo>
                  <a:cubicBezTo>
                    <a:pt x="6666631" y="4623820"/>
                    <a:pt x="6603511" y="4610484"/>
                    <a:pt x="6542392" y="4614707"/>
                  </a:cubicBezTo>
                  <a:cubicBezTo>
                    <a:pt x="6533056" y="4428239"/>
                    <a:pt x="6521500" y="4251550"/>
                    <a:pt x="6518166" y="4074638"/>
                  </a:cubicBezTo>
                  <a:lnTo>
                    <a:pt x="6518395" y="4073965"/>
                  </a:lnTo>
                  <a:lnTo>
                    <a:pt x="6518387" y="4073751"/>
                  </a:lnTo>
                  <a:cubicBezTo>
                    <a:pt x="6517942" y="4051302"/>
                    <a:pt x="6558837" y="4011743"/>
                    <a:pt x="6584175" y="4008409"/>
                  </a:cubicBezTo>
                  <a:cubicBezTo>
                    <a:pt x="6665740" y="3997963"/>
                    <a:pt x="6749086" y="3999296"/>
                    <a:pt x="6831764" y="3999074"/>
                  </a:cubicBezTo>
                  <a:cubicBezTo>
                    <a:pt x="6857324" y="3999074"/>
                    <a:pt x="6877215" y="3994407"/>
                    <a:pt x="6889967" y="3982934"/>
                  </a:cubicBezTo>
                  <a:lnTo>
                    <a:pt x="6903327" y="3960729"/>
                  </a:lnTo>
                  <a:lnTo>
                    <a:pt x="6905108" y="3926841"/>
                  </a:lnTo>
                  <a:cubicBezTo>
                    <a:pt x="6898217" y="3863055"/>
                    <a:pt x="6935334" y="3784157"/>
                    <a:pt x="6842433" y="3747931"/>
                  </a:cubicBezTo>
                  <a:cubicBezTo>
                    <a:pt x="6833320" y="3744374"/>
                    <a:pt x="6837098" y="3707259"/>
                    <a:pt x="6835320" y="3688145"/>
                  </a:cubicBezTo>
                  <a:lnTo>
                    <a:pt x="6835559" y="3687928"/>
                  </a:lnTo>
                  <a:lnTo>
                    <a:pt x="6835542" y="3687258"/>
                  </a:lnTo>
                  <a:cubicBezTo>
                    <a:pt x="6844209" y="3680367"/>
                    <a:pt x="6849100" y="3673033"/>
                    <a:pt x="6853545" y="3673478"/>
                  </a:cubicBezTo>
                  <a:cubicBezTo>
                    <a:pt x="7014454" y="3686812"/>
                    <a:pt x="7072908" y="3568575"/>
                    <a:pt x="7136917" y="3455672"/>
                  </a:cubicBezTo>
                  <a:cubicBezTo>
                    <a:pt x="7164698" y="3406777"/>
                    <a:pt x="7191590" y="3355215"/>
                    <a:pt x="7229151" y="3314543"/>
                  </a:cubicBezTo>
                  <a:cubicBezTo>
                    <a:pt x="7258932" y="3282094"/>
                    <a:pt x="7305162" y="3242755"/>
                    <a:pt x="7343167" y="3243868"/>
                  </a:cubicBezTo>
                  <a:cubicBezTo>
                    <a:pt x="7394174" y="3245202"/>
                    <a:pt x="7428790" y="3236201"/>
                    <a:pt x="7448959" y="3214670"/>
                  </a:cubicBezTo>
                  <a:lnTo>
                    <a:pt x="7468397" y="3173183"/>
                  </a:lnTo>
                  <a:lnTo>
                    <a:pt x="7467851" y="3111182"/>
                  </a:lnTo>
                  <a:cubicBezTo>
                    <a:pt x="7463851" y="3083401"/>
                    <a:pt x="7467184" y="3054508"/>
                    <a:pt x="7467184" y="3017615"/>
                  </a:cubicBezTo>
                  <a:lnTo>
                    <a:pt x="7467387" y="3017615"/>
                  </a:lnTo>
                  <a:lnTo>
                    <a:pt x="7467406" y="3016728"/>
                  </a:lnTo>
                  <a:lnTo>
                    <a:pt x="7631873" y="3016728"/>
                  </a:lnTo>
                  <a:cubicBezTo>
                    <a:pt x="7633873" y="3051176"/>
                    <a:pt x="7636986" y="3082068"/>
                    <a:pt x="7637429" y="3112962"/>
                  </a:cubicBezTo>
                  <a:cubicBezTo>
                    <a:pt x="7638762" y="3229199"/>
                    <a:pt x="7650987" y="3241201"/>
                    <a:pt x="7769446" y="3238088"/>
                  </a:cubicBezTo>
                  <a:cubicBezTo>
                    <a:pt x="7851902" y="3235866"/>
                    <a:pt x="7935470" y="3239866"/>
                    <a:pt x="8016370" y="3227643"/>
                  </a:cubicBezTo>
                  <a:cubicBezTo>
                    <a:pt x="8057265" y="3221419"/>
                    <a:pt x="8102159" y="3192749"/>
                    <a:pt x="8129942" y="3160968"/>
                  </a:cubicBezTo>
                  <a:cubicBezTo>
                    <a:pt x="8181059" y="3102293"/>
                    <a:pt x="8226843" y="3037175"/>
                    <a:pt x="8263958" y="2968944"/>
                  </a:cubicBezTo>
                  <a:cubicBezTo>
                    <a:pt x="8326190" y="2854706"/>
                    <a:pt x="8404866" y="2781810"/>
                    <a:pt x="8546220" y="2805813"/>
                  </a:cubicBezTo>
                  <a:cubicBezTo>
                    <a:pt x="8560111" y="2808147"/>
                    <a:pt x="8574947" y="2804813"/>
                    <a:pt x="8590032" y="2799978"/>
                  </a:cubicBezTo>
                  <a:lnTo>
                    <a:pt x="8635011" y="2785251"/>
                  </a:lnTo>
                  <a:lnTo>
                    <a:pt x="8629121" y="2744025"/>
                  </a:lnTo>
                  <a:cubicBezTo>
                    <a:pt x="8574002" y="2744025"/>
                    <a:pt x="8519105" y="2744692"/>
                    <a:pt x="8463987" y="2744025"/>
                  </a:cubicBezTo>
                  <a:cubicBezTo>
                    <a:pt x="8359529" y="2742692"/>
                    <a:pt x="8276406" y="2615342"/>
                    <a:pt x="8321968" y="2522219"/>
                  </a:cubicBezTo>
                  <a:lnTo>
                    <a:pt x="8322084" y="2521998"/>
                  </a:lnTo>
                  <a:lnTo>
                    <a:pt x="8322190" y="2521332"/>
                  </a:lnTo>
                  <a:lnTo>
                    <a:pt x="8444387" y="2288937"/>
                  </a:lnTo>
                  <a:lnTo>
                    <a:pt x="8453403" y="2248574"/>
                  </a:lnTo>
                  <a:cubicBezTo>
                    <a:pt x="8454542" y="2233905"/>
                    <a:pt x="8454653" y="2218736"/>
                    <a:pt x="8456431" y="2204401"/>
                  </a:cubicBezTo>
                  <a:cubicBezTo>
                    <a:pt x="8425982" y="2211068"/>
                    <a:pt x="8385089" y="2207512"/>
                    <a:pt x="8366863" y="2226182"/>
                  </a:cubicBezTo>
                  <a:cubicBezTo>
                    <a:pt x="8293741" y="2300857"/>
                    <a:pt x="8243957" y="2395758"/>
                    <a:pt x="8132609" y="2435541"/>
                  </a:cubicBezTo>
                  <a:cubicBezTo>
                    <a:pt x="8129553" y="2436653"/>
                    <a:pt x="8126990" y="2439240"/>
                    <a:pt x="8124838" y="2443034"/>
                  </a:cubicBezTo>
                  <a:lnTo>
                    <a:pt x="8119688" y="2457338"/>
                  </a:lnTo>
                  <a:lnTo>
                    <a:pt x="8114578" y="2501440"/>
                  </a:lnTo>
                  <a:cubicBezTo>
                    <a:pt x="8112883" y="2535889"/>
                    <a:pt x="8113828" y="2576783"/>
                    <a:pt x="8112160" y="2606897"/>
                  </a:cubicBezTo>
                  <a:cubicBezTo>
                    <a:pt x="8109717" y="2651347"/>
                    <a:pt x="8126829" y="2700910"/>
                    <a:pt x="8112606" y="2739582"/>
                  </a:cubicBezTo>
                  <a:lnTo>
                    <a:pt x="8112416" y="2739989"/>
                  </a:lnTo>
                  <a:lnTo>
                    <a:pt x="8112384" y="2740468"/>
                  </a:lnTo>
                  <a:cubicBezTo>
                    <a:pt x="8076601" y="2836926"/>
                    <a:pt x="8031927" y="2930937"/>
                    <a:pt x="7981700" y="3020727"/>
                  </a:cubicBezTo>
                  <a:cubicBezTo>
                    <a:pt x="7963696" y="3052730"/>
                    <a:pt x="7921692" y="3083624"/>
                    <a:pt x="7886131" y="3090291"/>
                  </a:cubicBezTo>
                  <a:cubicBezTo>
                    <a:pt x="7829012" y="3101182"/>
                    <a:pt x="7768559" y="3098958"/>
                    <a:pt x="7733887" y="3028949"/>
                  </a:cubicBezTo>
                  <a:cubicBezTo>
                    <a:pt x="7691215" y="2942716"/>
                    <a:pt x="7639429" y="2861151"/>
                    <a:pt x="7587645" y="2770917"/>
                  </a:cubicBezTo>
                  <a:cubicBezTo>
                    <a:pt x="7518525" y="2819590"/>
                    <a:pt x="7469408" y="2871153"/>
                    <a:pt x="7373172" y="2832481"/>
                  </a:cubicBezTo>
                  <a:cubicBezTo>
                    <a:pt x="7282492" y="2796031"/>
                    <a:pt x="7265379" y="2761582"/>
                    <a:pt x="7258489" y="2665792"/>
                  </a:cubicBezTo>
                  <a:cubicBezTo>
                    <a:pt x="7255211" y="2620565"/>
                    <a:pt x="7259170" y="2580727"/>
                    <a:pt x="7268796" y="2544878"/>
                  </a:cubicBezTo>
                  <a:lnTo>
                    <a:pt x="7268903" y="2544644"/>
                  </a:lnTo>
                  <a:lnTo>
                    <a:pt x="7269018" y="2543991"/>
                  </a:lnTo>
                  <a:cubicBezTo>
                    <a:pt x="7297897" y="2436446"/>
                    <a:pt x="7377783" y="2364812"/>
                    <a:pt x="7466295" y="2291303"/>
                  </a:cubicBezTo>
                  <a:cubicBezTo>
                    <a:pt x="7704550" y="2093277"/>
                    <a:pt x="7940804" y="1892363"/>
                    <a:pt x="8178837" y="1694115"/>
                  </a:cubicBezTo>
                  <a:cubicBezTo>
                    <a:pt x="8201506" y="1675225"/>
                    <a:pt x="8232178" y="1655443"/>
                    <a:pt x="8259513" y="1655000"/>
                  </a:cubicBezTo>
                  <a:close/>
                  <a:moveTo>
                    <a:pt x="1367018" y="1521204"/>
                  </a:moveTo>
                  <a:lnTo>
                    <a:pt x="1366573" y="1521425"/>
                  </a:lnTo>
                  <a:lnTo>
                    <a:pt x="1366451" y="1521295"/>
                  </a:lnTo>
                  <a:close/>
                  <a:moveTo>
                    <a:pt x="1367463" y="1520980"/>
                  </a:moveTo>
                  <a:lnTo>
                    <a:pt x="1367018" y="1521204"/>
                  </a:lnTo>
                  <a:lnTo>
                    <a:pt x="1366894" y="1521072"/>
                  </a:lnTo>
                  <a:close/>
                  <a:moveTo>
                    <a:pt x="1270009" y="1418336"/>
                  </a:moveTo>
                  <a:lnTo>
                    <a:pt x="1296761" y="1446681"/>
                  </a:lnTo>
                  <a:lnTo>
                    <a:pt x="1366894" y="1521072"/>
                  </a:lnTo>
                  <a:lnTo>
                    <a:pt x="1366327" y="1521164"/>
                  </a:lnTo>
                  <a:lnTo>
                    <a:pt x="1366451" y="1521295"/>
                  </a:lnTo>
                  <a:lnTo>
                    <a:pt x="1224927" y="1544167"/>
                  </a:lnTo>
                  <a:lnTo>
                    <a:pt x="1137073" y="1559560"/>
                  </a:lnTo>
                  <a:lnTo>
                    <a:pt x="1154045" y="1539967"/>
                  </a:lnTo>
                  <a:close/>
                  <a:moveTo>
                    <a:pt x="1742180" y="1368073"/>
                  </a:moveTo>
                  <a:cubicBezTo>
                    <a:pt x="1759738" y="1366517"/>
                    <a:pt x="1785297" y="1380963"/>
                    <a:pt x="1796188" y="1396076"/>
                  </a:cubicBezTo>
                  <a:cubicBezTo>
                    <a:pt x="1813967" y="1420746"/>
                    <a:pt x="1824414" y="1451195"/>
                    <a:pt x="1835303" y="1480308"/>
                  </a:cubicBezTo>
                  <a:cubicBezTo>
                    <a:pt x="1888868" y="1624327"/>
                    <a:pt x="1904869" y="1638328"/>
                    <a:pt x="2059112" y="1641441"/>
                  </a:cubicBezTo>
                  <a:cubicBezTo>
                    <a:pt x="2154236" y="1643441"/>
                    <a:pt x="2249804" y="1640552"/>
                    <a:pt x="2344930" y="1636107"/>
                  </a:cubicBezTo>
                  <a:cubicBezTo>
                    <a:pt x="2397603" y="1633885"/>
                    <a:pt x="2418050" y="1653886"/>
                    <a:pt x="2421606" y="1706560"/>
                  </a:cubicBezTo>
                  <a:cubicBezTo>
                    <a:pt x="2432497" y="1865690"/>
                    <a:pt x="2421384" y="1877027"/>
                    <a:pt x="2260696" y="1887915"/>
                  </a:cubicBezTo>
                  <a:cubicBezTo>
                    <a:pt x="2163126" y="1894584"/>
                    <a:pt x="2066225" y="1910364"/>
                    <a:pt x="1969322" y="1924144"/>
                  </a:cubicBezTo>
                  <a:cubicBezTo>
                    <a:pt x="1957098" y="1925922"/>
                    <a:pt x="1939762" y="1938589"/>
                    <a:pt x="1936874" y="1949479"/>
                  </a:cubicBezTo>
                  <a:cubicBezTo>
                    <a:pt x="1933984" y="1960370"/>
                    <a:pt x="1944652" y="1985930"/>
                    <a:pt x="1951986" y="1987040"/>
                  </a:cubicBezTo>
                  <a:cubicBezTo>
                    <a:pt x="2066669" y="2003709"/>
                    <a:pt x="2016439" y="2085496"/>
                    <a:pt x="2027108" y="2145949"/>
                  </a:cubicBezTo>
                  <a:lnTo>
                    <a:pt x="2029330" y="2145728"/>
                  </a:lnTo>
                  <a:cubicBezTo>
                    <a:pt x="1854862" y="2165285"/>
                    <a:pt x="1773518" y="2272632"/>
                    <a:pt x="1757738" y="2440654"/>
                  </a:cubicBezTo>
                  <a:cubicBezTo>
                    <a:pt x="1743290" y="2594450"/>
                    <a:pt x="1803522" y="2675572"/>
                    <a:pt x="1935317" y="2742914"/>
                  </a:cubicBezTo>
                  <a:cubicBezTo>
                    <a:pt x="2104674" y="2829368"/>
                    <a:pt x="2264030" y="2936049"/>
                    <a:pt x="2424052" y="3039618"/>
                  </a:cubicBezTo>
                  <a:cubicBezTo>
                    <a:pt x="2454054" y="3058954"/>
                    <a:pt x="2478946" y="3102736"/>
                    <a:pt x="2484504" y="3138519"/>
                  </a:cubicBezTo>
                  <a:cubicBezTo>
                    <a:pt x="2490005" y="3174690"/>
                    <a:pt x="2495381" y="3199611"/>
                    <a:pt x="2521728" y="3209810"/>
                  </a:cubicBezTo>
                  <a:lnTo>
                    <a:pt x="2555679" y="3214949"/>
                  </a:lnTo>
                  <a:lnTo>
                    <a:pt x="2590200" y="3210800"/>
                  </a:lnTo>
                  <a:cubicBezTo>
                    <a:pt x="2620413" y="3201819"/>
                    <a:pt x="2632247" y="3178525"/>
                    <a:pt x="2632079" y="3135852"/>
                  </a:cubicBezTo>
                  <a:cubicBezTo>
                    <a:pt x="2630968" y="2894043"/>
                    <a:pt x="2632079" y="2652458"/>
                    <a:pt x="2632968" y="2410649"/>
                  </a:cubicBezTo>
                  <a:cubicBezTo>
                    <a:pt x="2632968" y="2395091"/>
                    <a:pt x="2635636" y="2379533"/>
                    <a:pt x="2637192" y="2360643"/>
                  </a:cubicBezTo>
                  <a:cubicBezTo>
                    <a:pt x="2661640" y="2355531"/>
                    <a:pt x="2685709" y="2351569"/>
                    <a:pt x="2709405" y="2348820"/>
                  </a:cubicBezTo>
                  <a:lnTo>
                    <a:pt x="2711473" y="2348686"/>
                  </a:lnTo>
                  <a:lnTo>
                    <a:pt x="2711563" y="2348671"/>
                  </a:lnTo>
                  <a:lnTo>
                    <a:pt x="2723910" y="2347878"/>
                  </a:lnTo>
                  <a:lnTo>
                    <a:pt x="2779378" y="2344276"/>
                  </a:lnTo>
                  <a:lnTo>
                    <a:pt x="2779739" y="2344293"/>
                  </a:lnTo>
                  <a:lnTo>
                    <a:pt x="2781506" y="2344180"/>
                  </a:lnTo>
                  <a:cubicBezTo>
                    <a:pt x="2919202" y="2342710"/>
                    <a:pt x="3043803" y="2387090"/>
                    <a:pt x="3156151" y="2491103"/>
                  </a:cubicBezTo>
                  <a:cubicBezTo>
                    <a:pt x="3221939" y="2552000"/>
                    <a:pt x="3298616" y="2602452"/>
                    <a:pt x="3375292" y="2649347"/>
                  </a:cubicBezTo>
                  <a:cubicBezTo>
                    <a:pt x="3394851" y="2661349"/>
                    <a:pt x="3417187" y="2668850"/>
                    <a:pt x="3440912" y="2675295"/>
                  </a:cubicBezTo>
                  <a:lnTo>
                    <a:pt x="3512798" y="2694359"/>
                  </a:lnTo>
                  <a:lnTo>
                    <a:pt x="3521313" y="2651541"/>
                  </a:lnTo>
                  <a:cubicBezTo>
                    <a:pt x="3523591" y="2640067"/>
                    <a:pt x="3525869" y="2631121"/>
                    <a:pt x="3529980" y="2623120"/>
                  </a:cubicBezTo>
                  <a:cubicBezTo>
                    <a:pt x="3542871" y="2598228"/>
                    <a:pt x="3559986" y="2557556"/>
                    <a:pt x="3577098" y="2556667"/>
                  </a:cubicBezTo>
                  <a:lnTo>
                    <a:pt x="3578423" y="2556955"/>
                  </a:lnTo>
                  <a:lnTo>
                    <a:pt x="3579320" y="2556445"/>
                  </a:lnTo>
                  <a:cubicBezTo>
                    <a:pt x="3607101" y="2554889"/>
                    <a:pt x="3649551" y="2572225"/>
                    <a:pt x="3662887" y="2595117"/>
                  </a:cubicBezTo>
                  <a:cubicBezTo>
                    <a:pt x="3763790" y="2767584"/>
                    <a:pt x="3849801" y="2949607"/>
                    <a:pt x="3959593" y="3116072"/>
                  </a:cubicBezTo>
                  <a:cubicBezTo>
                    <a:pt x="4021824" y="3210085"/>
                    <a:pt x="4026937" y="3284760"/>
                    <a:pt x="3944926" y="3348323"/>
                  </a:cubicBezTo>
                  <a:cubicBezTo>
                    <a:pt x="3899585" y="3383439"/>
                    <a:pt x="3829798" y="3394330"/>
                    <a:pt x="3769346" y="3400775"/>
                  </a:cubicBezTo>
                  <a:lnTo>
                    <a:pt x="3767929" y="3400864"/>
                  </a:lnTo>
                  <a:lnTo>
                    <a:pt x="3767124" y="3400997"/>
                  </a:lnTo>
                  <a:lnTo>
                    <a:pt x="3695776" y="3405353"/>
                  </a:lnTo>
                  <a:lnTo>
                    <a:pt x="3626910" y="3409637"/>
                  </a:lnTo>
                  <a:lnTo>
                    <a:pt x="3625591" y="3409637"/>
                  </a:lnTo>
                  <a:lnTo>
                    <a:pt x="3624688" y="3409693"/>
                  </a:lnTo>
                  <a:lnTo>
                    <a:pt x="3482269" y="3409887"/>
                  </a:lnTo>
                  <a:lnTo>
                    <a:pt x="3438339" y="3415579"/>
                  </a:lnTo>
                  <a:cubicBezTo>
                    <a:pt x="3398657" y="3428320"/>
                    <a:pt x="3375570" y="3461783"/>
                    <a:pt x="3357734" y="3518123"/>
                  </a:cubicBezTo>
                  <a:cubicBezTo>
                    <a:pt x="3497530" y="3495676"/>
                    <a:pt x="3558206" y="3595467"/>
                    <a:pt x="3629772" y="3676143"/>
                  </a:cubicBezTo>
                  <a:cubicBezTo>
                    <a:pt x="3643329" y="3691256"/>
                    <a:pt x="3653329" y="3733927"/>
                    <a:pt x="3646218" y="3739262"/>
                  </a:cubicBezTo>
                  <a:cubicBezTo>
                    <a:pt x="3575208" y="3792936"/>
                    <a:pt x="3522701" y="3884114"/>
                    <a:pt x="3433002" y="3904783"/>
                  </a:cubicBezTo>
                  <a:lnTo>
                    <a:pt x="3430914" y="3904955"/>
                  </a:lnTo>
                  <a:lnTo>
                    <a:pt x="3430780" y="3905005"/>
                  </a:lnTo>
                  <a:cubicBezTo>
                    <a:pt x="3400880" y="3911895"/>
                    <a:pt x="3366848" y="3910950"/>
                    <a:pt x="3326620" y="3898171"/>
                  </a:cubicBezTo>
                  <a:cubicBezTo>
                    <a:pt x="3343066" y="3861499"/>
                    <a:pt x="3360179" y="3823272"/>
                    <a:pt x="3377293" y="3785046"/>
                  </a:cubicBezTo>
                  <a:lnTo>
                    <a:pt x="3362077" y="3762002"/>
                  </a:lnTo>
                  <a:lnTo>
                    <a:pt x="3308506" y="3782990"/>
                  </a:lnTo>
                  <a:cubicBezTo>
                    <a:pt x="3290169" y="3790324"/>
                    <a:pt x="3273500" y="3798936"/>
                    <a:pt x="3263054" y="3812382"/>
                  </a:cubicBezTo>
                  <a:cubicBezTo>
                    <a:pt x="3115256" y="4002185"/>
                    <a:pt x="2973016" y="4196210"/>
                    <a:pt x="2828328" y="4388456"/>
                  </a:cubicBezTo>
                  <a:cubicBezTo>
                    <a:pt x="2779878" y="4452909"/>
                    <a:pt x="2733872" y="4520028"/>
                    <a:pt x="2679864" y="4579592"/>
                  </a:cubicBezTo>
                  <a:cubicBezTo>
                    <a:pt x="2587630" y="4681382"/>
                    <a:pt x="2544734" y="4795619"/>
                    <a:pt x="2565181" y="4932969"/>
                  </a:cubicBezTo>
                  <a:cubicBezTo>
                    <a:pt x="2570070" y="4966306"/>
                    <a:pt x="2565848" y="5000756"/>
                    <a:pt x="2565848" y="5034537"/>
                  </a:cubicBezTo>
                  <a:lnTo>
                    <a:pt x="2563625" y="5034537"/>
                  </a:lnTo>
                  <a:lnTo>
                    <a:pt x="2563626" y="5034759"/>
                  </a:lnTo>
                  <a:lnTo>
                    <a:pt x="2394492" y="5034759"/>
                  </a:lnTo>
                  <a:cubicBezTo>
                    <a:pt x="2366044" y="4878517"/>
                    <a:pt x="2366044" y="4877184"/>
                    <a:pt x="2204911" y="4876295"/>
                  </a:cubicBezTo>
                  <a:cubicBezTo>
                    <a:pt x="2105120" y="4875628"/>
                    <a:pt x="2005329" y="4875573"/>
                    <a:pt x="1904259" y="4875683"/>
                  </a:cubicBezTo>
                  <a:lnTo>
                    <a:pt x="1598160" y="4876069"/>
                  </a:lnTo>
                  <a:lnTo>
                    <a:pt x="1596855" y="5040511"/>
                  </a:lnTo>
                  <a:cubicBezTo>
                    <a:pt x="1596493" y="5093767"/>
                    <a:pt x="1596715" y="5145774"/>
                    <a:pt x="1599048" y="5197670"/>
                  </a:cubicBezTo>
                  <a:cubicBezTo>
                    <a:pt x="1604550" y="5318852"/>
                    <a:pt x="1719816" y="5427157"/>
                    <a:pt x="1838051" y="5447857"/>
                  </a:cubicBezTo>
                  <a:lnTo>
                    <a:pt x="1896042" y="5450521"/>
                  </a:lnTo>
                  <a:lnTo>
                    <a:pt x="1951098" y="5436809"/>
                  </a:lnTo>
                  <a:cubicBezTo>
                    <a:pt x="1989103" y="5420586"/>
                    <a:pt x="2018662" y="5372358"/>
                    <a:pt x="2040666" y="5332575"/>
                  </a:cubicBezTo>
                  <a:cubicBezTo>
                    <a:pt x="2065836" y="5287069"/>
                    <a:pt x="2097508" y="5266066"/>
                    <a:pt x="2144775" y="5267410"/>
                  </a:cubicBezTo>
                  <a:lnTo>
                    <a:pt x="2145391" y="5267511"/>
                  </a:lnTo>
                  <a:lnTo>
                    <a:pt x="2146965" y="5267283"/>
                  </a:lnTo>
                  <a:cubicBezTo>
                    <a:pt x="2162738" y="5267720"/>
                    <a:pt x="2180240" y="5270623"/>
                    <a:pt x="2199798" y="5275901"/>
                  </a:cubicBezTo>
                  <a:cubicBezTo>
                    <a:pt x="2199798" y="5349023"/>
                    <a:pt x="2203576" y="5427253"/>
                    <a:pt x="2198688" y="5505041"/>
                  </a:cubicBezTo>
                  <a:cubicBezTo>
                    <a:pt x="2195132" y="5563937"/>
                    <a:pt x="2218246" y="5587051"/>
                    <a:pt x="2274032" y="5585273"/>
                  </a:cubicBezTo>
                  <a:cubicBezTo>
                    <a:pt x="2290033" y="5585052"/>
                    <a:pt x="2305812" y="5585273"/>
                    <a:pt x="2321816" y="5585273"/>
                  </a:cubicBezTo>
                  <a:cubicBezTo>
                    <a:pt x="2512730" y="5585941"/>
                    <a:pt x="2498728" y="5543491"/>
                    <a:pt x="2501395" y="5770409"/>
                  </a:cubicBezTo>
                  <a:cubicBezTo>
                    <a:pt x="2501839" y="5820415"/>
                    <a:pt x="2501395" y="5870421"/>
                    <a:pt x="2501395" y="5927095"/>
                  </a:cubicBezTo>
                  <a:cubicBezTo>
                    <a:pt x="2528066" y="5928873"/>
                    <a:pt x="2552290" y="5931985"/>
                    <a:pt x="2576517" y="5931985"/>
                  </a:cubicBezTo>
                  <a:cubicBezTo>
                    <a:pt x="2971016" y="5932651"/>
                    <a:pt x="3365514" y="5930873"/>
                    <a:pt x="3759788" y="5935762"/>
                  </a:cubicBezTo>
                  <a:cubicBezTo>
                    <a:pt x="3806240" y="5936429"/>
                    <a:pt x="3861802" y="5961989"/>
                    <a:pt x="3896474" y="5993991"/>
                  </a:cubicBezTo>
                  <a:cubicBezTo>
                    <a:pt x="3983598" y="6074891"/>
                    <a:pt x="4067608" y="6161126"/>
                    <a:pt x="4141174" y="6254469"/>
                  </a:cubicBezTo>
                  <a:cubicBezTo>
                    <a:pt x="4279638" y="6430271"/>
                    <a:pt x="4466330" y="6536061"/>
                    <a:pt x="4658800" y="6636964"/>
                  </a:cubicBezTo>
                  <a:cubicBezTo>
                    <a:pt x="4863718" y="6744311"/>
                    <a:pt x="5065522" y="6857435"/>
                    <a:pt x="5269550" y="6966560"/>
                  </a:cubicBezTo>
                  <a:cubicBezTo>
                    <a:pt x="5323558" y="6995675"/>
                    <a:pt x="5332670" y="7033680"/>
                    <a:pt x="5303555" y="7083908"/>
                  </a:cubicBezTo>
                  <a:cubicBezTo>
                    <a:pt x="5120641" y="7399948"/>
                    <a:pt x="4939062" y="7716433"/>
                    <a:pt x="4752146" y="8030028"/>
                  </a:cubicBezTo>
                  <a:cubicBezTo>
                    <a:pt x="4734366" y="8059587"/>
                    <a:pt x="4684136" y="8082925"/>
                    <a:pt x="4647466" y="8085147"/>
                  </a:cubicBezTo>
                  <a:cubicBezTo>
                    <a:pt x="4591013" y="8088703"/>
                    <a:pt x="4556341" y="8103593"/>
                    <a:pt x="4525671" y="8154267"/>
                  </a:cubicBezTo>
                  <a:cubicBezTo>
                    <a:pt x="4396098" y="8368517"/>
                    <a:pt x="4263192" y="8580765"/>
                    <a:pt x="4126728" y="8790792"/>
                  </a:cubicBezTo>
                  <a:cubicBezTo>
                    <a:pt x="4108726" y="8818574"/>
                    <a:pt x="4064276" y="8833242"/>
                    <a:pt x="4028937" y="8844577"/>
                  </a:cubicBezTo>
                  <a:lnTo>
                    <a:pt x="3993416" y="8849176"/>
                  </a:lnTo>
                  <a:lnTo>
                    <a:pt x="3979598" y="8850993"/>
                  </a:lnTo>
                  <a:lnTo>
                    <a:pt x="3924701" y="8851660"/>
                  </a:lnTo>
                  <a:lnTo>
                    <a:pt x="3924701" y="9147504"/>
                  </a:lnTo>
                  <a:lnTo>
                    <a:pt x="3922479" y="9147528"/>
                  </a:lnTo>
                  <a:lnTo>
                    <a:pt x="3922479" y="9147725"/>
                  </a:lnTo>
                  <a:cubicBezTo>
                    <a:pt x="3861582" y="9147725"/>
                    <a:pt x="3811574" y="9150393"/>
                    <a:pt x="3762012" y="9147059"/>
                  </a:cubicBezTo>
                  <a:lnTo>
                    <a:pt x="3703943" y="9148697"/>
                  </a:lnTo>
                  <a:lnTo>
                    <a:pt x="3653553" y="9164423"/>
                  </a:lnTo>
                  <a:cubicBezTo>
                    <a:pt x="3622549" y="9180397"/>
                    <a:pt x="3597212" y="9207845"/>
                    <a:pt x="3576876" y="9250851"/>
                  </a:cubicBezTo>
                  <a:cubicBezTo>
                    <a:pt x="3532202" y="9345085"/>
                    <a:pt x="3473528" y="9433539"/>
                    <a:pt x="3413964" y="9519550"/>
                  </a:cubicBezTo>
                  <a:cubicBezTo>
                    <a:pt x="3398129" y="9542386"/>
                    <a:pt x="3386988" y="9565861"/>
                    <a:pt x="3379161" y="9589795"/>
                  </a:cubicBezTo>
                  <a:lnTo>
                    <a:pt x="3370682" y="9631263"/>
                  </a:lnTo>
                  <a:lnTo>
                    <a:pt x="3354581" y="9626690"/>
                  </a:lnTo>
                  <a:cubicBezTo>
                    <a:pt x="3276783" y="9602493"/>
                    <a:pt x="3199805" y="9576435"/>
                    <a:pt x="3123698" y="9548569"/>
                  </a:cubicBezTo>
                  <a:lnTo>
                    <a:pt x="2965017" y="9486002"/>
                  </a:lnTo>
                  <a:lnTo>
                    <a:pt x="2984128" y="9327971"/>
                  </a:lnTo>
                  <a:cubicBezTo>
                    <a:pt x="3010576" y="9097941"/>
                    <a:pt x="3031023" y="8867023"/>
                    <a:pt x="3058138" y="8636993"/>
                  </a:cubicBezTo>
                  <a:cubicBezTo>
                    <a:pt x="3084809" y="8410299"/>
                    <a:pt x="3114812" y="8184269"/>
                    <a:pt x="3146595" y="7958241"/>
                  </a:cubicBezTo>
                  <a:cubicBezTo>
                    <a:pt x="3160374" y="7860228"/>
                    <a:pt x="3155929" y="7782663"/>
                    <a:pt x="3069694" y="7704875"/>
                  </a:cubicBezTo>
                  <a:cubicBezTo>
                    <a:pt x="2888780" y="7541967"/>
                    <a:pt x="2726537" y="7358611"/>
                    <a:pt x="2551624" y="7188811"/>
                  </a:cubicBezTo>
                  <a:cubicBezTo>
                    <a:pt x="2506730" y="7145027"/>
                    <a:pt x="2495173" y="7105689"/>
                    <a:pt x="2505396" y="7046571"/>
                  </a:cubicBezTo>
                  <a:cubicBezTo>
                    <a:pt x="2548512" y="6797427"/>
                    <a:pt x="2587851" y="6547619"/>
                    <a:pt x="2627858" y="6297808"/>
                  </a:cubicBezTo>
                  <a:cubicBezTo>
                    <a:pt x="2632746" y="6267805"/>
                    <a:pt x="2631636" y="6236689"/>
                    <a:pt x="2634081" y="6193572"/>
                  </a:cubicBezTo>
                  <a:cubicBezTo>
                    <a:pt x="2552514" y="6193572"/>
                    <a:pt x="2479616" y="6187794"/>
                    <a:pt x="2408272" y="6195352"/>
                  </a:cubicBezTo>
                  <a:cubicBezTo>
                    <a:pt x="2349818" y="6201573"/>
                    <a:pt x="2321816" y="6172460"/>
                    <a:pt x="2297367" y="6130231"/>
                  </a:cubicBezTo>
                  <a:cubicBezTo>
                    <a:pt x="2283144" y="6105785"/>
                    <a:pt x="2264251" y="6081780"/>
                    <a:pt x="2258473" y="6055110"/>
                  </a:cubicBezTo>
                  <a:cubicBezTo>
                    <a:pt x="2216690" y="5864198"/>
                    <a:pt x="2062446" y="5784854"/>
                    <a:pt x="1910648" y="5705956"/>
                  </a:cubicBezTo>
                  <a:cubicBezTo>
                    <a:pt x="1870642" y="5685064"/>
                    <a:pt x="1818414" y="5682397"/>
                    <a:pt x="1771295" y="5681064"/>
                  </a:cubicBezTo>
                  <a:cubicBezTo>
                    <a:pt x="1672838" y="5678397"/>
                    <a:pt x="1574158" y="5684842"/>
                    <a:pt x="1475700" y="5681953"/>
                  </a:cubicBezTo>
                  <a:cubicBezTo>
                    <a:pt x="1435918" y="5680842"/>
                    <a:pt x="1391911" y="5673729"/>
                    <a:pt x="1357683" y="5654837"/>
                  </a:cubicBezTo>
                  <a:cubicBezTo>
                    <a:pt x="1253669" y="5597275"/>
                    <a:pt x="1151211" y="5536378"/>
                    <a:pt x="1053875" y="5468593"/>
                  </a:cubicBezTo>
                  <a:cubicBezTo>
                    <a:pt x="1026317" y="5449257"/>
                    <a:pt x="1000090" y="5398583"/>
                    <a:pt x="1004981" y="5367024"/>
                  </a:cubicBezTo>
                  <a:cubicBezTo>
                    <a:pt x="1028317" y="5217449"/>
                    <a:pt x="972755" y="5105657"/>
                    <a:pt x="864518" y="5009201"/>
                  </a:cubicBezTo>
                  <a:cubicBezTo>
                    <a:pt x="838180" y="4985754"/>
                    <a:pt x="813789" y="4960140"/>
                    <a:pt x="789034" y="4932969"/>
                  </a:cubicBezTo>
                  <a:lnTo>
                    <a:pt x="715127" y="4851525"/>
                  </a:lnTo>
                  <a:lnTo>
                    <a:pt x="748313" y="4946439"/>
                  </a:lnTo>
                  <a:cubicBezTo>
                    <a:pt x="791298" y="5041275"/>
                    <a:pt x="847849" y="5127327"/>
                    <a:pt x="816510" y="5245009"/>
                  </a:cubicBezTo>
                  <a:lnTo>
                    <a:pt x="814438" y="5242399"/>
                  </a:lnTo>
                  <a:lnTo>
                    <a:pt x="814288" y="5245230"/>
                  </a:lnTo>
                  <a:cubicBezTo>
                    <a:pt x="768949" y="5183223"/>
                    <a:pt x="711387" y="5126771"/>
                    <a:pt x="680271" y="5058095"/>
                  </a:cubicBezTo>
                  <a:cubicBezTo>
                    <a:pt x="539584" y="4747611"/>
                    <a:pt x="316666" y="4500913"/>
                    <a:pt x="79968" y="4264662"/>
                  </a:cubicBezTo>
                  <a:cubicBezTo>
                    <a:pt x="22404" y="4207100"/>
                    <a:pt x="-3599" y="4146425"/>
                    <a:pt x="400" y="4062858"/>
                  </a:cubicBezTo>
                  <a:lnTo>
                    <a:pt x="400" y="3738545"/>
                  </a:lnTo>
                  <a:lnTo>
                    <a:pt x="86575" y="3403400"/>
                  </a:lnTo>
                  <a:cubicBezTo>
                    <a:pt x="231761" y="2936613"/>
                    <a:pt x="443920" y="2499333"/>
                    <a:pt x="711812" y="2102801"/>
                  </a:cubicBezTo>
                  <a:lnTo>
                    <a:pt x="920130" y="1824221"/>
                  </a:lnTo>
                  <a:lnTo>
                    <a:pt x="957041" y="1824081"/>
                  </a:lnTo>
                  <a:lnTo>
                    <a:pt x="1022373" y="1815212"/>
                  </a:lnTo>
                  <a:cubicBezTo>
                    <a:pt x="1111162" y="1798293"/>
                    <a:pt x="1198217" y="1764345"/>
                    <a:pt x="1285895" y="1739453"/>
                  </a:cubicBezTo>
                  <a:cubicBezTo>
                    <a:pt x="1379242" y="1713005"/>
                    <a:pt x="1469920" y="1677222"/>
                    <a:pt x="1567045" y="1644107"/>
                  </a:cubicBezTo>
                  <a:cubicBezTo>
                    <a:pt x="1553488" y="1560541"/>
                    <a:pt x="1540375" y="1480530"/>
                    <a:pt x="1527041" y="1397409"/>
                  </a:cubicBezTo>
                  <a:cubicBezTo>
                    <a:pt x="1603274" y="1386296"/>
                    <a:pt x="1671281" y="1374073"/>
                    <a:pt x="1739958" y="1368295"/>
                  </a:cubicBezTo>
                  <a:lnTo>
                    <a:pt x="1740086" y="1368328"/>
                  </a:lnTo>
                  <a:close/>
                  <a:moveTo>
                    <a:pt x="1510451" y="1186143"/>
                  </a:moveTo>
                  <a:lnTo>
                    <a:pt x="1737293" y="1206051"/>
                  </a:lnTo>
                  <a:cubicBezTo>
                    <a:pt x="1691620" y="1262642"/>
                    <a:pt x="1635195" y="1296417"/>
                    <a:pt x="1578017" y="1307295"/>
                  </a:cubicBezTo>
                  <a:lnTo>
                    <a:pt x="1578016" y="1307295"/>
                  </a:lnTo>
                  <a:lnTo>
                    <a:pt x="1578015" y="1307296"/>
                  </a:lnTo>
                  <a:cubicBezTo>
                    <a:pt x="1530367" y="1316361"/>
                    <a:pt x="1482195" y="1309525"/>
                    <a:pt x="1439284" y="1286740"/>
                  </a:cubicBezTo>
                  <a:lnTo>
                    <a:pt x="1419342" y="1271325"/>
                  </a:lnTo>
                  <a:lnTo>
                    <a:pt x="1491148" y="1202864"/>
                  </a:lnTo>
                  <a:close/>
                  <a:moveTo>
                    <a:pt x="2116675" y="1158492"/>
                  </a:moveTo>
                  <a:cubicBezTo>
                    <a:pt x="2266250" y="1158492"/>
                    <a:pt x="2424717" y="1157825"/>
                    <a:pt x="2582961" y="1159603"/>
                  </a:cubicBezTo>
                  <a:cubicBezTo>
                    <a:pt x="2590628" y="1159603"/>
                    <a:pt x="2600185" y="1162548"/>
                    <a:pt x="2608603" y="1167104"/>
                  </a:cubicBezTo>
                  <a:lnTo>
                    <a:pt x="2609016" y="1167482"/>
                  </a:lnTo>
                  <a:lnTo>
                    <a:pt x="2609049" y="1167492"/>
                  </a:lnTo>
                  <a:cubicBezTo>
                    <a:pt x="2617467" y="1172048"/>
                    <a:pt x="2624745" y="1178159"/>
                    <a:pt x="2627856" y="1184493"/>
                  </a:cubicBezTo>
                  <a:cubicBezTo>
                    <a:pt x="2671696" y="1275006"/>
                    <a:pt x="2743914" y="1326012"/>
                    <a:pt x="2826415" y="1365267"/>
                  </a:cubicBezTo>
                  <a:lnTo>
                    <a:pt x="2883165" y="1389472"/>
                  </a:lnTo>
                  <a:lnTo>
                    <a:pt x="2911228" y="1401412"/>
                  </a:lnTo>
                  <a:cubicBezTo>
                    <a:pt x="2938260" y="1412080"/>
                    <a:pt x="2964364" y="1424099"/>
                    <a:pt x="2989706" y="1437228"/>
                  </a:cubicBezTo>
                  <a:lnTo>
                    <a:pt x="2989857" y="1437315"/>
                  </a:lnTo>
                  <a:lnTo>
                    <a:pt x="2990150" y="1437449"/>
                  </a:lnTo>
                  <a:cubicBezTo>
                    <a:pt x="3167541" y="1529358"/>
                    <a:pt x="3307561" y="1675696"/>
                    <a:pt x="3466637" y="1794127"/>
                  </a:cubicBezTo>
                  <a:cubicBezTo>
                    <a:pt x="3477084" y="1801683"/>
                    <a:pt x="3478195" y="1840577"/>
                    <a:pt x="3468417" y="1853689"/>
                  </a:cubicBezTo>
                  <a:cubicBezTo>
                    <a:pt x="3399962" y="1946812"/>
                    <a:pt x="3329286" y="2038825"/>
                    <a:pt x="3254609" y="2127057"/>
                  </a:cubicBezTo>
                  <a:cubicBezTo>
                    <a:pt x="3240162" y="2143949"/>
                    <a:pt x="3201714" y="2155284"/>
                    <a:pt x="3179932" y="2149282"/>
                  </a:cubicBezTo>
                  <a:cubicBezTo>
                    <a:pt x="3103144" y="2128391"/>
                    <a:pt x="3026689" y="2106166"/>
                    <a:pt x="2948067" y="2082830"/>
                  </a:cubicBezTo>
                  <a:lnTo>
                    <a:pt x="2703727" y="2009867"/>
                  </a:lnTo>
                  <a:lnTo>
                    <a:pt x="2703807" y="2009803"/>
                  </a:lnTo>
                  <a:lnTo>
                    <a:pt x="2703280" y="2009646"/>
                  </a:lnTo>
                  <a:lnTo>
                    <a:pt x="2865304" y="1879028"/>
                  </a:lnTo>
                  <a:cubicBezTo>
                    <a:pt x="2918006" y="1836522"/>
                    <a:pt x="2970569" y="1794128"/>
                    <a:pt x="3026576" y="1749011"/>
                  </a:cubicBezTo>
                  <a:cubicBezTo>
                    <a:pt x="2950983" y="1704923"/>
                    <a:pt x="2883359" y="1648676"/>
                    <a:pt x="2814376" y="1598450"/>
                  </a:cubicBezTo>
                  <a:lnTo>
                    <a:pt x="2744763" y="1551019"/>
                  </a:lnTo>
                  <a:lnTo>
                    <a:pt x="2672219" y="1511630"/>
                  </a:lnTo>
                  <a:cubicBezTo>
                    <a:pt x="2597304" y="1477510"/>
                    <a:pt x="2514813" y="1461529"/>
                    <a:pt x="2415382" y="1481865"/>
                  </a:cubicBezTo>
                  <a:cubicBezTo>
                    <a:pt x="2349929" y="1495311"/>
                    <a:pt x="2293978" y="1479532"/>
                    <a:pt x="2241748" y="1453334"/>
                  </a:cubicBezTo>
                  <a:lnTo>
                    <a:pt x="2241476" y="1453174"/>
                  </a:lnTo>
                  <a:lnTo>
                    <a:pt x="2241304" y="1453113"/>
                  </a:lnTo>
                  <a:cubicBezTo>
                    <a:pt x="2189075" y="1426915"/>
                    <a:pt x="2140568" y="1390299"/>
                    <a:pt x="2090005" y="1362073"/>
                  </a:cubicBezTo>
                  <a:cubicBezTo>
                    <a:pt x="2070445" y="1351182"/>
                    <a:pt x="2072002" y="1290285"/>
                    <a:pt x="2075780" y="1253615"/>
                  </a:cubicBezTo>
                  <a:cubicBezTo>
                    <a:pt x="2078669" y="1224278"/>
                    <a:pt x="2099561" y="1196718"/>
                    <a:pt x="2116675" y="1158492"/>
                  </a:cubicBezTo>
                  <a:close/>
                  <a:moveTo>
                    <a:pt x="1892080" y="875761"/>
                  </a:moveTo>
                  <a:lnTo>
                    <a:pt x="2386935" y="979578"/>
                  </a:lnTo>
                  <a:cubicBezTo>
                    <a:pt x="2385378" y="994471"/>
                    <a:pt x="2383822" y="1009583"/>
                    <a:pt x="2382268" y="1024473"/>
                  </a:cubicBezTo>
                  <a:lnTo>
                    <a:pt x="2382267" y="1024473"/>
                  </a:lnTo>
                  <a:lnTo>
                    <a:pt x="2382267" y="1024474"/>
                  </a:lnTo>
                  <a:cubicBezTo>
                    <a:pt x="2249804" y="1024474"/>
                    <a:pt x="2117120" y="1022918"/>
                    <a:pt x="1984658" y="1024918"/>
                  </a:cubicBezTo>
                  <a:cubicBezTo>
                    <a:pt x="1899980" y="1026031"/>
                    <a:pt x="1873088" y="974468"/>
                    <a:pt x="1858419" y="908236"/>
                  </a:cubicBezTo>
                  <a:lnTo>
                    <a:pt x="1863807" y="895866"/>
                  </a:lnTo>
                  <a:close/>
                  <a:moveTo>
                    <a:pt x="3079015" y="231134"/>
                  </a:moveTo>
                  <a:lnTo>
                    <a:pt x="3237648" y="251182"/>
                  </a:lnTo>
                  <a:lnTo>
                    <a:pt x="3294809" y="260641"/>
                  </a:lnTo>
                  <a:lnTo>
                    <a:pt x="3426189" y="282379"/>
                  </a:lnTo>
                  <a:cubicBezTo>
                    <a:pt x="3248666" y="393226"/>
                    <a:pt x="3076517" y="491948"/>
                    <a:pt x="2913213" y="598045"/>
                  </a:cubicBezTo>
                  <a:lnTo>
                    <a:pt x="2763158" y="700385"/>
                  </a:lnTo>
                  <a:lnTo>
                    <a:pt x="2752986" y="707323"/>
                  </a:lnTo>
                  <a:cubicBezTo>
                    <a:pt x="2713703" y="735660"/>
                    <a:pt x="2673934" y="758343"/>
                    <a:pt x="2633525" y="776331"/>
                  </a:cubicBezTo>
                  <a:lnTo>
                    <a:pt x="2510566" y="817058"/>
                  </a:lnTo>
                  <a:lnTo>
                    <a:pt x="2510231" y="817170"/>
                  </a:lnTo>
                  <a:lnTo>
                    <a:pt x="2510230" y="817170"/>
                  </a:lnTo>
                  <a:lnTo>
                    <a:pt x="2462209" y="824077"/>
                  </a:lnTo>
                  <a:lnTo>
                    <a:pt x="2382186" y="835588"/>
                  </a:lnTo>
                  <a:cubicBezTo>
                    <a:pt x="2338610" y="838630"/>
                    <a:pt x="2294090" y="838894"/>
                    <a:pt x="2248472" y="837338"/>
                  </a:cubicBezTo>
                  <a:cubicBezTo>
                    <a:pt x="2197966" y="835672"/>
                    <a:pt x="2163211" y="818378"/>
                    <a:pt x="2144490" y="787801"/>
                  </a:cubicBezTo>
                  <a:lnTo>
                    <a:pt x="2133439" y="758931"/>
                  </a:lnTo>
                  <a:lnTo>
                    <a:pt x="2131122" y="752884"/>
                  </a:lnTo>
                  <a:lnTo>
                    <a:pt x="2142201" y="704074"/>
                  </a:lnTo>
                  <a:lnTo>
                    <a:pt x="2255592" y="631381"/>
                  </a:lnTo>
                  <a:cubicBezTo>
                    <a:pt x="2460493" y="506880"/>
                    <a:pt x="2675113" y="396780"/>
                    <a:pt x="2898046" y="302488"/>
                  </a:cubicBezTo>
                  <a:close/>
                  <a:moveTo>
                    <a:pt x="4840604" y="133249"/>
                  </a:moveTo>
                  <a:lnTo>
                    <a:pt x="4841029" y="133263"/>
                  </a:lnTo>
                  <a:lnTo>
                    <a:pt x="4841269" y="133250"/>
                  </a:lnTo>
                  <a:cubicBezTo>
                    <a:pt x="5082414" y="138140"/>
                    <a:pt x="5323336" y="150365"/>
                    <a:pt x="5572479" y="160143"/>
                  </a:cubicBezTo>
                  <a:cubicBezTo>
                    <a:pt x="5574036" y="194370"/>
                    <a:pt x="5575481" y="226985"/>
                    <a:pt x="5576898" y="258822"/>
                  </a:cubicBezTo>
                  <a:lnTo>
                    <a:pt x="5581148" y="352831"/>
                  </a:lnTo>
                  <a:lnTo>
                    <a:pt x="5608233" y="352742"/>
                  </a:lnTo>
                  <a:lnTo>
                    <a:pt x="5651929" y="352594"/>
                  </a:lnTo>
                  <a:lnTo>
                    <a:pt x="5722170" y="336164"/>
                  </a:lnTo>
                  <a:cubicBezTo>
                    <a:pt x="5792033" y="314265"/>
                    <a:pt x="5860958" y="279928"/>
                    <a:pt x="5931338" y="268733"/>
                  </a:cubicBezTo>
                  <a:lnTo>
                    <a:pt x="5931660" y="268724"/>
                  </a:lnTo>
                  <a:lnTo>
                    <a:pt x="5932002" y="268637"/>
                  </a:lnTo>
                  <a:cubicBezTo>
                    <a:pt x="6002382" y="257437"/>
                    <a:pt x="6074214" y="269407"/>
                    <a:pt x="6149891" y="340166"/>
                  </a:cubicBezTo>
                  <a:cubicBezTo>
                    <a:pt x="5959421" y="474850"/>
                    <a:pt x="5774285" y="605978"/>
                    <a:pt x="5571368" y="749551"/>
                  </a:cubicBezTo>
                  <a:cubicBezTo>
                    <a:pt x="5673160" y="768219"/>
                    <a:pt x="5749837" y="779778"/>
                    <a:pt x="5825180" y="798003"/>
                  </a:cubicBezTo>
                  <a:cubicBezTo>
                    <a:pt x="5844962" y="802670"/>
                    <a:pt x="5872965" y="826673"/>
                    <a:pt x="5874743" y="843785"/>
                  </a:cubicBezTo>
                  <a:cubicBezTo>
                    <a:pt x="5884744" y="943797"/>
                    <a:pt x="5888079" y="1044477"/>
                    <a:pt x="5893635" y="1145602"/>
                  </a:cubicBezTo>
                  <a:cubicBezTo>
                    <a:pt x="5738059" y="1170716"/>
                    <a:pt x="5590260" y="1194497"/>
                    <a:pt x="5417348" y="1222500"/>
                  </a:cubicBezTo>
                  <a:cubicBezTo>
                    <a:pt x="5485579" y="1298733"/>
                    <a:pt x="5531364" y="1357628"/>
                    <a:pt x="5585372" y="1407634"/>
                  </a:cubicBezTo>
                  <a:cubicBezTo>
                    <a:pt x="5635378" y="1453862"/>
                    <a:pt x="5620042" y="1479867"/>
                    <a:pt x="5570257" y="1505424"/>
                  </a:cubicBezTo>
                  <a:cubicBezTo>
                    <a:pt x="5361784" y="1612105"/>
                    <a:pt x="5153089" y="1719007"/>
                    <a:pt x="4944395" y="1825242"/>
                  </a:cubicBezTo>
                  <a:cubicBezTo>
                    <a:pt x="4924836" y="1835244"/>
                    <a:pt x="4901278" y="1851691"/>
                    <a:pt x="4882830" y="1847913"/>
                  </a:cubicBezTo>
                  <a:lnTo>
                    <a:pt x="4882374" y="1847868"/>
                  </a:lnTo>
                  <a:lnTo>
                    <a:pt x="4882164" y="1847911"/>
                  </a:lnTo>
                  <a:lnTo>
                    <a:pt x="4842868" y="1844046"/>
                  </a:lnTo>
                  <a:lnTo>
                    <a:pt x="4810102" y="1848513"/>
                  </a:lnTo>
                  <a:cubicBezTo>
                    <a:pt x="4749980" y="1865151"/>
                    <a:pt x="4723643" y="1925201"/>
                    <a:pt x="4694805" y="1986375"/>
                  </a:cubicBezTo>
                  <a:cubicBezTo>
                    <a:pt x="4648131" y="2085720"/>
                    <a:pt x="4591458" y="2180621"/>
                    <a:pt x="4548341" y="2281301"/>
                  </a:cubicBezTo>
                  <a:cubicBezTo>
                    <a:pt x="4535895" y="2310305"/>
                    <a:pt x="4522227" y="2325807"/>
                    <a:pt x="4506169" y="2330251"/>
                  </a:cubicBezTo>
                  <a:lnTo>
                    <a:pt x="4505774" y="2330231"/>
                  </a:lnTo>
                  <a:lnTo>
                    <a:pt x="4505502" y="2330417"/>
                  </a:lnTo>
                  <a:cubicBezTo>
                    <a:pt x="4489445" y="2334862"/>
                    <a:pt x="4470998" y="2328194"/>
                    <a:pt x="4448994" y="2312858"/>
                  </a:cubicBezTo>
                  <a:cubicBezTo>
                    <a:pt x="4356315" y="2248407"/>
                    <a:pt x="4261635" y="2186176"/>
                    <a:pt x="4175179" y="2114166"/>
                  </a:cubicBezTo>
                  <a:cubicBezTo>
                    <a:pt x="4144287" y="2088609"/>
                    <a:pt x="4119393" y="2037936"/>
                    <a:pt x="4118282" y="1998153"/>
                  </a:cubicBezTo>
                  <a:cubicBezTo>
                    <a:pt x="4115171" y="1874359"/>
                    <a:pt x="4123616" y="1750120"/>
                    <a:pt x="4129394" y="1626327"/>
                  </a:cubicBezTo>
                  <a:cubicBezTo>
                    <a:pt x="4137842" y="1450084"/>
                    <a:pt x="4151398" y="1480087"/>
                    <a:pt x="3980485" y="1434302"/>
                  </a:cubicBezTo>
                  <a:cubicBezTo>
                    <a:pt x="3871582" y="1404967"/>
                    <a:pt x="3828465" y="1357404"/>
                    <a:pt x="3817130" y="1250946"/>
                  </a:cubicBezTo>
                  <a:cubicBezTo>
                    <a:pt x="3808462" y="1167825"/>
                    <a:pt x="3781124" y="1085593"/>
                    <a:pt x="3753122" y="1006027"/>
                  </a:cubicBezTo>
                  <a:cubicBezTo>
                    <a:pt x="3747787" y="990692"/>
                    <a:pt x="3722575" y="973482"/>
                    <a:pt x="3700458" y="967053"/>
                  </a:cubicBezTo>
                  <a:lnTo>
                    <a:pt x="3680419" y="964711"/>
                  </a:lnTo>
                  <a:lnTo>
                    <a:pt x="3585443" y="968975"/>
                  </a:lnTo>
                  <a:lnTo>
                    <a:pt x="3585238" y="968952"/>
                  </a:lnTo>
                  <a:lnTo>
                    <a:pt x="3584777" y="968973"/>
                  </a:lnTo>
                  <a:cubicBezTo>
                    <a:pt x="3368920" y="961727"/>
                    <a:pt x="3198880" y="839090"/>
                    <a:pt x="3029688" y="712879"/>
                  </a:cubicBezTo>
                  <a:cubicBezTo>
                    <a:pt x="3023466" y="708213"/>
                    <a:pt x="3016966" y="703934"/>
                    <a:pt x="3007909" y="698155"/>
                  </a:cubicBezTo>
                  <a:lnTo>
                    <a:pt x="2970794" y="674431"/>
                  </a:lnTo>
                  <a:lnTo>
                    <a:pt x="2970792" y="674431"/>
                  </a:lnTo>
                  <a:lnTo>
                    <a:pt x="2970793" y="674430"/>
                  </a:lnTo>
                  <a:lnTo>
                    <a:pt x="2970792" y="674429"/>
                  </a:lnTo>
                  <a:lnTo>
                    <a:pt x="2970126" y="674429"/>
                  </a:lnTo>
                  <a:cubicBezTo>
                    <a:pt x="3070584" y="623977"/>
                    <a:pt x="3155484" y="579529"/>
                    <a:pt x="3241718" y="538191"/>
                  </a:cubicBezTo>
                  <a:cubicBezTo>
                    <a:pt x="3412852" y="456401"/>
                    <a:pt x="3584208" y="374614"/>
                    <a:pt x="3757121" y="296603"/>
                  </a:cubicBezTo>
                  <a:cubicBezTo>
                    <a:pt x="3800906" y="276602"/>
                    <a:pt x="3850912" y="264376"/>
                    <a:pt x="3898920" y="260821"/>
                  </a:cubicBezTo>
                  <a:cubicBezTo>
                    <a:pt x="3935258" y="258043"/>
                    <a:pt x="3971819" y="257765"/>
                    <a:pt x="4008435" y="258376"/>
                  </a:cubicBezTo>
                  <a:lnTo>
                    <a:pt x="4008775" y="258385"/>
                  </a:lnTo>
                  <a:lnTo>
                    <a:pt x="4009100" y="258378"/>
                  </a:lnTo>
                  <a:cubicBezTo>
                    <a:pt x="4045717" y="258989"/>
                    <a:pt x="4082388" y="260489"/>
                    <a:pt x="4118949" y="261268"/>
                  </a:cubicBezTo>
                  <a:lnTo>
                    <a:pt x="4125179" y="261339"/>
                  </a:lnTo>
                  <a:lnTo>
                    <a:pt x="4255243" y="262714"/>
                  </a:lnTo>
                  <a:cubicBezTo>
                    <a:pt x="4391460" y="261058"/>
                    <a:pt x="4524894" y="244931"/>
                    <a:pt x="4650577" y="167921"/>
                  </a:cubicBezTo>
                  <a:cubicBezTo>
                    <a:pt x="4702140" y="136361"/>
                    <a:pt x="4776816" y="131916"/>
                    <a:pt x="4840604" y="133249"/>
                  </a:cubicBezTo>
                  <a:close/>
                  <a:moveTo>
                    <a:pt x="4212294" y="126139"/>
                  </a:moveTo>
                  <a:lnTo>
                    <a:pt x="4212294" y="126363"/>
                  </a:lnTo>
                  <a:lnTo>
                    <a:pt x="4212282" y="126140"/>
                  </a:lnTo>
                  <a:close/>
                  <a:moveTo>
                    <a:pt x="4212296" y="125915"/>
                  </a:moveTo>
                  <a:lnTo>
                    <a:pt x="4212296" y="126138"/>
                  </a:lnTo>
                  <a:lnTo>
                    <a:pt x="4212284" y="125916"/>
                  </a:lnTo>
                  <a:close/>
                  <a:moveTo>
                    <a:pt x="3903294" y="0"/>
                  </a:moveTo>
                  <a:lnTo>
                    <a:pt x="4114282" y="9680"/>
                  </a:lnTo>
                  <a:cubicBezTo>
                    <a:pt x="4127992" y="10013"/>
                    <a:pt x="4140194" y="11558"/>
                    <a:pt x="4150937" y="14364"/>
                  </a:cubicBezTo>
                  <a:lnTo>
                    <a:pt x="4157374" y="17193"/>
                  </a:lnTo>
                  <a:lnTo>
                    <a:pt x="4161070" y="17818"/>
                  </a:lnTo>
                  <a:lnTo>
                    <a:pt x="4165136" y="20604"/>
                  </a:lnTo>
                  <a:lnTo>
                    <a:pt x="4178834" y="26623"/>
                  </a:lnTo>
                  <a:lnTo>
                    <a:pt x="4188407" y="36546"/>
                  </a:lnTo>
                  <a:lnTo>
                    <a:pt x="4192542" y="39380"/>
                  </a:lnTo>
                  <a:lnTo>
                    <a:pt x="4193868" y="42208"/>
                  </a:lnTo>
                  <a:lnTo>
                    <a:pt x="4198263" y="46763"/>
                  </a:lnTo>
                  <a:cubicBezTo>
                    <a:pt x="4203360" y="54825"/>
                    <a:pt x="4207095" y="64252"/>
                    <a:pt x="4209514" y="75093"/>
                  </a:cubicBezTo>
                  <a:lnTo>
                    <a:pt x="4212284" y="125916"/>
                  </a:lnTo>
                  <a:lnTo>
                    <a:pt x="4212269" y="125918"/>
                  </a:lnTo>
                  <a:lnTo>
                    <a:pt x="4212282" y="126140"/>
                  </a:lnTo>
                  <a:lnTo>
                    <a:pt x="3846911" y="164145"/>
                  </a:lnTo>
                  <a:cubicBezTo>
                    <a:pt x="3762454" y="173701"/>
                    <a:pt x="3766676" y="110360"/>
                    <a:pt x="3760009" y="59243"/>
                  </a:cubicBezTo>
                  <a:cubicBezTo>
                    <a:pt x="3758815" y="50186"/>
                    <a:pt x="3758614" y="42408"/>
                    <a:pt x="3759260" y="35732"/>
                  </a:cubicBezTo>
                  <a:lnTo>
                    <a:pt x="3760660" y="30285"/>
                  </a:lnTo>
                  <a:lnTo>
                    <a:pt x="3760686" y="29128"/>
                  </a:lnTo>
                  <a:lnTo>
                    <a:pt x="3830787" y="12949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/>
                </a:gs>
                <a:gs pos="86000">
                  <a:schemeClr val="accent1"/>
                </a:gs>
              </a:gsLst>
              <a:path path="circle">
                <a:fillToRect l="50000" t="50000" r="50000" b="50000"/>
              </a:path>
              <a:tileRect/>
            </a:gradFill>
            <a:ln w="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marL="0" marR="0" lvl="0" indent="0" algn="l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5B6670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endParaRPr>
            </a:p>
          </p:txBody>
        </p:sp>
      </p:grpSp>
      <p:sp>
        <p:nvSpPr>
          <p:cNvPr id="71" name="Oval 70">
            <a:extLst>
              <a:ext uri="{FF2B5EF4-FFF2-40B4-BE49-F238E27FC236}">
                <a16:creationId xmlns:a16="http://schemas.microsoft.com/office/drawing/2014/main" id="{CCF5B40C-A0FD-F6BC-15F7-E85D77950490}"/>
              </a:ext>
            </a:extLst>
          </p:cNvPr>
          <p:cNvSpPr/>
          <p:nvPr userDrawn="1"/>
        </p:nvSpPr>
        <p:spPr>
          <a:xfrm>
            <a:off x="15671224" y="4898759"/>
            <a:ext cx="7130488" cy="7130486"/>
          </a:xfrm>
          <a:prstGeom prst="ellipse">
            <a:avLst/>
          </a:prstGeom>
          <a:noFill/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ctr" defTabSz="457131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  <p:sp>
        <p:nvSpPr>
          <p:cNvPr id="72" name="Graphic 37">
            <a:extLst>
              <a:ext uri="{FF2B5EF4-FFF2-40B4-BE49-F238E27FC236}">
                <a16:creationId xmlns:a16="http://schemas.microsoft.com/office/drawing/2014/main" id="{50603574-25B9-09F5-226C-E714D2D2CD86}"/>
              </a:ext>
            </a:extLst>
          </p:cNvPr>
          <p:cNvSpPr/>
          <p:nvPr userDrawn="1"/>
        </p:nvSpPr>
        <p:spPr>
          <a:xfrm>
            <a:off x="20600285" y="4736042"/>
            <a:ext cx="2880491" cy="945634"/>
          </a:xfrm>
          <a:custGeom>
            <a:avLst/>
            <a:gdLst>
              <a:gd name="connsiteX0" fmla="*/ 0 w 2880491"/>
              <a:gd name="connsiteY0" fmla="*/ 945490 h 945634"/>
              <a:gd name="connsiteX1" fmla="*/ 2880491 w 2880491"/>
              <a:gd name="connsiteY1" fmla="*/ 945490 h 945634"/>
              <a:gd name="connsiteX2" fmla="*/ 2453665 w 2880491"/>
              <a:gd name="connsiteY2" fmla="*/ 667600 h 945634"/>
              <a:gd name="connsiteX3" fmla="*/ 2271387 w 2880491"/>
              <a:gd name="connsiteY3" fmla="*/ 704344 h 945634"/>
              <a:gd name="connsiteX4" fmla="*/ 1756272 w 2880491"/>
              <a:gd name="connsiteY4" fmla="*/ 231454 h 945634"/>
              <a:gd name="connsiteX5" fmla="*/ 1394347 w 2880491"/>
              <a:gd name="connsiteY5" fmla="*/ 378138 h 945634"/>
              <a:gd name="connsiteX6" fmla="*/ 895311 w 2880491"/>
              <a:gd name="connsiteY6" fmla="*/ 0 h 945634"/>
              <a:gd name="connsiteX7" fmla="*/ 377712 w 2880491"/>
              <a:gd name="connsiteY7" fmla="*/ 512237 h 945634"/>
              <a:gd name="connsiteX8" fmla="*/ 382389 w 2880491"/>
              <a:gd name="connsiteY8" fmla="*/ 577478 h 945634"/>
              <a:gd name="connsiteX9" fmla="*/ 0 w 2880491"/>
              <a:gd name="connsiteY9" fmla="*/ 945634 h 94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0491" h="945634">
                <a:moveTo>
                  <a:pt x="0" y="945490"/>
                </a:moveTo>
                <a:lnTo>
                  <a:pt x="2880491" y="945490"/>
                </a:lnTo>
                <a:cubicBezTo>
                  <a:pt x="2809158" y="782025"/>
                  <a:pt x="2645006" y="667600"/>
                  <a:pt x="2453665" y="667600"/>
                </a:cubicBezTo>
                <a:cubicBezTo>
                  <a:pt x="2388910" y="667600"/>
                  <a:pt x="2327371" y="680764"/>
                  <a:pt x="2271387" y="704344"/>
                </a:cubicBezTo>
                <a:cubicBezTo>
                  <a:pt x="2251215" y="439907"/>
                  <a:pt x="2028593" y="231454"/>
                  <a:pt x="1756272" y="231454"/>
                </a:cubicBezTo>
                <a:cubicBezTo>
                  <a:pt x="1615215" y="231454"/>
                  <a:pt x="1487606" y="287437"/>
                  <a:pt x="1394347" y="378138"/>
                </a:cubicBezTo>
                <a:cubicBezTo>
                  <a:pt x="1334708" y="160427"/>
                  <a:pt x="1134159" y="0"/>
                  <a:pt x="895311" y="0"/>
                </a:cubicBezTo>
                <a:cubicBezTo>
                  <a:pt x="609396" y="0"/>
                  <a:pt x="377712" y="229284"/>
                  <a:pt x="377712" y="512237"/>
                </a:cubicBezTo>
                <a:cubicBezTo>
                  <a:pt x="377712" y="534370"/>
                  <a:pt x="379612" y="556068"/>
                  <a:pt x="382389" y="577478"/>
                </a:cubicBezTo>
                <a:cubicBezTo>
                  <a:pt x="196018" y="620731"/>
                  <a:pt x="48383" y="763075"/>
                  <a:pt x="0" y="945634"/>
                </a:cubicBezTo>
                <a:close/>
              </a:path>
            </a:pathLst>
          </a:custGeom>
          <a:gradFill>
            <a:gsLst>
              <a:gs pos="8000">
                <a:schemeClr val="bg1">
                  <a:alpha val="79000"/>
                </a:schemeClr>
              </a:gs>
              <a:gs pos="56000">
                <a:schemeClr val="tx1">
                  <a:lumMod val="20000"/>
                  <a:lumOff val="80000"/>
                  <a:alpha val="67000"/>
                </a:schemeClr>
              </a:gs>
            </a:gsLst>
            <a:lin ang="0" scaled="0"/>
          </a:gradFill>
          <a:ln w="0" cap="flat">
            <a:noFill/>
            <a:prstDash val="solid"/>
            <a:miter/>
          </a:ln>
          <a:effectLst>
            <a:outerShdw blurRad="805064" dist="938704" dir="8100000" algn="tr" rotWithShape="0">
              <a:srgbClr val="001443">
                <a:alpha val="60923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73" name="Graphic 37">
            <a:extLst>
              <a:ext uri="{FF2B5EF4-FFF2-40B4-BE49-F238E27FC236}">
                <a16:creationId xmlns:a16="http://schemas.microsoft.com/office/drawing/2014/main" id="{150A9E7E-8473-7250-C728-4B4090D30097}"/>
              </a:ext>
            </a:extLst>
          </p:cNvPr>
          <p:cNvSpPr/>
          <p:nvPr userDrawn="1"/>
        </p:nvSpPr>
        <p:spPr>
          <a:xfrm flipH="1">
            <a:off x="17117690" y="9857023"/>
            <a:ext cx="2464957" cy="809219"/>
          </a:xfrm>
          <a:custGeom>
            <a:avLst/>
            <a:gdLst>
              <a:gd name="connsiteX0" fmla="*/ 0 w 2880491"/>
              <a:gd name="connsiteY0" fmla="*/ 945490 h 945634"/>
              <a:gd name="connsiteX1" fmla="*/ 2880491 w 2880491"/>
              <a:gd name="connsiteY1" fmla="*/ 945490 h 945634"/>
              <a:gd name="connsiteX2" fmla="*/ 2453665 w 2880491"/>
              <a:gd name="connsiteY2" fmla="*/ 667600 h 945634"/>
              <a:gd name="connsiteX3" fmla="*/ 2271387 w 2880491"/>
              <a:gd name="connsiteY3" fmla="*/ 704344 h 945634"/>
              <a:gd name="connsiteX4" fmla="*/ 1756272 w 2880491"/>
              <a:gd name="connsiteY4" fmla="*/ 231454 h 945634"/>
              <a:gd name="connsiteX5" fmla="*/ 1394347 w 2880491"/>
              <a:gd name="connsiteY5" fmla="*/ 378138 h 945634"/>
              <a:gd name="connsiteX6" fmla="*/ 895311 w 2880491"/>
              <a:gd name="connsiteY6" fmla="*/ 0 h 945634"/>
              <a:gd name="connsiteX7" fmla="*/ 377712 w 2880491"/>
              <a:gd name="connsiteY7" fmla="*/ 512237 h 945634"/>
              <a:gd name="connsiteX8" fmla="*/ 382389 w 2880491"/>
              <a:gd name="connsiteY8" fmla="*/ 577478 h 945634"/>
              <a:gd name="connsiteX9" fmla="*/ 0 w 2880491"/>
              <a:gd name="connsiteY9" fmla="*/ 945634 h 94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80491" h="945634">
                <a:moveTo>
                  <a:pt x="0" y="945490"/>
                </a:moveTo>
                <a:lnTo>
                  <a:pt x="2880491" y="945490"/>
                </a:lnTo>
                <a:cubicBezTo>
                  <a:pt x="2809158" y="782025"/>
                  <a:pt x="2645006" y="667600"/>
                  <a:pt x="2453665" y="667600"/>
                </a:cubicBezTo>
                <a:cubicBezTo>
                  <a:pt x="2388910" y="667600"/>
                  <a:pt x="2327371" y="680764"/>
                  <a:pt x="2271387" y="704344"/>
                </a:cubicBezTo>
                <a:cubicBezTo>
                  <a:pt x="2251215" y="439907"/>
                  <a:pt x="2028593" y="231454"/>
                  <a:pt x="1756272" y="231454"/>
                </a:cubicBezTo>
                <a:cubicBezTo>
                  <a:pt x="1615215" y="231454"/>
                  <a:pt x="1487606" y="287437"/>
                  <a:pt x="1394347" y="378138"/>
                </a:cubicBezTo>
                <a:cubicBezTo>
                  <a:pt x="1334708" y="160427"/>
                  <a:pt x="1134159" y="0"/>
                  <a:pt x="895311" y="0"/>
                </a:cubicBezTo>
                <a:cubicBezTo>
                  <a:pt x="609396" y="0"/>
                  <a:pt x="377712" y="229284"/>
                  <a:pt x="377712" y="512237"/>
                </a:cubicBezTo>
                <a:cubicBezTo>
                  <a:pt x="377712" y="534370"/>
                  <a:pt x="379612" y="556068"/>
                  <a:pt x="382389" y="577478"/>
                </a:cubicBezTo>
                <a:cubicBezTo>
                  <a:pt x="196018" y="620731"/>
                  <a:pt x="48383" y="763075"/>
                  <a:pt x="0" y="945634"/>
                </a:cubicBezTo>
                <a:close/>
              </a:path>
            </a:pathLst>
          </a:custGeom>
          <a:gradFill>
            <a:gsLst>
              <a:gs pos="27000">
                <a:schemeClr val="bg1">
                  <a:alpha val="63000"/>
                </a:schemeClr>
              </a:gs>
              <a:gs pos="86000">
                <a:schemeClr val="tx1">
                  <a:lumMod val="20000"/>
                  <a:lumOff val="80000"/>
                  <a:alpha val="56000"/>
                </a:schemeClr>
              </a:gs>
            </a:gsLst>
            <a:lin ang="0" scaled="0"/>
          </a:gradFill>
          <a:ln w="0" cap="flat">
            <a:noFill/>
            <a:prstDash val="solid"/>
            <a:miter/>
          </a:ln>
          <a:effectLst>
            <a:outerShdw blurRad="805064" dist="1135295" dir="8100000" algn="tr" rotWithShape="0">
              <a:srgbClr val="001443">
                <a:alpha val="60923"/>
              </a:srgbClr>
            </a:outerShdw>
          </a:effectLst>
        </p:spPr>
        <p:txBody>
          <a:bodyPr rtlCol="0" anchor="ctr"/>
          <a:lstStyle/>
          <a:p>
            <a:pPr marL="0" marR="0" lvl="0" indent="0" algn="l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5B6670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648522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Four Segments 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6CF8D8-65B9-BE4A-C126-772717C24B6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68389" y="4146703"/>
            <a:ext cx="7229164" cy="8507976"/>
            <a:chOff x="1068389" y="4146703"/>
            <a:chExt cx="7229164" cy="8507976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1E45CE2E-BFD8-AE7D-3943-CFFEC2C6AF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05663" y="11907078"/>
              <a:ext cx="3491890" cy="747601"/>
            </a:xfrm>
            <a:custGeom>
              <a:avLst/>
              <a:gdLst>
                <a:gd name="connsiteX0" fmla="*/ 556108 w 3243177"/>
                <a:gd name="connsiteY0" fmla="*/ 0 h 595369"/>
                <a:gd name="connsiteX1" fmla="*/ 3243177 w 3243177"/>
                <a:gd name="connsiteY1" fmla="*/ 0 h 595369"/>
                <a:gd name="connsiteX2" fmla="*/ 2687070 w 3243177"/>
                <a:gd name="connsiteY2" fmla="*/ 595370 h 595369"/>
                <a:gd name="connsiteX3" fmla="*/ 0 w 3243177"/>
                <a:gd name="connsiteY3" fmla="*/ 595370 h 595369"/>
                <a:gd name="connsiteX4" fmla="*/ 556108 w 3243177"/>
                <a:gd name="connsiteY4" fmla="*/ 0 h 595369"/>
                <a:gd name="connsiteX0" fmla="*/ 0 w 2687069"/>
                <a:gd name="connsiteY0" fmla="*/ 0 h 595370"/>
                <a:gd name="connsiteX1" fmla="*/ 2687069 w 2687069"/>
                <a:gd name="connsiteY1" fmla="*/ 0 h 595370"/>
                <a:gd name="connsiteX2" fmla="*/ 2130962 w 2687069"/>
                <a:gd name="connsiteY2" fmla="*/ 595370 h 595370"/>
                <a:gd name="connsiteX3" fmla="*/ 650523 w 2687069"/>
                <a:gd name="connsiteY3" fmla="*/ 585944 h 595370"/>
                <a:gd name="connsiteX4" fmla="*/ 0 w 2687069"/>
                <a:gd name="connsiteY4" fmla="*/ 0 h 595370"/>
                <a:gd name="connsiteX0" fmla="*/ 0 w 2687069"/>
                <a:gd name="connsiteY0" fmla="*/ 0 h 598644"/>
                <a:gd name="connsiteX1" fmla="*/ 2687069 w 2687069"/>
                <a:gd name="connsiteY1" fmla="*/ 0 h 598644"/>
                <a:gd name="connsiteX2" fmla="*/ 2130962 w 2687069"/>
                <a:gd name="connsiteY2" fmla="*/ 595370 h 598644"/>
                <a:gd name="connsiteX3" fmla="*/ 650523 w 2687069"/>
                <a:gd name="connsiteY3" fmla="*/ 598644 h 598644"/>
                <a:gd name="connsiteX4" fmla="*/ 0 w 2687069"/>
                <a:gd name="connsiteY4" fmla="*/ 0 h 598644"/>
                <a:gd name="connsiteX0" fmla="*/ 286851 w 2036546"/>
                <a:gd name="connsiteY0" fmla="*/ 0 h 598644"/>
                <a:gd name="connsiteX1" fmla="*/ 2036546 w 2036546"/>
                <a:gd name="connsiteY1" fmla="*/ 0 h 598644"/>
                <a:gd name="connsiteX2" fmla="*/ 1480439 w 2036546"/>
                <a:gd name="connsiteY2" fmla="*/ 595370 h 598644"/>
                <a:gd name="connsiteX3" fmla="*/ 0 w 2036546"/>
                <a:gd name="connsiteY3" fmla="*/ 598644 h 598644"/>
                <a:gd name="connsiteX4" fmla="*/ 286851 w 2036546"/>
                <a:gd name="connsiteY4" fmla="*/ 0 h 598644"/>
                <a:gd name="connsiteX0" fmla="*/ 465006 w 2214701"/>
                <a:gd name="connsiteY0" fmla="*/ 0 h 603608"/>
                <a:gd name="connsiteX1" fmla="*/ 2214701 w 2214701"/>
                <a:gd name="connsiteY1" fmla="*/ 0 h 603608"/>
                <a:gd name="connsiteX2" fmla="*/ 1658594 w 2214701"/>
                <a:gd name="connsiteY2" fmla="*/ 595370 h 603608"/>
                <a:gd name="connsiteX3" fmla="*/ 0 w 2214701"/>
                <a:gd name="connsiteY3" fmla="*/ 603608 h 603608"/>
                <a:gd name="connsiteX4" fmla="*/ 465006 w 2214701"/>
                <a:gd name="connsiteY4" fmla="*/ 0 h 603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4701" h="603608">
                  <a:moveTo>
                    <a:pt x="465006" y="0"/>
                  </a:moveTo>
                  <a:lnTo>
                    <a:pt x="2214701" y="0"/>
                  </a:lnTo>
                  <a:lnTo>
                    <a:pt x="1658594" y="595370"/>
                  </a:lnTo>
                  <a:lnTo>
                    <a:pt x="0" y="603608"/>
                  </a:lnTo>
                  <a:lnTo>
                    <a:pt x="465006" y="0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alpha val="36849"/>
                  </a:schemeClr>
                </a:gs>
                <a:gs pos="82000">
                  <a:schemeClr val="tx1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  <a:ln w="13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8A38A1D3-404D-7721-A4EB-D5D1830BDFF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68389" y="10224556"/>
              <a:ext cx="3974587" cy="2430123"/>
            </a:xfrm>
            <a:custGeom>
              <a:avLst/>
              <a:gdLst>
                <a:gd name="connsiteX0" fmla="*/ 288703 w 3164634"/>
                <a:gd name="connsiteY0" fmla="*/ 450906 h 1934905"/>
                <a:gd name="connsiteX1" fmla="*/ 0 w 3164634"/>
                <a:gd name="connsiteY1" fmla="*/ 1934905 h 1934905"/>
                <a:gd name="connsiteX2" fmla="*/ 3008727 w 3164634"/>
                <a:gd name="connsiteY2" fmla="*/ 1934905 h 1934905"/>
                <a:gd name="connsiteX3" fmla="*/ 3164635 w 3164634"/>
                <a:gd name="connsiteY3" fmla="*/ 0 h 1934905"/>
                <a:gd name="connsiteX4" fmla="*/ 288703 w 3164634"/>
                <a:gd name="connsiteY4" fmla="*/ 450906 h 193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4634" h="1934905">
                  <a:moveTo>
                    <a:pt x="288703" y="450906"/>
                  </a:moveTo>
                  <a:lnTo>
                    <a:pt x="0" y="1934905"/>
                  </a:lnTo>
                  <a:lnTo>
                    <a:pt x="3008727" y="1934905"/>
                  </a:lnTo>
                  <a:lnTo>
                    <a:pt x="3164635" y="0"/>
                  </a:lnTo>
                  <a:lnTo>
                    <a:pt x="288703" y="450906"/>
                  </a:lnTo>
                  <a:close/>
                </a:path>
              </a:pathLst>
            </a:custGeom>
            <a:solidFill>
              <a:srgbClr val="55B6B2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83A9CE0-B3FE-53B7-329E-1221F8559B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395852" y="10224556"/>
              <a:ext cx="1146982" cy="2430123"/>
            </a:xfrm>
            <a:custGeom>
              <a:avLst/>
              <a:gdLst>
                <a:gd name="connsiteX0" fmla="*/ 515252 w 913247"/>
                <a:gd name="connsiteY0" fmla="*/ 0 h 1934905"/>
                <a:gd name="connsiteX1" fmla="*/ 0 w 913247"/>
                <a:gd name="connsiteY1" fmla="*/ 450906 h 1934905"/>
                <a:gd name="connsiteX2" fmla="*/ 359345 w 913247"/>
                <a:gd name="connsiteY2" fmla="*/ 1934905 h 1934905"/>
                <a:gd name="connsiteX3" fmla="*/ 913247 w 913247"/>
                <a:gd name="connsiteY3" fmla="*/ 1340546 h 1934905"/>
                <a:gd name="connsiteX4" fmla="*/ 515252 w 913247"/>
                <a:gd name="connsiteY4" fmla="*/ 0 h 193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3247" h="1934905">
                  <a:moveTo>
                    <a:pt x="515252" y="0"/>
                  </a:moveTo>
                  <a:lnTo>
                    <a:pt x="0" y="450906"/>
                  </a:lnTo>
                  <a:lnTo>
                    <a:pt x="359345" y="1934905"/>
                  </a:lnTo>
                  <a:lnTo>
                    <a:pt x="913247" y="1340546"/>
                  </a:lnTo>
                  <a:lnTo>
                    <a:pt x="515252" y="0"/>
                  </a:lnTo>
                  <a:close/>
                </a:path>
              </a:pathLst>
            </a:custGeom>
            <a:solidFill>
              <a:srgbClr val="008586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7F41A06-1F5F-84E3-64F0-CEA9A2B7F3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30982" y="10224556"/>
              <a:ext cx="3611994" cy="566311"/>
            </a:xfrm>
            <a:custGeom>
              <a:avLst/>
              <a:gdLst>
                <a:gd name="connsiteX0" fmla="*/ 2875932 w 2875931"/>
                <a:gd name="connsiteY0" fmla="*/ 0 h 450906"/>
                <a:gd name="connsiteX1" fmla="*/ 592031 w 2875931"/>
                <a:gd name="connsiteY1" fmla="*/ 0 h 450906"/>
                <a:gd name="connsiteX2" fmla="*/ 0 w 2875931"/>
                <a:gd name="connsiteY2" fmla="*/ 450906 h 450906"/>
                <a:gd name="connsiteX3" fmla="*/ 2360680 w 2875931"/>
                <a:gd name="connsiteY3" fmla="*/ 450906 h 450906"/>
                <a:gd name="connsiteX4" fmla="*/ 2875932 w 2875931"/>
                <a:gd name="connsiteY4" fmla="*/ 0 h 450906"/>
                <a:gd name="connsiteX5" fmla="*/ 2875932 w 2875931"/>
                <a:gd name="connsiteY5" fmla="*/ 0 h 45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5931" h="450906">
                  <a:moveTo>
                    <a:pt x="2875932" y="0"/>
                  </a:moveTo>
                  <a:lnTo>
                    <a:pt x="592031" y="0"/>
                  </a:lnTo>
                  <a:lnTo>
                    <a:pt x="0" y="450906"/>
                  </a:lnTo>
                  <a:lnTo>
                    <a:pt x="2360680" y="450906"/>
                  </a:lnTo>
                  <a:lnTo>
                    <a:pt x="2875932" y="0"/>
                  </a:lnTo>
                  <a:lnTo>
                    <a:pt x="2875932" y="0"/>
                  </a:lnTo>
                  <a:close/>
                </a:path>
              </a:pathLst>
            </a:custGeom>
            <a:solidFill>
              <a:srgbClr val="003C47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CDC001F-86AD-728B-750E-E0CCEA9A43D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01664" y="8217565"/>
              <a:ext cx="2925838" cy="2259160"/>
            </a:xfrm>
            <a:custGeom>
              <a:avLst/>
              <a:gdLst>
                <a:gd name="connsiteX0" fmla="*/ 289225 w 2329602"/>
                <a:gd name="connsiteY0" fmla="*/ 301433 h 1798782"/>
                <a:gd name="connsiteX1" fmla="*/ 0 w 2329602"/>
                <a:gd name="connsiteY1" fmla="*/ 1798783 h 1798782"/>
                <a:gd name="connsiteX2" fmla="*/ 2231149 w 2329602"/>
                <a:gd name="connsiteY2" fmla="*/ 1798783 h 1798782"/>
                <a:gd name="connsiteX3" fmla="*/ 2329603 w 2329602"/>
                <a:gd name="connsiteY3" fmla="*/ 0 h 1798782"/>
                <a:gd name="connsiteX4" fmla="*/ 289225 w 2329602"/>
                <a:gd name="connsiteY4" fmla="*/ 301433 h 179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29602" h="1798782">
                  <a:moveTo>
                    <a:pt x="289225" y="301433"/>
                  </a:moveTo>
                  <a:lnTo>
                    <a:pt x="0" y="1798783"/>
                  </a:lnTo>
                  <a:lnTo>
                    <a:pt x="2231149" y="1798783"/>
                  </a:lnTo>
                  <a:lnTo>
                    <a:pt x="2329603" y="0"/>
                  </a:lnTo>
                  <a:lnTo>
                    <a:pt x="289225" y="301433"/>
                  </a:lnTo>
                  <a:close/>
                </a:path>
              </a:pathLst>
            </a:custGeom>
            <a:solidFill>
              <a:srgbClr val="33667F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D7DB56-8E55-E750-3AED-6DE9856E61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48599" y="8217565"/>
              <a:ext cx="1091717" cy="2259160"/>
            </a:xfrm>
            <a:custGeom>
              <a:avLst/>
              <a:gdLst>
                <a:gd name="connsiteX0" fmla="*/ 460933 w 869243"/>
                <a:gd name="connsiteY0" fmla="*/ 0 h 1798782"/>
                <a:gd name="connsiteX1" fmla="*/ 0 w 869243"/>
                <a:gd name="connsiteY1" fmla="*/ 301433 h 1798782"/>
                <a:gd name="connsiteX2" fmla="*/ 362478 w 869243"/>
                <a:gd name="connsiteY2" fmla="*/ 1798783 h 1798782"/>
                <a:gd name="connsiteX3" fmla="*/ 869243 w 869243"/>
                <a:gd name="connsiteY3" fmla="*/ 1374839 h 1798782"/>
                <a:gd name="connsiteX4" fmla="*/ 460933 w 869243"/>
                <a:gd name="connsiteY4" fmla="*/ 0 h 179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243" h="1798782">
                  <a:moveTo>
                    <a:pt x="460933" y="0"/>
                  </a:moveTo>
                  <a:lnTo>
                    <a:pt x="0" y="301433"/>
                  </a:lnTo>
                  <a:lnTo>
                    <a:pt x="362478" y="1798783"/>
                  </a:lnTo>
                  <a:lnTo>
                    <a:pt x="869243" y="1374839"/>
                  </a:lnTo>
                  <a:lnTo>
                    <a:pt x="460933" y="0"/>
                  </a:lnTo>
                  <a:close/>
                </a:path>
              </a:pathLst>
            </a:custGeom>
            <a:solidFill>
              <a:srgbClr val="144864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B47F321-BE5F-34D9-0E01-DF41B5D2C2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64913" y="8217565"/>
              <a:ext cx="2562588" cy="378581"/>
            </a:xfrm>
            <a:custGeom>
              <a:avLst/>
              <a:gdLst>
                <a:gd name="connsiteX0" fmla="*/ 2040377 w 2040377"/>
                <a:gd name="connsiteY0" fmla="*/ 0 h 301433"/>
                <a:gd name="connsiteX1" fmla="*/ 616840 w 2040377"/>
                <a:gd name="connsiteY1" fmla="*/ 0 h 301433"/>
                <a:gd name="connsiteX2" fmla="*/ 0 w 2040377"/>
                <a:gd name="connsiteY2" fmla="*/ 301433 h 301433"/>
                <a:gd name="connsiteX3" fmla="*/ 1579445 w 2040377"/>
                <a:gd name="connsiteY3" fmla="*/ 301433 h 301433"/>
                <a:gd name="connsiteX4" fmla="*/ 2040377 w 2040377"/>
                <a:gd name="connsiteY4" fmla="*/ 0 h 301433"/>
                <a:gd name="connsiteX5" fmla="*/ 2040377 w 2040377"/>
                <a:gd name="connsiteY5" fmla="*/ 0 h 3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0377" h="301433">
                  <a:moveTo>
                    <a:pt x="2040377" y="0"/>
                  </a:moveTo>
                  <a:lnTo>
                    <a:pt x="616840" y="0"/>
                  </a:lnTo>
                  <a:lnTo>
                    <a:pt x="0" y="301433"/>
                  </a:lnTo>
                  <a:lnTo>
                    <a:pt x="1579445" y="301433"/>
                  </a:lnTo>
                  <a:lnTo>
                    <a:pt x="2040377" y="0"/>
                  </a:lnTo>
                  <a:lnTo>
                    <a:pt x="2040377" y="0"/>
                  </a:lnTo>
                  <a:close/>
                </a:path>
              </a:pathLst>
            </a:custGeom>
            <a:solidFill>
              <a:srgbClr val="072C49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0AB81C8-8F44-7933-F6DB-842EAA4AF4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30839" y="6290628"/>
              <a:ext cx="1903165" cy="1988251"/>
            </a:xfrm>
            <a:custGeom>
              <a:avLst/>
              <a:gdLst>
                <a:gd name="connsiteX0" fmla="*/ 282435 w 1515332"/>
                <a:gd name="connsiteY0" fmla="*/ 143060 h 1583080"/>
                <a:gd name="connsiteX1" fmla="*/ 0 w 1515332"/>
                <a:gd name="connsiteY1" fmla="*/ 1583080 h 1583080"/>
                <a:gd name="connsiteX2" fmla="*/ 1453047 w 1515332"/>
                <a:gd name="connsiteY2" fmla="*/ 1583080 h 1583080"/>
                <a:gd name="connsiteX3" fmla="*/ 1515332 w 1515332"/>
                <a:gd name="connsiteY3" fmla="*/ 0 h 1583080"/>
                <a:gd name="connsiteX4" fmla="*/ 282435 w 1515332"/>
                <a:gd name="connsiteY4" fmla="*/ 143060 h 15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5332" h="1583080">
                  <a:moveTo>
                    <a:pt x="282435" y="143060"/>
                  </a:moveTo>
                  <a:lnTo>
                    <a:pt x="0" y="1583080"/>
                  </a:lnTo>
                  <a:lnTo>
                    <a:pt x="1453047" y="1583080"/>
                  </a:lnTo>
                  <a:lnTo>
                    <a:pt x="1515332" y="0"/>
                  </a:lnTo>
                  <a:lnTo>
                    <a:pt x="282435" y="143060"/>
                  </a:lnTo>
                  <a:close/>
                </a:path>
              </a:pathLst>
            </a:custGeom>
            <a:solidFill>
              <a:srgbClr val="F78F2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E24C1E99-AAF7-F4A9-6B47-B9DAD3F31A8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17746" y="6290628"/>
              <a:ext cx="1004470" cy="1988251"/>
            </a:xfrm>
            <a:custGeom>
              <a:avLst/>
              <a:gdLst>
                <a:gd name="connsiteX0" fmla="*/ 411053 w 799776"/>
                <a:gd name="connsiteY0" fmla="*/ 0 h 1583080"/>
                <a:gd name="connsiteX1" fmla="*/ 0 w 799776"/>
                <a:gd name="connsiteY1" fmla="*/ 143060 h 1583080"/>
                <a:gd name="connsiteX2" fmla="*/ 348768 w 799776"/>
                <a:gd name="connsiteY2" fmla="*/ 1583080 h 1583080"/>
                <a:gd name="connsiteX3" fmla="*/ 799777 w 799776"/>
                <a:gd name="connsiteY3" fmla="*/ 1304029 h 1583080"/>
                <a:gd name="connsiteX4" fmla="*/ 411053 w 799776"/>
                <a:gd name="connsiteY4" fmla="*/ 0 h 15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9776" h="1583080">
                  <a:moveTo>
                    <a:pt x="411053" y="0"/>
                  </a:moveTo>
                  <a:lnTo>
                    <a:pt x="0" y="143060"/>
                  </a:lnTo>
                  <a:lnTo>
                    <a:pt x="348768" y="1583080"/>
                  </a:lnTo>
                  <a:lnTo>
                    <a:pt x="799777" y="1304029"/>
                  </a:lnTo>
                  <a:lnTo>
                    <a:pt x="411053" y="0"/>
                  </a:lnTo>
                  <a:close/>
                </a:path>
              </a:pathLst>
            </a:custGeom>
            <a:solidFill>
              <a:srgbClr val="BB5E0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968CE8C-F7DE-B6B8-8F37-D5D22AE5C6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85561" y="6290628"/>
              <a:ext cx="1548442" cy="179673"/>
            </a:xfrm>
            <a:custGeom>
              <a:avLst/>
              <a:gdLst>
                <a:gd name="connsiteX0" fmla="*/ 1232897 w 1232896"/>
                <a:gd name="connsiteY0" fmla="*/ 0 h 143059"/>
                <a:gd name="connsiteX1" fmla="*/ 482608 w 1232896"/>
                <a:gd name="connsiteY1" fmla="*/ 0 h 143059"/>
                <a:gd name="connsiteX2" fmla="*/ 0 w 1232896"/>
                <a:gd name="connsiteY2" fmla="*/ 143060 h 143059"/>
                <a:gd name="connsiteX3" fmla="*/ 821844 w 1232896"/>
                <a:gd name="connsiteY3" fmla="*/ 143060 h 143059"/>
                <a:gd name="connsiteX4" fmla="*/ 1232897 w 1232896"/>
                <a:gd name="connsiteY4" fmla="*/ 0 h 14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2896" h="143059">
                  <a:moveTo>
                    <a:pt x="1232897" y="0"/>
                  </a:moveTo>
                  <a:lnTo>
                    <a:pt x="482608" y="0"/>
                  </a:lnTo>
                  <a:lnTo>
                    <a:pt x="0" y="143060"/>
                  </a:lnTo>
                  <a:lnTo>
                    <a:pt x="821844" y="143060"/>
                  </a:lnTo>
                  <a:lnTo>
                    <a:pt x="1232897" y="0"/>
                  </a:lnTo>
                  <a:close/>
                </a:path>
              </a:pathLst>
            </a:custGeom>
            <a:solidFill>
              <a:srgbClr val="84440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6821598-2114-0BA1-D95D-0195D908B4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53619" y="4146703"/>
              <a:ext cx="872290" cy="2009457"/>
            </a:xfrm>
            <a:custGeom>
              <a:avLst/>
              <a:gdLst>
                <a:gd name="connsiteX0" fmla="*/ 0 w 694532"/>
                <a:gd name="connsiteY0" fmla="*/ 1599965 h 1599964"/>
                <a:gd name="connsiteX1" fmla="*/ 694533 w 694532"/>
                <a:gd name="connsiteY1" fmla="*/ 1599965 h 1599964"/>
                <a:gd name="connsiteX2" fmla="*/ 631073 w 694532"/>
                <a:gd name="connsiteY2" fmla="*/ 367531 h 1599964"/>
                <a:gd name="connsiteX3" fmla="*/ 307114 w 694532"/>
                <a:gd name="connsiteY3" fmla="*/ 0 h 1599964"/>
                <a:gd name="connsiteX4" fmla="*/ 0 w 694532"/>
                <a:gd name="connsiteY4" fmla="*/ 1599965 h 159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532" h="1599964">
                  <a:moveTo>
                    <a:pt x="0" y="1599965"/>
                  </a:moveTo>
                  <a:lnTo>
                    <a:pt x="694533" y="1599965"/>
                  </a:lnTo>
                  <a:lnTo>
                    <a:pt x="631073" y="367531"/>
                  </a:lnTo>
                  <a:lnTo>
                    <a:pt x="307114" y="0"/>
                  </a:lnTo>
                  <a:lnTo>
                    <a:pt x="0" y="1599965"/>
                  </a:lnTo>
                  <a:close/>
                </a:path>
              </a:pathLst>
            </a:custGeom>
            <a:solidFill>
              <a:srgbClr val="DB4746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C38B23C-CA68-C6B1-699B-48629B2A28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39336" y="4146703"/>
              <a:ext cx="986758" cy="2009457"/>
            </a:xfrm>
            <a:custGeom>
              <a:avLst/>
              <a:gdLst>
                <a:gd name="connsiteX0" fmla="*/ 350727 w 785674"/>
                <a:gd name="connsiteY0" fmla="*/ 0 h 1599964"/>
                <a:gd name="connsiteX1" fmla="*/ 0 w 785674"/>
                <a:gd name="connsiteY1" fmla="*/ 0 h 1599964"/>
                <a:gd name="connsiteX2" fmla="*/ 387418 w 785674"/>
                <a:gd name="connsiteY2" fmla="*/ 1599965 h 1599964"/>
                <a:gd name="connsiteX3" fmla="*/ 785675 w 785674"/>
                <a:gd name="connsiteY3" fmla="*/ 1464889 h 1599964"/>
                <a:gd name="connsiteX4" fmla="*/ 350727 w 785674"/>
                <a:gd name="connsiteY4" fmla="*/ 0 h 159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674" h="1599964">
                  <a:moveTo>
                    <a:pt x="350727" y="0"/>
                  </a:moveTo>
                  <a:lnTo>
                    <a:pt x="0" y="0"/>
                  </a:lnTo>
                  <a:lnTo>
                    <a:pt x="387418" y="1599965"/>
                  </a:lnTo>
                  <a:lnTo>
                    <a:pt x="785675" y="1464889"/>
                  </a:lnTo>
                  <a:lnTo>
                    <a:pt x="350727" y="0"/>
                  </a:lnTo>
                  <a:close/>
                </a:path>
              </a:pathLst>
            </a:custGeom>
            <a:solidFill>
              <a:srgbClr val="AC3331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EF28B23-AF6D-7432-7DDD-C4EF2AF3167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3257261" y="5210644"/>
              <a:ext cx="2409022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780A298-31AE-068A-FDE8-926604B1048F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4873658" y="11094507"/>
              <a:ext cx="792624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3A30BD4-875E-7F91-7DA2-F01555B523A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4356474" y="9133219"/>
              <a:ext cx="1309808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5FA78D1-E0F7-F87A-BC0D-CD5744B5A288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 flipH="1">
              <a:off x="3823566" y="7171931"/>
              <a:ext cx="1842717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BF20B7-9FCC-2D13-B6DC-BA139382C35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208302" y="6694648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5B6E2E-C9DA-75B7-56FF-15F5A466D34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208302" y="8654010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323CD0-2D6A-CF32-17CC-96F9D9CE930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208302" y="10613372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sp>
        <p:nvSpPr>
          <p:cNvPr id="29" name="Text Placeholder 35">
            <a:extLst>
              <a:ext uri="{FF2B5EF4-FFF2-40B4-BE49-F238E27FC236}">
                <a16:creationId xmlns:a16="http://schemas.microsoft.com/office/drawing/2014/main" id="{84681DFA-9A3F-6A51-DCB9-D11A2F3338D1}"/>
              </a:ext>
            </a:extLst>
          </p:cNvPr>
          <p:cNvSpPr>
            <a:spLocks noGrp="1"/>
          </p:cNvSpPr>
          <p:nvPr>
            <p:ph type="body" sz="quarter" idx="141" hasCustomPrompt="1"/>
          </p:nvPr>
        </p:nvSpPr>
        <p:spPr>
          <a:xfrm>
            <a:off x="1286055" y="11538728"/>
            <a:ext cx="3327075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99D092C7-2C54-C98E-757E-AAC214D088EE}"/>
              </a:ext>
            </a:extLst>
          </p:cNvPr>
          <p:cNvSpPr>
            <a:spLocks noGrp="1"/>
          </p:cNvSpPr>
          <p:nvPr>
            <p:ph type="body" sz="quarter" idx="142" hasCustomPrompt="1"/>
          </p:nvPr>
        </p:nvSpPr>
        <p:spPr>
          <a:xfrm>
            <a:off x="1709545" y="9377125"/>
            <a:ext cx="2345752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E89BD0BD-2A53-1C60-9F10-AAD248A1BF9D}"/>
              </a:ext>
            </a:extLst>
          </p:cNvPr>
          <p:cNvSpPr>
            <a:spLocks noGrp="1"/>
          </p:cNvSpPr>
          <p:nvPr>
            <p:ph type="body" sz="quarter" idx="143" hasCustomPrompt="1"/>
          </p:nvPr>
        </p:nvSpPr>
        <p:spPr>
          <a:xfrm>
            <a:off x="2136722" y="7263817"/>
            <a:ext cx="1403644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0E5762D4-72AF-27DC-E0C9-288200AC7EA8}"/>
              </a:ext>
            </a:extLst>
          </p:cNvPr>
          <p:cNvSpPr>
            <a:spLocks noGrp="1"/>
          </p:cNvSpPr>
          <p:nvPr>
            <p:ph type="body" sz="quarter" idx="144" hasCustomPrompt="1"/>
          </p:nvPr>
        </p:nvSpPr>
        <p:spPr>
          <a:xfrm>
            <a:off x="2289294" y="5527092"/>
            <a:ext cx="949878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F0D1F8AD-9C90-9AD0-70C4-BC1AF8F96B26}"/>
              </a:ext>
            </a:extLst>
          </p:cNvPr>
          <p:cNvSpPr>
            <a:spLocks noGrp="1"/>
          </p:cNvSpPr>
          <p:nvPr>
            <p:ph type="body" sz="quarter" idx="145" hasCustomPrompt="1"/>
          </p:nvPr>
        </p:nvSpPr>
        <p:spPr>
          <a:xfrm>
            <a:off x="5872489" y="4970801"/>
            <a:ext cx="3612241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6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26 Ex Bold)</a:t>
            </a:r>
          </a:p>
        </p:txBody>
      </p:sp>
      <p:sp>
        <p:nvSpPr>
          <p:cNvPr id="41" name="Text Placeholder 54">
            <a:extLst>
              <a:ext uri="{FF2B5EF4-FFF2-40B4-BE49-F238E27FC236}">
                <a16:creationId xmlns:a16="http://schemas.microsoft.com/office/drawing/2014/main" id="{6A2344ED-EEC7-30B5-6D33-31337356C5E0}"/>
              </a:ext>
            </a:extLst>
          </p:cNvPr>
          <p:cNvSpPr>
            <a:spLocks noGrp="1"/>
          </p:cNvSpPr>
          <p:nvPr>
            <p:ph type="body" sz="quarter" idx="146" hasCustomPrompt="1"/>
          </p:nvPr>
        </p:nvSpPr>
        <p:spPr>
          <a:xfrm>
            <a:off x="5872489" y="6932089"/>
            <a:ext cx="3612241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6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26 Ex Bold)</a:t>
            </a:r>
          </a:p>
        </p:txBody>
      </p:sp>
      <p:sp>
        <p:nvSpPr>
          <p:cNvPr id="42" name="Text Placeholder 54">
            <a:extLst>
              <a:ext uri="{FF2B5EF4-FFF2-40B4-BE49-F238E27FC236}">
                <a16:creationId xmlns:a16="http://schemas.microsoft.com/office/drawing/2014/main" id="{0F03F1FC-0BC5-6AD1-8B7B-6AFDF9147718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5872489" y="8893377"/>
            <a:ext cx="3612241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6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26 Ex Bold)</a:t>
            </a:r>
          </a:p>
        </p:txBody>
      </p: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8A968A2B-DD64-9AB4-58F8-69616EA51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8" hasCustomPrompt="1"/>
          </p:nvPr>
        </p:nvSpPr>
        <p:spPr>
          <a:xfrm>
            <a:off x="5872489" y="10854664"/>
            <a:ext cx="3612241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6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26 Ex Bold)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EFF65E6-4FC7-5EAF-E392-292167BF6A4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0208302" y="4703503"/>
            <a:ext cx="13110486" cy="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miter/>
          </a:ln>
        </p:spPr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A42A9F11-1B30-53D4-2319-6A41E9B8F7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9" hasCustomPrompt="1"/>
          </p:nvPr>
        </p:nvSpPr>
        <p:spPr>
          <a:xfrm>
            <a:off x="10208302" y="4032340"/>
            <a:ext cx="2914119" cy="470052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1 (UPPER, 18 DEMI BOLD)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44E384DD-7A43-C233-A5FF-7DD9B9CF6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0" hasCustomPrompt="1"/>
          </p:nvPr>
        </p:nvSpPr>
        <p:spPr>
          <a:xfrm>
            <a:off x="20398585" y="4032340"/>
            <a:ext cx="2914119" cy="470052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4 (UPPER, 18 DEMI BOLD)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B8F85011-4EA4-0F7F-50B9-8D53F3DD16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1" hasCustomPrompt="1"/>
          </p:nvPr>
        </p:nvSpPr>
        <p:spPr>
          <a:xfrm>
            <a:off x="17001824" y="4032340"/>
            <a:ext cx="2914119" cy="470052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3 (UPPER, 18 DEMI BOLD)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77CEBD03-1F3A-2C8C-0316-4473A397A3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2" hasCustomPrompt="1"/>
          </p:nvPr>
        </p:nvSpPr>
        <p:spPr>
          <a:xfrm>
            <a:off x="13605063" y="4032340"/>
            <a:ext cx="2914119" cy="470052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2 (UPPER, 18 DEMI BOLD)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1DCD5B04-33C8-E372-DC7B-BE6160C17A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3" hasCustomPrompt="1"/>
          </p:nvPr>
        </p:nvSpPr>
        <p:spPr>
          <a:xfrm>
            <a:off x="10208302" y="4945718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FC019158-C958-F0C2-4DC2-131E987D30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4" hasCustomPrompt="1"/>
          </p:nvPr>
        </p:nvSpPr>
        <p:spPr>
          <a:xfrm>
            <a:off x="20398585" y="4945718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6290A1B7-27F3-80BC-D185-0973588777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5" hasCustomPrompt="1"/>
          </p:nvPr>
        </p:nvSpPr>
        <p:spPr>
          <a:xfrm>
            <a:off x="17001824" y="4945718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ED12ACEE-87F5-46E2-9046-907C76D60C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6" hasCustomPrompt="1"/>
          </p:nvPr>
        </p:nvSpPr>
        <p:spPr>
          <a:xfrm>
            <a:off x="13605063" y="4945718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416DAD11-3193-1362-06F7-114CA15E1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7" hasCustomPrompt="1"/>
          </p:nvPr>
        </p:nvSpPr>
        <p:spPr>
          <a:xfrm>
            <a:off x="10208302" y="6906654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C7D0B289-503D-632A-9657-1C73563351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8" hasCustomPrompt="1"/>
          </p:nvPr>
        </p:nvSpPr>
        <p:spPr>
          <a:xfrm>
            <a:off x="20398585" y="6906654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E48FD9-8599-2D85-C285-CE403EB07B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9" hasCustomPrompt="1"/>
          </p:nvPr>
        </p:nvSpPr>
        <p:spPr>
          <a:xfrm>
            <a:off x="17001824" y="6906654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D6D53541-92AF-813C-4F44-77560172D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0" hasCustomPrompt="1"/>
          </p:nvPr>
        </p:nvSpPr>
        <p:spPr>
          <a:xfrm>
            <a:off x="13605063" y="6905080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826AF8FB-6D70-0CE3-6BEF-B283B7D3EB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1" hasCustomPrompt="1"/>
          </p:nvPr>
        </p:nvSpPr>
        <p:spPr>
          <a:xfrm>
            <a:off x="10208302" y="8867590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06580801-4377-F19C-735C-1713645392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2" hasCustomPrompt="1"/>
          </p:nvPr>
        </p:nvSpPr>
        <p:spPr>
          <a:xfrm>
            <a:off x="20398585" y="8867590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B4EE8AC6-46AC-7BE2-6F96-89DECFAF8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3" hasCustomPrompt="1"/>
          </p:nvPr>
        </p:nvSpPr>
        <p:spPr>
          <a:xfrm>
            <a:off x="17001824" y="8867590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E60185C2-177C-427C-C33E-905C55781D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4" hasCustomPrompt="1"/>
          </p:nvPr>
        </p:nvSpPr>
        <p:spPr>
          <a:xfrm>
            <a:off x="13605063" y="8864442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C10628FC-C84D-26EB-A618-4669B9C6F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5" hasCustomPrompt="1"/>
          </p:nvPr>
        </p:nvSpPr>
        <p:spPr>
          <a:xfrm>
            <a:off x="10208302" y="10823806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70" name="Text Placeholder 54">
            <a:extLst>
              <a:ext uri="{FF2B5EF4-FFF2-40B4-BE49-F238E27FC236}">
                <a16:creationId xmlns:a16="http://schemas.microsoft.com/office/drawing/2014/main" id="{A40F7A8F-A0D0-54A1-9DE0-06653DC521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6" hasCustomPrompt="1"/>
          </p:nvPr>
        </p:nvSpPr>
        <p:spPr>
          <a:xfrm>
            <a:off x="20398585" y="10823806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71" name="Text Placeholder 54">
            <a:extLst>
              <a:ext uri="{FF2B5EF4-FFF2-40B4-BE49-F238E27FC236}">
                <a16:creationId xmlns:a16="http://schemas.microsoft.com/office/drawing/2014/main" id="{15FFC2C7-DC7C-9F16-BF12-50BB59CB37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7" hasCustomPrompt="1"/>
          </p:nvPr>
        </p:nvSpPr>
        <p:spPr>
          <a:xfrm>
            <a:off x="17001824" y="10823806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4193F5B1-308E-FF5D-4848-E5016F1878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8" hasCustomPrompt="1"/>
          </p:nvPr>
        </p:nvSpPr>
        <p:spPr>
          <a:xfrm>
            <a:off x="13605063" y="10823806"/>
            <a:ext cx="2914119" cy="141451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6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16 Regular)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534BDCB6-1A14-D851-F275-06472723E5BC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AD82C9F5-D5EF-0600-7017-8D18148A2B48}"/>
              </a:ext>
            </a:extLst>
          </p:cNvPr>
          <p:cNvGrpSpPr/>
          <p:nvPr userDrawn="1"/>
        </p:nvGrpSpPr>
        <p:grpSpPr>
          <a:xfrm>
            <a:off x="1068389" y="4146703"/>
            <a:ext cx="7229164" cy="8507976"/>
            <a:chOff x="1068389" y="4146703"/>
            <a:chExt cx="7229164" cy="8507976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43DB40E-9CB5-A44F-D7DE-83F16BB5370C}"/>
                </a:ext>
              </a:extLst>
            </p:cNvPr>
            <p:cNvSpPr/>
            <p:nvPr userDrawn="1"/>
          </p:nvSpPr>
          <p:spPr>
            <a:xfrm>
              <a:off x="4805663" y="11907078"/>
              <a:ext cx="3491890" cy="747601"/>
            </a:xfrm>
            <a:custGeom>
              <a:avLst/>
              <a:gdLst>
                <a:gd name="connsiteX0" fmla="*/ 556108 w 3243177"/>
                <a:gd name="connsiteY0" fmla="*/ 0 h 595369"/>
                <a:gd name="connsiteX1" fmla="*/ 3243177 w 3243177"/>
                <a:gd name="connsiteY1" fmla="*/ 0 h 595369"/>
                <a:gd name="connsiteX2" fmla="*/ 2687070 w 3243177"/>
                <a:gd name="connsiteY2" fmla="*/ 595370 h 595369"/>
                <a:gd name="connsiteX3" fmla="*/ 0 w 3243177"/>
                <a:gd name="connsiteY3" fmla="*/ 595370 h 595369"/>
                <a:gd name="connsiteX4" fmla="*/ 556108 w 3243177"/>
                <a:gd name="connsiteY4" fmla="*/ 0 h 595369"/>
                <a:gd name="connsiteX0" fmla="*/ 0 w 2687069"/>
                <a:gd name="connsiteY0" fmla="*/ 0 h 595370"/>
                <a:gd name="connsiteX1" fmla="*/ 2687069 w 2687069"/>
                <a:gd name="connsiteY1" fmla="*/ 0 h 595370"/>
                <a:gd name="connsiteX2" fmla="*/ 2130962 w 2687069"/>
                <a:gd name="connsiteY2" fmla="*/ 595370 h 595370"/>
                <a:gd name="connsiteX3" fmla="*/ 650523 w 2687069"/>
                <a:gd name="connsiteY3" fmla="*/ 585944 h 595370"/>
                <a:gd name="connsiteX4" fmla="*/ 0 w 2687069"/>
                <a:gd name="connsiteY4" fmla="*/ 0 h 595370"/>
                <a:gd name="connsiteX0" fmla="*/ 0 w 2687069"/>
                <a:gd name="connsiteY0" fmla="*/ 0 h 598644"/>
                <a:gd name="connsiteX1" fmla="*/ 2687069 w 2687069"/>
                <a:gd name="connsiteY1" fmla="*/ 0 h 598644"/>
                <a:gd name="connsiteX2" fmla="*/ 2130962 w 2687069"/>
                <a:gd name="connsiteY2" fmla="*/ 595370 h 598644"/>
                <a:gd name="connsiteX3" fmla="*/ 650523 w 2687069"/>
                <a:gd name="connsiteY3" fmla="*/ 598644 h 598644"/>
                <a:gd name="connsiteX4" fmla="*/ 0 w 2687069"/>
                <a:gd name="connsiteY4" fmla="*/ 0 h 598644"/>
                <a:gd name="connsiteX0" fmla="*/ 286851 w 2036546"/>
                <a:gd name="connsiteY0" fmla="*/ 0 h 598644"/>
                <a:gd name="connsiteX1" fmla="*/ 2036546 w 2036546"/>
                <a:gd name="connsiteY1" fmla="*/ 0 h 598644"/>
                <a:gd name="connsiteX2" fmla="*/ 1480439 w 2036546"/>
                <a:gd name="connsiteY2" fmla="*/ 595370 h 598644"/>
                <a:gd name="connsiteX3" fmla="*/ 0 w 2036546"/>
                <a:gd name="connsiteY3" fmla="*/ 598644 h 598644"/>
                <a:gd name="connsiteX4" fmla="*/ 286851 w 2036546"/>
                <a:gd name="connsiteY4" fmla="*/ 0 h 598644"/>
                <a:gd name="connsiteX0" fmla="*/ 465006 w 2214701"/>
                <a:gd name="connsiteY0" fmla="*/ 0 h 603608"/>
                <a:gd name="connsiteX1" fmla="*/ 2214701 w 2214701"/>
                <a:gd name="connsiteY1" fmla="*/ 0 h 603608"/>
                <a:gd name="connsiteX2" fmla="*/ 1658594 w 2214701"/>
                <a:gd name="connsiteY2" fmla="*/ 595370 h 603608"/>
                <a:gd name="connsiteX3" fmla="*/ 0 w 2214701"/>
                <a:gd name="connsiteY3" fmla="*/ 603608 h 603608"/>
                <a:gd name="connsiteX4" fmla="*/ 465006 w 2214701"/>
                <a:gd name="connsiteY4" fmla="*/ 0 h 603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4701" h="603608">
                  <a:moveTo>
                    <a:pt x="465006" y="0"/>
                  </a:moveTo>
                  <a:lnTo>
                    <a:pt x="2214701" y="0"/>
                  </a:lnTo>
                  <a:lnTo>
                    <a:pt x="1658594" y="595370"/>
                  </a:lnTo>
                  <a:lnTo>
                    <a:pt x="0" y="603608"/>
                  </a:lnTo>
                  <a:lnTo>
                    <a:pt x="465006" y="0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alpha val="36849"/>
                  </a:schemeClr>
                </a:gs>
                <a:gs pos="82000">
                  <a:schemeClr val="tx1">
                    <a:lumMod val="20000"/>
                    <a:lumOff val="80000"/>
                    <a:alpha val="0"/>
                  </a:schemeClr>
                </a:gs>
              </a:gsLst>
              <a:lin ang="2700000" scaled="0"/>
            </a:gradFill>
            <a:ln w="130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89A2F1F2-1CA3-BADD-EEB6-054E3E6F4C9D}"/>
                </a:ext>
              </a:extLst>
            </p:cNvPr>
            <p:cNvSpPr/>
            <p:nvPr userDrawn="1"/>
          </p:nvSpPr>
          <p:spPr>
            <a:xfrm>
              <a:off x="1068389" y="10224556"/>
              <a:ext cx="3974587" cy="2430123"/>
            </a:xfrm>
            <a:custGeom>
              <a:avLst/>
              <a:gdLst>
                <a:gd name="connsiteX0" fmla="*/ 288703 w 3164634"/>
                <a:gd name="connsiteY0" fmla="*/ 450906 h 1934905"/>
                <a:gd name="connsiteX1" fmla="*/ 0 w 3164634"/>
                <a:gd name="connsiteY1" fmla="*/ 1934905 h 1934905"/>
                <a:gd name="connsiteX2" fmla="*/ 3008727 w 3164634"/>
                <a:gd name="connsiteY2" fmla="*/ 1934905 h 1934905"/>
                <a:gd name="connsiteX3" fmla="*/ 3164635 w 3164634"/>
                <a:gd name="connsiteY3" fmla="*/ 0 h 1934905"/>
                <a:gd name="connsiteX4" fmla="*/ 288703 w 3164634"/>
                <a:gd name="connsiteY4" fmla="*/ 450906 h 193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4634" h="1934905">
                  <a:moveTo>
                    <a:pt x="288703" y="450906"/>
                  </a:moveTo>
                  <a:lnTo>
                    <a:pt x="0" y="1934905"/>
                  </a:lnTo>
                  <a:lnTo>
                    <a:pt x="3008727" y="1934905"/>
                  </a:lnTo>
                  <a:lnTo>
                    <a:pt x="3164635" y="0"/>
                  </a:lnTo>
                  <a:lnTo>
                    <a:pt x="288703" y="450906"/>
                  </a:lnTo>
                  <a:close/>
                </a:path>
              </a:pathLst>
            </a:custGeom>
            <a:solidFill>
              <a:srgbClr val="55B6B2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27F2310-3919-4AB4-7663-3BEB3BC10EFC}"/>
                </a:ext>
              </a:extLst>
            </p:cNvPr>
            <p:cNvSpPr/>
            <p:nvPr userDrawn="1"/>
          </p:nvSpPr>
          <p:spPr>
            <a:xfrm>
              <a:off x="4395852" y="10224556"/>
              <a:ext cx="1146982" cy="2430123"/>
            </a:xfrm>
            <a:custGeom>
              <a:avLst/>
              <a:gdLst>
                <a:gd name="connsiteX0" fmla="*/ 515252 w 913247"/>
                <a:gd name="connsiteY0" fmla="*/ 0 h 1934905"/>
                <a:gd name="connsiteX1" fmla="*/ 0 w 913247"/>
                <a:gd name="connsiteY1" fmla="*/ 450906 h 1934905"/>
                <a:gd name="connsiteX2" fmla="*/ 359345 w 913247"/>
                <a:gd name="connsiteY2" fmla="*/ 1934905 h 1934905"/>
                <a:gd name="connsiteX3" fmla="*/ 913247 w 913247"/>
                <a:gd name="connsiteY3" fmla="*/ 1340546 h 1934905"/>
                <a:gd name="connsiteX4" fmla="*/ 515252 w 913247"/>
                <a:gd name="connsiteY4" fmla="*/ 0 h 193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3247" h="1934905">
                  <a:moveTo>
                    <a:pt x="515252" y="0"/>
                  </a:moveTo>
                  <a:lnTo>
                    <a:pt x="0" y="450906"/>
                  </a:lnTo>
                  <a:lnTo>
                    <a:pt x="359345" y="1934905"/>
                  </a:lnTo>
                  <a:lnTo>
                    <a:pt x="913247" y="1340546"/>
                  </a:lnTo>
                  <a:lnTo>
                    <a:pt x="515252" y="0"/>
                  </a:lnTo>
                  <a:close/>
                </a:path>
              </a:pathLst>
            </a:custGeom>
            <a:solidFill>
              <a:srgbClr val="008586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EBC4968-F2EA-9C3D-952B-BED2C2952ADB}"/>
                </a:ext>
              </a:extLst>
            </p:cNvPr>
            <p:cNvSpPr/>
            <p:nvPr userDrawn="1"/>
          </p:nvSpPr>
          <p:spPr>
            <a:xfrm>
              <a:off x="1430982" y="10224556"/>
              <a:ext cx="3611994" cy="566311"/>
            </a:xfrm>
            <a:custGeom>
              <a:avLst/>
              <a:gdLst>
                <a:gd name="connsiteX0" fmla="*/ 2875932 w 2875931"/>
                <a:gd name="connsiteY0" fmla="*/ 0 h 450906"/>
                <a:gd name="connsiteX1" fmla="*/ 592031 w 2875931"/>
                <a:gd name="connsiteY1" fmla="*/ 0 h 450906"/>
                <a:gd name="connsiteX2" fmla="*/ 0 w 2875931"/>
                <a:gd name="connsiteY2" fmla="*/ 450906 h 450906"/>
                <a:gd name="connsiteX3" fmla="*/ 2360680 w 2875931"/>
                <a:gd name="connsiteY3" fmla="*/ 450906 h 450906"/>
                <a:gd name="connsiteX4" fmla="*/ 2875932 w 2875931"/>
                <a:gd name="connsiteY4" fmla="*/ 0 h 450906"/>
                <a:gd name="connsiteX5" fmla="*/ 2875932 w 2875931"/>
                <a:gd name="connsiteY5" fmla="*/ 0 h 450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75931" h="450906">
                  <a:moveTo>
                    <a:pt x="2875932" y="0"/>
                  </a:moveTo>
                  <a:lnTo>
                    <a:pt x="592031" y="0"/>
                  </a:lnTo>
                  <a:lnTo>
                    <a:pt x="0" y="450906"/>
                  </a:lnTo>
                  <a:lnTo>
                    <a:pt x="2360680" y="450906"/>
                  </a:lnTo>
                  <a:lnTo>
                    <a:pt x="2875932" y="0"/>
                  </a:lnTo>
                  <a:lnTo>
                    <a:pt x="2875932" y="0"/>
                  </a:lnTo>
                  <a:close/>
                </a:path>
              </a:pathLst>
            </a:custGeom>
            <a:solidFill>
              <a:srgbClr val="003C47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8D25C6B-6D80-E268-3C1F-DF4A617295E8}"/>
                </a:ext>
              </a:extLst>
            </p:cNvPr>
            <p:cNvSpPr/>
            <p:nvPr userDrawn="1"/>
          </p:nvSpPr>
          <p:spPr>
            <a:xfrm>
              <a:off x="1501664" y="8217565"/>
              <a:ext cx="2925838" cy="2259160"/>
            </a:xfrm>
            <a:custGeom>
              <a:avLst/>
              <a:gdLst>
                <a:gd name="connsiteX0" fmla="*/ 289225 w 2329602"/>
                <a:gd name="connsiteY0" fmla="*/ 301433 h 1798782"/>
                <a:gd name="connsiteX1" fmla="*/ 0 w 2329602"/>
                <a:gd name="connsiteY1" fmla="*/ 1798783 h 1798782"/>
                <a:gd name="connsiteX2" fmla="*/ 2231149 w 2329602"/>
                <a:gd name="connsiteY2" fmla="*/ 1798783 h 1798782"/>
                <a:gd name="connsiteX3" fmla="*/ 2329603 w 2329602"/>
                <a:gd name="connsiteY3" fmla="*/ 0 h 1798782"/>
                <a:gd name="connsiteX4" fmla="*/ 289225 w 2329602"/>
                <a:gd name="connsiteY4" fmla="*/ 301433 h 179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29602" h="1798782">
                  <a:moveTo>
                    <a:pt x="289225" y="301433"/>
                  </a:moveTo>
                  <a:lnTo>
                    <a:pt x="0" y="1798783"/>
                  </a:lnTo>
                  <a:lnTo>
                    <a:pt x="2231149" y="1798783"/>
                  </a:lnTo>
                  <a:lnTo>
                    <a:pt x="2329603" y="0"/>
                  </a:lnTo>
                  <a:lnTo>
                    <a:pt x="289225" y="301433"/>
                  </a:lnTo>
                  <a:close/>
                </a:path>
              </a:pathLst>
            </a:custGeom>
            <a:solidFill>
              <a:srgbClr val="33667F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A37002A-EB28-1998-1FFE-2252CF3AE1CC}"/>
                </a:ext>
              </a:extLst>
            </p:cNvPr>
            <p:cNvSpPr/>
            <p:nvPr userDrawn="1"/>
          </p:nvSpPr>
          <p:spPr>
            <a:xfrm>
              <a:off x="3848599" y="8217565"/>
              <a:ext cx="1091717" cy="2259160"/>
            </a:xfrm>
            <a:custGeom>
              <a:avLst/>
              <a:gdLst>
                <a:gd name="connsiteX0" fmla="*/ 460933 w 869243"/>
                <a:gd name="connsiteY0" fmla="*/ 0 h 1798782"/>
                <a:gd name="connsiteX1" fmla="*/ 0 w 869243"/>
                <a:gd name="connsiteY1" fmla="*/ 301433 h 1798782"/>
                <a:gd name="connsiteX2" fmla="*/ 362478 w 869243"/>
                <a:gd name="connsiteY2" fmla="*/ 1798783 h 1798782"/>
                <a:gd name="connsiteX3" fmla="*/ 869243 w 869243"/>
                <a:gd name="connsiteY3" fmla="*/ 1374839 h 1798782"/>
                <a:gd name="connsiteX4" fmla="*/ 460933 w 869243"/>
                <a:gd name="connsiteY4" fmla="*/ 0 h 1798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9243" h="1798782">
                  <a:moveTo>
                    <a:pt x="460933" y="0"/>
                  </a:moveTo>
                  <a:lnTo>
                    <a:pt x="0" y="301433"/>
                  </a:lnTo>
                  <a:lnTo>
                    <a:pt x="362478" y="1798783"/>
                  </a:lnTo>
                  <a:lnTo>
                    <a:pt x="869243" y="1374839"/>
                  </a:lnTo>
                  <a:lnTo>
                    <a:pt x="460933" y="0"/>
                  </a:lnTo>
                  <a:close/>
                </a:path>
              </a:pathLst>
            </a:custGeom>
            <a:solidFill>
              <a:srgbClr val="144864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C94547FD-1635-C7EB-6943-20D0C0954204}"/>
                </a:ext>
              </a:extLst>
            </p:cNvPr>
            <p:cNvSpPr/>
            <p:nvPr userDrawn="1"/>
          </p:nvSpPr>
          <p:spPr>
            <a:xfrm>
              <a:off x="1864913" y="8217565"/>
              <a:ext cx="2562588" cy="378581"/>
            </a:xfrm>
            <a:custGeom>
              <a:avLst/>
              <a:gdLst>
                <a:gd name="connsiteX0" fmla="*/ 2040377 w 2040377"/>
                <a:gd name="connsiteY0" fmla="*/ 0 h 301433"/>
                <a:gd name="connsiteX1" fmla="*/ 616840 w 2040377"/>
                <a:gd name="connsiteY1" fmla="*/ 0 h 301433"/>
                <a:gd name="connsiteX2" fmla="*/ 0 w 2040377"/>
                <a:gd name="connsiteY2" fmla="*/ 301433 h 301433"/>
                <a:gd name="connsiteX3" fmla="*/ 1579445 w 2040377"/>
                <a:gd name="connsiteY3" fmla="*/ 301433 h 301433"/>
                <a:gd name="connsiteX4" fmla="*/ 2040377 w 2040377"/>
                <a:gd name="connsiteY4" fmla="*/ 0 h 301433"/>
                <a:gd name="connsiteX5" fmla="*/ 2040377 w 2040377"/>
                <a:gd name="connsiteY5" fmla="*/ 0 h 30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40377" h="301433">
                  <a:moveTo>
                    <a:pt x="2040377" y="0"/>
                  </a:moveTo>
                  <a:lnTo>
                    <a:pt x="616840" y="0"/>
                  </a:lnTo>
                  <a:lnTo>
                    <a:pt x="0" y="301433"/>
                  </a:lnTo>
                  <a:lnTo>
                    <a:pt x="1579445" y="301433"/>
                  </a:lnTo>
                  <a:lnTo>
                    <a:pt x="2040377" y="0"/>
                  </a:lnTo>
                  <a:lnTo>
                    <a:pt x="2040377" y="0"/>
                  </a:lnTo>
                  <a:close/>
                </a:path>
              </a:pathLst>
            </a:custGeom>
            <a:solidFill>
              <a:srgbClr val="072C49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089C9C48-5C95-BEE1-7686-B11D7C1658C7}"/>
                </a:ext>
              </a:extLst>
            </p:cNvPr>
            <p:cNvSpPr/>
            <p:nvPr userDrawn="1"/>
          </p:nvSpPr>
          <p:spPr>
            <a:xfrm>
              <a:off x="1930839" y="6290628"/>
              <a:ext cx="1903165" cy="1988251"/>
            </a:xfrm>
            <a:custGeom>
              <a:avLst/>
              <a:gdLst>
                <a:gd name="connsiteX0" fmla="*/ 282435 w 1515332"/>
                <a:gd name="connsiteY0" fmla="*/ 143060 h 1583080"/>
                <a:gd name="connsiteX1" fmla="*/ 0 w 1515332"/>
                <a:gd name="connsiteY1" fmla="*/ 1583080 h 1583080"/>
                <a:gd name="connsiteX2" fmla="*/ 1453047 w 1515332"/>
                <a:gd name="connsiteY2" fmla="*/ 1583080 h 1583080"/>
                <a:gd name="connsiteX3" fmla="*/ 1515332 w 1515332"/>
                <a:gd name="connsiteY3" fmla="*/ 0 h 1583080"/>
                <a:gd name="connsiteX4" fmla="*/ 282435 w 1515332"/>
                <a:gd name="connsiteY4" fmla="*/ 143060 h 15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5332" h="1583080">
                  <a:moveTo>
                    <a:pt x="282435" y="143060"/>
                  </a:moveTo>
                  <a:lnTo>
                    <a:pt x="0" y="1583080"/>
                  </a:lnTo>
                  <a:lnTo>
                    <a:pt x="1453047" y="1583080"/>
                  </a:lnTo>
                  <a:lnTo>
                    <a:pt x="1515332" y="0"/>
                  </a:lnTo>
                  <a:lnTo>
                    <a:pt x="282435" y="143060"/>
                  </a:lnTo>
                  <a:close/>
                </a:path>
              </a:pathLst>
            </a:custGeom>
            <a:solidFill>
              <a:srgbClr val="F78F2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5FEC7BB-6F7F-EEFF-10E7-ECF23EBDF71F}"/>
                </a:ext>
              </a:extLst>
            </p:cNvPr>
            <p:cNvSpPr/>
            <p:nvPr userDrawn="1"/>
          </p:nvSpPr>
          <p:spPr>
            <a:xfrm>
              <a:off x="3317746" y="6290628"/>
              <a:ext cx="1004470" cy="1988251"/>
            </a:xfrm>
            <a:custGeom>
              <a:avLst/>
              <a:gdLst>
                <a:gd name="connsiteX0" fmla="*/ 411053 w 799776"/>
                <a:gd name="connsiteY0" fmla="*/ 0 h 1583080"/>
                <a:gd name="connsiteX1" fmla="*/ 0 w 799776"/>
                <a:gd name="connsiteY1" fmla="*/ 143060 h 1583080"/>
                <a:gd name="connsiteX2" fmla="*/ 348768 w 799776"/>
                <a:gd name="connsiteY2" fmla="*/ 1583080 h 1583080"/>
                <a:gd name="connsiteX3" fmla="*/ 799777 w 799776"/>
                <a:gd name="connsiteY3" fmla="*/ 1304029 h 1583080"/>
                <a:gd name="connsiteX4" fmla="*/ 411053 w 799776"/>
                <a:gd name="connsiteY4" fmla="*/ 0 h 1583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9776" h="1583080">
                  <a:moveTo>
                    <a:pt x="411053" y="0"/>
                  </a:moveTo>
                  <a:lnTo>
                    <a:pt x="0" y="143060"/>
                  </a:lnTo>
                  <a:lnTo>
                    <a:pt x="348768" y="1583080"/>
                  </a:lnTo>
                  <a:lnTo>
                    <a:pt x="799777" y="1304029"/>
                  </a:lnTo>
                  <a:lnTo>
                    <a:pt x="411053" y="0"/>
                  </a:lnTo>
                  <a:close/>
                </a:path>
              </a:pathLst>
            </a:custGeom>
            <a:solidFill>
              <a:srgbClr val="BB5E0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40E4EBF-4CA3-10BB-CE75-F9A3D6767599}"/>
                </a:ext>
              </a:extLst>
            </p:cNvPr>
            <p:cNvSpPr/>
            <p:nvPr userDrawn="1"/>
          </p:nvSpPr>
          <p:spPr>
            <a:xfrm>
              <a:off x="2285561" y="6290628"/>
              <a:ext cx="1548442" cy="179673"/>
            </a:xfrm>
            <a:custGeom>
              <a:avLst/>
              <a:gdLst>
                <a:gd name="connsiteX0" fmla="*/ 1232897 w 1232896"/>
                <a:gd name="connsiteY0" fmla="*/ 0 h 143059"/>
                <a:gd name="connsiteX1" fmla="*/ 482608 w 1232896"/>
                <a:gd name="connsiteY1" fmla="*/ 0 h 143059"/>
                <a:gd name="connsiteX2" fmla="*/ 0 w 1232896"/>
                <a:gd name="connsiteY2" fmla="*/ 143060 h 143059"/>
                <a:gd name="connsiteX3" fmla="*/ 821844 w 1232896"/>
                <a:gd name="connsiteY3" fmla="*/ 143060 h 143059"/>
                <a:gd name="connsiteX4" fmla="*/ 1232897 w 1232896"/>
                <a:gd name="connsiteY4" fmla="*/ 0 h 143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2896" h="143059">
                  <a:moveTo>
                    <a:pt x="1232897" y="0"/>
                  </a:moveTo>
                  <a:lnTo>
                    <a:pt x="482608" y="0"/>
                  </a:lnTo>
                  <a:lnTo>
                    <a:pt x="0" y="143060"/>
                  </a:lnTo>
                  <a:lnTo>
                    <a:pt x="821844" y="143060"/>
                  </a:lnTo>
                  <a:lnTo>
                    <a:pt x="1232897" y="0"/>
                  </a:lnTo>
                  <a:close/>
                </a:path>
              </a:pathLst>
            </a:custGeom>
            <a:solidFill>
              <a:srgbClr val="844400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6F18386-A125-8F3F-8B7E-1D774C452060}"/>
                </a:ext>
              </a:extLst>
            </p:cNvPr>
            <p:cNvSpPr/>
            <p:nvPr userDrawn="1"/>
          </p:nvSpPr>
          <p:spPr>
            <a:xfrm>
              <a:off x="2353619" y="4146703"/>
              <a:ext cx="872290" cy="2009457"/>
            </a:xfrm>
            <a:custGeom>
              <a:avLst/>
              <a:gdLst>
                <a:gd name="connsiteX0" fmla="*/ 0 w 694532"/>
                <a:gd name="connsiteY0" fmla="*/ 1599965 h 1599964"/>
                <a:gd name="connsiteX1" fmla="*/ 694533 w 694532"/>
                <a:gd name="connsiteY1" fmla="*/ 1599965 h 1599964"/>
                <a:gd name="connsiteX2" fmla="*/ 631073 w 694532"/>
                <a:gd name="connsiteY2" fmla="*/ 367531 h 1599964"/>
                <a:gd name="connsiteX3" fmla="*/ 307114 w 694532"/>
                <a:gd name="connsiteY3" fmla="*/ 0 h 1599964"/>
                <a:gd name="connsiteX4" fmla="*/ 0 w 694532"/>
                <a:gd name="connsiteY4" fmla="*/ 1599965 h 159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4532" h="1599964">
                  <a:moveTo>
                    <a:pt x="0" y="1599965"/>
                  </a:moveTo>
                  <a:lnTo>
                    <a:pt x="694533" y="1599965"/>
                  </a:lnTo>
                  <a:lnTo>
                    <a:pt x="631073" y="367531"/>
                  </a:lnTo>
                  <a:lnTo>
                    <a:pt x="307114" y="0"/>
                  </a:lnTo>
                  <a:lnTo>
                    <a:pt x="0" y="1599965"/>
                  </a:lnTo>
                  <a:close/>
                </a:path>
              </a:pathLst>
            </a:custGeom>
            <a:solidFill>
              <a:srgbClr val="DB4746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EB399569-4210-1DAE-9AE5-C73F54ADDFA6}"/>
                </a:ext>
              </a:extLst>
            </p:cNvPr>
            <p:cNvSpPr/>
            <p:nvPr userDrawn="1"/>
          </p:nvSpPr>
          <p:spPr>
            <a:xfrm>
              <a:off x="2739336" y="4146703"/>
              <a:ext cx="986758" cy="2009457"/>
            </a:xfrm>
            <a:custGeom>
              <a:avLst/>
              <a:gdLst>
                <a:gd name="connsiteX0" fmla="*/ 350727 w 785674"/>
                <a:gd name="connsiteY0" fmla="*/ 0 h 1599964"/>
                <a:gd name="connsiteX1" fmla="*/ 0 w 785674"/>
                <a:gd name="connsiteY1" fmla="*/ 0 h 1599964"/>
                <a:gd name="connsiteX2" fmla="*/ 387418 w 785674"/>
                <a:gd name="connsiteY2" fmla="*/ 1599965 h 1599964"/>
                <a:gd name="connsiteX3" fmla="*/ 785675 w 785674"/>
                <a:gd name="connsiteY3" fmla="*/ 1464889 h 1599964"/>
                <a:gd name="connsiteX4" fmla="*/ 350727 w 785674"/>
                <a:gd name="connsiteY4" fmla="*/ 0 h 1599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674" h="1599964">
                  <a:moveTo>
                    <a:pt x="350727" y="0"/>
                  </a:moveTo>
                  <a:lnTo>
                    <a:pt x="0" y="0"/>
                  </a:lnTo>
                  <a:lnTo>
                    <a:pt x="387418" y="1599965"/>
                  </a:lnTo>
                  <a:lnTo>
                    <a:pt x="785675" y="1464889"/>
                  </a:lnTo>
                  <a:lnTo>
                    <a:pt x="350727" y="0"/>
                  </a:lnTo>
                  <a:close/>
                </a:path>
              </a:pathLst>
            </a:custGeom>
            <a:solidFill>
              <a:srgbClr val="AC3331"/>
            </a:solidFill>
            <a:ln w="130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87BE865-B6A5-778C-EAEB-03E4D211C47C}"/>
                </a:ext>
              </a:extLst>
            </p:cNvPr>
            <p:cNvCxnSpPr/>
            <p:nvPr userDrawn="1"/>
          </p:nvCxnSpPr>
          <p:spPr>
            <a:xfrm flipH="1">
              <a:off x="3257261" y="5210644"/>
              <a:ext cx="2409022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57D18C0-1EC2-3F14-2E6E-F5A283852803}"/>
                </a:ext>
              </a:extLst>
            </p:cNvPr>
            <p:cNvCxnSpPr/>
            <p:nvPr userDrawn="1"/>
          </p:nvCxnSpPr>
          <p:spPr>
            <a:xfrm flipH="1">
              <a:off x="4873658" y="11094507"/>
              <a:ext cx="792624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5EA40C2-E692-D549-2AD8-38682D5AB032}"/>
                </a:ext>
              </a:extLst>
            </p:cNvPr>
            <p:cNvCxnSpPr/>
            <p:nvPr userDrawn="1"/>
          </p:nvCxnSpPr>
          <p:spPr>
            <a:xfrm flipH="1">
              <a:off x="4356474" y="9133219"/>
              <a:ext cx="1309808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61895BF-D0F9-7B91-F6CE-614E3084E792}"/>
                </a:ext>
              </a:extLst>
            </p:cNvPr>
            <p:cNvCxnSpPr/>
            <p:nvPr userDrawn="1"/>
          </p:nvCxnSpPr>
          <p:spPr>
            <a:xfrm flipH="1">
              <a:off x="3823566" y="7171931"/>
              <a:ext cx="1842717" cy="0"/>
            </a:xfrm>
            <a:prstGeom prst="line">
              <a:avLst/>
            </a:prstGeom>
            <a:solidFill>
              <a:srgbClr val="FFFFFF"/>
            </a:solidFill>
            <a:ln w="34925" cap="flat">
              <a:solidFill>
                <a:srgbClr val="082C49"/>
              </a:solidFill>
              <a:prstDash val="solid"/>
              <a:miter/>
              <a:tailEnd type="oval"/>
            </a:ln>
          </p:spPr>
        </p:cxn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0A234E1-E4A5-A63E-D2DF-7AED1610F231}"/>
              </a:ext>
            </a:extLst>
          </p:cNvPr>
          <p:cNvCxnSpPr/>
          <p:nvPr userDrawn="1"/>
        </p:nvCxnSpPr>
        <p:spPr>
          <a:xfrm>
            <a:off x="10208302" y="6694648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0082CBA-8DBB-AA85-64ED-57F2F8C45196}"/>
              </a:ext>
            </a:extLst>
          </p:cNvPr>
          <p:cNvCxnSpPr/>
          <p:nvPr userDrawn="1"/>
        </p:nvCxnSpPr>
        <p:spPr>
          <a:xfrm>
            <a:off x="10208302" y="8654010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39546B3-56F1-8DDD-1691-19D21DC63A5D}"/>
              </a:ext>
            </a:extLst>
          </p:cNvPr>
          <p:cNvCxnSpPr/>
          <p:nvPr userDrawn="1"/>
        </p:nvCxnSpPr>
        <p:spPr>
          <a:xfrm>
            <a:off x="10208302" y="10613372"/>
            <a:ext cx="13110486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30A39C1B-BB26-C8EB-2B6A-40AA8589309C}"/>
              </a:ext>
            </a:extLst>
          </p:cNvPr>
          <p:cNvCxnSpPr/>
          <p:nvPr userDrawn="1"/>
        </p:nvCxnSpPr>
        <p:spPr>
          <a:xfrm>
            <a:off x="10208302" y="4703503"/>
            <a:ext cx="13110486" cy="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1953825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Three Segments 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7">
            <a:extLst>
              <a:ext uri="{FF2B5EF4-FFF2-40B4-BE49-F238E27FC236}">
                <a16:creationId xmlns:a16="http://schemas.microsoft.com/office/drawing/2014/main" id="{501AA30D-90BF-1DEC-C5DE-C841A44DDA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25539" y="11942064"/>
            <a:ext cx="3491890" cy="712615"/>
          </a:xfrm>
          <a:custGeom>
            <a:avLst/>
            <a:gdLst>
              <a:gd name="connsiteX0" fmla="*/ 556108 w 3243177"/>
              <a:gd name="connsiteY0" fmla="*/ 0 h 595369"/>
              <a:gd name="connsiteX1" fmla="*/ 3243177 w 3243177"/>
              <a:gd name="connsiteY1" fmla="*/ 0 h 595369"/>
              <a:gd name="connsiteX2" fmla="*/ 2687070 w 3243177"/>
              <a:gd name="connsiteY2" fmla="*/ 595370 h 595369"/>
              <a:gd name="connsiteX3" fmla="*/ 0 w 3243177"/>
              <a:gd name="connsiteY3" fmla="*/ 595370 h 595369"/>
              <a:gd name="connsiteX4" fmla="*/ 556108 w 3243177"/>
              <a:gd name="connsiteY4" fmla="*/ 0 h 595369"/>
              <a:gd name="connsiteX0" fmla="*/ 0 w 2687069"/>
              <a:gd name="connsiteY0" fmla="*/ 0 h 595370"/>
              <a:gd name="connsiteX1" fmla="*/ 2687069 w 2687069"/>
              <a:gd name="connsiteY1" fmla="*/ 0 h 595370"/>
              <a:gd name="connsiteX2" fmla="*/ 2130962 w 2687069"/>
              <a:gd name="connsiteY2" fmla="*/ 595370 h 595370"/>
              <a:gd name="connsiteX3" fmla="*/ 650523 w 2687069"/>
              <a:gd name="connsiteY3" fmla="*/ 585944 h 595370"/>
              <a:gd name="connsiteX4" fmla="*/ 0 w 2687069"/>
              <a:gd name="connsiteY4" fmla="*/ 0 h 595370"/>
              <a:gd name="connsiteX0" fmla="*/ 0 w 2687069"/>
              <a:gd name="connsiteY0" fmla="*/ 0 h 598644"/>
              <a:gd name="connsiteX1" fmla="*/ 2687069 w 2687069"/>
              <a:gd name="connsiteY1" fmla="*/ 0 h 598644"/>
              <a:gd name="connsiteX2" fmla="*/ 2130962 w 2687069"/>
              <a:gd name="connsiteY2" fmla="*/ 595370 h 598644"/>
              <a:gd name="connsiteX3" fmla="*/ 650523 w 2687069"/>
              <a:gd name="connsiteY3" fmla="*/ 598644 h 598644"/>
              <a:gd name="connsiteX4" fmla="*/ 0 w 2687069"/>
              <a:gd name="connsiteY4" fmla="*/ 0 h 598644"/>
              <a:gd name="connsiteX0" fmla="*/ 286851 w 2036546"/>
              <a:gd name="connsiteY0" fmla="*/ 0 h 598644"/>
              <a:gd name="connsiteX1" fmla="*/ 2036546 w 2036546"/>
              <a:gd name="connsiteY1" fmla="*/ 0 h 598644"/>
              <a:gd name="connsiteX2" fmla="*/ 1480439 w 2036546"/>
              <a:gd name="connsiteY2" fmla="*/ 595370 h 598644"/>
              <a:gd name="connsiteX3" fmla="*/ 0 w 2036546"/>
              <a:gd name="connsiteY3" fmla="*/ 598644 h 598644"/>
              <a:gd name="connsiteX4" fmla="*/ 286851 w 2036546"/>
              <a:gd name="connsiteY4" fmla="*/ 0 h 598644"/>
              <a:gd name="connsiteX0" fmla="*/ 465006 w 2214701"/>
              <a:gd name="connsiteY0" fmla="*/ 0 h 603608"/>
              <a:gd name="connsiteX1" fmla="*/ 2214701 w 2214701"/>
              <a:gd name="connsiteY1" fmla="*/ 0 h 603608"/>
              <a:gd name="connsiteX2" fmla="*/ 1658594 w 2214701"/>
              <a:gd name="connsiteY2" fmla="*/ 595370 h 603608"/>
              <a:gd name="connsiteX3" fmla="*/ 0 w 2214701"/>
              <a:gd name="connsiteY3" fmla="*/ 603608 h 603608"/>
              <a:gd name="connsiteX4" fmla="*/ 465006 w 2214701"/>
              <a:gd name="connsiteY4" fmla="*/ 0 h 60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4701" h="603608">
                <a:moveTo>
                  <a:pt x="465006" y="0"/>
                </a:moveTo>
                <a:lnTo>
                  <a:pt x="2214701" y="0"/>
                </a:lnTo>
                <a:lnTo>
                  <a:pt x="1658594" y="595370"/>
                </a:lnTo>
                <a:lnTo>
                  <a:pt x="0" y="603608"/>
                </a:lnTo>
                <a:lnTo>
                  <a:pt x="465006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36849"/>
                </a:schemeClr>
              </a:gs>
              <a:gs pos="82000">
                <a:schemeClr val="tx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30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FAAAADF-F1F7-3207-4F37-6114A26297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9619655"/>
            <a:ext cx="3930659" cy="3035024"/>
          </a:xfrm>
          <a:custGeom>
            <a:avLst/>
            <a:gdLst>
              <a:gd name="connsiteX0" fmla="*/ 289225 w 2329602"/>
              <a:gd name="connsiteY0" fmla="*/ 301433 h 1798782"/>
              <a:gd name="connsiteX1" fmla="*/ 0 w 2329602"/>
              <a:gd name="connsiteY1" fmla="*/ 1798783 h 1798782"/>
              <a:gd name="connsiteX2" fmla="*/ 2231149 w 2329602"/>
              <a:gd name="connsiteY2" fmla="*/ 1798783 h 1798782"/>
              <a:gd name="connsiteX3" fmla="*/ 2329603 w 2329602"/>
              <a:gd name="connsiteY3" fmla="*/ 0 h 1798782"/>
              <a:gd name="connsiteX4" fmla="*/ 289225 w 2329602"/>
              <a:gd name="connsiteY4" fmla="*/ 301433 h 179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602" h="1798782">
                <a:moveTo>
                  <a:pt x="289225" y="301433"/>
                </a:moveTo>
                <a:lnTo>
                  <a:pt x="0" y="1798783"/>
                </a:lnTo>
                <a:lnTo>
                  <a:pt x="2231149" y="1798783"/>
                </a:lnTo>
                <a:lnTo>
                  <a:pt x="2329603" y="0"/>
                </a:lnTo>
                <a:lnTo>
                  <a:pt x="289225" y="30143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062BDF00-24DD-62BC-64AF-3DA5345C7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21331" y="9619655"/>
            <a:ext cx="1466646" cy="3035024"/>
          </a:xfrm>
          <a:custGeom>
            <a:avLst/>
            <a:gdLst>
              <a:gd name="connsiteX0" fmla="*/ 460933 w 869243"/>
              <a:gd name="connsiteY0" fmla="*/ 0 h 1798782"/>
              <a:gd name="connsiteX1" fmla="*/ 0 w 869243"/>
              <a:gd name="connsiteY1" fmla="*/ 301433 h 1798782"/>
              <a:gd name="connsiteX2" fmla="*/ 362478 w 869243"/>
              <a:gd name="connsiteY2" fmla="*/ 1798783 h 1798782"/>
              <a:gd name="connsiteX3" fmla="*/ 869243 w 869243"/>
              <a:gd name="connsiteY3" fmla="*/ 1374839 h 1798782"/>
              <a:gd name="connsiteX4" fmla="*/ 460933 w 869243"/>
              <a:gd name="connsiteY4" fmla="*/ 0 h 179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243" h="1798782">
                <a:moveTo>
                  <a:pt x="460933" y="0"/>
                </a:moveTo>
                <a:lnTo>
                  <a:pt x="0" y="301433"/>
                </a:lnTo>
                <a:lnTo>
                  <a:pt x="362478" y="1798783"/>
                </a:lnTo>
                <a:lnTo>
                  <a:pt x="869243" y="1374839"/>
                </a:lnTo>
                <a:lnTo>
                  <a:pt x="460933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6DAB5A37-99DF-301C-BC9C-33F4FD7FDF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56388" y="9619655"/>
            <a:ext cx="3442658" cy="508597"/>
          </a:xfrm>
          <a:custGeom>
            <a:avLst/>
            <a:gdLst>
              <a:gd name="connsiteX0" fmla="*/ 2040377 w 2040377"/>
              <a:gd name="connsiteY0" fmla="*/ 0 h 301433"/>
              <a:gd name="connsiteX1" fmla="*/ 616840 w 2040377"/>
              <a:gd name="connsiteY1" fmla="*/ 0 h 301433"/>
              <a:gd name="connsiteX2" fmla="*/ 0 w 2040377"/>
              <a:gd name="connsiteY2" fmla="*/ 301433 h 301433"/>
              <a:gd name="connsiteX3" fmla="*/ 1579445 w 2040377"/>
              <a:gd name="connsiteY3" fmla="*/ 301433 h 301433"/>
              <a:gd name="connsiteX4" fmla="*/ 2040377 w 2040377"/>
              <a:gd name="connsiteY4" fmla="*/ 0 h 301433"/>
              <a:gd name="connsiteX5" fmla="*/ 2040377 w 2040377"/>
              <a:gd name="connsiteY5" fmla="*/ 0 h 30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0377" h="301433">
                <a:moveTo>
                  <a:pt x="2040377" y="0"/>
                </a:moveTo>
                <a:lnTo>
                  <a:pt x="616840" y="0"/>
                </a:lnTo>
                <a:lnTo>
                  <a:pt x="0" y="301433"/>
                </a:lnTo>
                <a:lnTo>
                  <a:pt x="1579445" y="301433"/>
                </a:lnTo>
                <a:lnTo>
                  <a:pt x="2040377" y="0"/>
                </a:lnTo>
                <a:lnTo>
                  <a:pt x="2040377" y="0"/>
                </a:lnTo>
                <a:close/>
              </a:path>
            </a:pathLst>
          </a:custGeom>
          <a:solidFill>
            <a:srgbClr val="072C49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37B30AD9-7B93-DFCD-68DF-581D7607EF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44955" y="7030950"/>
            <a:ext cx="2556769" cy="2671077"/>
          </a:xfrm>
          <a:custGeom>
            <a:avLst/>
            <a:gdLst>
              <a:gd name="connsiteX0" fmla="*/ 282435 w 1515332"/>
              <a:gd name="connsiteY0" fmla="*/ 143060 h 1583080"/>
              <a:gd name="connsiteX1" fmla="*/ 0 w 1515332"/>
              <a:gd name="connsiteY1" fmla="*/ 1583080 h 1583080"/>
              <a:gd name="connsiteX2" fmla="*/ 1453047 w 1515332"/>
              <a:gd name="connsiteY2" fmla="*/ 1583080 h 1583080"/>
              <a:gd name="connsiteX3" fmla="*/ 1515332 w 1515332"/>
              <a:gd name="connsiteY3" fmla="*/ 0 h 1583080"/>
              <a:gd name="connsiteX4" fmla="*/ 282435 w 1515332"/>
              <a:gd name="connsiteY4" fmla="*/ 143060 h 15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5332" h="1583080">
                <a:moveTo>
                  <a:pt x="282435" y="143060"/>
                </a:moveTo>
                <a:lnTo>
                  <a:pt x="0" y="1583080"/>
                </a:lnTo>
                <a:lnTo>
                  <a:pt x="1453047" y="1583080"/>
                </a:lnTo>
                <a:lnTo>
                  <a:pt x="1515332" y="0"/>
                </a:lnTo>
                <a:lnTo>
                  <a:pt x="282435" y="143060"/>
                </a:lnTo>
                <a:close/>
              </a:path>
            </a:pathLst>
          </a:custGeom>
          <a:solidFill>
            <a:schemeClr val="accent6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1EAE317E-06BC-19E6-AFF1-2264CA933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08167" y="7030950"/>
            <a:ext cx="1349435" cy="2671077"/>
          </a:xfrm>
          <a:custGeom>
            <a:avLst/>
            <a:gdLst>
              <a:gd name="connsiteX0" fmla="*/ 411053 w 799776"/>
              <a:gd name="connsiteY0" fmla="*/ 0 h 1583080"/>
              <a:gd name="connsiteX1" fmla="*/ 0 w 799776"/>
              <a:gd name="connsiteY1" fmla="*/ 143060 h 1583080"/>
              <a:gd name="connsiteX2" fmla="*/ 348768 w 799776"/>
              <a:gd name="connsiteY2" fmla="*/ 1583080 h 1583080"/>
              <a:gd name="connsiteX3" fmla="*/ 799777 w 799776"/>
              <a:gd name="connsiteY3" fmla="*/ 1304029 h 1583080"/>
              <a:gd name="connsiteX4" fmla="*/ 411053 w 799776"/>
              <a:gd name="connsiteY4" fmla="*/ 0 h 15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9776" h="1583080">
                <a:moveTo>
                  <a:pt x="411053" y="0"/>
                </a:moveTo>
                <a:lnTo>
                  <a:pt x="0" y="143060"/>
                </a:lnTo>
                <a:lnTo>
                  <a:pt x="348768" y="1583080"/>
                </a:lnTo>
                <a:lnTo>
                  <a:pt x="799777" y="1304029"/>
                </a:lnTo>
                <a:lnTo>
                  <a:pt x="41105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E6E4B3B1-C54B-DF02-D509-B07E9D9A73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21499" y="7030950"/>
            <a:ext cx="2080224" cy="241378"/>
          </a:xfrm>
          <a:custGeom>
            <a:avLst/>
            <a:gdLst>
              <a:gd name="connsiteX0" fmla="*/ 1232897 w 1232896"/>
              <a:gd name="connsiteY0" fmla="*/ 0 h 143059"/>
              <a:gd name="connsiteX1" fmla="*/ 482608 w 1232896"/>
              <a:gd name="connsiteY1" fmla="*/ 0 h 143059"/>
              <a:gd name="connsiteX2" fmla="*/ 0 w 1232896"/>
              <a:gd name="connsiteY2" fmla="*/ 143060 h 143059"/>
              <a:gd name="connsiteX3" fmla="*/ 821844 w 1232896"/>
              <a:gd name="connsiteY3" fmla="*/ 143060 h 143059"/>
              <a:gd name="connsiteX4" fmla="*/ 1232897 w 1232896"/>
              <a:gd name="connsiteY4" fmla="*/ 0 h 14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896" h="143059">
                <a:moveTo>
                  <a:pt x="1232897" y="0"/>
                </a:moveTo>
                <a:lnTo>
                  <a:pt x="482608" y="0"/>
                </a:lnTo>
                <a:lnTo>
                  <a:pt x="0" y="143060"/>
                </a:lnTo>
                <a:lnTo>
                  <a:pt x="821844" y="143060"/>
                </a:lnTo>
                <a:lnTo>
                  <a:pt x="1232897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09B93A6C-C6E3-66FF-4C3E-1BFCA0981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12930" y="4150736"/>
            <a:ext cx="1171861" cy="2699565"/>
          </a:xfrm>
          <a:custGeom>
            <a:avLst/>
            <a:gdLst>
              <a:gd name="connsiteX0" fmla="*/ 0 w 694532"/>
              <a:gd name="connsiteY0" fmla="*/ 1599965 h 1599964"/>
              <a:gd name="connsiteX1" fmla="*/ 694533 w 694532"/>
              <a:gd name="connsiteY1" fmla="*/ 1599965 h 1599964"/>
              <a:gd name="connsiteX2" fmla="*/ 631073 w 694532"/>
              <a:gd name="connsiteY2" fmla="*/ 367531 h 1599964"/>
              <a:gd name="connsiteX3" fmla="*/ 307114 w 694532"/>
              <a:gd name="connsiteY3" fmla="*/ 0 h 1599964"/>
              <a:gd name="connsiteX4" fmla="*/ 0 w 694532"/>
              <a:gd name="connsiteY4" fmla="*/ 1599965 h 159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4532" h="1599964">
                <a:moveTo>
                  <a:pt x="0" y="1599965"/>
                </a:moveTo>
                <a:lnTo>
                  <a:pt x="694533" y="1599965"/>
                </a:lnTo>
                <a:lnTo>
                  <a:pt x="631073" y="367531"/>
                </a:lnTo>
                <a:lnTo>
                  <a:pt x="307114" y="0"/>
                </a:lnTo>
                <a:lnTo>
                  <a:pt x="0" y="1599965"/>
                </a:lnTo>
                <a:close/>
              </a:path>
            </a:pathLst>
          </a:custGeom>
          <a:solidFill>
            <a:schemeClr val="accent5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AFA5C4D0-89C5-5E21-71B5-EA623274E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31114" y="4150736"/>
            <a:ext cx="1325641" cy="2699565"/>
          </a:xfrm>
          <a:custGeom>
            <a:avLst/>
            <a:gdLst>
              <a:gd name="connsiteX0" fmla="*/ 350727 w 785674"/>
              <a:gd name="connsiteY0" fmla="*/ 0 h 1599964"/>
              <a:gd name="connsiteX1" fmla="*/ 0 w 785674"/>
              <a:gd name="connsiteY1" fmla="*/ 0 h 1599964"/>
              <a:gd name="connsiteX2" fmla="*/ 387418 w 785674"/>
              <a:gd name="connsiteY2" fmla="*/ 1599965 h 1599964"/>
              <a:gd name="connsiteX3" fmla="*/ 785675 w 785674"/>
              <a:gd name="connsiteY3" fmla="*/ 1464889 h 1599964"/>
              <a:gd name="connsiteX4" fmla="*/ 350727 w 785674"/>
              <a:gd name="connsiteY4" fmla="*/ 0 h 159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74" h="1599964">
                <a:moveTo>
                  <a:pt x="350727" y="0"/>
                </a:moveTo>
                <a:lnTo>
                  <a:pt x="0" y="0"/>
                </a:lnTo>
                <a:lnTo>
                  <a:pt x="387418" y="1599965"/>
                </a:lnTo>
                <a:lnTo>
                  <a:pt x="785675" y="1464889"/>
                </a:lnTo>
                <a:lnTo>
                  <a:pt x="35072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1610EB8-16D7-4753-5319-528FC762F3B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426910" y="5534878"/>
            <a:ext cx="3236353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D85B5B7-15B7-9200-A521-FF90339EC81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4903626" y="10869222"/>
            <a:ext cx="1759636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41F2767-0860-5E3E-BC8A-2F218FE389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4187701" y="8202050"/>
            <a:ext cx="2475562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123" name="Text Placeholder 35">
            <a:extLst>
              <a:ext uri="{FF2B5EF4-FFF2-40B4-BE49-F238E27FC236}">
                <a16:creationId xmlns:a16="http://schemas.microsoft.com/office/drawing/2014/main" id="{892D76CA-7643-65A5-92F7-02E2F959E9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2" hasCustomPrompt="1"/>
          </p:nvPr>
        </p:nvSpPr>
        <p:spPr>
          <a:xfrm>
            <a:off x="1734134" y="11198629"/>
            <a:ext cx="2345752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24" name="Text Placeholder 35">
            <a:extLst>
              <a:ext uri="{FF2B5EF4-FFF2-40B4-BE49-F238E27FC236}">
                <a16:creationId xmlns:a16="http://schemas.microsoft.com/office/drawing/2014/main" id="{A24E7D56-A7CB-0F28-C276-1BC65B82DF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3" hasCustomPrompt="1"/>
          </p:nvPr>
        </p:nvSpPr>
        <p:spPr>
          <a:xfrm>
            <a:off x="2146071" y="8416763"/>
            <a:ext cx="1403644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25" name="Text Placeholder 35">
            <a:extLst>
              <a:ext uri="{FF2B5EF4-FFF2-40B4-BE49-F238E27FC236}">
                <a16:creationId xmlns:a16="http://schemas.microsoft.com/office/drawing/2014/main" id="{9F9FE81D-241A-C205-303C-3823239B42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4" hasCustomPrompt="1"/>
          </p:nvPr>
        </p:nvSpPr>
        <p:spPr>
          <a:xfrm>
            <a:off x="2313883" y="6117101"/>
            <a:ext cx="949878" cy="341632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X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E7E29659-D851-6819-1051-C155DE8085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5" hasCustomPrompt="1"/>
          </p:nvPr>
        </p:nvSpPr>
        <p:spPr>
          <a:xfrm>
            <a:off x="6808150" y="5329832"/>
            <a:ext cx="4176339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28 Ex Bold)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6C5A5092-0B21-E7DC-D9BC-6CBD98B2B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6" hasCustomPrompt="1"/>
          </p:nvPr>
        </p:nvSpPr>
        <p:spPr>
          <a:xfrm>
            <a:off x="6808150" y="7997004"/>
            <a:ext cx="4176339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28 Ex Bold)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894AE9D4-4148-F00B-FBBE-1F62D1D98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7" hasCustomPrompt="1"/>
          </p:nvPr>
        </p:nvSpPr>
        <p:spPr>
          <a:xfrm>
            <a:off x="6808150" y="10664176"/>
            <a:ext cx="4176339" cy="470052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4287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800" b="1" i="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Label (Title, 28 Ex Bold)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7E2B4A5-4EB4-F22D-BD25-9DD7EE34B8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1430000" y="7681077"/>
            <a:ext cx="11888788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A2BC50F-7509-EAE4-187B-651D227F499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1430000" y="10348249"/>
            <a:ext cx="11888788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0C5F745-F4AF-258A-38D2-1D563A58B03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11430000" y="5007914"/>
            <a:ext cx="11888788" cy="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miter/>
          </a:ln>
        </p:spPr>
      </p:cxnSp>
      <p:sp>
        <p:nvSpPr>
          <p:cNvPr id="135" name="Text Placeholder 54">
            <a:extLst>
              <a:ext uri="{FF2B5EF4-FFF2-40B4-BE49-F238E27FC236}">
                <a16:creationId xmlns:a16="http://schemas.microsoft.com/office/drawing/2014/main" id="{F28C6AD8-7096-5C2A-0DF2-B80EB7D6CF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0" hasCustomPrompt="1"/>
          </p:nvPr>
        </p:nvSpPr>
        <p:spPr>
          <a:xfrm>
            <a:off x="19652866" y="4150736"/>
            <a:ext cx="3665922" cy="656067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0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4 (UPPER, 20 DEMI BOLD)</a:t>
            </a:r>
          </a:p>
        </p:txBody>
      </p:sp>
      <p:sp>
        <p:nvSpPr>
          <p:cNvPr id="138" name="Text Placeholder 54">
            <a:extLst>
              <a:ext uri="{FF2B5EF4-FFF2-40B4-BE49-F238E27FC236}">
                <a16:creationId xmlns:a16="http://schemas.microsoft.com/office/drawing/2014/main" id="{8875D714-983A-3EA6-1249-7EF9DA258A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1" hasCustomPrompt="1"/>
          </p:nvPr>
        </p:nvSpPr>
        <p:spPr>
          <a:xfrm>
            <a:off x="15541433" y="4150736"/>
            <a:ext cx="3665922" cy="656067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0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3 (UPPER, 20 DEMI BOLD)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E239DE4A-2696-3773-240B-3826A5F01F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2" hasCustomPrompt="1"/>
          </p:nvPr>
        </p:nvSpPr>
        <p:spPr>
          <a:xfrm>
            <a:off x="11430000" y="4150736"/>
            <a:ext cx="3665922" cy="656067"/>
          </a:xfrm>
          <a:prstGeom prst="rect">
            <a:avLst/>
          </a:prstGeom>
        </p:spPr>
        <p:txBody>
          <a:bodyPr lIns="0" rIns="91440" bIns="0" anchor="b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2000" b="1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COLUMN 2 (UPPER, 20 DEMI BOLD)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C2069ADF-9A40-5B49-12EF-D98F173A3A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4" hasCustomPrompt="1"/>
          </p:nvPr>
        </p:nvSpPr>
        <p:spPr>
          <a:xfrm>
            <a:off x="19652866" y="5329832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44" name="Text Placeholder 54">
            <a:extLst>
              <a:ext uri="{FF2B5EF4-FFF2-40B4-BE49-F238E27FC236}">
                <a16:creationId xmlns:a16="http://schemas.microsoft.com/office/drawing/2014/main" id="{C6E95401-67F3-6DC4-4344-F4643C79C5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5" hasCustomPrompt="1"/>
          </p:nvPr>
        </p:nvSpPr>
        <p:spPr>
          <a:xfrm>
            <a:off x="15541433" y="5329832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6753BC57-430D-CAAA-698D-0E75F64395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6" hasCustomPrompt="1"/>
          </p:nvPr>
        </p:nvSpPr>
        <p:spPr>
          <a:xfrm>
            <a:off x="11430000" y="5329832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2" name="Text Placeholder 54">
            <a:extLst>
              <a:ext uri="{FF2B5EF4-FFF2-40B4-BE49-F238E27FC236}">
                <a16:creationId xmlns:a16="http://schemas.microsoft.com/office/drawing/2014/main" id="{8B9101AC-0B0C-6BE8-1685-14B2ADEF7A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8" hasCustomPrompt="1"/>
          </p:nvPr>
        </p:nvSpPr>
        <p:spPr>
          <a:xfrm>
            <a:off x="19652866" y="7997004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3" name="Text Placeholder 54">
            <a:extLst>
              <a:ext uri="{FF2B5EF4-FFF2-40B4-BE49-F238E27FC236}">
                <a16:creationId xmlns:a16="http://schemas.microsoft.com/office/drawing/2014/main" id="{9CA4E711-84F3-6F12-4225-4ACA24EA82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9" hasCustomPrompt="1"/>
          </p:nvPr>
        </p:nvSpPr>
        <p:spPr>
          <a:xfrm>
            <a:off x="15541433" y="7997004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4" name="Text Placeholder 54">
            <a:extLst>
              <a:ext uri="{FF2B5EF4-FFF2-40B4-BE49-F238E27FC236}">
                <a16:creationId xmlns:a16="http://schemas.microsoft.com/office/drawing/2014/main" id="{7343B103-15C8-3C1E-9E18-E34654EFB5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0" hasCustomPrompt="1"/>
          </p:nvPr>
        </p:nvSpPr>
        <p:spPr>
          <a:xfrm>
            <a:off x="11430000" y="7997004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6" name="Text Placeholder 54">
            <a:extLst>
              <a:ext uri="{FF2B5EF4-FFF2-40B4-BE49-F238E27FC236}">
                <a16:creationId xmlns:a16="http://schemas.microsoft.com/office/drawing/2014/main" id="{1EF3E032-25AC-8AFC-6191-60E6E59F9B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2" hasCustomPrompt="1"/>
          </p:nvPr>
        </p:nvSpPr>
        <p:spPr>
          <a:xfrm>
            <a:off x="19652866" y="10664176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7" name="Text Placeholder 54">
            <a:extLst>
              <a:ext uri="{FF2B5EF4-FFF2-40B4-BE49-F238E27FC236}">
                <a16:creationId xmlns:a16="http://schemas.microsoft.com/office/drawing/2014/main" id="{EBA3D551-E05D-68DE-4EB6-F921CE8E0D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3" hasCustomPrompt="1"/>
          </p:nvPr>
        </p:nvSpPr>
        <p:spPr>
          <a:xfrm>
            <a:off x="15541433" y="10664176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188" name="Text Placeholder 54">
            <a:extLst>
              <a:ext uri="{FF2B5EF4-FFF2-40B4-BE49-F238E27FC236}">
                <a16:creationId xmlns:a16="http://schemas.microsoft.com/office/drawing/2014/main" id="{B419D574-9F1A-5F65-15C0-B5A2FAE46F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4" hasCustomPrompt="1"/>
          </p:nvPr>
        </p:nvSpPr>
        <p:spPr>
          <a:xfrm>
            <a:off x="11430000" y="10664176"/>
            <a:ext cx="3665922" cy="1985024"/>
          </a:xfrm>
          <a:prstGeom prst="rect">
            <a:avLst/>
          </a:prstGeom>
        </p:spPr>
        <p:txBody>
          <a:bodyPr lIns="0" rIns="91440" bIns="0" anchor="t" anchorCtr="0">
            <a:noAutofit/>
          </a:bodyPr>
          <a:lstStyle>
            <a:lvl1pPr marL="14287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Description (Sentence, 18 Regular)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DD4AC86-6467-392F-3494-1EB752FBBD37}"/>
              </a:ext>
            </a:extLst>
          </p:cNvPr>
          <p:cNvSpPr/>
          <p:nvPr userDrawn="1"/>
        </p:nvSpPr>
        <p:spPr>
          <a:xfrm>
            <a:off x="4725539" y="11942064"/>
            <a:ext cx="3491890" cy="712615"/>
          </a:xfrm>
          <a:custGeom>
            <a:avLst/>
            <a:gdLst>
              <a:gd name="connsiteX0" fmla="*/ 556108 w 3243177"/>
              <a:gd name="connsiteY0" fmla="*/ 0 h 595369"/>
              <a:gd name="connsiteX1" fmla="*/ 3243177 w 3243177"/>
              <a:gd name="connsiteY1" fmla="*/ 0 h 595369"/>
              <a:gd name="connsiteX2" fmla="*/ 2687070 w 3243177"/>
              <a:gd name="connsiteY2" fmla="*/ 595370 h 595369"/>
              <a:gd name="connsiteX3" fmla="*/ 0 w 3243177"/>
              <a:gd name="connsiteY3" fmla="*/ 595370 h 595369"/>
              <a:gd name="connsiteX4" fmla="*/ 556108 w 3243177"/>
              <a:gd name="connsiteY4" fmla="*/ 0 h 595369"/>
              <a:gd name="connsiteX0" fmla="*/ 0 w 2687069"/>
              <a:gd name="connsiteY0" fmla="*/ 0 h 595370"/>
              <a:gd name="connsiteX1" fmla="*/ 2687069 w 2687069"/>
              <a:gd name="connsiteY1" fmla="*/ 0 h 595370"/>
              <a:gd name="connsiteX2" fmla="*/ 2130962 w 2687069"/>
              <a:gd name="connsiteY2" fmla="*/ 595370 h 595370"/>
              <a:gd name="connsiteX3" fmla="*/ 650523 w 2687069"/>
              <a:gd name="connsiteY3" fmla="*/ 585944 h 595370"/>
              <a:gd name="connsiteX4" fmla="*/ 0 w 2687069"/>
              <a:gd name="connsiteY4" fmla="*/ 0 h 595370"/>
              <a:gd name="connsiteX0" fmla="*/ 0 w 2687069"/>
              <a:gd name="connsiteY0" fmla="*/ 0 h 598644"/>
              <a:gd name="connsiteX1" fmla="*/ 2687069 w 2687069"/>
              <a:gd name="connsiteY1" fmla="*/ 0 h 598644"/>
              <a:gd name="connsiteX2" fmla="*/ 2130962 w 2687069"/>
              <a:gd name="connsiteY2" fmla="*/ 595370 h 598644"/>
              <a:gd name="connsiteX3" fmla="*/ 650523 w 2687069"/>
              <a:gd name="connsiteY3" fmla="*/ 598644 h 598644"/>
              <a:gd name="connsiteX4" fmla="*/ 0 w 2687069"/>
              <a:gd name="connsiteY4" fmla="*/ 0 h 598644"/>
              <a:gd name="connsiteX0" fmla="*/ 286851 w 2036546"/>
              <a:gd name="connsiteY0" fmla="*/ 0 h 598644"/>
              <a:gd name="connsiteX1" fmla="*/ 2036546 w 2036546"/>
              <a:gd name="connsiteY1" fmla="*/ 0 h 598644"/>
              <a:gd name="connsiteX2" fmla="*/ 1480439 w 2036546"/>
              <a:gd name="connsiteY2" fmla="*/ 595370 h 598644"/>
              <a:gd name="connsiteX3" fmla="*/ 0 w 2036546"/>
              <a:gd name="connsiteY3" fmla="*/ 598644 h 598644"/>
              <a:gd name="connsiteX4" fmla="*/ 286851 w 2036546"/>
              <a:gd name="connsiteY4" fmla="*/ 0 h 598644"/>
              <a:gd name="connsiteX0" fmla="*/ 465006 w 2214701"/>
              <a:gd name="connsiteY0" fmla="*/ 0 h 603608"/>
              <a:gd name="connsiteX1" fmla="*/ 2214701 w 2214701"/>
              <a:gd name="connsiteY1" fmla="*/ 0 h 603608"/>
              <a:gd name="connsiteX2" fmla="*/ 1658594 w 2214701"/>
              <a:gd name="connsiteY2" fmla="*/ 595370 h 603608"/>
              <a:gd name="connsiteX3" fmla="*/ 0 w 2214701"/>
              <a:gd name="connsiteY3" fmla="*/ 603608 h 603608"/>
              <a:gd name="connsiteX4" fmla="*/ 465006 w 2214701"/>
              <a:gd name="connsiteY4" fmla="*/ 0 h 603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14701" h="603608">
                <a:moveTo>
                  <a:pt x="465006" y="0"/>
                </a:moveTo>
                <a:lnTo>
                  <a:pt x="2214701" y="0"/>
                </a:lnTo>
                <a:lnTo>
                  <a:pt x="1658594" y="595370"/>
                </a:lnTo>
                <a:lnTo>
                  <a:pt x="0" y="603608"/>
                </a:lnTo>
                <a:lnTo>
                  <a:pt x="465006" y="0"/>
                </a:lnTo>
                <a:close/>
              </a:path>
            </a:pathLst>
          </a:custGeom>
          <a:gradFill>
            <a:gsLst>
              <a:gs pos="0">
                <a:schemeClr val="tx2">
                  <a:alpha val="36849"/>
                </a:schemeClr>
              </a:gs>
              <a:gs pos="82000">
                <a:schemeClr val="tx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130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7599E1B-13D0-F9A6-8BD0-6170F5E5B0CC}"/>
              </a:ext>
            </a:extLst>
          </p:cNvPr>
          <p:cNvSpPr/>
          <p:nvPr userDrawn="1"/>
        </p:nvSpPr>
        <p:spPr>
          <a:xfrm>
            <a:off x="1068388" y="9619655"/>
            <a:ext cx="3930659" cy="3035024"/>
          </a:xfrm>
          <a:custGeom>
            <a:avLst/>
            <a:gdLst>
              <a:gd name="connsiteX0" fmla="*/ 289225 w 2329602"/>
              <a:gd name="connsiteY0" fmla="*/ 301433 h 1798782"/>
              <a:gd name="connsiteX1" fmla="*/ 0 w 2329602"/>
              <a:gd name="connsiteY1" fmla="*/ 1798783 h 1798782"/>
              <a:gd name="connsiteX2" fmla="*/ 2231149 w 2329602"/>
              <a:gd name="connsiteY2" fmla="*/ 1798783 h 1798782"/>
              <a:gd name="connsiteX3" fmla="*/ 2329603 w 2329602"/>
              <a:gd name="connsiteY3" fmla="*/ 0 h 1798782"/>
              <a:gd name="connsiteX4" fmla="*/ 289225 w 2329602"/>
              <a:gd name="connsiteY4" fmla="*/ 301433 h 179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602" h="1798782">
                <a:moveTo>
                  <a:pt x="289225" y="301433"/>
                </a:moveTo>
                <a:lnTo>
                  <a:pt x="0" y="1798783"/>
                </a:lnTo>
                <a:lnTo>
                  <a:pt x="2231149" y="1798783"/>
                </a:lnTo>
                <a:lnTo>
                  <a:pt x="2329603" y="0"/>
                </a:lnTo>
                <a:lnTo>
                  <a:pt x="289225" y="30143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C3A00EB-8F55-E3C5-210E-DF1BE0DE9B82}"/>
              </a:ext>
            </a:extLst>
          </p:cNvPr>
          <p:cNvSpPr/>
          <p:nvPr userDrawn="1"/>
        </p:nvSpPr>
        <p:spPr>
          <a:xfrm>
            <a:off x="4221331" y="9619655"/>
            <a:ext cx="1466646" cy="3035024"/>
          </a:xfrm>
          <a:custGeom>
            <a:avLst/>
            <a:gdLst>
              <a:gd name="connsiteX0" fmla="*/ 460933 w 869243"/>
              <a:gd name="connsiteY0" fmla="*/ 0 h 1798782"/>
              <a:gd name="connsiteX1" fmla="*/ 0 w 869243"/>
              <a:gd name="connsiteY1" fmla="*/ 301433 h 1798782"/>
              <a:gd name="connsiteX2" fmla="*/ 362478 w 869243"/>
              <a:gd name="connsiteY2" fmla="*/ 1798783 h 1798782"/>
              <a:gd name="connsiteX3" fmla="*/ 869243 w 869243"/>
              <a:gd name="connsiteY3" fmla="*/ 1374839 h 1798782"/>
              <a:gd name="connsiteX4" fmla="*/ 460933 w 869243"/>
              <a:gd name="connsiteY4" fmla="*/ 0 h 1798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9243" h="1798782">
                <a:moveTo>
                  <a:pt x="460933" y="0"/>
                </a:moveTo>
                <a:lnTo>
                  <a:pt x="0" y="301433"/>
                </a:lnTo>
                <a:lnTo>
                  <a:pt x="362478" y="1798783"/>
                </a:lnTo>
                <a:lnTo>
                  <a:pt x="869243" y="1374839"/>
                </a:lnTo>
                <a:lnTo>
                  <a:pt x="460933" y="0"/>
                </a:lnTo>
                <a:close/>
              </a:path>
            </a:pathLst>
          </a:custGeom>
          <a:solidFill>
            <a:schemeClr val="tx2">
              <a:lumMod val="90000"/>
              <a:lumOff val="10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C2FABE6-F825-6546-5F9D-16DC46DBA6C9}"/>
              </a:ext>
            </a:extLst>
          </p:cNvPr>
          <p:cNvSpPr/>
          <p:nvPr userDrawn="1"/>
        </p:nvSpPr>
        <p:spPr>
          <a:xfrm>
            <a:off x="1556388" y="9619655"/>
            <a:ext cx="3442658" cy="508597"/>
          </a:xfrm>
          <a:custGeom>
            <a:avLst/>
            <a:gdLst>
              <a:gd name="connsiteX0" fmla="*/ 2040377 w 2040377"/>
              <a:gd name="connsiteY0" fmla="*/ 0 h 301433"/>
              <a:gd name="connsiteX1" fmla="*/ 616840 w 2040377"/>
              <a:gd name="connsiteY1" fmla="*/ 0 h 301433"/>
              <a:gd name="connsiteX2" fmla="*/ 0 w 2040377"/>
              <a:gd name="connsiteY2" fmla="*/ 301433 h 301433"/>
              <a:gd name="connsiteX3" fmla="*/ 1579445 w 2040377"/>
              <a:gd name="connsiteY3" fmla="*/ 301433 h 301433"/>
              <a:gd name="connsiteX4" fmla="*/ 2040377 w 2040377"/>
              <a:gd name="connsiteY4" fmla="*/ 0 h 301433"/>
              <a:gd name="connsiteX5" fmla="*/ 2040377 w 2040377"/>
              <a:gd name="connsiteY5" fmla="*/ 0 h 30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0377" h="301433">
                <a:moveTo>
                  <a:pt x="2040377" y="0"/>
                </a:moveTo>
                <a:lnTo>
                  <a:pt x="616840" y="0"/>
                </a:lnTo>
                <a:lnTo>
                  <a:pt x="0" y="301433"/>
                </a:lnTo>
                <a:lnTo>
                  <a:pt x="1579445" y="301433"/>
                </a:lnTo>
                <a:lnTo>
                  <a:pt x="2040377" y="0"/>
                </a:lnTo>
                <a:lnTo>
                  <a:pt x="2040377" y="0"/>
                </a:lnTo>
                <a:close/>
              </a:path>
            </a:pathLst>
          </a:custGeom>
          <a:solidFill>
            <a:srgbClr val="072C49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E221851-EE37-1B60-E0BA-7CFCD1410345}"/>
              </a:ext>
            </a:extLst>
          </p:cNvPr>
          <p:cNvSpPr/>
          <p:nvPr userDrawn="1"/>
        </p:nvSpPr>
        <p:spPr>
          <a:xfrm>
            <a:off x="1644955" y="7030950"/>
            <a:ext cx="2556769" cy="2671077"/>
          </a:xfrm>
          <a:custGeom>
            <a:avLst/>
            <a:gdLst>
              <a:gd name="connsiteX0" fmla="*/ 282435 w 1515332"/>
              <a:gd name="connsiteY0" fmla="*/ 143060 h 1583080"/>
              <a:gd name="connsiteX1" fmla="*/ 0 w 1515332"/>
              <a:gd name="connsiteY1" fmla="*/ 1583080 h 1583080"/>
              <a:gd name="connsiteX2" fmla="*/ 1453047 w 1515332"/>
              <a:gd name="connsiteY2" fmla="*/ 1583080 h 1583080"/>
              <a:gd name="connsiteX3" fmla="*/ 1515332 w 1515332"/>
              <a:gd name="connsiteY3" fmla="*/ 0 h 1583080"/>
              <a:gd name="connsiteX4" fmla="*/ 282435 w 1515332"/>
              <a:gd name="connsiteY4" fmla="*/ 143060 h 15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5332" h="1583080">
                <a:moveTo>
                  <a:pt x="282435" y="143060"/>
                </a:moveTo>
                <a:lnTo>
                  <a:pt x="0" y="1583080"/>
                </a:lnTo>
                <a:lnTo>
                  <a:pt x="1453047" y="1583080"/>
                </a:lnTo>
                <a:lnTo>
                  <a:pt x="1515332" y="0"/>
                </a:lnTo>
                <a:lnTo>
                  <a:pt x="282435" y="143060"/>
                </a:lnTo>
                <a:close/>
              </a:path>
            </a:pathLst>
          </a:custGeom>
          <a:solidFill>
            <a:schemeClr val="accent6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9F69790-9219-A07D-EF82-9DC1ACB227AD}"/>
              </a:ext>
            </a:extLst>
          </p:cNvPr>
          <p:cNvSpPr/>
          <p:nvPr userDrawn="1"/>
        </p:nvSpPr>
        <p:spPr>
          <a:xfrm>
            <a:off x="3508167" y="7030950"/>
            <a:ext cx="1349435" cy="2671077"/>
          </a:xfrm>
          <a:custGeom>
            <a:avLst/>
            <a:gdLst>
              <a:gd name="connsiteX0" fmla="*/ 411053 w 799776"/>
              <a:gd name="connsiteY0" fmla="*/ 0 h 1583080"/>
              <a:gd name="connsiteX1" fmla="*/ 0 w 799776"/>
              <a:gd name="connsiteY1" fmla="*/ 143060 h 1583080"/>
              <a:gd name="connsiteX2" fmla="*/ 348768 w 799776"/>
              <a:gd name="connsiteY2" fmla="*/ 1583080 h 1583080"/>
              <a:gd name="connsiteX3" fmla="*/ 799777 w 799776"/>
              <a:gd name="connsiteY3" fmla="*/ 1304029 h 1583080"/>
              <a:gd name="connsiteX4" fmla="*/ 411053 w 799776"/>
              <a:gd name="connsiteY4" fmla="*/ 0 h 158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99776" h="1583080">
                <a:moveTo>
                  <a:pt x="411053" y="0"/>
                </a:moveTo>
                <a:lnTo>
                  <a:pt x="0" y="143060"/>
                </a:lnTo>
                <a:lnTo>
                  <a:pt x="348768" y="1583080"/>
                </a:lnTo>
                <a:lnTo>
                  <a:pt x="799777" y="1304029"/>
                </a:lnTo>
                <a:lnTo>
                  <a:pt x="41105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5EA940B-E6DA-4056-1723-3762A8242266}"/>
              </a:ext>
            </a:extLst>
          </p:cNvPr>
          <p:cNvSpPr/>
          <p:nvPr userDrawn="1"/>
        </p:nvSpPr>
        <p:spPr>
          <a:xfrm>
            <a:off x="2121499" y="7030950"/>
            <a:ext cx="2080224" cy="241378"/>
          </a:xfrm>
          <a:custGeom>
            <a:avLst/>
            <a:gdLst>
              <a:gd name="connsiteX0" fmla="*/ 1232897 w 1232896"/>
              <a:gd name="connsiteY0" fmla="*/ 0 h 143059"/>
              <a:gd name="connsiteX1" fmla="*/ 482608 w 1232896"/>
              <a:gd name="connsiteY1" fmla="*/ 0 h 143059"/>
              <a:gd name="connsiteX2" fmla="*/ 0 w 1232896"/>
              <a:gd name="connsiteY2" fmla="*/ 143060 h 143059"/>
              <a:gd name="connsiteX3" fmla="*/ 821844 w 1232896"/>
              <a:gd name="connsiteY3" fmla="*/ 143060 h 143059"/>
              <a:gd name="connsiteX4" fmla="*/ 1232897 w 1232896"/>
              <a:gd name="connsiteY4" fmla="*/ 0 h 14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2896" h="143059">
                <a:moveTo>
                  <a:pt x="1232897" y="0"/>
                </a:moveTo>
                <a:lnTo>
                  <a:pt x="482608" y="0"/>
                </a:lnTo>
                <a:lnTo>
                  <a:pt x="0" y="143060"/>
                </a:lnTo>
                <a:lnTo>
                  <a:pt x="821844" y="143060"/>
                </a:lnTo>
                <a:lnTo>
                  <a:pt x="1232897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C7D582D9-A53B-4AC5-D32A-E7B3B87BA623}"/>
              </a:ext>
            </a:extLst>
          </p:cNvPr>
          <p:cNvSpPr/>
          <p:nvPr userDrawn="1"/>
        </p:nvSpPr>
        <p:spPr>
          <a:xfrm>
            <a:off x="2212930" y="4150736"/>
            <a:ext cx="1171861" cy="2699565"/>
          </a:xfrm>
          <a:custGeom>
            <a:avLst/>
            <a:gdLst>
              <a:gd name="connsiteX0" fmla="*/ 0 w 694532"/>
              <a:gd name="connsiteY0" fmla="*/ 1599965 h 1599964"/>
              <a:gd name="connsiteX1" fmla="*/ 694533 w 694532"/>
              <a:gd name="connsiteY1" fmla="*/ 1599965 h 1599964"/>
              <a:gd name="connsiteX2" fmla="*/ 631073 w 694532"/>
              <a:gd name="connsiteY2" fmla="*/ 367531 h 1599964"/>
              <a:gd name="connsiteX3" fmla="*/ 307114 w 694532"/>
              <a:gd name="connsiteY3" fmla="*/ 0 h 1599964"/>
              <a:gd name="connsiteX4" fmla="*/ 0 w 694532"/>
              <a:gd name="connsiteY4" fmla="*/ 1599965 h 159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4532" h="1599964">
                <a:moveTo>
                  <a:pt x="0" y="1599965"/>
                </a:moveTo>
                <a:lnTo>
                  <a:pt x="694533" y="1599965"/>
                </a:lnTo>
                <a:lnTo>
                  <a:pt x="631073" y="367531"/>
                </a:lnTo>
                <a:lnTo>
                  <a:pt x="307114" y="0"/>
                </a:lnTo>
                <a:lnTo>
                  <a:pt x="0" y="1599965"/>
                </a:lnTo>
                <a:close/>
              </a:path>
            </a:pathLst>
          </a:custGeom>
          <a:solidFill>
            <a:schemeClr val="accent5"/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97D050E-0BBF-5BFF-03B2-041C363C74B4}"/>
              </a:ext>
            </a:extLst>
          </p:cNvPr>
          <p:cNvSpPr/>
          <p:nvPr userDrawn="1"/>
        </p:nvSpPr>
        <p:spPr>
          <a:xfrm>
            <a:off x="2731114" y="4150736"/>
            <a:ext cx="1325641" cy="2699565"/>
          </a:xfrm>
          <a:custGeom>
            <a:avLst/>
            <a:gdLst>
              <a:gd name="connsiteX0" fmla="*/ 350727 w 785674"/>
              <a:gd name="connsiteY0" fmla="*/ 0 h 1599964"/>
              <a:gd name="connsiteX1" fmla="*/ 0 w 785674"/>
              <a:gd name="connsiteY1" fmla="*/ 0 h 1599964"/>
              <a:gd name="connsiteX2" fmla="*/ 387418 w 785674"/>
              <a:gd name="connsiteY2" fmla="*/ 1599965 h 1599964"/>
              <a:gd name="connsiteX3" fmla="*/ 785675 w 785674"/>
              <a:gd name="connsiteY3" fmla="*/ 1464889 h 1599964"/>
              <a:gd name="connsiteX4" fmla="*/ 350727 w 785674"/>
              <a:gd name="connsiteY4" fmla="*/ 0 h 1599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5674" h="1599964">
                <a:moveTo>
                  <a:pt x="350727" y="0"/>
                </a:moveTo>
                <a:lnTo>
                  <a:pt x="0" y="0"/>
                </a:lnTo>
                <a:lnTo>
                  <a:pt x="387418" y="1599965"/>
                </a:lnTo>
                <a:lnTo>
                  <a:pt x="785675" y="1464889"/>
                </a:lnTo>
                <a:lnTo>
                  <a:pt x="35072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304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Figtree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D174DE-E781-1FD8-D93F-5BBBDE72C34B}"/>
              </a:ext>
            </a:extLst>
          </p:cNvPr>
          <p:cNvCxnSpPr/>
          <p:nvPr userDrawn="1"/>
        </p:nvCxnSpPr>
        <p:spPr>
          <a:xfrm flipH="1">
            <a:off x="3426910" y="5534878"/>
            <a:ext cx="3236353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6D65C9-02C7-2233-BA0F-A7814953E15E}"/>
              </a:ext>
            </a:extLst>
          </p:cNvPr>
          <p:cNvCxnSpPr/>
          <p:nvPr userDrawn="1"/>
        </p:nvCxnSpPr>
        <p:spPr>
          <a:xfrm flipH="1">
            <a:off x="4903626" y="10869222"/>
            <a:ext cx="1759636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217619-2B4A-FEF8-8EF5-CBBD4AA9DF6E}"/>
              </a:ext>
            </a:extLst>
          </p:cNvPr>
          <p:cNvCxnSpPr/>
          <p:nvPr userDrawn="1"/>
        </p:nvCxnSpPr>
        <p:spPr>
          <a:xfrm flipH="1">
            <a:off x="4187701" y="8202050"/>
            <a:ext cx="2475562" cy="0"/>
          </a:xfrm>
          <a:prstGeom prst="line">
            <a:avLst/>
          </a:prstGeom>
          <a:solidFill>
            <a:srgbClr val="FFFFFF"/>
          </a:solidFill>
          <a:ln w="34925" cap="flat">
            <a:solidFill>
              <a:srgbClr val="082C49"/>
            </a:solidFill>
            <a:prstDash val="solid"/>
            <a:miter/>
            <a:tailEnd type="oval"/>
          </a:ln>
        </p:spPr>
      </p:cxnSp>
      <p:pic>
        <p:nvPicPr>
          <p:cNvPr id="17" name="Anglepoint Logo">
            <a:extLst>
              <a:ext uri="{FF2B5EF4-FFF2-40B4-BE49-F238E27FC236}">
                <a16:creationId xmlns:a16="http://schemas.microsoft.com/office/drawing/2014/main" id="{3E718370-1E3B-0090-6FCA-DB56AE48AFFD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6D34E2-3092-7540-E087-F8845E3D65CD}"/>
              </a:ext>
            </a:extLst>
          </p:cNvPr>
          <p:cNvCxnSpPr/>
          <p:nvPr userDrawn="1"/>
        </p:nvCxnSpPr>
        <p:spPr>
          <a:xfrm>
            <a:off x="11430000" y="7681077"/>
            <a:ext cx="11888788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E56B10A-60E5-0120-4A5C-DB92142912BA}"/>
              </a:ext>
            </a:extLst>
          </p:cNvPr>
          <p:cNvCxnSpPr/>
          <p:nvPr userDrawn="1"/>
        </p:nvCxnSpPr>
        <p:spPr>
          <a:xfrm>
            <a:off x="11430000" y="10348249"/>
            <a:ext cx="11888788" cy="0"/>
          </a:xfrm>
          <a:prstGeom prst="line">
            <a:avLst/>
          </a:prstGeom>
          <a:solidFill>
            <a:srgbClr val="FFFFFF"/>
          </a:solidFill>
          <a:ln w="12700" cap="flat">
            <a:solidFill>
              <a:schemeClr val="tx1">
                <a:lumMod val="40000"/>
                <a:lumOff val="60000"/>
              </a:schemeClr>
            </a:solidFill>
            <a:prstDash val="solid"/>
            <a:miter/>
          </a:ln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5E719B-4619-9148-5A2B-D099596A98AD}"/>
              </a:ext>
            </a:extLst>
          </p:cNvPr>
          <p:cNvCxnSpPr/>
          <p:nvPr userDrawn="1"/>
        </p:nvCxnSpPr>
        <p:spPr>
          <a:xfrm>
            <a:off x="11430000" y="5007914"/>
            <a:ext cx="11888788" cy="0"/>
          </a:xfrm>
          <a:prstGeom prst="line">
            <a:avLst/>
          </a:prstGeom>
          <a:solidFill>
            <a:srgbClr val="FFFFFF"/>
          </a:solidFill>
          <a:ln w="25400" cap="flat">
            <a:solidFill>
              <a:schemeClr val="tx2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54345102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Three Components Vort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0103837-6248-976B-A684-67D6C50E1F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5910" y="2897234"/>
            <a:ext cx="9555354" cy="9751966"/>
          </a:xfrm>
          <a:prstGeom prst="rect">
            <a:avLst/>
          </a:prstGeom>
        </p:spPr>
      </p:pic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8686CA0F-EF55-F477-DBBC-F7EA7726D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10013949" y="7291699"/>
            <a:ext cx="4359276" cy="1069700"/>
          </a:xfrm>
          <a:prstGeom prst="rect">
            <a:avLst/>
          </a:prstGeom>
        </p:spPr>
        <p:txBody>
          <a:bodyPr lIns="0" rIns="0" bIns="0" anchor="b" anchorCtr="0">
            <a:noAutofit/>
          </a:bodyPr>
          <a:lstStyle>
            <a:lvl1pPr marL="17463" indent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48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Short Title</a:t>
            </a:r>
            <a:br>
              <a:rPr lang="en-US" b="1" i="0">
                <a:latin typeface="TT Norms Pro ExtraBold" panose="02000503030000020003" pitchFamily="2" charset="0"/>
              </a:rPr>
            </a:br>
            <a:r>
              <a:rPr lang="en-US" b="1" i="0">
                <a:latin typeface="TT Norms Pro ExtraBold" panose="02000503030000020003" pitchFamily="2" charset="0"/>
              </a:rPr>
              <a:t>(48 Ex Bold)</a:t>
            </a:r>
            <a:endParaRPr lang="en-US"/>
          </a:p>
        </p:txBody>
      </p:sp>
      <p:sp>
        <p:nvSpPr>
          <p:cNvPr id="10" name="Text Placeholder 35">
            <a:extLst>
              <a:ext uri="{FF2B5EF4-FFF2-40B4-BE49-F238E27FC236}">
                <a16:creationId xmlns:a16="http://schemas.microsoft.com/office/drawing/2014/main" id="{073C7DB0-CD77-9533-E81E-C148CAA53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8" hasCustomPrompt="1"/>
          </p:nvPr>
        </p:nvSpPr>
        <p:spPr>
          <a:xfrm>
            <a:off x="10498079" y="8496895"/>
            <a:ext cx="3391016" cy="284693"/>
          </a:xfrm>
          <a:prstGeom prst="rect">
            <a:avLst/>
          </a:prstGeom>
          <a:noFill/>
        </p:spPr>
        <p:txBody>
          <a:bodyPr wrap="square" tIns="0" bIns="0" anchor="t" anchorCtr="0">
            <a:spAutoFit/>
          </a:bodyPr>
          <a:lstStyle>
            <a:lvl1pPr marL="17463" indent="0" algn="ctr">
              <a:spcBef>
                <a:spcPts val="0"/>
              </a:spcBef>
              <a:spcAft>
                <a:spcPts val="0"/>
              </a:spcAft>
              <a:buNone/>
              <a:tabLst/>
              <a:defRPr sz="2000" b="0" i="0">
                <a:latin typeface="Figtree" pitchFamily="2" charset="0"/>
              </a:defRPr>
            </a:lvl1pPr>
          </a:lstStyle>
          <a:p>
            <a:pPr lvl="0"/>
            <a:r>
              <a:rPr lang="en-US"/>
              <a:t>Subtitle (Title, 20 Regular)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04DDB7D-A8B6-27E5-C9C6-5CD4152428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8316913"/>
            <a:ext cx="5486400" cy="826538"/>
          </a:xfrm>
          <a:prstGeom prst="rect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94" name="Text Placeholder 28">
            <a:extLst>
              <a:ext uri="{FF2B5EF4-FFF2-40B4-BE49-F238E27FC236}">
                <a16:creationId xmlns:a16="http://schemas.microsoft.com/office/drawing/2014/main" id="{FFDFF49D-7EFD-1B62-4524-3FF755A9DA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4" hasCustomPrompt="1"/>
          </p:nvPr>
        </p:nvSpPr>
        <p:spPr>
          <a:xfrm>
            <a:off x="1068388" y="8443037"/>
            <a:ext cx="4518848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3659D74-CF01-92B3-1044-F0E98394AAF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31828" y="8320491"/>
            <a:ext cx="822960" cy="822960"/>
            <a:chOff x="4896323" y="7496634"/>
            <a:chExt cx="822960" cy="82296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E60F6459-978D-0FD3-97A2-69169B30BC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97" name="Graphic 96">
              <a:extLst>
                <a:ext uri="{FF2B5EF4-FFF2-40B4-BE49-F238E27FC236}">
                  <a16:creationId xmlns:a16="http://schemas.microsoft.com/office/drawing/2014/main" id="{0D5C5496-243F-64AD-4CB7-0953229CBCA0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E430848E-71CD-3DEC-DDCE-D76600CE43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318B504-2206-BF93-84EB-B9BB5FF505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8316913"/>
            <a:ext cx="5486400" cy="826538"/>
          </a:xfrm>
          <a:prstGeom prst="rect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01" name="Text Placeholder 28">
            <a:extLst>
              <a:ext uri="{FF2B5EF4-FFF2-40B4-BE49-F238E27FC236}">
                <a16:creationId xmlns:a16="http://schemas.microsoft.com/office/drawing/2014/main" id="{BF73B04A-4AB8-2806-3662-C3D27A6C2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7" hasCustomPrompt="1"/>
          </p:nvPr>
        </p:nvSpPr>
        <p:spPr>
          <a:xfrm>
            <a:off x="17846573" y="8443037"/>
            <a:ext cx="4470419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263715C-A892-A61D-4676-CEA86512BE5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495828" y="8320491"/>
            <a:ext cx="822960" cy="822960"/>
            <a:chOff x="4896323" y="7496634"/>
            <a:chExt cx="822960" cy="822960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BFDFA43C-49D2-8B3B-DAA1-63CA1C4AD2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04" name="Graphic 103">
              <a:extLst>
                <a:ext uri="{FF2B5EF4-FFF2-40B4-BE49-F238E27FC236}">
                  <a16:creationId xmlns:a16="http://schemas.microsoft.com/office/drawing/2014/main" id="{1DADF4C0-12A4-1FCB-E2E7-095C5867DB34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AA5077B4-FCB7-048F-7FC3-90E0FCCB93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0E3E798-E29C-EA31-A176-15575148D2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46573" y="2862725"/>
            <a:ext cx="5486400" cy="826538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08" name="Text Placeholder 28">
            <a:extLst>
              <a:ext uri="{FF2B5EF4-FFF2-40B4-BE49-F238E27FC236}">
                <a16:creationId xmlns:a16="http://schemas.microsoft.com/office/drawing/2014/main" id="{CC62BF06-A383-4AF7-F965-B8E705CC24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9" hasCustomPrompt="1"/>
          </p:nvPr>
        </p:nvSpPr>
        <p:spPr>
          <a:xfrm>
            <a:off x="17860758" y="2988849"/>
            <a:ext cx="4470419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0E7345F-A29F-10E9-EAA1-C1A4D081D1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10013" y="2866303"/>
            <a:ext cx="822960" cy="822960"/>
            <a:chOff x="4896323" y="7496634"/>
            <a:chExt cx="822960" cy="822960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9EA68A7E-39B3-574F-FED9-75A4CED365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11" name="Graphic 110">
              <a:extLst>
                <a:ext uri="{FF2B5EF4-FFF2-40B4-BE49-F238E27FC236}">
                  <a16:creationId xmlns:a16="http://schemas.microsoft.com/office/drawing/2014/main" id="{B7AA2C0B-EB99-59A0-D76D-C5A47D5471A6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7EF47C4E-90B5-5E94-E7A5-474613755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46573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657FBD-73DA-B65C-B7E0-C6A2EA792B3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7768455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246F2E8-90DF-1D43-8341-CC90DEC088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7846573" y="3691317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D80E07-84B9-F71F-7220-23CE8790B7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1" hasCustomPrompt="1"/>
          </p:nvPr>
        </p:nvSpPr>
        <p:spPr>
          <a:xfrm>
            <a:off x="17846573" y="9145505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4075A9B-5ED5-21C2-4338-485F2D59D3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068388" y="9145505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7C3932-8861-D72F-9DCA-A09E2C1A5941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15910" y="2897234"/>
            <a:ext cx="9555354" cy="9751966"/>
          </a:xfrm>
          <a:prstGeom prst="rect">
            <a:avLst/>
          </a:prstGeom>
        </p:spPr>
      </p:pic>
      <p:pic>
        <p:nvPicPr>
          <p:cNvPr id="8" name="Anglepoint Logo">
            <a:extLst>
              <a:ext uri="{FF2B5EF4-FFF2-40B4-BE49-F238E27FC236}">
                <a16:creationId xmlns:a16="http://schemas.microsoft.com/office/drawing/2014/main" id="{01A21636-EF3E-7264-72A2-43A939BCB383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041810-CB74-75FE-9E92-007EC8B27582}"/>
              </a:ext>
            </a:extLst>
          </p:cNvPr>
          <p:cNvSpPr/>
          <p:nvPr userDrawn="1"/>
        </p:nvSpPr>
        <p:spPr>
          <a:xfrm>
            <a:off x="1068388" y="8316913"/>
            <a:ext cx="5486400" cy="826538"/>
          </a:xfrm>
          <a:prstGeom prst="rect">
            <a:avLst/>
          </a:prstGeom>
          <a:solidFill>
            <a:schemeClr val="accent6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82F0D55-7818-BCFD-0466-1DAA46DADEA0}"/>
              </a:ext>
            </a:extLst>
          </p:cNvPr>
          <p:cNvGrpSpPr/>
          <p:nvPr userDrawn="1"/>
        </p:nvGrpSpPr>
        <p:grpSpPr>
          <a:xfrm>
            <a:off x="5731828" y="8320491"/>
            <a:ext cx="822960" cy="822960"/>
            <a:chOff x="4896323" y="7496634"/>
            <a:chExt cx="822960" cy="8229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DF1DCCF-0791-B496-0DF3-FCCB822E3D9A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E36DDAD-583B-F27F-AE08-424F57502A20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629C19F-C1B9-D470-4C57-2BC01619A2DC}"/>
              </a:ext>
            </a:extLst>
          </p:cNvPr>
          <p:cNvSpPr/>
          <p:nvPr userDrawn="1"/>
        </p:nvSpPr>
        <p:spPr>
          <a:xfrm>
            <a:off x="1068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8808B2-85E1-F91D-026E-A391A580A6CD}"/>
              </a:ext>
            </a:extLst>
          </p:cNvPr>
          <p:cNvSpPr/>
          <p:nvPr userDrawn="1"/>
        </p:nvSpPr>
        <p:spPr>
          <a:xfrm>
            <a:off x="17832388" y="8316913"/>
            <a:ext cx="5486400" cy="826538"/>
          </a:xfrm>
          <a:prstGeom prst="rect">
            <a:avLst/>
          </a:prstGeom>
          <a:solidFill>
            <a:schemeClr val="accent5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4AA8227-9D37-38A3-A41C-3C2A51EB3C21}"/>
              </a:ext>
            </a:extLst>
          </p:cNvPr>
          <p:cNvGrpSpPr/>
          <p:nvPr userDrawn="1"/>
        </p:nvGrpSpPr>
        <p:grpSpPr>
          <a:xfrm>
            <a:off x="22495828" y="8320491"/>
            <a:ext cx="822960" cy="822960"/>
            <a:chOff x="4896323" y="7496634"/>
            <a:chExt cx="822960" cy="8229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A253550-D086-566B-ADA8-A6C2BEE93EB2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89333E6A-F549-699A-159C-1499320D5B9B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053D1E0-F7A9-5326-BA70-A771011BF9B9}"/>
              </a:ext>
            </a:extLst>
          </p:cNvPr>
          <p:cNvSpPr/>
          <p:nvPr userDrawn="1"/>
        </p:nvSpPr>
        <p:spPr>
          <a:xfrm>
            <a:off x="17832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EC5969-C76F-7AD3-461E-669A2525B631}"/>
              </a:ext>
            </a:extLst>
          </p:cNvPr>
          <p:cNvSpPr/>
          <p:nvPr userDrawn="1"/>
        </p:nvSpPr>
        <p:spPr>
          <a:xfrm>
            <a:off x="17846573" y="2862725"/>
            <a:ext cx="5486400" cy="826538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5C8900C-DE06-F6E7-3449-06A37E00E74A}"/>
              </a:ext>
            </a:extLst>
          </p:cNvPr>
          <p:cNvGrpSpPr/>
          <p:nvPr userDrawn="1"/>
        </p:nvGrpSpPr>
        <p:grpSpPr>
          <a:xfrm>
            <a:off x="22510013" y="2866303"/>
            <a:ext cx="822960" cy="822960"/>
            <a:chOff x="4896323" y="7496634"/>
            <a:chExt cx="822960" cy="8229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68FC2D5-8F39-C921-953F-9A765DFE9CF2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6D7CF5CB-4E8D-519C-CF38-0FF3A6DF2F6F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DA91AC3-7F92-0516-2FDC-565D65154031}"/>
              </a:ext>
            </a:extLst>
          </p:cNvPr>
          <p:cNvSpPr/>
          <p:nvPr userDrawn="1"/>
        </p:nvSpPr>
        <p:spPr>
          <a:xfrm>
            <a:off x="17846573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22F88C2-71CC-BBDA-C4F0-9FBDB3BE4F6B}"/>
              </a:ext>
            </a:extLst>
          </p:cNvPr>
          <p:cNvCxnSpPr/>
          <p:nvPr userDrawn="1"/>
        </p:nvCxnSpPr>
        <p:spPr>
          <a:xfrm flipH="1">
            <a:off x="17768455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</p:spTree>
    <p:extLst>
      <p:ext uri="{BB962C8B-B14F-4D97-AF65-F5344CB8AC3E}">
        <p14:creationId xmlns:p14="http://schemas.microsoft.com/office/powerpoint/2010/main" val="308963968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del Four Components C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Isosceles Triangle 61">
            <a:extLst>
              <a:ext uri="{FF2B5EF4-FFF2-40B4-BE49-F238E27FC236}">
                <a16:creationId xmlns:a16="http://schemas.microsoft.com/office/drawing/2014/main" id="{9F799FDC-3BDE-4F02-63FB-99E25758E2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9576423" y="4279787"/>
            <a:ext cx="8068447" cy="6955558"/>
          </a:xfrm>
          <a:prstGeom prst="triangle">
            <a:avLst/>
          </a:prstGeom>
          <a:gradFill>
            <a:gsLst>
              <a:gs pos="25000">
                <a:srgbClr val="553C95"/>
              </a:gs>
              <a:gs pos="100000">
                <a:srgbClr val="553C95">
                  <a:alpha val="6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2" name="Isosceles Triangle 61">
            <a:extLst>
              <a:ext uri="{FF2B5EF4-FFF2-40B4-BE49-F238E27FC236}">
                <a16:creationId xmlns:a16="http://schemas.microsoft.com/office/drawing/2014/main" id="{3930FB40-7C43-9A88-6C25-46D5D257EA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9363" y="5696847"/>
            <a:ext cx="8068447" cy="6955558"/>
          </a:xfrm>
          <a:prstGeom prst="triangle">
            <a:avLst/>
          </a:prstGeom>
          <a:gradFill>
            <a:gsLst>
              <a:gs pos="25000">
                <a:schemeClr val="accent4">
                  <a:lumMod val="75000"/>
                </a:schemeClr>
              </a:gs>
              <a:gs pos="100000">
                <a:schemeClr val="accent4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3" name="Isosceles Triangle 62">
            <a:extLst>
              <a:ext uri="{FF2B5EF4-FFF2-40B4-BE49-F238E27FC236}">
                <a16:creationId xmlns:a16="http://schemas.microsoft.com/office/drawing/2014/main" id="{CCFEB2AB-F62D-941E-044C-C4438338CA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8159364" y="2862725"/>
            <a:ext cx="8068447" cy="6955558"/>
          </a:xfrm>
          <a:prstGeom prst="triangle">
            <a:avLst/>
          </a:prstGeom>
          <a:gradFill>
            <a:gsLst>
              <a:gs pos="25000">
                <a:schemeClr val="accent6">
                  <a:lumMod val="75000"/>
                </a:schemeClr>
              </a:gs>
              <a:gs pos="100000">
                <a:schemeClr val="accent6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94" name="Isosceles Triangle 62">
            <a:extLst>
              <a:ext uri="{FF2B5EF4-FFF2-40B4-BE49-F238E27FC236}">
                <a16:creationId xmlns:a16="http://schemas.microsoft.com/office/drawing/2014/main" id="{58BA7B51-E36C-4FFB-37B0-AABEB1433B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6742301" y="4279787"/>
            <a:ext cx="8068447" cy="6955558"/>
          </a:xfrm>
          <a:prstGeom prst="triangle">
            <a:avLst/>
          </a:prstGeom>
          <a:gradFill>
            <a:gsLst>
              <a:gs pos="25000">
                <a:schemeClr val="accent5">
                  <a:lumMod val="75000"/>
                </a:schemeClr>
              </a:gs>
              <a:gs pos="100000">
                <a:schemeClr val="accent5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8686CA0F-EF55-F477-DBBC-F7EA7726D1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488613" y="3289445"/>
            <a:ext cx="5409942" cy="1043688"/>
          </a:xfrm>
          <a:prstGeom prst="rect">
            <a:avLst/>
          </a:prstGeom>
        </p:spPr>
        <p:txBody>
          <a:bodyPr lIns="0" rIns="0" bIns="0" anchor="b" anchorCtr="0">
            <a:noAutofit/>
          </a:bodyPr>
          <a:lstStyle>
            <a:lvl1pPr marL="17463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Short Title</a:t>
            </a:r>
            <a:br>
              <a:rPr lang="en-US" b="1" i="0">
                <a:latin typeface="TT Norms Pro ExtraBold" panose="02000503030000020003" pitchFamily="2" charset="0"/>
              </a:rPr>
            </a:br>
            <a:r>
              <a:rPr lang="en-US" b="1" i="0">
                <a:latin typeface="TT Norms Pro ExtraBold" panose="02000503030000020003" pitchFamily="2" charset="0"/>
              </a:rPr>
              <a:t>(36 Ex Bold)</a:t>
            </a:r>
            <a:endParaRPr lang="en-US"/>
          </a:p>
        </p:txBody>
      </p:sp>
      <p:sp>
        <p:nvSpPr>
          <p:cNvPr id="53" name="Text Placeholder 24">
            <a:extLst>
              <a:ext uri="{FF2B5EF4-FFF2-40B4-BE49-F238E27FC236}">
                <a16:creationId xmlns:a16="http://schemas.microsoft.com/office/drawing/2014/main" id="{06D9B589-BA58-8698-9529-88B792E1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5" hasCustomPrompt="1"/>
          </p:nvPr>
        </p:nvSpPr>
        <p:spPr>
          <a:xfrm>
            <a:off x="9488613" y="11181997"/>
            <a:ext cx="5409942" cy="1043688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marL="17463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Short Title</a:t>
            </a:r>
            <a:br>
              <a:rPr lang="en-US" b="1" i="0">
                <a:latin typeface="TT Norms Pro ExtraBold" panose="02000503030000020003" pitchFamily="2" charset="0"/>
              </a:rPr>
            </a:br>
            <a:r>
              <a:rPr lang="en-US" b="1" i="0">
                <a:latin typeface="TT Norms Pro ExtraBold" panose="02000503030000020003" pitchFamily="2" charset="0"/>
              </a:rPr>
              <a:t>(36 Ex Bold)</a:t>
            </a:r>
            <a:endParaRPr lang="en-US"/>
          </a:p>
        </p:txBody>
      </p:sp>
      <p:sp>
        <p:nvSpPr>
          <p:cNvPr id="118" name="Text Placeholder 24">
            <a:extLst>
              <a:ext uri="{FF2B5EF4-FFF2-40B4-BE49-F238E27FC236}">
                <a16:creationId xmlns:a16="http://schemas.microsoft.com/office/drawing/2014/main" id="{990607F9-1EDF-9769-BD19-7993FD3212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8" hasCustomPrompt="1"/>
          </p:nvPr>
        </p:nvSpPr>
        <p:spPr>
          <a:xfrm rot="16200000">
            <a:off x="5579300" y="7235722"/>
            <a:ext cx="5409942" cy="1043688"/>
          </a:xfrm>
          <a:prstGeom prst="rect">
            <a:avLst/>
          </a:prstGeom>
        </p:spPr>
        <p:txBody>
          <a:bodyPr lIns="0" rIns="0" bIns="0" anchor="b" anchorCtr="0">
            <a:noAutofit/>
          </a:bodyPr>
          <a:lstStyle>
            <a:lvl1pPr marL="17463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Short Title</a:t>
            </a:r>
            <a:br>
              <a:rPr lang="en-US" b="1" i="0">
                <a:latin typeface="TT Norms Pro ExtraBold" panose="02000503030000020003" pitchFamily="2" charset="0"/>
              </a:rPr>
            </a:br>
            <a:r>
              <a:rPr lang="en-US" b="1" i="0">
                <a:latin typeface="TT Norms Pro ExtraBold" panose="02000503030000020003" pitchFamily="2" charset="0"/>
              </a:rPr>
              <a:t>(36 Ex Bold)</a:t>
            </a:r>
            <a:endParaRPr lang="en-US"/>
          </a:p>
        </p:txBody>
      </p:sp>
      <p:sp>
        <p:nvSpPr>
          <p:cNvPr id="119" name="Text Placeholder 24">
            <a:extLst>
              <a:ext uri="{FF2B5EF4-FFF2-40B4-BE49-F238E27FC236}">
                <a16:creationId xmlns:a16="http://schemas.microsoft.com/office/drawing/2014/main" id="{7FC54C94-2BBD-52D6-9437-790D35CA48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9" hasCustomPrompt="1"/>
          </p:nvPr>
        </p:nvSpPr>
        <p:spPr>
          <a:xfrm rot="5400000">
            <a:off x="13450459" y="7235722"/>
            <a:ext cx="5409942" cy="1043688"/>
          </a:xfrm>
          <a:prstGeom prst="rect">
            <a:avLst/>
          </a:prstGeom>
        </p:spPr>
        <p:txBody>
          <a:bodyPr lIns="0" rIns="0" bIns="0" anchor="b" anchorCtr="0">
            <a:noAutofit/>
          </a:bodyPr>
          <a:lstStyle>
            <a:lvl1pPr marL="17463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600"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b="1" i="0">
                <a:latin typeface="TT Norms Pro ExtraBold" panose="02000503030000020003" pitchFamily="2" charset="0"/>
              </a:rPr>
              <a:t>Short Title</a:t>
            </a:r>
            <a:br>
              <a:rPr lang="en-US" b="1" i="0">
                <a:latin typeface="TT Norms Pro ExtraBold" panose="02000503030000020003" pitchFamily="2" charset="0"/>
              </a:rPr>
            </a:br>
            <a:r>
              <a:rPr lang="en-US" b="1" i="0">
                <a:latin typeface="TT Norms Pro ExtraBold" panose="02000503030000020003" pitchFamily="2" charset="0"/>
              </a:rPr>
              <a:t>(36 Ex Bold)</a:t>
            </a:r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216E217-99AE-A557-CB38-C4C21A41B7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1874749" y="4616151"/>
            <a:ext cx="637670" cy="6282832"/>
            <a:chOff x="18110959" y="4616151"/>
            <a:chExt cx="637670" cy="6282832"/>
          </a:xfrm>
        </p:grpSpPr>
        <p:grpSp>
          <p:nvGrpSpPr>
            <p:cNvPr id="75" name="Graphic 71">
              <a:extLst>
                <a:ext uri="{FF2B5EF4-FFF2-40B4-BE49-F238E27FC236}">
                  <a16:creationId xmlns:a16="http://schemas.microsoft.com/office/drawing/2014/main" id="{3EDD8685-5E5E-1567-47FE-29BB1257163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8100000">
              <a:off x="18110959" y="4616151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27E314AC-32F5-57F2-DDCF-17F0F4715E5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E190878E-8E62-12A6-9080-E8133DB7E4A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85" name="Graphic 71">
              <a:extLst>
                <a:ext uri="{FF2B5EF4-FFF2-40B4-BE49-F238E27FC236}">
                  <a16:creationId xmlns:a16="http://schemas.microsoft.com/office/drawing/2014/main" id="{270DF9FE-917A-95AB-3DB7-40993E4BCDB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13500000" flipV="1">
              <a:off x="18110959" y="10261314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1B816391-E3BF-14FC-B751-C310DE45FA0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DCE0C8F-B3BB-563B-68CD-D3D1B6BB20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575BB3C-8F01-7173-57EF-6063EB39E5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16200000">
            <a:off x="11874749" y="4616151"/>
            <a:ext cx="637670" cy="6282832"/>
            <a:chOff x="18110959" y="4616151"/>
            <a:chExt cx="637670" cy="6282832"/>
          </a:xfrm>
        </p:grpSpPr>
        <p:grpSp>
          <p:nvGrpSpPr>
            <p:cNvPr id="122" name="Graphic 71">
              <a:extLst>
                <a:ext uri="{FF2B5EF4-FFF2-40B4-BE49-F238E27FC236}">
                  <a16:creationId xmlns:a16="http://schemas.microsoft.com/office/drawing/2014/main" id="{2E92AD02-9599-A9F9-F9CF-54A635B2A23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8100000">
              <a:off x="18110959" y="4616151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98EFC86E-E932-086D-CD0C-7688D2DDFE8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C4B91478-268E-2E02-2531-E7993373DC9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23" name="Graphic 71">
              <a:extLst>
                <a:ext uri="{FF2B5EF4-FFF2-40B4-BE49-F238E27FC236}">
                  <a16:creationId xmlns:a16="http://schemas.microsoft.com/office/drawing/2014/main" id="{341B80BB-A0E0-0F80-C286-ED07E500FD1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13500000" flipV="1">
              <a:off x="18110959" y="10261314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A7C90651-65B4-C030-BFE3-E9AC0D83EE5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8E77ACD1-CC2E-2CC7-B2C8-FA3224A2EE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244B336-478D-2BF3-3831-C74DF31621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7768455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7121E48-98FA-0C49-F80F-8E62053719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8316913"/>
            <a:ext cx="5486400" cy="826538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49" name="Text Placeholder 28">
            <a:extLst>
              <a:ext uri="{FF2B5EF4-FFF2-40B4-BE49-F238E27FC236}">
                <a16:creationId xmlns:a16="http://schemas.microsoft.com/office/drawing/2014/main" id="{E0D615A3-0F22-F215-FA32-AE1D77215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4" hasCustomPrompt="1"/>
          </p:nvPr>
        </p:nvSpPr>
        <p:spPr>
          <a:xfrm>
            <a:off x="17832388" y="8443037"/>
            <a:ext cx="4518848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7FBB837-4DEC-7A7D-EABF-50626B041FD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495828" y="8320491"/>
            <a:ext cx="822960" cy="822960"/>
            <a:chOff x="4896323" y="7496634"/>
            <a:chExt cx="822960" cy="822960"/>
          </a:xfrm>
        </p:grpSpPr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644475D0-3E2C-B718-B0A9-3699B97361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DC08408D-B18B-49BB-B7DA-8B4336A5D328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9D093FF3-63BE-842A-F152-9ADBE79F18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5611DF8A-0462-ADA2-588D-95A548D2EC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2862725"/>
            <a:ext cx="5486400" cy="826538"/>
          </a:xfrm>
          <a:prstGeom prst="rect">
            <a:avLst/>
          </a:prstGeom>
          <a:solidFill>
            <a:srgbClr val="553C95">
              <a:alpha val="65000"/>
            </a:srgb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57" name="Text Placeholder 28">
            <a:extLst>
              <a:ext uri="{FF2B5EF4-FFF2-40B4-BE49-F238E27FC236}">
                <a16:creationId xmlns:a16="http://schemas.microsoft.com/office/drawing/2014/main" id="{5A00B04D-7C72-CA1C-6C85-5E4C08370F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5" hasCustomPrompt="1"/>
          </p:nvPr>
        </p:nvSpPr>
        <p:spPr>
          <a:xfrm>
            <a:off x="17832388" y="2988849"/>
            <a:ext cx="4473184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73E587DF-9C7E-C7E9-D4D8-2D234A9353A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495828" y="2866303"/>
            <a:ext cx="822960" cy="822960"/>
            <a:chOff x="4896323" y="7496634"/>
            <a:chExt cx="822960" cy="822960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A0A3072-FAF8-78B8-B44F-BA62D25F12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6FDD2E3-5100-D8B5-466F-89093C9362B4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5AD74B37-3B2D-1279-A3E6-74BAA61FE6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832388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07B37A9-2924-C23E-1C27-460884B5BA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8316913"/>
            <a:ext cx="5486400" cy="826538"/>
          </a:xfrm>
          <a:prstGeom prst="rect">
            <a:avLst/>
          </a:prstGeom>
          <a:solidFill>
            <a:schemeClr val="accent5">
              <a:alpha val="8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65" name="Text Placeholder 28">
            <a:extLst>
              <a:ext uri="{FF2B5EF4-FFF2-40B4-BE49-F238E27FC236}">
                <a16:creationId xmlns:a16="http://schemas.microsoft.com/office/drawing/2014/main" id="{D34D4B2C-98F3-E535-6412-EDCCE96A2B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7" hasCustomPrompt="1"/>
          </p:nvPr>
        </p:nvSpPr>
        <p:spPr>
          <a:xfrm>
            <a:off x="1082573" y="8443037"/>
            <a:ext cx="4470419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D4EAA2DB-517A-D48B-D4E8-7492E4FDF9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31828" y="8320491"/>
            <a:ext cx="822960" cy="822960"/>
            <a:chOff x="4896323" y="7496634"/>
            <a:chExt cx="822960" cy="822960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84E6090F-357E-41D1-DC42-AB0E3685B8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68" name="Graphic 167">
              <a:extLst>
                <a:ext uri="{FF2B5EF4-FFF2-40B4-BE49-F238E27FC236}">
                  <a16:creationId xmlns:a16="http://schemas.microsoft.com/office/drawing/2014/main" id="{E795BA76-9190-DF06-7850-90E339BE0A2B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69" name="Rounded Rectangle 168">
            <a:extLst>
              <a:ext uri="{FF2B5EF4-FFF2-40B4-BE49-F238E27FC236}">
                <a16:creationId xmlns:a16="http://schemas.microsoft.com/office/drawing/2014/main" id="{E8F42638-F549-B9FC-76E4-3570358073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379C4FE-2BAA-164D-084E-20828CD68A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2862725"/>
            <a:ext cx="5486400" cy="826538"/>
          </a:xfrm>
          <a:prstGeom prst="rect">
            <a:avLst/>
          </a:prstGeom>
          <a:solidFill>
            <a:schemeClr val="accent6">
              <a:alpha val="8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172" name="Text Placeholder 28">
            <a:extLst>
              <a:ext uri="{FF2B5EF4-FFF2-40B4-BE49-F238E27FC236}">
                <a16:creationId xmlns:a16="http://schemas.microsoft.com/office/drawing/2014/main" id="{636B1B7F-E15F-C591-457D-C3BDADB536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9" hasCustomPrompt="1"/>
          </p:nvPr>
        </p:nvSpPr>
        <p:spPr>
          <a:xfrm>
            <a:off x="1082573" y="2988849"/>
            <a:ext cx="4470419" cy="574290"/>
          </a:xfrm>
          <a:prstGeom prst="rect">
            <a:avLst/>
          </a:prstGeom>
        </p:spPr>
        <p:txBody>
          <a:bodyPr lIns="274320" rIns="182880" bIns="0" anchor="ctr" anchorCtr="0">
            <a:normAutofit/>
          </a:bodyPr>
          <a:lstStyle>
            <a:lvl1pPr marL="17463" indent="0" algn="l">
              <a:spcBef>
                <a:spcPts val="0"/>
              </a:spcBef>
              <a:spcAft>
                <a:spcPts val="0"/>
              </a:spcAft>
              <a:buNone/>
              <a:tabLst/>
              <a:defRPr sz="2400"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Short Label (Title, 24 Bold)</a:t>
            </a: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8501EB9-5F44-F3AC-36BE-5FC66707645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731828" y="2866303"/>
            <a:ext cx="822960" cy="822960"/>
            <a:chOff x="4896323" y="7496634"/>
            <a:chExt cx="822960" cy="822960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FFD50BC-FC91-21DC-080F-D60C03C9E7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175" name="Graphic 174">
              <a:extLst>
                <a:ext uri="{FF2B5EF4-FFF2-40B4-BE49-F238E27FC236}">
                  <a16:creationId xmlns:a16="http://schemas.microsoft.com/office/drawing/2014/main" id="{158DE517-C6B3-DF32-CA77-E7207F3EA70D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8F2DD1E9-AA3B-371D-240E-2463C3CE05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388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180" name="Freeform 179">
            <a:extLst>
              <a:ext uri="{FF2B5EF4-FFF2-40B4-BE49-F238E27FC236}">
                <a16:creationId xmlns:a16="http://schemas.microsoft.com/office/drawing/2014/main" id="{35A80F59-B935-A0AD-AC2B-2F304F5578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0777723" y="4913754"/>
            <a:ext cx="4258835" cy="4258834"/>
          </a:xfrm>
          <a:custGeom>
            <a:avLst/>
            <a:gdLst>
              <a:gd name="connsiteX0" fmla="*/ 4258835 w 4258835"/>
              <a:gd name="connsiteY0" fmla="*/ 4258834 h 4258834"/>
              <a:gd name="connsiteX1" fmla="*/ 0 w 4258835"/>
              <a:gd name="connsiteY1" fmla="*/ 1788710 h 4258834"/>
              <a:gd name="connsiteX2" fmla="*/ 656615 w 4258835"/>
              <a:gd name="connsiteY2" fmla="*/ 656616 h 4258834"/>
              <a:gd name="connsiteX3" fmla="*/ 1788712 w 4258835"/>
              <a:gd name="connsiteY3" fmla="*/ 0 h 425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835" h="4258834">
                <a:moveTo>
                  <a:pt x="4258835" y="4258834"/>
                </a:moveTo>
                <a:lnTo>
                  <a:pt x="0" y="1788710"/>
                </a:lnTo>
                <a:lnTo>
                  <a:pt x="656615" y="656616"/>
                </a:lnTo>
                <a:lnTo>
                  <a:pt x="1788712" y="0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11" name="Freeform 110">
            <a:extLst>
              <a:ext uri="{FF2B5EF4-FFF2-40B4-BE49-F238E27FC236}">
                <a16:creationId xmlns:a16="http://schemas.microsoft.com/office/drawing/2014/main" id="{2DCA6A17-1369-655C-B6A1-9B413065F7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37115" y="5696847"/>
            <a:ext cx="1512937" cy="4121437"/>
          </a:xfrm>
          <a:custGeom>
            <a:avLst/>
            <a:gdLst>
              <a:gd name="connsiteX0" fmla="*/ 1512937 w 1512937"/>
              <a:gd name="connsiteY0" fmla="*/ 2817184 h 4121437"/>
              <a:gd name="connsiteX1" fmla="*/ 756470 w 1512937"/>
              <a:gd name="connsiteY1" fmla="*/ 4121437 h 4121437"/>
              <a:gd name="connsiteX2" fmla="*/ 6 w 1512937"/>
              <a:gd name="connsiteY2" fmla="*/ 2817188 h 4121437"/>
              <a:gd name="connsiteX3" fmla="*/ 756468 w 1512937"/>
              <a:gd name="connsiteY3" fmla="*/ 3255936 h 4121437"/>
              <a:gd name="connsiteX4" fmla="*/ 756468 w 1512937"/>
              <a:gd name="connsiteY4" fmla="*/ 0 h 4121437"/>
              <a:gd name="connsiteX5" fmla="*/ 1512933 w 1512937"/>
              <a:gd name="connsiteY5" fmla="*/ 1304251 h 4121437"/>
              <a:gd name="connsiteX6" fmla="*/ 756472 w 1512937"/>
              <a:gd name="connsiteY6" fmla="*/ 865503 h 4121437"/>
              <a:gd name="connsiteX7" fmla="*/ 0 w 1512937"/>
              <a:gd name="connsiteY7" fmla="*/ 1304257 h 41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2937" h="4121437">
                <a:moveTo>
                  <a:pt x="1512937" y="2817184"/>
                </a:moveTo>
                <a:lnTo>
                  <a:pt x="756470" y="4121437"/>
                </a:lnTo>
                <a:lnTo>
                  <a:pt x="6" y="2817188"/>
                </a:lnTo>
                <a:lnTo>
                  <a:pt x="756468" y="3255936"/>
                </a:lnTo>
                <a:close/>
                <a:moveTo>
                  <a:pt x="756468" y="0"/>
                </a:moveTo>
                <a:lnTo>
                  <a:pt x="1512933" y="1304251"/>
                </a:lnTo>
                <a:lnTo>
                  <a:pt x="756472" y="865503"/>
                </a:lnTo>
                <a:lnTo>
                  <a:pt x="0" y="1304257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17" name="Freeform 116">
            <a:extLst>
              <a:ext uri="{FF2B5EF4-FFF2-40B4-BE49-F238E27FC236}">
                <a16:creationId xmlns:a16="http://schemas.microsoft.com/office/drawing/2014/main" id="{6D00B511-DAAC-5AF0-A10B-D4E6B114AF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11437118" y="5696848"/>
            <a:ext cx="1512937" cy="4121437"/>
          </a:xfrm>
          <a:custGeom>
            <a:avLst/>
            <a:gdLst>
              <a:gd name="connsiteX0" fmla="*/ 1512931 w 1512937"/>
              <a:gd name="connsiteY0" fmla="*/ 1304249 h 4121437"/>
              <a:gd name="connsiteX1" fmla="*/ 756471 w 1512937"/>
              <a:gd name="connsiteY1" fmla="*/ 865502 h 4121437"/>
              <a:gd name="connsiteX2" fmla="*/ 0 w 1512937"/>
              <a:gd name="connsiteY2" fmla="*/ 1304255 h 4121437"/>
              <a:gd name="connsiteX3" fmla="*/ 756467 w 1512937"/>
              <a:gd name="connsiteY3" fmla="*/ 0 h 4121437"/>
              <a:gd name="connsiteX4" fmla="*/ 1512937 w 1512937"/>
              <a:gd name="connsiteY4" fmla="*/ 2817183 h 4121437"/>
              <a:gd name="connsiteX5" fmla="*/ 756469 w 1512937"/>
              <a:gd name="connsiteY5" fmla="*/ 4121437 h 4121437"/>
              <a:gd name="connsiteX6" fmla="*/ 4 w 1512937"/>
              <a:gd name="connsiteY6" fmla="*/ 2817186 h 4121437"/>
              <a:gd name="connsiteX7" fmla="*/ 756467 w 1512937"/>
              <a:gd name="connsiteY7" fmla="*/ 3255935 h 41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2937" h="4121437">
                <a:moveTo>
                  <a:pt x="1512931" y="1304249"/>
                </a:moveTo>
                <a:lnTo>
                  <a:pt x="756471" y="865502"/>
                </a:lnTo>
                <a:lnTo>
                  <a:pt x="0" y="1304255"/>
                </a:lnTo>
                <a:lnTo>
                  <a:pt x="756467" y="0"/>
                </a:lnTo>
                <a:close/>
                <a:moveTo>
                  <a:pt x="1512937" y="2817183"/>
                </a:moveTo>
                <a:lnTo>
                  <a:pt x="756469" y="4121437"/>
                </a:lnTo>
                <a:lnTo>
                  <a:pt x="4" y="2817186"/>
                </a:lnTo>
                <a:lnTo>
                  <a:pt x="756467" y="3255935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08" name="Freeform 107">
            <a:extLst>
              <a:ext uri="{FF2B5EF4-FFF2-40B4-BE49-F238E27FC236}">
                <a16:creationId xmlns:a16="http://schemas.microsoft.com/office/drawing/2014/main" id="{D292F5EE-8A17-3F17-CEC0-289390FB2B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998366" y="6562350"/>
            <a:ext cx="2390433" cy="2390433"/>
          </a:xfrm>
          <a:custGeom>
            <a:avLst/>
            <a:gdLst>
              <a:gd name="connsiteX0" fmla="*/ 1195219 w 2390433"/>
              <a:gd name="connsiteY0" fmla="*/ 0 h 2390433"/>
              <a:gd name="connsiteX1" fmla="*/ 1951680 w 2390433"/>
              <a:gd name="connsiteY1" fmla="*/ 438748 h 2390433"/>
              <a:gd name="connsiteX2" fmla="*/ 2390433 w 2390433"/>
              <a:gd name="connsiteY2" fmla="*/ 1195218 h 2390433"/>
              <a:gd name="connsiteX3" fmla="*/ 1951684 w 2390433"/>
              <a:gd name="connsiteY3" fmla="*/ 1951681 h 2390433"/>
              <a:gd name="connsiteX4" fmla="*/ 1195215 w 2390433"/>
              <a:gd name="connsiteY4" fmla="*/ 2390433 h 2390433"/>
              <a:gd name="connsiteX5" fmla="*/ 438753 w 2390433"/>
              <a:gd name="connsiteY5" fmla="*/ 1951685 h 2390433"/>
              <a:gd name="connsiteX6" fmla="*/ 0 w 2390433"/>
              <a:gd name="connsiteY6" fmla="*/ 1195214 h 2390433"/>
              <a:gd name="connsiteX7" fmla="*/ 438747 w 2390433"/>
              <a:gd name="connsiteY7" fmla="*/ 438754 h 239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90433" h="2390433">
                <a:moveTo>
                  <a:pt x="1195219" y="0"/>
                </a:moveTo>
                <a:lnTo>
                  <a:pt x="1951680" y="438748"/>
                </a:lnTo>
                <a:lnTo>
                  <a:pt x="2390433" y="1195218"/>
                </a:lnTo>
                <a:lnTo>
                  <a:pt x="1951684" y="1951681"/>
                </a:lnTo>
                <a:lnTo>
                  <a:pt x="1195215" y="2390433"/>
                </a:lnTo>
                <a:lnTo>
                  <a:pt x="438753" y="1951685"/>
                </a:lnTo>
                <a:lnTo>
                  <a:pt x="0" y="1195214"/>
                </a:lnTo>
                <a:lnTo>
                  <a:pt x="438747" y="43875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81" name="Freeform 180">
            <a:extLst>
              <a:ext uri="{FF2B5EF4-FFF2-40B4-BE49-F238E27FC236}">
                <a16:creationId xmlns:a16="http://schemas.microsoft.com/office/drawing/2014/main" id="{55C6CFF4-2B3B-052F-7613-586423E85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 flipH="1">
            <a:off x="9349992" y="4913754"/>
            <a:ext cx="4258835" cy="4258834"/>
          </a:xfrm>
          <a:custGeom>
            <a:avLst/>
            <a:gdLst>
              <a:gd name="connsiteX0" fmla="*/ 4258835 w 4258835"/>
              <a:gd name="connsiteY0" fmla="*/ 4258834 h 4258834"/>
              <a:gd name="connsiteX1" fmla="*/ 0 w 4258835"/>
              <a:gd name="connsiteY1" fmla="*/ 1788710 h 4258834"/>
              <a:gd name="connsiteX2" fmla="*/ 656615 w 4258835"/>
              <a:gd name="connsiteY2" fmla="*/ 656616 h 4258834"/>
              <a:gd name="connsiteX3" fmla="*/ 1788712 w 4258835"/>
              <a:gd name="connsiteY3" fmla="*/ 0 h 425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835" h="4258834">
                <a:moveTo>
                  <a:pt x="4258835" y="4258834"/>
                </a:moveTo>
                <a:lnTo>
                  <a:pt x="0" y="1788710"/>
                </a:lnTo>
                <a:lnTo>
                  <a:pt x="656615" y="656616"/>
                </a:lnTo>
                <a:lnTo>
                  <a:pt x="1788712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72B7C23-06ED-10A1-5BEB-6E439ACBD9F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flipV="1">
            <a:off x="9349993" y="6342511"/>
            <a:ext cx="5686565" cy="4258835"/>
            <a:chOff x="9349993" y="8227108"/>
            <a:chExt cx="5686565" cy="4258835"/>
          </a:xfrm>
        </p:grpSpPr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CDB9A7A3-C55E-CF46-BBC0-E23664005E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10777723" y="8227109"/>
              <a:ext cx="4258835" cy="4258834"/>
            </a:xfrm>
            <a:custGeom>
              <a:avLst/>
              <a:gdLst>
                <a:gd name="connsiteX0" fmla="*/ 4258835 w 4258835"/>
                <a:gd name="connsiteY0" fmla="*/ 4258834 h 4258834"/>
                <a:gd name="connsiteX1" fmla="*/ 0 w 4258835"/>
                <a:gd name="connsiteY1" fmla="*/ 1788710 h 4258834"/>
                <a:gd name="connsiteX2" fmla="*/ 656615 w 4258835"/>
                <a:gd name="connsiteY2" fmla="*/ 656616 h 4258834"/>
                <a:gd name="connsiteX3" fmla="*/ 1788712 w 4258835"/>
                <a:gd name="connsiteY3" fmla="*/ 0 h 42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8835" h="4258834">
                  <a:moveTo>
                    <a:pt x="4258835" y="4258834"/>
                  </a:moveTo>
                  <a:lnTo>
                    <a:pt x="0" y="1788710"/>
                  </a:lnTo>
                  <a:lnTo>
                    <a:pt x="656615" y="656616"/>
                  </a:lnTo>
                  <a:lnTo>
                    <a:pt x="1788712" y="0"/>
                  </a:lnTo>
                  <a:close/>
                </a:path>
              </a:pathLst>
            </a:custGeom>
            <a:solidFill>
              <a:schemeClr val="tx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B2F11B4B-7961-010B-118B-DAB5759921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 flipH="1">
              <a:off x="9349992" y="8227109"/>
              <a:ext cx="4258835" cy="4258834"/>
            </a:xfrm>
            <a:custGeom>
              <a:avLst/>
              <a:gdLst>
                <a:gd name="connsiteX0" fmla="*/ 4258835 w 4258835"/>
                <a:gd name="connsiteY0" fmla="*/ 4258834 h 4258834"/>
                <a:gd name="connsiteX1" fmla="*/ 0 w 4258835"/>
                <a:gd name="connsiteY1" fmla="*/ 1788710 h 4258834"/>
                <a:gd name="connsiteX2" fmla="*/ 656615 w 4258835"/>
                <a:gd name="connsiteY2" fmla="*/ 656616 h 4258834"/>
                <a:gd name="connsiteX3" fmla="*/ 1788712 w 4258835"/>
                <a:gd name="connsiteY3" fmla="*/ 0 h 42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8835" h="4258834">
                  <a:moveTo>
                    <a:pt x="4258835" y="4258834"/>
                  </a:moveTo>
                  <a:lnTo>
                    <a:pt x="0" y="1788710"/>
                  </a:lnTo>
                  <a:lnTo>
                    <a:pt x="656615" y="656616"/>
                  </a:lnTo>
                  <a:lnTo>
                    <a:pt x="1788712" y="0"/>
                  </a:lnTo>
                  <a:close/>
                </a:path>
              </a:pathLst>
            </a:custGeom>
            <a:solidFill>
              <a:schemeClr val="tx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</p:grp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1411ACF7-5EA5-5952-FBB5-8C8554D42A1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1068388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37A916D-FD74-ADFA-16A7-8130AE0669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0" hasCustomPrompt="1"/>
          </p:nvPr>
        </p:nvSpPr>
        <p:spPr>
          <a:xfrm>
            <a:off x="17846573" y="3691317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D24A120-B239-68F9-9E4C-3575C309B6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1" hasCustomPrompt="1"/>
          </p:nvPr>
        </p:nvSpPr>
        <p:spPr>
          <a:xfrm>
            <a:off x="17846573" y="9145505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DFA27F4-715D-B0B2-9E85-4CC9BB4F9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2" hasCustomPrompt="1"/>
          </p:nvPr>
        </p:nvSpPr>
        <p:spPr>
          <a:xfrm>
            <a:off x="1068388" y="9145505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82B70FF-56EB-A361-48A0-2EB7CB549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3" hasCustomPrompt="1"/>
          </p:nvPr>
        </p:nvSpPr>
        <p:spPr>
          <a:xfrm>
            <a:off x="1068388" y="3691317"/>
            <a:ext cx="5523693" cy="3503695"/>
          </a:xfrm>
          <a:prstGeom prst="rect">
            <a:avLst/>
          </a:prstGeom>
        </p:spPr>
        <p:txBody>
          <a:bodyPr lIns="274320" tIns="274320">
            <a:normAutofit/>
          </a:bodyPr>
          <a:lstStyle>
            <a:lvl1pPr marL="296863" indent="-284163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</a:buBlip>
              <a:tabLst/>
              <a:defRPr sz="200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Bullets (Sentence, 20 Regular)</a:t>
            </a:r>
          </a:p>
        </p:txBody>
      </p:sp>
      <p:sp>
        <p:nvSpPr>
          <p:cNvPr id="4" name="Isosceles Triangle 61">
            <a:extLst>
              <a:ext uri="{FF2B5EF4-FFF2-40B4-BE49-F238E27FC236}">
                <a16:creationId xmlns:a16="http://schemas.microsoft.com/office/drawing/2014/main" id="{FF095C2C-3764-BD25-2FA1-61414A532A2C}"/>
              </a:ext>
            </a:extLst>
          </p:cNvPr>
          <p:cNvSpPr/>
          <p:nvPr userDrawn="1"/>
        </p:nvSpPr>
        <p:spPr>
          <a:xfrm rot="16200000">
            <a:off x="9576423" y="4279787"/>
            <a:ext cx="8068447" cy="6955558"/>
          </a:xfrm>
          <a:prstGeom prst="triangle">
            <a:avLst/>
          </a:prstGeom>
          <a:gradFill>
            <a:gsLst>
              <a:gs pos="25000">
                <a:srgbClr val="553C95"/>
              </a:gs>
              <a:gs pos="100000">
                <a:srgbClr val="553C95">
                  <a:alpha val="6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8" name="Isosceles Triangle 61">
            <a:extLst>
              <a:ext uri="{FF2B5EF4-FFF2-40B4-BE49-F238E27FC236}">
                <a16:creationId xmlns:a16="http://schemas.microsoft.com/office/drawing/2014/main" id="{96F16E67-3430-5474-EBC2-BE528C58C50B}"/>
              </a:ext>
            </a:extLst>
          </p:cNvPr>
          <p:cNvSpPr/>
          <p:nvPr userDrawn="1"/>
        </p:nvSpPr>
        <p:spPr>
          <a:xfrm>
            <a:off x="8159363" y="5696847"/>
            <a:ext cx="8068447" cy="6955558"/>
          </a:xfrm>
          <a:prstGeom prst="triangle">
            <a:avLst/>
          </a:prstGeom>
          <a:gradFill>
            <a:gsLst>
              <a:gs pos="25000">
                <a:schemeClr val="accent4">
                  <a:lumMod val="75000"/>
                </a:schemeClr>
              </a:gs>
              <a:gs pos="100000">
                <a:schemeClr val="accent4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pic>
        <p:nvPicPr>
          <p:cNvPr id="10" name="Anglepoint Logo">
            <a:extLst>
              <a:ext uri="{FF2B5EF4-FFF2-40B4-BE49-F238E27FC236}">
                <a16:creationId xmlns:a16="http://schemas.microsoft.com/office/drawing/2014/main" id="{0E96EB1F-40FF-9114-41C9-65F0B752F4DC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5" name="Isosceles Triangle 62">
            <a:extLst>
              <a:ext uri="{FF2B5EF4-FFF2-40B4-BE49-F238E27FC236}">
                <a16:creationId xmlns:a16="http://schemas.microsoft.com/office/drawing/2014/main" id="{72C5744F-82F5-6CBC-19D7-E9EECC107EAA}"/>
              </a:ext>
            </a:extLst>
          </p:cNvPr>
          <p:cNvSpPr/>
          <p:nvPr userDrawn="1"/>
        </p:nvSpPr>
        <p:spPr>
          <a:xfrm rot="10800000">
            <a:off x="8159364" y="2862725"/>
            <a:ext cx="8068447" cy="6955558"/>
          </a:xfrm>
          <a:prstGeom prst="triangle">
            <a:avLst/>
          </a:prstGeom>
          <a:gradFill>
            <a:gsLst>
              <a:gs pos="25000">
                <a:schemeClr val="accent6">
                  <a:lumMod val="75000"/>
                </a:schemeClr>
              </a:gs>
              <a:gs pos="100000">
                <a:schemeClr val="accent6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16" name="Isosceles Triangle 62">
            <a:extLst>
              <a:ext uri="{FF2B5EF4-FFF2-40B4-BE49-F238E27FC236}">
                <a16:creationId xmlns:a16="http://schemas.microsoft.com/office/drawing/2014/main" id="{AD8C87F6-5A0D-1996-3B96-BBB9533E1852}"/>
              </a:ext>
            </a:extLst>
          </p:cNvPr>
          <p:cNvSpPr/>
          <p:nvPr userDrawn="1"/>
        </p:nvSpPr>
        <p:spPr>
          <a:xfrm rot="5400000">
            <a:off x="6742301" y="4279787"/>
            <a:ext cx="8068447" cy="6955558"/>
          </a:xfrm>
          <a:prstGeom prst="triangle">
            <a:avLst/>
          </a:prstGeom>
          <a:gradFill>
            <a:gsLst>
              <a:gs pos="25000">
                <a:schemeClr val="accent5">
                  <a:lumMod val="75000"/>
                </a:schemeClr>
              </a:gs>
              <a:gs pos="100000">
                <a:schemeClr val="accent5">
                  <a:alpha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BCC91E-E193-D833-E368-E1F1F180DFB7}"/>
              </a:ext>
            </a:extLst>
          </p:cNvPr>
          <p:cNvGrpSpPr/>
          <p:nvPr userDrawn="1"/>
        </p:nvGrpSpPr>
        <p:grpSpPr>
          <a:xfrm>
            <a:off x="11874749" y="4616151"/>
            <a:ext cx="637670" cy="6282832"/>
            <a:chOff x="18110959" y="4616151"/>
            <a:chExt cx="637670" cy="6282832"/>
          </a:xfrm>
        </p:grpSpPr>
        <p:grpSp>
          <p:nvGrpSpPr>
            <p:cNvPr id="18" name="Graphic 71">
              <a:extLst>
                <a:ext uri="{FF2B5EF4-FFF2-40B4-BE49-F238E27FC236}">
                  <a16:creationId xmlns:a16="http://schemas.microsoft.com/office/drawing/2014/main" id="{B36A9403-3F1B-D8C7-BE91-4F01112CC88F}"/>
                </a:ext>
              </a:extLst>
            </p:cNvPr>
            <p:cNvGrpSpPr/>
            <p:nvPr/>
          </p:nvGrpSpPr>
          <p:grpSpPr>
            <a:xfrm rot="8100000">
              <a:off x="18110959" y="4616151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50B7C84-37CF-A6FA-8CFF-E78F38AA10FA}"/>
                  </a:ext>
                </a:extLst>
              </p:cNvPr>
              <p:cNvSpPr/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F72023C6-9DCE-EC19-643B-4C56AFDDC595}"/>
                  </a:ext>
                </a:extLst>
              </p:cNvPr>
              <p:cNvSpPr/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9" name="Graphic 71">
              <a:extLst>
                <a:ext uri="{FF2B5EF4-FFF2-40B4-BE49-F238E27FC236}">
                  <a16:creationId xmlns:a16="http://schemas.microsoft.com/office/drawing/2014/main" id="{1A6DB1F9-5490-FEAD-3A65-D634E5E83267}"/>
                </a:ext>
              </a:extLst>
            </p:cNvPr>
            <p:cNvGrpSpPr/>
            <p:nvPr userDrawn="1"/>
          </p:nvGrpSpPr>
          <p:grpSpPr>
            <a:xfrm rot="13500000" flipV="1">
              <a:off x="18110959" y="10261314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0249080-886E-537B-C4A7-474F2D5BCE17}"/>
                  </a:ext>
                </a:extLst>
              </p:cNvPr>
              <p:cNvSpPr/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AB98392-6EEC-15F4-9865-12E7459BE9D9}"/>
                  </a:ext>
                </a:extLst>
              </p:cNvPr>
              <p:cNvSpPr/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2647A91-C450-C503-DF86-C9C62BB03712}"/>
              </a:ext>
            </a:extLst>
          </p:cNvPr>
          <p:cNvGrpSpPr/>
          <p:nvPr userDrawn="1"/>
        </p:nvGrpSpPr>
        <p:grpSpPr>
          <a:xfrm rot="16200000">
            <a:off x="11874749" y="4616151"/>
            <a:ext cx="637670" cy="6282832"/>
            <a:chOff x="18110959" y="4616151"/>
            <a:chExt cx="637670" cy="6282832"/>
          </a:xfrm>
        </p:grpSpPr>
        <p:grpSp>
          <p:nvGrpSpPr>
            <p:cNvPr id="28" name="Graphic 71">
              <a:extLst>
                <a:ext uri="{FF2B5EF4-FFF2-40B4-BE49-F238E27FC236}">
                  <a16:creationId xmlns:a16="http://schemas.microsoft.com/office/drawing/2014/main" id="{D8292BFC-1A6A-B5FA-28AC-24AE4B90279E}"/>
                </a:ext>
              </a:extLst>
            </p:cNvPr>
            <p:cNvGrpSpPr/>
            <p:nvPr/>
          </p:nvGrpSpPr>
          <p:grpSpPr>
            <a:xfrm rot="8100000">
              <a:off x="18110959" y="4616151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72057010-1748-1CA4-1D89-6863789DF244}"/>
                  </a:ext>
                </a:extLst>
              </p:cNvPr>
              <p:cNvSpPr/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E5B40736-6CAE-62D9-0B34-C665AC722928}"/>
                  </a:ext>
                </a:extLst>
              </p:cNvPr>
              <p:cNvSpPr/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29" name="Graphic 71">
              <a:extLst>
                <a:ext uri="{FF2B5EF4-FFF2-40B4-BE49-F238E27FC236}">
                  <a16:creationId xmlns:a16="http://schemas.microsoft.com/office/drawing/2014/main" id="{CB17C8B5-52FB-B59E-193F-9487DF5F6336}"/>
                </a:ext>
              </a:extLst>
            </p:cNvPr>
            <p:cNvGrpSpPr/>
            <p:nvPr userDrawn="1"/>
          </p:nvGrpSpPr>
          <p:grpSpPr>
            <a:xfrm rot="13500000" flipV="1">
              <a:off x="18110959" y="10261314"/>
              <a:ext cx="637670" cy="637667"/>
              <a:chOff x="18687824" y="4901409"/>
              <a:chExt cx="811613" cy="811609"/>
            </a:xfrm>
            <a:noFill/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831CA29F-7E02-80F5-A25D-8CDBAB16DCF7}"/>
                  </a:ext>
                </a:extLst>
              </p:cNvPr>
              <p:cNvSpPr/>
              <p:nvPr/>
            </p:nvSpPr>
            <p:spPr>
              <a:xfrm>
                <a:off x="19083571" y="4901409"/>
                <a:ext cx="415865" cy="415863"/>
              </a:xfrm>
              <a:custGeom>
                <a:avLst/>
                <a:gdLst>
                  <a:gd name="connsiteX0" fmla="*/ 0 w 415865"/>
                  <a:gd name="connsiteY0" fmla="*/ 0 h 415863"/>
                  <a:gd name="connsiteX1" fmla="*/ 415865 w 415865"/>
                  <a:gd name="connsiteY1" fmla="*/ 0 h 415863"/>
                  <a:gd name="connsiteX2" fmla="*/ 415865 w 415865"/>
                  <a:gd name="connsiteY2" fmla="*/ 415863 h 4158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5865" h="415863">
                    <a:moveTo>
                      <a:pt x="0" y="0"/>
                    </a:moveTo>
                    <a:lnTo>
                      <a:pt x="415865" y="0"/>
                    </a:lnTo>
                    <a:lnTo>
                      <a:pt x="415865" y="415863"/>
                    </a:lnTo>
                  </a:path>
                </a:pathLst>
              </a:custGeom>
              <a:noFill/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417446F-2E36-5532-4F38-95CF8B99BBA0}"/>
                  </a:ext>
                </a:extLst>
              </p:cNvPr>
              <p:cNvSpPr/>
              <p:nvPr/>
            </p:nvSpPr>
            <p:spPr>
              <a:xfrm>
                <a:off x="18687824" y="4901410"/>
                <a:ext cx="811613" cy="811608"/>
              </a:xfrm>
              <a:custGeom>
                <a:avLst/>
                <a:gdLst>
                  <a:gd name="connsiteX0" fmla="*/ 396661 w 396660"/>
                  <a:gd name="connsiteY0" fmla="*/ 0 h 396658"/>
                  <a:gd name="connsiteX1" fmla="*/ 0 w 396660"/>
                  <a:gd name="connsiteY1" fmla="*/ 396659 h 396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96660" h="396658">
                    <a:moveTo>
                      <a:pt x="396661" y="0"/>
                    </a:moveTo>
                    <a:lnTo>
                      <a:pt x="0" y="396659"/>
                    </a:lnTo>
                  </a:path>
                </a:pathLst>
              </a:custGeom>
              <a:ln w="76200" cap="flat">
                <a:gradFill>
                  <a:gsLst>
                    <a:gs pos="31000">
                      <a:schemeClr val="bg1"/>
                    </a:gs>
                    <a:gs pos="88000">
                      <a:schemeClr val="bg1">
                        <a:alpha val="0"/>
                      </a:schemeClr>
                    </a:gs>
                  </a:gsLst>
                  <a:lin ang="8100000" scaled="0"/>
                </a:gra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DF3DDA3-BBAE-98F4-BDEC-F745B2AC9152}"/>
              </a:ext>
            </a:extLst>
          </p:cNvPr>
          <p:cNvCxnSpPr/>
          <p:nvPr userDrawn="1"/>
        </p:nvCxnSpPr>
        <p:spPr>
          <a:xfrm flipH="1">
            <a:off x="17768455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E2ED9EC-6A08-43A5-B714-B5661801DEB2}"/>
              </a:ext>
            </a:extLst>
          </p:cNvPr>
          <p:cNvSpPr/>
          <p:nvPr userDrawn="1"/>
        </p:nvSpPr>
        <p:spPr>
          <a:xfrm>
            <a:off x="17832388" y="8316913"/>
            <a:ext cx="5486400" cy="826538"/>
          </a:xfrm>
          <a:prstGeom prst="rect">
            <a:avLst/>
          </a:prstGeom>
          <a:solidFill>
            <a:schemeClr val="accent4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FD436F9-3058-86A0-80E9-21C246D5A09D}"/>
              </a:ext>
            </a:extLst>
          </p:cNvPr>
          <p:cNvGrpSpPr/>
          <p:nvPr userDrawn="1"/>
        </p:nvGrpSpPr>
        <p:grpSpPr>
          <a:xfrm>
            <a:off x="22495828" y="8320491"/>
            <a:ext cx="822960" cy="822960"/>
            <a:chOff x="4896323" y="7496634"/>
            <a:chExt cx="822960" cy="82296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B17F90-E330-6EEB-0BDD-074FC7273CBD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195D4013-0A5B-2498-6188-DA4C10D4900E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EE46DBC0-1A99-8E39-CF60-5323CCE5B9EE}"/>
              </a:ext>
            </a:extLst>
          </p:cNvPr>
          <p:cNvSpPr/>
          <p:nvPr userDrawn="1"/>
        </p:nvSpPr>
        <p:spPr>
          <a:xfrm>
            <a:off x="17832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3C8FA32-404C-5B80-1E8C-395E529FEE27}"/>
              </a:ext>
            </a:extLst>
          </p:cNvPr>
          <p:cNvSpPr/>
          <p:nvPr userDrawn="1"/>
        </p:nvSpPr>
        <p:spPr>
          <a:xfrm>
            <a:off x="17832388" y="2862725"/>
            <a:ext cx="5486400" cy="826538"/>
          </a:xfrm>
          <a:prstGeom prst="rect">
            <a:avLst/>
          </a:prstGeom>
          <a:solidFill>
            <a:srgbClr val="553C95">
              <a:alpha val="65000"/>
            </a:srgb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0347FA3-F4AF-C460-99BD-8B5FBEB7176B}"/>
              </a:ext>
            </a:extLst>
          </p:cNvPr>
          <p:cNvGrpSpPr/>
          <p:nvPr userDrawn="1"/>
        </p:nvGrpSpPr>
        <p:grpSpPr>
          <a:xfrm>
            <a:off x="22495828" y="2866303"/>
            <a:ext cx="822960" cy="822960"/>
            <a:chOff x="4896323" y="7496634"/>
            <a:chExt cx="822960" cy="82296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944929E-612E-1E23-6772-4C12D0B34CF0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43" name="Graphic 42">
              <a:extLst>
                <a:ext uri="{FF2B5EF4-FFF2-40B4-BE49-F238E27FC236}">
                  <a16:creationId xmlns:a16="http://schemas.microsoft.com/office/drawing/2014/main" id="{B4F82BE6-8E14-7E00-A5BD-2C7C247E8B2E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D322DE0-C336-5213-3E2C-D7C7B5A31881}"/>
              </a:ext>
            </a:extLst>
          </p:cNvPr>
          <p:cNvSpPr/>
          <p:nvPr userDrawn="1"/>
        </p:nvSpPr>
        <p:spPr>
          <a:xfrm>
            <a:off x="17832388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8797D4E-BB41-D5CC-9978-18BA6C79D328}"/>
              </a:ext>
            </a:extLst>
          </p:cNvPr>
          <p:cNvSpPr/>
          <p:nvPr userDrawn="1"/>
        </p:nvSpPr>
        <p:spPr>
          <a:xfrm>
            <a:off x="1068388" y="8316913"/>
            <a:ext cx="5486400" cy="826538"/>
          </a:xfrm>
          <a:prstGeom prst="rect">
            <a:avLst/>
          </a:prstGeom>
          <a:solidFill>
            <a:schemeClr val="accent5">
              <a:alpha val="8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A0A0D30-081D-EA35-A820-DB85987B284F}"/>
              </a:ext>
            </a:extLst>
          </p:cNvPr>
          <p:cNvGrpSpPr/>
          <p:nvPr userDrawn="1"/>
        </p:nvGrpSpPr>
        <p:grpSpPr>
          <a:xfrm>
            <a:off x="5731828" y="8320491"/>
            <a:ext cx="822960" cy="822960"/>
            <a:chOff x="4896323" y="7496634"/>
            <a:chExt cx="822960" cy="8229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0AB8ABD-28C5-D779-57C4-17AC9ACB1C22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18F438FA-D03D-59B0-ED23-6C3CA882E55B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E8F547A1-E6AC-453F-1CEC-4B22588BF168}"/>
              </a:ext>
            </a:extLst>
          </p:cNvPr>
          <p:cNvSpPr/>
          <p:nvPr userDrawn="1"/>
        </p:nvSpPr>
        <p:spPr>
          <a:xfrm>
            <a:off x="1068388" y="9145505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DFD1E5-12A1-AE9C-D849-811F436F9BB0}"/>
              </a:ext>
            </a:extLst>
          </p:cNvPr>
          <p:cNvSpPr/>
          <p:nvPr userDrawn="1"/>
        </p:nvSpPr>
        <p:spPr>
          <a:xfrm>
            <a:off x="1068388" y="2862725"/>
            <a:ext cx="5486400" cy="826538"/>
          </a:xfrm>
          <a:prstGeom prst="rect">
            <a:avLst/>
          </a:prstGeom>
          <a:solidFill>
            <a:schemeClr val="accent6">
              <a:alpha val="8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 sz="2400" b="1">
              <a:solidFill>
                <a:schemeClr val="bg1"/>
              </a:solidFill>
              <a:latin typeface="Figtree ExtraBold" pitchFamily="2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D0306C5-9524-19C2-879D-41ACAA1F5B32}"/>
              </a:ext>
            </a:extLst>
          </p:cNvPr>
          <p:cNvGrpSpPr/>
          <p:nvPr userDrawn="1"/>
        </p:nvGrpSpPr>
        <p:grpSpPr>
          <a:xfrm>
            <a:off x="5731828" y="2866303"/>
            <a:ext cx="822960" cy="822960"/>
            <a:chOff x="4896323" y="7496634"/>
            <a:chExt cx="822960" cy="82296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658A55C-6EE1-5F41-920C-935548B9088B}"/>
                </a:ext>
              </a:extLst>
            </p:cNvPr>
            <p:cNvSpPr/>
            <p:nvPr/>
          </p:nvSpPr>
          <p:spPr>
            <a:xfrm rot="5400000">
              <a:off x="4896323" y="7496634"/>
              <a:ext cx="822960" cy="822960"/>
            </a:xfrm>
            <a:prstGeom prst="rect">
              <a:avLst/>
            </a:prstGeom>
            <a:solidFill>
              <a:schemeClr val="tx2">
                <a:alpha val="40000"/>
              </a:schemeClr>
            </a:solidFill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41AA5B68-CE2A-9BAA-207E-211257ED481C}"/>
                </a:ext>
              </a:extLst>
            </p:cNvPr>
            <p:cNvPicPr/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144722" y="7745034"/>
              <a:ext cx="326162" cy="326160"/>
            </a:xfrm>
            <a:prstGeom prst="rect">
              <a:avLst/>
            </a:prstGeom>
          </p:spPr>
        </p:pic>
      </p:grp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8921A30-7D38-C437-89E9-8148B90A7E4F}"/>
              </a:ext>
            </a:extLst>
          </p:cNvPr>
          <p:cNvSpPr/>
          <p:nvPr userDrawn="1"/>
        </p:nvSpPr>
        <p:spPr>
          <a:xfrm>
            <a:off x="1068388" y="3691317"/>
            <a:ext cx="5486400" cy="35069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0" cap="flat">
            <a:noFill/>
            <a:prstDash val="solid"/>
            <a:miter/>
          </a:ln>
        </p:spPr>
        <p:txBody>
          <a:bodyPr lIns="914400" tIns="640080" rIns="914400" bIns="45720" rtlCol="0" anchor="t"/>
          <a:lstStyle/>
          <a:p>
            <a:pPr algn="ctr"/>
            <a:endParaRPr lang="en-US" sz="2000" b="1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3E31CA64-F644-CA20-5496-9C8595A1483D}"/>
              </a:ext>
            </a:extLst>
          </p:cNvPr>
          <p:cNvSpPr/>
          <p:nvPr userDrawn="1"/>
        </p:nvSpPr>
        <p:spPr>
          <a:xfrm rot="16200000">
            <a:off x="10777723" y="4913754"/>
            <a:ext cx="4258835" cy="4258834"/>
          </a:xfrm>
          <a:custGeom>
            <a:avLst/>
            <a:gdLst>
              <a:gd name="connsiteX0" fmla="*/ 4258835 w 4258835"/>
              <a:gd name="connsiteY0" fmla="*/ 4258834 h 4258834"/>
              <a:gd name="connsiteX1" fmla="*/ 0 w 4258835"/>
              <a:gd name="connsiteY1" fmla="*/ 1788710 h 4258834"/>
              <a:gd name="connsiteX2" fmla="*/ 656615 w 4258835"/>
              <a:gd name="connsiteY2" fmla="*/ 656616 h 4258834"/>
              <a:gd name="connsiteX3" fmla="*/ 1788712 w 4258835"/>
              <a:gd name="connsiteY3" fmla="*/ 0 h 425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835" h="4258834">
                <a:moveTo>
                  <a:pt x="4258835" y="4258834"/>
                </a:moveTo>
                <a:lnTo>
                  <a:pt x="0" y="1788710"/>
                </a:lnTo>
                <a:lnTo>
                  <a:pt x="656615" y="656616"/>
                </a:lnTo>
                <a:lnTo>
                  <a:pt x="1788712" y="0"/>
                </a:lnTo>
                <a:close/>
              </a:path>
            </a:pathLst>
          </a:custGeom>
          <a:solidFill>
            <a:schemeClr val="tx2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84EFDB95-013C-81AC-8226-6116472AB745}"/>
              </a:ext>
            </a:extLst>
          </p:cNvPr>
          <p:cNvSpPr/>
          <p:nvPr userDrawn="1"/>
        </p:nvSpPr>
        <p:spPr>
          <a:xfrm>
            <a:off x="11437115" y="5696847"/>
            <a:ext cx="1512937" cy="4121437"/>
          </a:xfrm>
          <a:custGeom>
            <a:avLst/>
            <a:gdLst>
              <a:gd name="connsiteX0" fmla="*/ 1512937 w 1512937"/>
              <a:gd name="connsiteY0" fmla="*/ 2817184 h 4121437"/>
              <a:gd name="connsiteX1" fmla="*/ 756470 w 1512937"/>
              <a:gd name="connsiteY1" fmla="*/ 4121437 h 4121437"/>
              <a:gd name="connsiteX2" fmla="*/ 6 w 1512937"/>
              <a:gd name="connsiteY2" fmla="*/ 2817188 h 4121437"/>
              <a:gd name="connsiteX3" fmla="*/ 756468 w 1512937"/>
              <a:gd name="connsiteY3" fmla="*/ 3255936 h 4121437"/>
              <a:gd name="connsiteX4" fmla="*/ 756468 w 1512937"/>
              <a:gd name="connsiteY4" fmla="*/ 0 h 4121437"/>
              <a:gd name="connsiteX5" fmla="*/ 1512933 w 1512937"/>
              <a:gd name="connsiteY5" fmla="*/ 1304251 h 4121437"/>
              <a:gd name="connsiteX6" fmla="*/ 756472 w 1512937"/>
              <a:gd name="connsiteY6" fmla="*/ 865503 h 4121437"/>
              <a:gd name="connsiteX7" fmla="*/ 0 w 1512937"/>
              <a:gd name="connsiteY7" fmla="*/ 1304257 h 41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2937" h="4121437">
                <a:moveTo>
                  <a:pt x="1512937" y="2817184"/>
                </a:moveTo>
                <a:lnTo>
                  <a:pt x="756470" y="4121437"/>
                </a:lnTo>
                <a:lnTo>
                  <a:pt x="6" y="2817188"/>
                </a:lnTo>
                <a:lnTo>
                  <a:pt x="756468" y="3255936"/>
                </a:lnTo>
                <a:close/>
                <a:moveTo>
                  <a:pt x="756468" y="0"/>
                </a:moveTo>
                <a:lnTo>
                  <a:pt x="1512933" y="1304251"/>
                </a:lnTo>
                <a:lnTo>
                  <a:pt x="756472" y="865503"/>
                </a:lnTo>
                <a:lnTo>
                  <a:pt x="0" y="1304257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88777C5D-D201-AE30-DF6E-B9FD75C51E0C}"/>
              </a:ext>
            </a:extLst>
          </p:cNvPr>
          <p:cNvSpPr/>
          <p:nvPr userDrawn="1"/>
        </p:nvSpPr>
        <p:spPr>
          <a:xfrm rot="16200000">
            <a:off x="11437118" y="5696848"/>
            <a:ext cx="1512937" cy="4121437"/>
          </a:xfrm>
          <a:custGeom>
            <a:avLst/>
            <a:gdLst>
              <a:gd name="connsiteX0" fmla="*/ 1512931 w 1512937"/>
              <a:gd name="connsiteY0" fmla="*/ 1304249 h 4121437"/>
              <a:gd name="connsiteX1" fmla="*/ 756471 w 1512937"/>
              <a:gd name="connsiteY1" fmla="*/ 865502 h 4121437"/>
              <a:gd name="connsiteX2" fmla="*/ 0 w 1512937"/>
              <a:gd name="connsiteY2" fmla="*/ 1304255 h 4121437"/>
              <a:gd name="connsiteX3" fmla="*/ 756467 w 1512937"/>
              <a:gd name="connsiteY3" fmla="*/ 0 h 4121437"/>
              <a:gd name="connsiteX4" fmla="*/ 1512937 w 1512937"/>
              <a:gd name="connsiteY4" fmla="*/ 2817183 h 4121437"/>
              <a:gd name="connsiteX5" fmla="*/ 756469 w 1512937"/>
              <a:gd name="connsiteY5" fmla="*/ 4121437 h 4121437"/>
              <a:gd name="connsiteX6" fmla="*/ 4 w 1512937"/>
              <a:gd name="connsiteY6" fmla="*/ 2817186 h 4121437"/>
              <a:gd name="connsiteX7" fmla="*/ 756467 w 1512937"/>
              <a:gd name="connsiteY7" fmla="*/ 3255935 h 41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12937" h="4121437">
                <a:moveTo>
                  <a:pt x="1512931" y="1304249"/>
                </a:moveTo>
                <a:lnTo>
                  <a:pt x="756471" y="865502"/>
                </a:lnTo>
                <a:lnTo>
                  <a:pt x="0" y="1304255"/>
                </a:lnTo>
                <a:lnTo>
                  <a:pt x="756467" y="0"/>
                </a:lnTo>
                <a:close/>
                <a:moveTo>
                  <a:pt x="1512937" y="2817183"/>
                </a:moveTo>
                <a:lnTo>
                  <a:pt x="756469" y="4121437"/>
                </a:lnTo>
                <a:lnTo>
                  <a:pt x="4" y="2817186"/>
                </a:lnTo>
                <a:lnTo>
                  <a:pt x="756467" y="3255935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6D7912F6-1D0C-F2A1-CE10-6CA7FE369572}"/>
              </a:ext>
            </a:extLst>
          </p:cNvPr>
          <p:cNvSpPr/>
          <p:nvPr userDrawn="1"/>
        </p:nvSpPr>
        <p:spPr>
          <a:xfrm>
            <a:off x="10998366" y="6562350"/>
            <a:ext cx="2390433" cy="2390433"/>
          </a:xfrm>
          <a:custGeom>
            <a:avLst/>
            <a:gdLst>
              <a:gd name="connsiteX0" fmla="*/ 1195219 w 2390433"/>
              <a:gd name="connsiteY0" fmla="*/ 0 h 2390433"/>
              <a:gd name="connsiteX1" fmla="*/ 1951680 w 2390433"/>
              <a:gd name="connsiteY1" fmla="*/ 438748 h 2390433"/>
              <a:gd name="connsiteX2" fmla="*/ 2390433 w 2390433"/>
              <a:gd name="connsiteY2" fmla="*/ 1195218 h 2390433"/>
              <a:gd name="connsiteX3" fmla="*/ 1951684 w 2390433"/>
              <a:gd name="connsiteY3" fmla="*/ 1951681 h 2390433"/>
              <a:gd name="connsiteX4" fmla="*/ 1195215 w 2390433"/>
              <a:gd name="connsiteY4" fmla="*/ 2390433 h 2390433"/>
              <a:gd name="connsiteX5" fmla="*/ 438753 w 2390433"/>
              <a:gd name="connsiteY5" fmla="*/ 1951685 h 2390433"/>
              <a:gd name="connsiteX6" fmla="*/ 0 w 2390433"/>
              <a:gd name="connsiteY6" fmla="*/ 1195214 h 2390433"/>
              <a:gd name="connsiteX7" fmla="*/ 438747 w 2390433"/>
              <a:gd name="connsiteY7" fmla="*/ 438754 h 239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90433" h="2390433">
                <a:moveTo>
                  <a:pt x="1195219" y="0"/>
                </a:moveTo>
                <a:lnTo>
                  <a:pt x="1951680" y="438748"/>
                </a:lnTo>
                <a:lnTo>
                  <a:pt x="2390433" y="1195218"/>
                </a:lnTo>
                <a:lnTo>
                  <a:pt x="1951684" y="1951681"/>
                </a:lnTo>
                <a:lnTo>
                  <a:pt x="1195215" y="2390433"/>
                </a:lnTo>
                <a:lnTo>
                  <a:pt x="438753" y="1951685"/>
                </a:lnTo>
                <a:lnTo>
                  <a:pt x="0" y="1195214"/>
                </a:lnTo>
                <a:lnTo>
                  <a:pt x="438747" y="43875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3C3805A4-0378-858B-5A4E-92FD493FA5DC}"/>
              </a:ext>
            </a:extLst>
          </p:cNvPr>
          <p:cNvSpPr/>
          <p:nvPr userDrawn="1"/>
        </p:nvSpPr>
        <p:spPr>
          <a:xfrm rot="5400000" flipH="1">
            <a:off x="9349992" y="4913754"/>
            <a:ext cx="4258835" cy="4258834"/>
          </a:xfrm>
          <a:custGeom>
            <a:avLst/>
            <a:gdLst>
              <a:gd name="connsiteX0" fmla="*/ 4258835 w 4258835"/>
              <a:gd name="connsiteY0" fmla="*/ 4258834 h 4258834"/>
              <a:gd name="connsiteX1" fmla="*/ 0 w 4258835"/>
              <a:gd name="connsiteY1" fmla="*/ 1788710 h 4258834"/>
              <a:gd name="connsiteX2" fmla="*/ 656615 w 4258835"/>
              <a:gd name="connsiteY2" fmla="*/ 656616 h 4258834"/>
              <a:gd name="connsiteX3" fmla="*/ 1788712 w 4258835"/>
              <a:gd name="connsiteY3" fmla="*/ 0 h 4258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58835" h="4258834">
                <a:moveTo>
                  <a:pt x="4258835" y="4258834"/>
                </a:moveTo>
                <a:lnTo>
                  <a:pt x="0" y="1788710"/>
                </a:lnTo>
                <a:lnTo>
                  <a:pt x="656615" y="656616"/>
                </a:lnTo>
                <a:lnTo>
                  <a:pt x="1788712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atin typeface="Figtree" pitchFamily="2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444C717-E313-929C-CA0F-7040BCE17079}"/>
              </a:ext>
            </a:extLst>
          </p:cNvPr>
          <p:cNvGrpSpPr/>
          <p:nvPr userDrawn="1"/>
        </p:nvGrpSpPr>
        <p:grpSpPr>
          <a:xfrm flipV="1">
            <a:off x="9349993" y="6342511"/>
            <a:ext cx="5686565" cy="4258835"/>
            <a:chOff x="9349993" y="8227108"/>
            <a:chExt cx="5686565" cy="4258835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BCFA83C-7D2F-7084-D816-298F59663748}"/>
                </a:ext>
              </a:extLst>
            </p:cNvPr>
            <p:cNvSpPr/>
            <p:nvPr userDrawn="1"/>
          </p:nvSpPr>
          <p:spPr>
            <a:xfrm rot="16200000">
              <a:off x="10777723" y="8227109"/>
              <a:ext cx="4258835" cy="4258834"/>
            </a:xfrm>
            <a:custGeom>
              <a:avLst/>
              <a:gdLst>
                <a:gd name="connsiteX0" fmla="*/ 4258835 w 4258835"/>
                <a:gd name="connsiteY0" fmla="*/ 4258834 h 4258834"/>
                <a:gd name="connsiteX1" fmla="*/ 0 w 4258835"/>
                <a:gd name="connsiteY1" fmla="*/ 1788710 h 4258834"/>
                <a:gd name="connsiteX2" fmla="*/ 656615 w 4258835"/>
                <a:gd name="connsiteY2" fmla="*/ 656616 h 4258834"/>
                <a:gd name="connsiteX3" fmla="*/ 1788712 w 4258835"/>
                <a:gd name="connsiteY3" fmla="*/ 0 h 42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8835" h="4258834">
                  <a:moveTo>
                    <a:pt x="4258835" y="4258834"/>
                  </a:moveTo>
                  <a:lnTo>
                    <a:pt x="0" y="1788710"/>
                  </a:lnTo>
                  <a:lnTo>
                    <a:pt x="656615" y="656616"/>
                  </a:lnTo>
                  <a:lnTo>
                    <a:pt x="1788712" y="0"/>
                  </a:lnTo>
                  <a:close/>
                </a:path>
              </a:pathLst>
            </a:custGeom>
            <a:solidFill>
              <a:schemeClr val="tx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956E274-FDD8-CBEA-79B3-E9DD2A1992D5}"/>
                </a:ext>
              </a:extLst>
            </p:cNvPr>
            <p:cNvSpPr/>
            <p:nvPr userDrawn="1"/>
          </p:nvSpPr>
          <p:spPr>
            <a:xfrm rot="5400000" flipH="1">
              <a:off x="9349992" y="8227109"/>
              <a:ext cx="4258835" cy="4258834"/>
            </a:xfrm>
            <a:custGeom>
              <a:avLst/>
              <a:gdLst>
                <a:gd name="connsiteX0" fmla="*/ 4258835 w 4258835"/>
                <a:gd name="connsiteY0" fmla="*/ 4258834 h 4258834"/>
                <a:gd name="connsiteX1" fmla="*/ 0 w 4258835"/>
                <a:gd name="connsiteY1" fmla="*/ 1788710 h 4258834"/>
                <a:gd name="connsiteX2" fmla="*/ 656615 w 4258835"/>
                <a:gd name="connsiteY2" fmla="*/ 656616 h 4258834"/>
                <a:gd name="connsiteX3" fmla="*/ 1788712 w 4258835"/>
                <a:gd name="connsiteY3" fmla="*/ 0 h 42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58835" h="4258834">
                  <a:moveTo>
                    <a:pt x="4258835" y="4258834"/>
                  </a:moveTo>
                  <a:lnTo>
                    <a:pt x="0" y="1788710"/>
                  </a:lnTo>
                  <a:lnTo>
                    <a:pt x="656615" y="656616"/>
                  </a:lnTo>
                  <a:lnTo>
                    <a:pt x="1788712" y="0"/>
                  </a:lnTo>
                  <a:close/>
                </a:path>
              </a:pathLst>
            </a:custGeom>
            <a:solidFill>
              <a:schemeClr val="tx2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668A0CE-4C22-D8BE-6AC6-1C5C2478B0DB}"/>
              </a:ext>
            </a:extLst>
          </p:cNvPr>
          <p:cNvCxnSpPr/>
          <p:nvPr userDrawn="1"/>
        </p:nvCxnSpPr>
        <p:spPr>
          <a:xfrm flipH="1">
            <a:off x="1068388" y="7757565"/>
            <a:ext cx="5547565" cy="0"/>
          </a:xfrm>
          <a:prstGeom prst="line">
            <a:avLst/>
          </a:prstGeom>
          <a:solidFill>
            <a:srgbClr val="FFFFFF"/>
          </a:solidFill>
          <a:ln w="63500" cap="flat">
            <a:solidFill>
              <a:srgbClr val="082C49"/>
            </a:solidFill>
            <a:prstDash val="sysDash"/>
            <a:miter/>
          </a:ln>
        </p:spPr>
      </p:cxnSp>
    </p:spTree>
    <p:extLst>
      <p:ext uri="{BB962C8B-B14F-4D97-AF65-F5344CB8AC3E}">
        <p14:creationId xmlns:p14="http://schemas.microsoft.com/office/powerpoint/2010/main" val="269348539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lage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Logo 25">
            <a:extLst>
              <a:ext uri="{FF2B5EF4-FFF2-40B4-BE49-F238E27FC236}">
                <a16:creationId xmlns:a16="http://schemas.microsoft.com/office/drawing/2014/main" id="{308C0CC9-D237-014E-871D-E6742A3391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8" hasCustomPrompt="1"/>
          </p:nvPr>
        </p:nvSpPr>
        <p:spPr>
          <a:xfrm>
            <a:off x="21000113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0" name="Logo 24">
            <a:extLst>
              <a:ext uri="{FF2B5EF4-FFF2-40B4-BE49-F238E27FC236}">
                <a16:creationId xmlns:a16="http://schemas.microsoft.com/office/drawing/2014/main" id="{A6E777BC-72C4-FF41-92F2-A8B13C17CA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5" hasCustomPrompt="1"/>
          </p:nvPr>
        </p:nvSpPr>
        <p:spPr>
          <a:xfrm>
            <a:off x="18622673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9" name="Logo 23">
            <a:extLst>
              <a:ext uri="{FF2B5EF4-FFF2-40B4-BE49-F238E27FC236}">
                <a16:creationId xmlns:a16="http://schemas.microsoft.com/office/drawing/2014/main" id="{F183E6DF-B70F-AA49-B36D-23DF03851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4" hasCustomPrompt="1"/>
          </p:nvPr>
        </p:nvSpPr>
        <p:spPr>
          <a:xfrm>
            <a:off x="16245233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1" name="Logo 22">
            <a:extLst>
              <a:ext uri="{FF2B5EF4-FFF2-40B4-BE49-F238E27FC236}">
                <a16:creationId xmlns:a16="http://schemas.microsoft.com/office/drawing/2014/main" id="{44B0F08B-B1F7-1945-BA8C-E28F123EE5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6" hasCustomPrompt="1"/>
          </p:nvPr>
        </p:nvSpPr>
        <p:spPr>
          <a:xfrm>
            <a:off x="13867793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12" name="Logo 21">
            <a:extLst>
              <a:ext uri="{FF2B5EF4-FFF2-40B4-BE49-F238E27FC236}">
                <a16:creationId xmlns:a16="http://schemas.microsoft.com/office/drawing/2014/main" id="{2808FB49-3B69-3A48-8C98-29BDFF182DF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87" hasCustomPrompt="1"/>
          </p:nvPr>
        </p:nvSpPr>
        <p:spPr>
          <a:xfrm>
            <a:off x="11490353" y="10429889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8" name="Logo 20">
            <a:extLst>
              <a:ext uri="{FF2B5EF4-FFF2-40B4-BE49-F238E27FC236}">
                <a16:creationId xmlns:a16="http://schemas.microsoft.com/office/drawing/2014/main" id="{7A099AF8-347E-DC41-9EEE-E5A89437C6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3" hasCustomPrompt="1"/>
          </p:nvPr>
        </p:nvSpPr>
        <p:spPr>
          <a:xfrm>
            <a:off x="21000113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5" name="Logo 19">
            <a:extLst>
              <a:ext uri="{FF2B5EF4-FFF2-40B4-BE49-F238E27FC236}">
                <a16:creationId xmlns:a16="http://schemas.microsoft.com/office/drawing/2014/main" id="{D9E5C961-B888-7C43-8A64-470BA039C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0" hasCustomPrompt="1"/>
          </p:nvPr>
        </p:nvSpPr>
        <p:spPr>
          <a:xfrm>
            <a:off x="18622673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4" name="Logo 18">
            <a:extLst>
              <a:ext uri="{FF2B5EF4-FFF2-40B4-BE49-F238E27FC236}">
                <a16:creationId xmlns:a16="http://schemas.microsoft.com/office/drawing/2014/main" id="{48CD9A60-A4B6-FC43-9358-41F296E6D7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9" hasCustomPrompt="1"/>
          </p:nvPr>
        </p:nvSpPr>
        <p:spPr>
          <a:xfrm>
            <a:off x="16245233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6" name="Logo 17">
            <a:extLst>
              <a:ext uri="{FF2B5EF4-FFF2-40B4-BE49-F238E27FC236}">
                <a16:creationId xmlns:a16="http://schemas.microsoft.com/office/drawing/2014/main" id="{E489D711-9055-9C40-AB53-0A74ACB4DA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81" hasCustomPrompt="1"/>
          </p:nvPr>
        </p:nvSpPr>
        <p:spPr>
          <a:xfrm>
            <a:off x="13867793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7" name="Logo 16">
            <a:extLst>
              <a:ext uri="{FF2B5EF4-FFF2-40B4-BE49-F238E27FC236}">
                <a16:creationId xmlns:a16="http://schemas.microsoft.com/office/drawing/2014/main" id="{A7C8DA76-9C71-4143-BC07-17C3C7F1914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82" hasCustomPrompt="1"/>
          </p:nvPr>
        </p:nvSpPr>
        <p:spPr>
          <a:xfrm>
            <a:off x="11490353" y="8271447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3" name="Logo 15">
            <a:extLst>
              <a:ext uri="{FF2B5EF4-FFF2-40B4-BE49-F238E27FC236}">
                <a16:creationId xmlns:a16="http://schemas.microsoft.com/office/drawing/2014/main" id="{DD69138C-DAC3-E445-92A1-9F82EB093E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8" hasCustomPrompt="1"/>
          </p:nvPr>
        </p:nvSpPr>
        <p:spPr>
          <a:xfrm>
            <a:off x="21000113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0" name="Logo 14">
            <a:extLst>
              <a:ext uri="{FF2B5EF4-FFF2-40B4-BE49-F238E27FC236}">
                <a16:creationId xmlns:a16="http://schemas.microsoft.com/office/drawing/2014/main" id="{5905493A-4289-0543-B95C-13C235FD36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5" hasCustomPrompt="1"/>
          </p:nvPr>
        </p:nvSpPr>
        <p:spPr>
          <a:xfrm>
            <a:off x="18622673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9" name="Logo 13">
            <a:extLst>
              <a:ext uri="{FF2B5EF4-FFF2-40B4-BE49-F238E27FC236}">
                <a16:creationId xmlns:a16="http://schemas.microsoft.com/office/drawing/2014/main" id="{52720793-EB87-0148-9EE4-2B3799AAB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4" hasCustomPrompt="1"/>
          </p:nvPr>
        </p:nvSpPr>
        <p:spPr>
          <a:xfrm>
            <a:off x="16245233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1" name="Logo 12">
            <a:extLst>
              <a:ext uri="{FF2B5EF4-FFF2-40B4-BE49-F238E27FC236}">
                <a16:creationId xmlns:a16="http://schemas.microsoft.com/office/drawing/2014/main" id="{FB90F93C-22CE-3241-A8BC-14E50FDF2D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6" hasCustomPrompt="1"/>
          </p:nvPr>
        </p:nvSpPr>
        <p:spPr>
          <a:xfrm>
            <a:off x="13867793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02" name="Logo 11">
            <a:extLst>
              <a:ext uri="{FF2B5EF4-FFF2-40B4-BE49-F238E27FC236}">
                <a16:creationId xmlns:a16="http://schemas.microsoft.com/office/drawing/2014/main" id="{E6B1A4AE-4BB4-FA47-937F-8372D0C2BFFB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77" hasCustomPrompt="1"/>
          </p:nvPr>
        </p:nvSpPr>
        <p:spPr>
          <a:xfrm>
            <a:off x="11490353" y="6113004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8" name="Logo 10">
            <a:extLst>
              <a:ext uri="{FF2B5EF4-FFF2-40B4-BE49-F238E27FC236}">
                <a16:creationId xmlns:a16="http://schemas.microsoft.com/office/drawing/2014/main" id="{395D7864-8946-DD40-8A1A-5BAF006A49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3" hasCustomPrompt="1"/>
          </p:nvPr>
        </p:nvSpPr>
        <p:spPr>
          <a:xfrm>
            <a:off x="21000113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5" name="Logo 9">
            <a:extLst>
              <a:ext uri="{FF2B5EF4-FFF2-40B4-BE49-F238E27FC236}">
                <a16:creationId xmlns:a16="http://schemas.microsoft.com/office/drawing/2014/main" id="{80483B91-2A50-0444-BAE0-16220E7F0B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0" hasCustomPrompt="1"/>
          </p:nvPr>
        </p:nvSpPr>
        <p:spPr>
          <a:xfrm>
            <a:off x="18616997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4" name="Logo 8">
            <a:extLst>
              <a:ext uri="{FF2B5EF4-FFF2-40B4-BE49-F238E27FC236}">
                <a16:creationId xmlns:a16="http://schemas.microsoft.com/office/drawing/2014/main" id="{F0D67F03-C3C0-9D4B-A37B-F9D55220C9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9" hasCustomPrompt="1"/>
          </p:nvPr>
        </p:nvSpPr>
        <p:spPr>
          <a:xfrm>
            <a:off x="16241449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6" name="Logo 7">
            <a:extLst>
              <a:ext uri="{FF2B5EF4-FFF2-40B4-BE49-F238E27FC236}">
                <a16:creationId xmlns:a16="http://schemas.microsoft.com/office/drawing/2014/main" id="{1047FEFC-5F5D-DE4F-99EC-B5090B8111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1" hasCustomPrompt="1"/>
          </p:nvPr>
        </p:nvSpPr>
        <p:spPr>
          <a:xfrm>
            <a:off x="13865901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7" name="Logo 6">
            <a:extLst>
              <a:ext uri="{FF2B5EF4-FFF2-40B4-BE49-F238E27FC236}">
                <a16:creationId xmlns:a16="http://schemas.microsoft.com/office/drawing/2014/main" id="{F6B1D749-1D39-104F-8385-BF1C1C67C68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72" hasCustomPrompt="1"/>
          </p:nvPr>
        </p:nvSpPr>
        <p:spPr>
          <a:xfrm>
            <a:off x="11490353" y="3954561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3" name="Logo 5">
            <a:extLst>
              <a:ext uri="{FF2B5EF4-FFF2-40B4-BE49-F238E27FC236}">
                <a16:creationId xmlns:a16="http://schemas.microsoft.com/office/drawing/2014/main" id="{77BBD705-D6ED-4A4B-9158-2301211CA9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8" hasCustomPrompt="1"/>
          </p:nvPr>
        </p:nvSpPr>
        <p:spPr>
          <a:xfrm>
            <a:off x="21000113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3" name="Logo 4">
            <a:extLst>
              <a:ext uri="{FF2B5EF4-FFF2-40B4-BE49-F238E27FC236}">
                <a16:creationId xmlns:a16="http://schemas.microsoft.com/office/drawing/2014/main" id="{EC150C69-32C0-0448-9444-220674283A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5" hasCustomPrompt="1"/>
          </p:nvPr>
        </p:nvSpPr>
        <p:spPr>
          <a:xfrm>
            <a:off x="18622673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2" name="Logo 3">
            <a:extLst>
              <a:ext uri="{FF2B5EF4-FFF2-40B4-BE49-F238E27FC236}">
                <a16:creationId xmlns:a16="http://schemas.microsoft.com/office/drawing/2014/main" id="{486CC6F0-6F3B-114B-9023-0942BF5C2F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4" hasCustomPrompt="1"/>
          </p:nvPr>
        </p:nvSpPr>
        <p:spPr>
          <a:xfrm>
            <a:off x="16245233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4" name="Logo 2">
            <a:extLst>
              <a:ext uri="{FF2B5EF4-FFF2-40B4-BE49-F238E27FC236}">
                <a16:creationId xmlns:a16="http://schemas.microsoft.com/office/drawing/2014/main" id="{BE00895A-BA3C-6541-B0A5-3D929B322A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6" hasCustomPrompt="1"/>
          </p:nvPr>
        </p:nvSpPr>
        <p:spPr>
          <a:xfrm>
            <a:off x="13867793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5" name="Logo 1">
            <a:extLst>
              <a:ext uri="{FF2B5EF4-FFF2-40B4-BE49-F238E27FC236}">
                <a16:creationId xmlns:a16="http://schemas.microsoft.com/office/drawing/2014/main" id="{922D5804-503A-4B4B-8851-668397C5BAE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67" hasCustomPrompt="1"/>
          </p:nvPr>
        </p:nvSpPr>
        <p:spPr>
          <a:xfrm>
            <a:off x="11490353" y="1796118"/>
            <a:ext cx="1463040" cy="146304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713675211"/>
              </p:ext>
            </p:extLst>
          </p:nvPr>
        </p:nvGraphicFramePr>
        <p:xfrm>
          <a:off x="11261753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" name="Summary">
            <a:extLst>
              <a:ext uri="{FF2B5EF4-FFF2-40B4-BE49-F238E27FC236}">
                <a16:creationId xmlns:a16="http://schemas.microsoft.com/office/drawing/2014/main" id="{AC231A2D-C27C-875D-582C-C82720527C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068388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spc="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378C5DE-3E5B-C9C3-26B9-CBAEA0521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90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</a:t>
            </a:r>
            <a:br>
              <a:rPr lang="en-US"/>
            </a:br>
            <a:r>
              <a:rPr lang="en-US"/>
              <a:t>(Title Caps, 102 pt Ex Bold)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974F-A24E-EB2A-A537-F559D63251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0EB84155-35B7-5222-5DAA-0F9B80F728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Anglepoint Logo">
            <a:extLst>
              <a:ext uri="{FF2B5EF4-FFF2-40B4-BE49-F238E27FC236}">
                <a16:creationId xmlns:a16="http://schemas.microsoft.com/office/drawing/2014/main" id="{2DE78DE8-8B7C-B6B3-A54D-AED6AB612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9" name="Section">
            <a:extLst>
              <a:ext uri="{FF2B5EF4-FFF2-40B4-BE49-F238E27FC236}">
                <a16:creationId xmlns:a16="http://schemas.microsoft.com/office/drawing/2014/main" id="{C69185F1-CECF-6485-8A0B-B831E6F66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1F1B4B5-F411-72F0-DF2B-C3FDEB83FA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9" hasCustomPrompt="1"/>
          </p:nvPr>
        </p:nvSpPr>
        <p:spPr>
          <a:xfrm>
            <a:off x="1068388" y="1831137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graphicFrame>
        <p:nvGraphicFramePr>
          <p:cNvPr id="3" name="Table Grid">
            <a:extLst>
              <a:ext uri="{FF2B5EF4-FFF2-40B4-BE49-F238E27FC236}">
                <a16:creationId xmlns:a16="http://schemas.microsoft.com/office/drawing/2014/main" id="{D1EA6224-F949-70FB-1FDF-EDC9719D6AA2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713675211"/>
              </p:ext>
            </p:extLst>
          </p:nvPr>
        </p:nvGraphicFramePr>
        <p:xfrm>
          <a:off x="11261753" y="1796118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pic>
        <p:nvPicPr>
          <p:cNvPr id="10" name="Anglepoint Logo">
            <a:extLst>
              <a:ext uri="{FF2B5EF4-FFF2-40B4-BE49-F238E27FC236}">
                <a16:creationId xmlns:a16="http://schemas.microsoft.com/office/drawing/2014/main" id="{8DC7BAFF-3AFA-7570-381E-2FF5703C63AB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37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lage 20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4" hasCustomPrompt="1"/>
          </p:nvPr>
        </p:nvSpPr>
        <p:spPr>
          <a:xfrm>
            <a:off x="20631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3" hasCustomPrompt="1"/>
          </p:nvPr>
        </p:nvSpPr>
        <p:spPr>
          <a:xfrm>
            <a:off x="17583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7" hasCustomPrompt="1"/>
          </p:nvPr>
        </p:nvSpPr>
        <p:spPr>
          <a:xfrm>
            <a:off x="14535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3" hasCustomPrompt="1"/>
          </p:nvPr>
        </p:nvSpPr>
        <p:spPr>
          <a:xfrm>
            <a:off x="11487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20631084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17583084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6" hasCustomPrompt="1"/>
          </p:nvPr>
        </p:nvSpPr>
        <p:spPr>
          <a:xfrm>
            <a:off x="14535084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2" hasCustomPrompt="1"/>
          </p:nvPr>
        </p:nvSpPr>
        <p:spPr>
          <a:xfrm>
            <a:off x="11487084" y="59436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20631084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17583084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5" hasCustomPrompt="1"/>
          </p:nvPr>
        </p:nvSpPr>
        <p:spPr>
          <a:xfrm>
            <a:off x="14535084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1" hasCustomPrompt="1"/>
          </p:nvPr>
        </p:nvSpPr>
        <p:spPr>
          <a:xfrm>
            <a:off x="11487084" y="3886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5" hasCustomPrompt="1"/>
          </p:nvPr>
        </p:nvSpPr>
        <p:spPr>
          <a:xfrm>
            <a:off x="20631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4" hasCustomPrompt="1"/>
          </p:nvPr>
        </p:nvSpPr>
        <p:spPr>
          <a:xfrm>
            <a:off x="17583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6" hasCustomPrompt="1"/>
          </p:nvPr>
        </p:nvSpPr>
        <p:spPr>
          <a:xfrm>
            <a:off x="14535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7" hasCustomPrompt="1"/>
          </p:nvPr>
        </p:nvSpPr>
        <p:spPr>
          <a:xfrm>
            <a:off x="11487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4128818815"/>
              </p:ext>
            </p:extLst>
          </p:nvPr>
        </p:nvGraphicFramePr>
        <p:xfrm>
          <a:off x="11174548" y="1828800"/>
          <a:ext cx="11594592" cy="1013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947853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160339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947333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65867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48933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65867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Logo 16">
            <a:extLst>
              <a:ext uri="{FF2B5EF4-FFF2-40B4-BE49-F238E27FC236}">
                <a16:creationId xmlns:a16="http://schemas.microsoft.com/office/drawing/2014/main" id="{A2E43C3E-A4C5-7CC0-21AE-623ABDFA01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9" hasCustomPrompt="1"/>
          </p:nvPr>
        </p:nvSpPr>
        <p:spPr>
          <a:xfrm>
            <a:off x="20631084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9" name="Logo 15">
            <a:extLst>
              <a:ext uri="{FF2B5EF4-FFF2-40B4-BE49-F238E27FC236}">
                <a16:creationId xmlns:a16="http://schemas.microsoft.com/office/drawing/2014/main" id="{C5C1F63F-5389-CF77-C6EE-F3153D70BF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0" hasCustomPrompt="1"/>
          </p:nvPr>
        </p:nvSpPr>
        <p:spPr>
          <a:xfrm>
            <a:off x="17583084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0" name="Logo 14">
            <a:extLst>
              <a:ext uri="{FF2B5EF4-FFF2-40B4-BE49-F238E27FC236}">
                <a16:creationId xmlns:a16="http://schemas.microsoft.com/office/drawing/2014/main" id="{0DF08ADE-DB56-91D5-D081-5D9CA62057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1" hasCustomPrompt="1"/>
          </p:nvPr>
        </p:nvSpPr>
        <p:spPr>
          <a:xfrm>
            <a:off x="14535084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1" name="Logo 13">
            <a:extLst>
              <a:ext uri="{FF2B5EF4-FFF2-40B4-BE49-F238E27FC236}">
                <a16:creationId xmlns:a16="http://schemas.microsoft.com/office/drawing/2014/main" id="{05E1498A-B7D7-E599-14BA-F67A441817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72" hasCustomPrompt="1"/>
          </p:nvPr>
        </p:nvSpPr>
        <p:spPr>
          <a:xfrm>
            <a:off x="11487084" y="8001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2" name="Summary">
            <a:extLst>
              <a:ext uri="{FF2B5EF4-FFF2-40B4-BE49-F238E27FC236}">
                <a16:creationId xmlns:a16="http://schemas.microsoft.com/office/drawing/2014/main" id="{0A20A898-FAAF-8383-89A1-9F509D22EB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068388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spc="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</a:t>
            </a:r>
          </a:p>
        </p:txBody>
      </p:sp>
      <p:sp>
        <p:nvSpPr>
          <p:cNvPr id="33" name="TItle">
            <a:extLst>
              <a:ext uri="{FF2B5EF4-FFF2-40B4-BE49-F238E27FC236}">
                <a16:creationId xmlns:a16="http://schemas.microsoft.com/office/drawing/2014/main" id="{4D753983-5103-3CF3-3BC6-84C381A5E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90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1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</a:t>
            </a:r>
            <a:br>
              <a:rPr lang="en-US"/>
            </a:br>
            <a:r>
              <a:rPr lang="en-US"/>
              <a:t>(Title Caps, 102 pt Ex Bold)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BD4373E-641E-42C4-2424-B90D8A0F16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B604EE77-4BD9-8B60-2CF6-EB87C3E241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D20BA09D-C051-6A3E-30CC-0D08AB677C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4" name="Section">
            <a:extLst>
              <a:ext uri="{FF2B5EF4-FFF2-40B4-BE49-F238E27FC236}">
                <a16:creationId xmlns:a16="http://schemas.microsoft.com/office/drawing/2014/main" id="{3ACA2B35-02F5-CBFE-004A-2D826967F4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DF018E7A-1129-F188-0065-F68A13F3CD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8" hasCustomPrompt="1"/>
          </p:nvPr>
        </p:nvSpPr>
        <p:spPr>
          <a:xfrm>
            <a:off x="1068388" y="1831137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graphicFrame>
        <p:nvGraphicFramePr>
          <p:cNvPr id="15" name="Table Grid">
            <a:extLst>
              <a:ext uri="{FF2B5EF4-FFF2-40B4-BE49-F238E27FC236}">
                <a16:creationId xmlns:a16="http://schemas.microsoft.com/office/drawing/2014/main" id="{3D90F20E-6670-A1D7-46E2-51143D94444B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128818815"/>
              </p:ext>
            </p:extLst>
          </p:nvPr>
        </p:nvGraphicFramePr>
        <p:xfrm>
          <a:off x="11174548" y="1828800"/>
          <a:ext cx="11594592" cy="1013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947853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160339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947333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065867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413222"/>
                  </a:ext>
                </a:extLst>
              </a:tr>
              <a:tr h="2048933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065867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pic>
        <p:nvPicPr>
          <p:cNvPr id="16" name="Anglepoint Logo">
            <a:extLst>
              <a:ext uri="{FF2B5EF4-FFF2-40B4-BE49-F238E27FC236}">
                <a16:creationId xmlns:a16="http://schemas.microsoft.com/office/drawing/2014/main" id="{733706F2-A842-850A-5E22-BBB6EA45B9B4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018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lage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16">
            <a:extLst>
              <a:ext uri="{FF2B5EF4-FFF2-40B4-BE49-F238E27FC236}">
                <a16:creationId xmlns:a16="http://schemas.microsoft.com/office/drawing/2014/main" id="{BE90E1CA-70ED-DF0B-D27E-1BEDACA02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4" hasCustomPrompt="1"/>
          </p:nvPr>
        </p:nvSpPr>
        <p:spPr>
          <a:xfrm>
            <a:off x="20631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3" name="Logo 15">
            <a:extLst>
              <a:ext uri="{FF2B5EF4-FFF2-40B4-BE49-F238E27FC236}">
                <a16:creationId xmlns:a16="http://schemas.microsoft.com/office/drawing/2014/main" id="{115B8D9D-9038-A69B-D17C-6305C46F14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3" hasCustomPrompt="1"/>
          </p:nvPr>
        </p:nvSpPr>
        <p:spPr>
          <a:xfrm>
            <a:off x="17583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4" name="Logo 14">
            <a:extLst>
              <a:ext uri="{FF2B5EF4-FFF2-40B4-BE49-F238E27FC236}">
                <a16:creationId xmlns:a16="http://schemas.microsoft.com/office/drawing/2014/main" id="{EDD151C3-9311-7E5F-4521-21DE03FEFC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7" hasCustomPrompt="1"/>
          </p:nvPr>
        </p:nvSpPr>
        <p:spPr>
          <a:xfrm>
            <a:off x="14535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5" name="Logo 13">
            <a:extLst>
              <a:ext uri="{FF2B5EF4-FFF2-40B4-BE49-F238E27FC236}">
                <a16:creationId xmlns:a16="http://schemas.microsoft.com/office/drawing/2014/main" id="{C58557D8-521C-0ABE-2807-FFDC17F2F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3" hasCustomPrompt="1"/>
          </p:nvPr>
        </p:nvSpPr>
        <p:spPr>
          <a:xfrm>
            <a:off x="11487084" y="10058400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7" name="Logo 12">
            <a:extLst>
              <a:ext uri="{FF2B5EF4-FFF2-40B4-BE49-F238E27FC236}">
                <a16:creationId xmlns:a16="http://schemas.microsoft.com/office/drawing/2014/main" id="{E5C123F3-23C4-3364-17D0-BFDB821FB5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2" hasCustomPrompt="1"/>
          </p:nvPr>
        </p:nvSpPr>
        <p:spPr>
          <a:xfrm>
            <a:off x="20631084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8" name="Logo 11">
            <a:extLst>
              <a:ext uri="{FF2B5EF4-FFF2-40B4-BE49-F238E27FC236}">
                <a16:creationId xmlns:a16="http://schemas.microsoft.com/office/drawing/2014/main" id="{5232948D-8D42-A295-E50D-33DDE102AE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1" hasCustomPrompt="1"/>
          </p:nvPr>
        </p:nvSpPr>
        <p:spPr>
          <a:xfrm>
            <a:off x="17583084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9" name="Logo 10">
            <a:extLst>
              <a:ext uri="{FF2B5EF4-FFF2-40B4-BE49-F238E27FC236}">
                <a16:creationId xmlns:a16="http://schemas.microsoft.com/office/drawing/2014/main" id="{75FCD5C7-0DE6-51D7-41D1-8A67F6493E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6" hasCustomPrompt="1"/>
          </p:nvPr>
        </p:nvSpPr>
        <p:spPr>
          <a:xfrm>
            <a:off x="14535084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19" name="Logo 9">
            <a:extLst>
              <a:ext uri="{FF2B5EF4-FFF2-40B4-BE49-F238E27FC236}">
                <a16:creationId xmlns:a16="http://schemas.microsoft.com/office/drawing/2014/main" id="{1686A36A-1BB7-2589-C3B1-F9FE4559AA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2" hasCustomPrompt="1"/>
          </p:nvPr>
        </p:nvSpPr>
        <p:spPr>
          <a:xfrm>
            <a:off x="11487084" y="73152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0" name="Logo 8">
            <a:extLst>
              <a:ext uri="{FF2B5EF4-FFF2-40B4-BE49-F238E27FC236}">
                <a16:creationId xmlns:a16="http://schemas.microsoft.com/office/drawing/2014/main" id="{3F8962F7-C5B9-F48A-D233-67872063D5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0" hasCustomPrompt="1"/>
          </p:nvPr>
        </p:nvSpPr>
        <p:spPr>
          <a:xfrm>
            <a:off x="20631084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1" name="Logo 7">
            <a:extLst>
              <a:ext uri="{FF2B5EF4-FFF2-40B4-BE49-F238E27FC236}">
                <a16:creationId xmlns:a16="http://schemas.microsoft.com/office/drawing/2014/main" id="{3A1038F5-15BB-2702-D479-C1A4B769BB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17583084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2" name="Logo 6">
            <a:extLst>
              <a:ext uri="{FF2B5EF4-FFF2-40B4-BE49-F238E27FC236}">
                <a16:creationId xmlns:a16="http://schemas.microsoft.com/office/drawing/2014/main" id="{E80EB133-960B-73BC-EA24-CD0FEBF5EC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45" hasCustomPrompt="1"/>
          </p:nvPr>
        </p:nvSpPr>
        <p:spPr>
          <a:xfrm>
            <a:off x="14535084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3" name="Logo 5">
            <a:extLst>
              <a:ext uri="{FF2B5EF4-FFF2-40B4-BE49-F238E27FC236}">
                <a16:creationId xmlns:a16="http://schemas.microsoft.com/office/drawing/2014/main" id="{754AE1BC-71DE-AA55-9B98-C20EC1B4F4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1" hasCustomPrompt="1"/>
          </p:nvPr>
        </p:nvSpPr>
        <p:spPr>
          <a:xfrm>
            <a:off x="11487084" y="45720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4" name="Logo 4">
            <a:extLst>
              <a:ext uri="{FF2B5EF4-FFF2-40B4-BE49-F238E27FC236}">
                <a16:creationId xmlns:a16="http://schemas.microsoft.com/office/drawing/2014/main" id="{AF8393DB-04ED-ED06-3796-B91F1E019D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5" hasCustomPrompt="1"/>
          </p:nvPr>
        </p:nvSpPr>
        <p:spPr>
          <a:xfrm>
            <a:off x="20631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5" name="Logo 3">
            <a:extLst>
              <a:ext uri="{FF2B5EF4-FFF2-40B4-BE49-F238E27FC236}">
                <a16:creationId xmlns:a16="http://schemas.microsoft.com/office/drawing/2014/main" id="{8ACFB79F-EE42-E9BF-F549-030D3CC58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4" hasCustomPrompt="1"/>
          </p:nvPr>
        </p:nvSpPr>
        <p:spPr>
          <a:xfrm>
            <a:off x="17583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6" name="Logo 2">
            <a:extLst>
              <a:ext uri="{FF2B5EF4-FFF2-40B4-BE49-F238E27FC236}">
                <a16:creationId xmlns:a16="http://schemas.microsoft.com/office/drawing/2014/main" id="{380EB457-C187-BA3A-90B0-72BA179802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6" hasCustomPrompt="1"/>
          </p:nvPr>
        </p:nvSpPr>
        <p:spPr>
          <a:xfrm>
            <a:off x="14535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lang="en-US" sz="1400" b="0" i="0" kern="1200" spc="-50" baseline="0" noProof="0" dirty="0">
                <a:solidFill>
                  <a:schemeClr val="tx2"/>
                </a:solidFill>
                <a:latin typeface="Figtree" pitchFamily="2" charset="0"/>
                <a:ea typeface="+mn-ea"/>
                <a:cs typeface="+mn-cs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sp>
        <p:nvSpPr>
          <p:cNvPr id="27" name="Logo 1">
            <a:extLst>
              <a:ext uri="{FF2B5EF4-FFF2-40B4-BE49-F238E27FC236}">
                <a16:creationId xmlns:a16="http://schemas.microsoft.com/office/drawing/2014/main" id="{7E390748-F18C-2E59-5A91-02EF4DFF3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7" hasCustomPrompt="1"/>
          </p:nvPr>
        </p:nvSpPr>
        <p:spPr>
          <a:xfrm>
            <a:off x="11487084" y="1828801"/>
            <a:ext cx="1828800" cy="1828800"/>
          </a:xfrm>
          <a:prstGeom prst="rect">
            <a:avLst/>
          </a:prstGeom>
          <a:noFill/>
        </p:spPr>
        <p:txBody>
          <a:bodyPr anchor="ctr"/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1400" b="0" i="0">
                <a:latin typeface="Figtree" pitchFamily="2" charset="0"/>
              </a:defRPr>
            </a:lvl1pPr>
          </a:lstStyle>
          <a:p>
            <a:r>
              <a:rPr lang="en-US"/>
              <a:t>Click icon to browse, or select placeholder to paste</a:t>
            </a:r>
          </a:p>
        </p:txBody>
      </p:sp>
      <p:graphicFrame>
        <p:nvGraphicFramePr>
          <p:cNvPr id="28" name="Table Grid">
            <a:extLst>
              <a:ext uri="{FF2B5EF4-FFF2-40B4-BE49-F238E27FC236}">
                <a16:creationId xmlns:a16="http://schemas.microsoft.com/office/drawing/2014/main" id="{45C9D60F-4347-4B8A-E372-B3265F685072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940205031"/>
              </p:ext>
            </p:extLst>
          </p:nvPr>
        </p:nvGraphicFramePr>
        <p:xfrm>
          <a:off x="11174548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" name="Summary">
            <a:extLst>
              <a:ext uri="{FF2B5EF4-FFF2-40B4-BE49-F238E27FC236}">
                <a16:creationId xmlns:a16="http://schemas.microsoft.com/office/drawing/2014/main" id="{7A63D8FE-8B92-BC56-8C6B-B36D0F3B21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068388" y="10069653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spc="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</a:t>
            </a:r>
          </a:p>
        </p:txBody>
      </p:sp>
      <p:sp>
        <p:nvSpPr>
          <p:cNvPr id="29" name="TItle">
            <a:extLst>
              <a:ext uri="{FF2B5EF4-FFF2-40B4-BE49-F238E27FC236}">
                <a16:creationId xmlns:a16="http://schemas.microsoft.com/office/drawing/2014/main" id="{D8F48421-FF4D-FD53-F5BD-0F5B7BADC3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90" y="5926104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200" b="0" kern="100" spc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</a:t>
            </a:r>
            <a:br>
              <a:rPr lang="en-US"/>
            </a:br>
            <a:r>
              <a:rPr lang="en-US"/>
              <a:t>(Title Caps, 102 pt Ex Bold)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8FD1E18-DBDA-9CF8-A996-ADF0243717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99025764-3CB1-A1AB-F66F-3D6DF42D83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436EE498-B7B0-E407-6DFA-7753F7B5CE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3" name="Section">
            <a:extLst>
              <a:ext uri="{FF2B5EF4-FFF2-40B4-BE49-F238E27FC236}">
                <a16:creationId xmlns:a16="http://schemas.microsoft.com/office/drawing/2014/main" id="{B32C3AE4-E6A9-C8E3-DB20-77E19BAEB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0793885C-4859-B72B-5CA6-580E30E2B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8" hasCustomPrompt="1"/>
          </p:nvPr>
        </p:nvSpPr>
        <p:spPr>
          <a:xfrm>
            <a:off x="1068388" y="1831137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PRE-title (CAPS, 20 DEMI BOLD)</a:t>
            </a:r>
          </a:p>
        </p:txBody>
      </p:sp>
      <p:graphicFrame>
        <p:nvGraphicFramePr>
          <p:cNvPr id="15" name="Table Grid">
            <a:extLst>
              <a:ext uri="{FF2B5EF4-FFF2-40B4-BE49-F238E27FC236}">
                <a16:creationId xmlns:a16="http://schemas.microsoft.com/office/drawing/2014/main" id="{EC745C1A-B454-B18A-D9CA-F42221B8C50D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940205031"/>
              </p:ext>
            </p:extLst>
          </p:nvPr>
        </p:nvGraphicFramePr>
        <p:xfrm>
          <a:off x="11174548" y="1828800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0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pic>
        <p:nvPicPr>
          <p:cNvPr id="16" name="Anglepoint Logo">
            <a:extLst>
              <a:ext uri="{FF2B5EF4-FFF2-40B4-BE49-F238E27FC236}">
                <a16:creationId xmlns:a16="http://schemas.microsoft.com/office/drawing/2014/main" id="{421601F7-E4F5-11AD-CED3-FDDB4AC90449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00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Un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" name="Table 8">
            <a:extLst>
              <a:ext uri="{FF2B5EF4-FFF2-40B4-BE49-F238E27FC236}">
                <a16:creationId xmlns:a16="http://schemas.microsoft.com/office/drawing/2014/main" id="{6651D109-92FC-162B-34BD-485629378D3F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914089064"/>
              </p:ext>
            </p:extLst>
          </p:nvPr>
        </p:nvGraphicFramePr>
        <p:xfrm>
          <a:off x="0" y="10514239"/>
          <a:ext cx="24387175" cy="320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435">
                  <a:extLst>
                    <a:ext uri="{9D8B030D-6E8A-4147-A177-3AD203B41FA5}">
                      <a16:colId xmlns:a16="http://schemas.microsoft.com/office/drawing/2014/main" val="2552318025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385488292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32582189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8236140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837887984"/>
                    </a:ext>
                  </a:extLst>
                </a:gridCol>
              </a:tblGrid>
              <a:tr h="65599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Size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FEATURED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CHIEF 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KEY RESULT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CONTINUED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FFA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71412"/>
                  </a:ext>
                </a:extLst>
              </a:tr>
              <a:tr h="2545765"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0" cap="all" baseline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685800" marR="685800" marT="18288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46075"/>
                  </a:ext>
                </a:extLst>
              </a:tr>
            </a:tbl>
          </a:graphicData>
        </a:graphic>
      </p:graphicFrame>
      <p:sp>
        <p:nvSpPr>
          <p:cNvPr id="3" name="Bulleted List">
            <a:extLst>
              <a:ext uri="{FF2B5EF4-FFF2-40B4-BE49-F238E27FC236}">
                <a16:creationId xmlns:a16="http://schemas.microsoft.com/office/drawing/2014/main" id="{4931A96C-DE33-1F0E-AA1D-805EF690F4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1068388" y="5638800"/>
            <a:ext cx="11699345" cy="3122308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15875" indent="0">
              <a:lnSpc>
                <a:spcPct val="110000"/>
              </a:lnSpc>
              <a:spcBef>
                <a:spcPts val="2000"/>
              </a:spcBef>
              <a:spcAft>
                <a:spcPts val="600"/>
              </a:spcAft>
              <a:buNone/>
              <a:tabLst/>
              <a:defRPr sz="2800" b="0" i="0" spc="-2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Summary of case study (Sentence case. ~60 words)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7050C-6317-838F-8022-AB00EEF593F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  <p:pic>
        <p:nvPicPr>
          <p:cNvPr id="11" name="Anglepoint Logo">
            <a:extLst>
              <a:ext uri="{FF2B5EF4-FFF2-40B4-BE49-F238E27FC236}">
                <a16:creationId xmlns:a16="http://schemas.microsoft.com/office/drawing/2014/main" id="{C3D53BF1-1EB9-EC19-CBA5-9AA0E3A57F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2" name="Section">
            <a:extLst>
              <a:ext uri="{FF2B5EF4-FFF2-40B4-BE49-F238E27FC236}">
                <a16:creationId xmlns:a16="http://schemas.microsoft.com/office/drawing/2014/main" id="{4EC1D69D-523D-4A0F-4FD2-7B9AB646DA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3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15" name="Bulleted List">
            <a:extLst>
              <a:ext uri="{FF2B5EF4-FFF2-40B4-BE49-F238E27FC236}">
                <a16:creationId xmlns:a16="http://schemas.microsoft.com/office/drawing/2014/main" id="{58A4736D-5CAD-5B28-B180-DFE24C84C8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5" hasCustomPrompt="1"/>
          </p:nvPr>
        </p:nvSpPr>
        <p:spPr>
          <a:xfrm>
            <a:off x="1068388" y="1066800"/>
            <a:ext cx="11699339" cy="620920"/>
          </a:xfrm>
          <a:prstGeom prst="rect">
            <a:avLst/>
          </a:prstGeom>
        </p:spPr>
        <p:txBody>
          <a:bodyPr wrap="square" lIns="0" anchor="ctr" anchorCtr="0">
            <a:noAutofit/>
          </a:bodyPr>
          <a:lstStyle>
            <a:lvl1pPr marL="15875" indent="0">
              <a:lnSpc>
                <a:spcPct val="110000"/>
              </a:lnSpc>
              <a:spcBef>
                <a:spcPts val="2000"/>
              </a:spcBef>
              <a:spcAft>
                <a:spcPts val="600"/>
              </a:spcAft>
              <a:buNone/>
              <a:tabLst/>
              <a:defRPr sz="2000" b="1" i="0" spc="200" baseline="0">
                <a:solidFill>
                  <a:schemeClr val="accent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COMPANY DESCRIPTOR, INCLUDING VERTICAL (UPPERCASE 3-6 WORDS)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2AF86922-BF9B-CA84-7652-7D2179B4D6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-13447" y="11636586"/>
            <a:ext cx="4882243" cy="13208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66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 noProof="0"/>
              <a:t>?k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62C963E4-39CE-B8D2-2B73-1C4DDEEAE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2" hasCustomPrompt="1"/>
          </p:nvPr>
        </p:nvSpPr>
        <p:spPr>
          <a:xfrm>
            <a:off x="4868796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SERVICE NAME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70235E00-F2CA-9F03-5F65-66435019E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3" hasCustomPrompt="1"/>
          </p:nvPr>
        </p:nvSpPr>
        <p:spPr>
          <a:xfrm>
            <a:off x="9751039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OUTCOME</a:t>
            </a:r>
          </a:p>
          <a:p>
            <a:pPr lvl="0"/>
            <a:r>
              <a:rPr lang="en-US"/>
              <a:t>DESCRIPTION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DE687515-E011-D673-0D51-83212BF976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4" hasCustomPrompt="1"/>
          </p:nvPr>
        </p:nvSpPr>
        <p:spPr>
          <a:xfrm>
            <a:off x="14633282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C3C97C16-EFA6-75D5-5A71-F2D784D57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5" hasCustomPrompt="1"/>
          </p:nvPr>
        </p:nvSpPr>
        <p:spPr>
          <a:xfrm>
            <a:off x="19515525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SERVICE NAME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A1C33B-06CE-045D-C2BF-4B88D6383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30013" y="3332485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BEFORE ANGLEPOINT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847D87-5100-FABE-E17B-E51C5BDC3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30013" y="6428023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WITH ANGLEPOINT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9ABA9832-39AD-FB04-8665-E26D8ACD39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0" hasCustomPrompt="1"/>
          </p:nvPr>
        </p:nvSpPr>
        <p:spPr>
          <a:xfrm>
            <a:off x="14630400" y="3912023"/>
            <a:ext cx="9756775" cy="1773367"/>
          </a:xfrm>
          <a:prstGeom prst="rect">
            <a:avLst/>
          </a:prstGeom>
        </p:spPr>
        <p:txBody>
          <a:bodyPr>
            <a:normAutofit/>
          </a:bodyPr>
          <a:lstStyle>
            <a:lvl1pPr marL="1149350" indent="-2841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tabLst/>
              <a:defRPr sz="2000" b="0" i="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5 Bullets here (Sentence case. Keep to one line per bullet)</a:t>
            </a:r>
          </a:p>
          <a:p>
            <a:pPr lvl="0"/>
            <a:endParaRPr lang="en-US"/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7B919C63-822D-CF3F-62A0-496130895F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1" hasCustomPrompt="1"/>
          </p:nvPr>
        </p:nvSpPr>
        <p:spPr>
          <a:xfrm>
            <a:off x="14630400" y="6987741"/>
            <a:ext cx="9756775" cy="1773367"/>
          </a:xfrm>
          <a:prstGeom prst="rect">
            <a:avLst/>
          </a:prstGeom>
        </p:spPr>
        <p:txBody>
          <a:bodyPr>
            <a:normAutofit/>
          </a:bodyPr>
          <a:lstStyle>
            <a:lvl1pPr marL="1149350" indent="-2841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tabLst/>
              <a:defRPr sz="2000" b="0" i="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5 Bullets here (Sentence case. Keep to one line per bullet)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C033BEA-3B04-6406-4654-E3B2FAD56A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ECF48E0B-98A7-64E0-82AF-1D8D1CFA3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28C868-89FB-8736-18EA-0A8A4BD9E7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6314" y="12679681"/>
            <a:ext cx="3982720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b="1" i="0" noProof="0">
                <a:solidFill>
                  <a:schemeClr val="tx2"/>
                </a:solidFill>
                <a:latin typeface="Figtree" pitchFamily="2" charset="0"/>
              </a:rPr>
              <a:t>EMPLOYEES</a:t>
            </a:r>
          </a:p>
        </p:txBody>
      </p:sp>
      <p:sp>
        <p:nvSpPr>
          <p:cNvPr id="7" name="Title 14">
            <a:extLst>
              <a:ext uri="{FF2B5EF4-FFF2-40B4-BE49-F238E27FC236}">
                <a16:creationId xmlns:a16="http://schemas.microsoft.com/office/drawing/2014/main" id="{4376FA0A-C6B3-43B0-28DC-50D0BF2588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85" y="2144430"/>
            <a:ext cx="11699348" cy="3201761"/>
          </a:xfrm>
        </p:spPr>
        <p:txBody>
          <a:bodyPr wrap="square" lIns="0" anchor="b" anchorCtr="0">
            <a:noAutofit/>
          </a:bodyPr>
          <a:lstStyle>
            <a:lvl1pPr marL="15875" indent="0">
              <a:tabLst/>
              <a:defRPr b="1" i="0">
                <a:latin typeface="Figtree ExtraBold" pitchFamily="2" charset="0"/>
              </a:defRPr>
            </a:lvl1pPr>
          </a:lstStyle>
          <a:p>
            <a:r>
              <a:rPr lang="en-US"/>
              <a:t>Unbranded Case Study Title (Title Caps, 66 Pt Ex Bold)</a:t>
            </a:r>
          </a:p>
        </p:txBody>
      </p:sp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65BD0580-4645-1FF2-5C0E-E2379529D18F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914089064"/>
              </p:ext>
            </p:extLst>
          </p:nvPr>
        </p:nvGraphicFramePr>
        <p:xfrm>
          <a:off x="0" y="10514239"/>
          <a:ext cx="24387175" cy="320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435">
                  <a:extLst>
                    <a:ext uri="{9D8B030D-6E8A-4147-A177-3AD203B41FA5}">
                      <a16:colId xmlns:a16="http://schemas.microsoft.com/office/drawing/2014/main" val="2552318025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385488292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32582189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8236140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837887984"/>
                    </a:ext>
                  </a:extLst>
                </a:gridCol>
              </a:tblGrid>
              <a:tr h="65599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Size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FEATURED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CHIEF 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KEY RESULT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CONTINUED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FFA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71412"/>
                  </a:ext>
                </a:extLst>
              </a:tr>
              <a:tr h="2545765"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0" cap="all" baseline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685800" marR="685800" marT="18288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46075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41653BA-2487-E7D8-57E9-30879B465EE1}"/>
              </a:ext>
            </a:extLst>
          </p:cNvPr>
          <p:cNvCxnSpPr/>
          <p:nvPr userDrawn="1"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  <p:pic>
        <p:nvPicPr>
          <p:cNvPr id="8" name="Anglepoint Logo">
            <a:extLst>
              <a:ext uri="{FF2B5EF4-FFF2-40B4-BE49-F238E27FC236}">
                <a16:creationId xmlns:a16="http://schemas.microsoft.com/office/drawing/2014/main" id="{AEE0C30C-5D05-C0C9-6860-BA3A433C4BA7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EC83852-38AD-179A-1671-3E77A2A0C62C}"/>
              </a:ext>
            </a:extLst>
          </p:cNvPr>
          <p:cNvSpPr/>
          <p:nvPr userDrawn="1"/>
        </p:nvSpPr>
        <p:spPr>
          <a:xfrm>
            <a:off x="14630013" y="3332485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BEFORE ANGLEPOINT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847FE6-CD31-6425-9F03-57AFB963E4F1}"/>
              </a:ext>
            </a:extLst>
          </p:cNvPr>
          <p:cNvSpPr/>
          <p:nvPr userDrawn="1"/>
        </p:nvSpPr>
        <p:spPr>
          <a:xfrm>
            <a:off x="14630013" y="6428023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WITH ANGLEPOINT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3965AE-AE33-71B9-5FD3-26EF90E941DF}"/>
              </a:ext>
            </a:extLst>
          </p:cNvPr>
          <p:cNvSpPr txBox="1"/>
          <p:nvPr userDrawn="1"/>
        </p:nvSpPr>
        <p:spPr>
          <a:xfrm>
            <a:off x="436314" y="12679681"/>
            <a:ext cx="3982720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b="1" i="0" noProof="0">
                <a:solidFill>
                  <a:schemeClr val="tx2"/>
                </a:solidFill>
                <a:latin typeface="Figtree" pitchFamily="2" charset="0"/>
              </a:rPr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236417287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Na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F384C2A4-706F-F29B-AF8E-A4F92E53571E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2737363482"/>
              </p:ext>
            </p:extLst>
          </p:nvPr>
        </p:nvGraphicFramePr>
        <p:xfrm>
          <a:off x="0" y="10514239"/>
          <a:ext cx="24387175" cy="320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435">
                  <a:extLst>
                    <a:ext uri="{9D8B030D-6E8A-4147-A177-3AD203B41FA5}">
                      <a16:colId xmlns:a16="http://schemas.microsoft.com/office/drawing/2014/main" val="2552318025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385488292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32582189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8236140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837887984"/>
                    </a:ext>
                  </a:extLst>
                </a:gridCol>
              </a:tblGrid>
              <a:tr h="65599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Size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FEATURED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CHIEF 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KEY RESULT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CONTINUED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FFA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71412"/>
                  </a:ext>
                </a:extLst>
              </a:tr>
              <a:tr h="2545765"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0" cap="all" baseline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685800" marR="685800" marT="18288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46075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47050C-6317-838F-8022-AB00EEF593F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  <p:pic>
        <p:nvPicPr>
          <p:cNvPr id="11" name="Anglepoint Logo">
            <a:extLst>
              <a:ext uri="{FF2B5EF4-FFF2-40B4-BE49-F238E27FC236}">
                <a16:creationId xmlns:a16="http://schemas.microsoft.com/office/drawing/2014/main" id="{C3D53BF1-1EB9-EC19-CBA5-9AA0E3A57F2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2" name="Section">
            <a:extLst>
              <a:ext uri="{FF2B5EF4-FFF2-40B4-BE49-F238E27FC236}">
                <a16:creationId xmlns:a16="http://schemas.microsoft.com/office/drawing/2014/main" id="{4EC1D69D-523D-4A0F-4FD2-7B9AB646DA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3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62C963E4-39CE-B8D2-2B73-1C4DDEEAE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2" hasCustomPrompt="1"/>
          </p:nvPr>
        </p:nvSpPr>
        <p:spPr>
          <a:xfrm>
            <a:off x="4868796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SERVICE NAME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70235E00-F2CA-9F03-5F65-66435019E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3" hasCustomPrompt="1"/>
          </p:nvPr>
        </p:nvSpPr>
        <p:spPr>
          <a:xfrm>
            <a:off x="9751039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OUTCOME</a:t>
            </a:r>
          </a:p>
          <a:p>
            <a:pPr lvl="0"/>
            <a:r>
              <a:rPr lang="en-US"/>
              <a:t>DESCRIPTION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DE687515-E011-D673-0D51-83212BF976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4" hasCustomPrompt="1"/>
          </p:nvPr>
        </p:nvSpPr>
        <p:spPr>
          <a:xfrm>
            <a:off x="14633282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KEY RESULT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C3C97C16-EFA6-75D5-5A71-F2D784D57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5" hasCustomPrompt="1"/>
          </p:nvPr>
        </p:nvSpPr>
        <p:spPr>
          <a:xfrm>
            <a:off x="19515525" y="11146134"/>
            <a:ext cx="4882243" cy="2569866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rm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2800" b="1" i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SERVICE NAME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1A1C33B-06CE-045D-C2BF-4B88D6383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30013" y="3332485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BEFORE ANGLEPOINT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C847D87-5100-FABE-E17B-E51C5BDC3F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630013" y="6428023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WITH ANGLEPOINT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9ABA9832-39AD-FB04-8665-E26D8ACD39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0" hasCustomPrompt="1"/>
          </p:nvPr>
        </p:nvSpPr>
        <p:spPr>
          <a:xfrm>
            <a:off x="14630400" y="3912023"/>
            <a:ext cx="9756775" cy="1773367"/>
          </a:xfrm>
          <a:prstGeom prst="rect">
            <a:avLst/>
          </a:prstGeom>
        </p:spPr>
        <p:txBody>
          <a:bodyPr>
            <a:normAutofit/>
          </a:bodyPr>
          <a:lstStyle>
            <a:lvl1pPr marL="1149350" indent="-2841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tabLst/>
              <a:defRPr sz="2000" b="0" i="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5 Bullets here (Sentence case. Keep to one line per bullet)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7B919C63-822D-CF3F-62A0-496130895F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81" hasCustomPrompt="1"/>
          </p:nvPr>
        </p:nvSpPr>
        <p:spPr>
          <a:xfrm>
            <a:off x="14630400" y="6987741"/>
            <a:ext cx="9756775" cy="1773367"/>
          </a:xfrm>
          <a:prstGeom prst="rect">
            <a:avLst/>
          </a:prstGeom>
        </p:spPr>
        <p:txBody>
          <a:bodyPr>
            <a:normAutofit/>
          </a:bodyPr>
          <a:lstStyle>
            <a:lvl1pPr marL="1149350" indent="-284163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tabLst/>
              <a:defRPr sz="2000" b="0" i="0" spc="0" baseline="0">
                <a:latin typeface="Figtree" pitchFamily="2" charset="0"/>
              </a:defRPr>
            </a:lvl1pPr>
          </a:lstStyle>
          <a:p>
            <a:pPr lvl="0"/>
            <a:r>
              <a:rPr lang="en-US"/>
              <a:t>5 Bullets here (Sentence case. Keep to one line per bullet)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C033BEA-3B04-6406-4654-E3B2FAD56A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10" name="Slide Number Placeholder 7">
            <a:extLst>
              <a:ext uri="{FF2B5EF4-FFF2-40B4-BE49-F238E27FC236}">
                <a16:creationId xmlns:a16="http://schemas.microsoft.com/office/drawing/2014/main" id="{ECF48E0B-98A7-64E0-82AF-1D8D1CFA34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ther Logo">
            <a:extLst>
              <a:ext uri="{FF2B5EF4-FFF2-40B4-BE49-F238E27FC236}">
                <a16:creationId xmlns:a16="http://schemas.microsoft.com/office/drawing/2014/main" id="{0D437C23-A79A-7AA1-46A1-36C52CECC7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67" hasCustomPrompt="1"/>
          </p:nvPr>
        </p:nvSpPr>
        <p:spPr>
          <a:xfrm>
            <a:off x="1068389" y="540510"/>
            <a:ext cx="1992312" cy="1992313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marR="0" indent="0" algn="ctr" defTabSz="670736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INSERT LOGO</a:t>
            </a: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78A1C85-C369-9448-E56C-FFEB472FD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71" hasCustomPrompt="1"/>
          </p:nvPr>
        </p:nvSpPr>
        <p:spPr>
          <a:xfrm>
            <a:off x="-13447" y="11636586"/>
            <a:ext cx="4882243" cy="1320800"/>
          </a:xfrm>
          <a:prstGeom prst="rect">
            <a:avLst/>
          </a:prstGeom>
          <a:noFill/>
          <a:ln w="19050">
            <a:noFill/>
          </a:ln>
        </p:spPr>
        <p:txBody>
          <a:bodyPr anchor="ctr" anchorCtr="0">
            <a:noAutofit/>
          </a:bodyPr>
          <a:lstStyle>
            <a:lvl1pPr marL="25400" indent="0" algn="ctr">
              <a:spcBef>
                <a:spcPts val="600"/>
              </a:spcBef>
              <a:spcAft>
                <a:spcPts val="0"/>
              </a:spcAft>
              <a:buNone/>
              <a:tabLst/>
              <a:defRPr sz="6600"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pPr lvl="0"/>
            <a:r>
              <a:rPr lang="en-US"/>
              <a:t>?k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511A0-FF1E-ABAC-E585-B5303B749C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6314" y="12679681"/>
            <a:ext cx="3982720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b="1" i="0">
                <a:solidFill>
                  <a:schemeClr val="tx2"/>
                </a:solidFill>
                <a:latin typeface="Figtree" pitchFamily="2" charset="0"/>
              </a:rPr>
              <a:t>EMPLOYEES</a:t>
            </a:r>
          </a:p>
        </p:txBody>
      </p:sp>
      <p:sp>
        <p:nvSpPr>
          <p:cNvPr id="17" name="Bulleted List">
            <a:extLst>
              <a:ext uri="{FF2B5EF4-FFF2-40B4-BE49-F238E27FC236}">
                <a16:creationId xmlns:a16="http://schemas.microsoft.com/office/drawing/2014/main" id="{6A1426F4-8CD1-6FB3-4870-B5725E1187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1068388" y="5638800"/>
            <a:ext cx="11699345" cy="3122308"/>
          </a:xfrm>
          <a:prstGeom prst="rect">
            <a:avLst/>
          </a:prstGeom>
        </p:spPr>
        <p:txBody>
          <a:bodyPr wrap="square" lIns="0" anchor="t" anchorCtr="0">
            <a:noAutofit/>
          </a:bodyPr>
          <a:lstStyle>
            <a:lvl1pPr marL="15875" indent="0">
              <a:lnSpc>
                <a:spcPct val="110000"/>
              </a:lnSpc>
              <a:spcBef>
                <a:spcPts val="2000"/>
              </a:spcBef>
              <a:spcAft>
                <a:spcPts val="600"/>
              </a:spcAft>
              <a:buNone/>
              <a:tabLst/>
              <a:defRPr sz="2800" b="0" i="0" spc="-2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Summary of case study (Sentence case. ~60 words)</a:t>
            </a:r>
          </a:p>
        </p:txBody>
      </p:sp>
      <p:sp>
        <p:nvSpPr>
          <p:cNvPr id="18" name="Title 14">
            <a:extLst>
              <a:ext uri="{FF2B5EF4-FFF2-40B4-BE49-F238E27FC236}">
                <a16:creationId xmlns:a16="http://schemas.microsoft.com/office/drawing/2014/main" id="{6FE0BEC0-F530-1918-F804-1FCCA811B9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068385" y="2144430"/>
            <a:ext cx="11699348" cy="3201761"/>
          </a:xfrm>
        </p:spPr>
        <p:txBody>
          <a:bodyPr wrap="square" lIns="0" anchor="b" anchorCtr="0">
            <a:normAutofit/>
          </a:bodyPr>
          <a:lstStyle>
            <a:lvl1pPr marL="15875" indent="0">
              <a:tabLst/>
              <a:defRPr b="1" i="0">
                <a:latin typeface="Figtree ExtraBold" pitchFamily="2" charset="0"/>
              </a:defRPr>
            </a:lvl1pPr>
          </a:lstStyle>
          <a:p>
            <a:r>
              <a:rPr lang="en-US"/>
              <a:t>Branded Case Study Title (Title Caps, 66 Pt Ex Bold)</a:t>
            </a:r>
          </a:p>
        </p:txBody>
      </p:sp>
      <p:graphicFrame>
        <p:nvGraphicFramePr>
          <p:cNvPr id="2" name="Table 8">
            <a:extLst>
              <a:ext uri="{FF2B5EF4-FFF2-40B4-BE49-F238E27FC236}">
                <a16:creationId xmlns:a16="http://schemas.microsoft.com/office/drawing/2014/main" id="{EF8B2E8F-8B86-319A-15A4-4A8E170AB0A6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2737363482"/>
              </p:ext>
            </p:extLst>
          </p:nvPr>
        </p:nvGraphicFramePr>
        <p:xfrm>
          <a:off x="0" y="10514239"/>
          <a:ext cx="24387175" cy="320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7435">
                  <a:extLst>
                    <a:ext uri="{9D8B030D-6E8A-4147-A177-3AD203B41FA5}">
                      <a16:colId xmlns:a16="http://schemas.microsoft.com/office/drawing/2014/main" val="2552318025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385488292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32582189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328236140"/>
                    </a:ext>
                  </a:extLst>
                </a:gridCol>
                <a:gridCol w="4877435">
                  <a:extLst>
                    <a:ext uri="{9D8B030D-6E8A-4147-A177-3AD203B41FA5}">
                      <a16:colId xmlns:a16="http://schemas.microsoft.com/office/drawing/2014/main" val="1837887984"/>
                    </a:ext>
                  </a:extLst>
                </a:gridCol>
              </a:tblGrid>
              <a:tr h="655996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Size</a:t>
                      </a:r>
                    </a:p>
                  </a:txBody>
                  <a:tcPr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FEATURED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CHIEF OUTCOME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KEY RESULT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cap="all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CONTINUED SERVICE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FFA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271412"/>
                  </a:ext>
                </a:extLst>
              </a:tr>
              <a:tr h="2545765"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1" i="0" u="none" strike="noStrike" kern="1200" cap="all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12700" cmpd="sng">
                      <a:noFill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1" i="0" cap="all" baseline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685800" marR="685800" marT="18288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2800" b="1" i="0" kern="1200">
                        <a:solidFill>
                          <a:schemeClr val="tx2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685800" marR="685800" marT="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tx1">
                        <a:lumMod val="20000"/>
                        <a:lumOff val="8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4460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8E7859-75AF-FDB9-9A1A-21E522202686}"/>
              </a:ext>
            </a:extLst>
          </p:cNvPr>
          <p:cNvCxnSpPr/>
          <p:nvPr userDrawn="1"/>
        </p:nvCxnSpPr>
        <p:spPr>
          <a:xfrm flipV="1">
            <a:off x="14630554" y="0"/>
            <a:ext cx="0" cy="8619066"/>
          </a:xfrm>
          <a:prstGeom prst="line">
            <a:avLst/>
          </a:prstGeom>
          <a:solidFill>
            <a:srgbClr val="FFFFFF"/>
          </a:solidFill>
          <a:ln w="15875" cap="flat">
            <a:solidFill>
              <a:srgbClr val="082C49"/>
            </a:solidFill>
            <a:prstDash val="solid"/>
            <a:miter/>
          </a:ln>
        </p:spPr>
      </p:cxnSp>
      <p:pic>
        <p:nvPicPr>
          <p:cNvPr id="13" name="Anglepoint Logo">
            <a:extLst>
              <a:ext uri="{FF2B5EF4-FFF2-40B4-BE49-F238E27FC236}">
                <a16:creationId xmlns:a16="http://schemas.microsoft.com/office/drawing/2014/main" id="{1F2BFE17-85AA-A5AE-05D7-D44AB4ACE2E2}"/>
              </a:ext>
            </a:extLst>
          </p:cNvPr>
          <p:cNvPicPr/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882CCE3-EE33-1FE6-2866-7A2089F9B928}"/>
              </a:ext>
            </a:extLst>
          </p:cNvPr>
          <p:cNvSpPr/>
          <p:nvPr userDrawn="1"/>
        </p:nvSpPr>
        <p:spPr>
          <a:xfrm>
            <a:off x="14630013" y="3332485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BEFORE ANGLEPOINT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71343A-10C7-D315-9A49-53660C7B1D4F}"/>
              </a:ext>
            </a:extLst>
          </p:cNvPr>
          <p:cNvSpPr/>
          <p:nvPr userDrawn="1"/>
        </p:nvSpPr>
        <p:spPr>
          <a:xfrm>
            <a:off x="14630013" y="6428023"/>
            <a:ext cx="9757157" cy="437844"/>
          </a:xfrm>
          <a:prstGeom prst="rect">
            <a:avLst/>
          </a:prstGeom>
          <a:noFill/>
          <a:ln w="127000" cap="flat">
            <a:noFill/>
            <a:prstDash val="solid"/>
            <a:miter/>
          </a:ln>
        </p:spPr>
        <p:txBody>
          <a:bodyPr rIns="182880" rtlCol="0" anchor="t" anchorCtr="0"/>
          <a:lstStyle/>
          <a:p>
            <a:pPr marL="858838" indent="0" algn="l">
              <a:tabLst/>
            </a:pPr>
            <a:r>
              <a:rPr lang="en-US" sz="2400" b="1" i="0">
                <a:solidFill>
                  <a:schemeClr val="tx2"/>
                </a:solidFill>
                <a:latin typeface="Figtree" pitchFamily="2" charset="0"/>
              </a:rPr>
              <a:t>WITH ANGLEPOINT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0A46AE-AA30-12A6-D94A-9016CC51F61E}"/>
              </a:ext>
            </a:extLst>
          </p:cNvPr>
          <p:cNvSpPr txBox="1"/>
          <p:nvPr userDrawn="1"/>
        </p:nvSpPr>
        <p:spPr>
          <a:xfrm>
            <a:off x="436314" y="12679681"/>
            <a:ext cx="3982720" cy="32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600" b="1" i="0">
                <a:solidFill>
                  <a:schemeClr val="tx2"/>
                </a:solidFill>
                <a:latin typeface="Figtree" pitchFamily="2" charset="0"/>
              </a:rPr>
              <a:t>EMPLOYEES</a:t>
            </a:r>
          </a:p>
        </p:txBody>
      </p:sp>
    </p:spTree>
    <p:extLst>
      <p:ext uri="{BB962C8B-B14F-4D97-AF65-F5344CB8AC3E}">
        <p14:creationId xmlns:p14="http://schemas.microsoft.com/office/powerpoint/2010/main" val="341343219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0487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© 2025 Anglepoint Group, Inc. Confidential. Distribution prohibited. All rights reserved.</a:t>
            </a:r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9337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04A7BA-D6F2-6600-7D5F-7A51A1A2749F}"/>
              </a:ext>
            </a:extLst>
          </p:cNvPr>
          <p:cNvGrpSpPr/>
          <p:nvPr userDrawn="1"/>
        </p:nvGrpSpPr>
        <p:grpSpPr>
          <a:xfrm>
            <a:off x="22565903" y="279978"/>
            <a:ext cx="328807" cy="333180"/>
            <a:chOff x="22565903" y="279978"/>
            <a:chExt cx="328807" cy="333180"/>
          </a:xfrm>
          <a:solidFill>
            <a:schemeClr val="bg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6CD583-3D7C-6249-A729-9DA5EEB26635}"/>
                </a:ext>
              </a:extLst>
            </p:cNvPr>
            <p:cNvSpPr/>
            <p:nvPr/>
          </p:nvSpPr>
          <p:spPr>
            <a:xfrm>
              <a:off x="22565903" y="383538"/>
              <a:ext cx="83195" cy="83338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C79619C-8670-7549-97F1-E11CF5E05953}"/>
                </a:ext>
              </a:extLst>
            </p:cNvPr>
            <p:cNvSpPr/>
            <p:nvPr/>
          </p:nvSpPr>
          <p:spPr>
            <a:xfrm>
              <a:off x="22584943" y="279978"/>
              <a:ext cx="309767" cy="333180"/>
            </a:xfrm>
            <a:custGeom>
              <a:avLst/>
              <a:gdLst>
                <a:gd name="connsiteX0" fmla="*/ 339937 w 385198"/>
                <a:gd name="connsiteY0" fmla="*/ 53150 h 414313"/>
                <a:gd name="connsiteX1" fmla="*/ 344025 w 385198"/>
                <a:gd name="connsiteY1" fmla="*/ 64770 h 414313"/>
                <a:gd name="connsiteX2" fmla="*/ 385198 w 385198"/>
                <a:gd name="connsiteY2" fmla="*/ 0 h 414313"/>
                <a:gd name="connsiteX3" fmla="*/ 316165 w 385198"/>
                <a:gd name="connsiteY3" fmla="*/ 36767 h 414313"/>
                <a:gd name="connsiteX4" fmla="*/ 327005 w 385198"/>
                <a:gd name="connsiteY4" fmla="*/ 40862 h 414313"/>
                <a:gd name="connsiteX5" fmla="*/ 361997 w 385198"/>
                <a:gd name="connsiteY5" fmla="*/ 21146 h 414313"/>
                <a:gd name="connsiteX6" fmla="*/ 0 w 385198"/>
                <a:gd name="connsiteY6" fmla="*/ 309753 h 414313"/>
                <a:gd name="connsiteX7" fmla="*/ 272762 w 385198"/>
                <a:gd name="connsiteY7" fmla="*/ 389501 h 414313"/>
                <a:gd name="connsiteX8" fmla="*/ 272805 w 385198"/>
                <a:gd name="connsiteY8" fmla="*/ 389477 h 414313"/>
                <a:gd name="connsiteX9" fmla="*/ 272805 w 385198"/>
                <a:gd name="connsiteY9" fmla="*/ 389477 h 414313"/>
                <a:gd name="connsiteX10" fmla="*/ 352813 w 385198"/>
                <a:gd name="connsiteY10" fmla="*/ 116505 h 414313"/>
                <a:gd name="connsiteX11" fmla="*/ 320349 w 385198"/>
                <a:gd name="connsiteY11" fmla="*/ 72485 h 414313"/>
                <a:gd name="connsiteX12" fmla="*/ 331759 w 385198"/>
                <a:gd name="connsiteY12" fmla="*/ 310801 h 414313"/>
                <a:gd name="connsiteX13" fmla="*/ 221961 w 385198"/>
                <a:gd name="connsiteY13" fmla="*/ 361797 h 414313"/>
                <a:gd name="connsiteX14" fmla="*/ 165832 w 385198"/>
                <a:gd name="connsiteY14" fmla="*/ 282226 h 414313"/>
                <a:gd name="connsiteX15" fmla="*/ 284976 w 385198"/>
                <a:gd name="connsiteY15" fmla="*/ 106966 h 414313"/>
                <a:gd name="connsiteX16" fmla="*/ 331759 w 385198"/>
                <a:gd name="connsiteY16" fmla="*/ 310420 h 414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5198" h="414313">
                  <a:moveTo>
                    <a:pt x="339937" y="53150"/>
                  </a:moveTo>
                  <a:lnTo>
                    <a:pt x="344025" y="64770"/>
                  </a:lnTo>
                  <a:lnTo>
                    <a:pt x="385198" y="0"/>
                  </a:lnTo>
                  <a:lnTo>
                    <a:pt x="316165" y="36767"/>
                  </a:lnTo>
                  <a:lnTo>
                    <a:pt x="327005" y="40862"/>
                  </a:lnTo>
                  <a:lnTo>
                    <a:pt x="361997" y="21146"/>
                  </a:lnTo>
                  <a:lnTo>
                    <a:pt x="0" y="309753"/>
                  </a:lnTo>
                  <a:cubicBezTo>
                    <a:pt x="53337" y="407225"/>
                    <a:pt x="175457" y="442929"/>
                    <a:pt x="272762" y="389501"/>
                  </a:cubicBezTo>
                  <a:cubicBezTo>
                    <a:pt x="272776" y="389493"/>
                    <a:pt x="272791" y="389485"/>
                    <a:pt x="272805" y="389477"/>
                  </a:cubicBezTo>
                  <a:lnTo>
                    <a:pt x="272805" y="389477"/>
                  </a:lnTo>
                  <a:cubicBezTo>
                    <a:pt x="370149" y="336230"/>
                    <a:pt x="405970" y="214016"/>
                    <a:pt x="352813" y="116505"/>
                  </a:cubicBezTo>
                  <a:cubicBezTo>
                    <a:pt x="344044" y="100419"/>
                    <a:pt x="333122" y="85609"/>
                    <a:pt x="320349" y="72485"/>
                  </a:cubicBezTo>
                  <a:close/>
                  <a:moveTo>
                    <a:pt x="331759" y="310801"/>
                  </a:moveTo>
                  <a:cubicBezTo>
                    <a:pt x="315497" y="355255"/>
                    <a:pt x="266339" y="378087"/>
                    <a:pt x="221961" y="361797"/>
                  </a:cubicBezTo>
                  <a:cubicBezTo>
                    <a:pt x="188560" y="349537"/>
                    <a:pt x="166214" y="317857"/>
                    <a:pt x="165832" y="282226"/>
                  </a:cubicBezTo>
                  <a:cubicBezTo>
                    <a:pt x="165832" y="234601"/>
                    <a:pt x="198637" y="182023"/>
                    <a:pt x="284976" y="106966"/>
                  </a:cubicBezTo>
                  <a:cubicBezTo>
                    <a:pt x="284976" y="106966"/>
                    <a:pt x="372361" y="188690"/>
                    <a:pt x="331759" y="310420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7BCE77F-F1F5-DA4A-ADBC-96CCBED9AF7A}"/>
                </a:ext>
              </a:extLst>
            </p:cNvPr>
            <p:cNvSpPr/>
            <p:nvPr/>
          </p:nvSpPr>
          <p:spPr>
            <a:xfrm>
              <a:off x="22598784" y="289248"/>
              <a:ext cx="228864" cy="61888"/>
            </a:xfrm>
            <a:custGeom>
              <a:avLst/>
              <a:gdLst>
                <a:gd name="connsiteX0" fmla="*/ 241236 w 284595"/>
                <a:gd name="connsiteY0" fmla="*/ 72483 h 76959"/>
                <a:gd name="connsiteX1" fmla="*/ 284596 w 284595"/>
                <a:gd name="connsiteY1" fmla="*/ 45051 h 76959"/>
                <a:gd name="connsiteX2" fmla="*/ 2187 w 284595"/>
                <a:gd name="connsiteY2" fmla="*/ 74197 h 76959"/>
                <a:gd name="connsiteX3" fmla="*/ 2187 w 284595"/>
                <a:gd name="connsiteY3" fmla="*/ 74197 h 76959"/>
                <a:gd name="connsiteX4" fmla="*/ 0 w 284595"/>
                <a:gd name="connsiteY4" fmla="*/ 76960 h 76959"/>
                <a:gd name="connsiteX5" fmla="*/ 241236 w 284595"/>
                <a:gd name="connsiteY5" fmla="*/ 72483 h 7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595" h="76959">
                  <a:moveTo>
                    <a:pt x="241236" y="72483"/>
                  </a:moveTo>
                  <a:lnTo>
                    <a:pt x="284596" y="45051"/>
                  </a:lnTo>
                  <a:cubicBezTo>
                    <a:pt x="198563" y="-24977"/>
                    <a:pt x="72158" y="-11931"/>
                    <a:pt x="2187" y="74197"/>
                  </a:cubicBezTo>
                  <a:lnTo>
                    <a:pt x="2187" y="74197"/>
                  </a:lnTo>
                  <a:cubicBezTo>
                    <a:pt x="1426" y="75150"/>
                    <a:pt x="666" y="76007"/>
                    <a:pt x="0" y="76960"/>
                  </a:cubicBezTo>
                  <a:cubicBezTo>
                    <a:pt x="70445" y="21822"/>
                    <a:pt x="168801" y="19997"/>
                    <a:pt x="241236" y="72483"/>
                  </a:cubicBezTo>
                  <a:close/>
                </a:path>
              </a:pathLst>
            </a:custGeom>
            <a:grpFill/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78E8D14E-8D0C-BA47-8DDF-7CCB7FB150C7}"/>
              </a:ext>
            </a:extLst>
          </p:cNvPr>
          <p:cNvSpPr/>
          <p:nvPr userDrawn="1"/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Figtree" pitchFamily="2" charset="0"/>
              </a:rPr>
              <a:t>© 2025 Anglepoint Group, Inc. Confidential. Distribution Prohibited. All Rights Reserved.</a:t>
            </a:r>
          </a:p>
        </p:txBody>
      </p:sp>
      <p:sp>
        <p:nvSpPr>
          <p:cNvPr id="31" name="Slide Number Placeholder 34">
            <a:extLst>
              <a:ext uri="{FF2B5EF4-FFF2-40B4-BE49-F238E27FC236}">
                <a16:creationId xmlns:a16="http://schemas.microsoft.com/office/drawing/2014/main" id="{6EF564ED-132F-3F44-89C2-C4340842FCEE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1193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1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10" name="Graphic 6">
            <a:extLst>
              <a:ext uri="{FF2B5EF4-FFF2-40B4-BE49-F238E27FC236}">
                <a16:creationId xmlns:a16="http://schemas.microsoft.com/office/drawing/2014/main" id="{EC24A717-F28A-B84C-9548-D983DD155A70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4C8CE4A-AD2D-4F4C-9779-FE8905790C3E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23BD0DED-31E3-AB49-A408-6D2899CD2D27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A8FAAF5-8272-8045-ABB0-E39A191D2EEB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FBDCD45-6152-404D-8BC7-5ECD67650D7F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3E42A063-D775-884B-AB26-3F3B694F35BB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04F848B-C89B-344E-9FCB-62BC6EA19483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A887204-73AA-A44F-8BE4-2D48D9714974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C1E8C64-05C8-8343-8404-22D88AD6832C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49348C2-EBBB-C942-81B2-2F51F32A1BBD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694085C-02B4-BF4F-A8FF-085E98C565BA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9645D34-A0DA-A74E-81A3-D6B61C8F04FB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B88E36B-4AE6-D64C-8DE3-ADC799D40CD8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FC06834-81FF-9C4B-B326-FA1FF9A4060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6C5A21-4168-834E-8D65-13C50E263461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D6E068-610F-DF44-9E54-F37835B94BE9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268A612-D013-B248-BB79-543040048C70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BC8129-930E-4EAC-845C-DBCE34DD6CF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5813" y="7253288"/>
            <a:ext cx="2846387" cy="184943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GB"/>
              <a:t>Insert client logo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F1E1C-F68B-304F-A313-C24B68A574C4}"/>
              </a:ext>
            </a:extLst>
          </p:cNvPr>
          <p:cNvSpPr/>
          <p:nvPr userDrawn="1"/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Figtree" pitchFamily="2" charset="0"/>
              </a:rPr>
              <a:t>© 2025 Anglepoint Group, Inc. Confidential. Distribution Prohibited. All Rights Reserved.</a:t>
            </a:r>
          </a:p>
        </p:txBody>
      </p:sp>
      <p:sp>
        <p:nvSpPr>
          <p:cNvPr id="34" name="Slide Number Placeholder 34">
            <a:extLst>
              <a:ext uri="{FF2B5EF4-FFF2-40B4-BE49-F238E27FC236}">
                <a16:creationId xmlns:a16="http://schemas.microsoft.com/office/drawing/2014/main" id="{1458B5C1-48D9-5C4A-B50E-42F3203B2934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351857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6" name="Footer">
            <a:extLst>
              <a:ext uri="{FF2B5EF4-FFF2-40B4-BE49-F238E27FC236}">
                <a16:creationId xmlns:a16="http://schemas.microsoft.com/office/drawing/2014/main" id="{DB13A5E3-064E-BA00-596E-DC41825E460A}"/>
              </a:ext>
            </a:extLst>
          </p:cNvPr>
          <p:cNvSpPr txBox="1">
            <a:spLocks/>
          </p:cNvSpPr>
          <p:nvPr userDrawn="1"/>
        </p:nvSpPr>
        <p:spPr>
          <a:xfrm>
            <a:off x="3175" y="13441680"/>
            <a:ext cx="24387049" cy="274320"/>
          </a:xfrm>
          <a:prstGeom prst="rect">
            <a:avLst/>
          </a:prstGeom>
          <a:solidFill>
            <a:srgbClr val="002B49"/>
          </a:solidFill>
        </p:spPr>
        <p:txBody>
          <a:bodyPr vert="horz" wrap="none" lIns="91440" tIns="45720" rIns="91440" bIns="27432" rtlCol="0" anchor="ctr"/>
          <a:lstStyle>
            <a:defPPr>
              <a:defRPr lang="en-US"/>
            </a:defPPr>
            <a:lvl1pPr marL="0" algn="ctr" defTabSz="457131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FFFFFF"/>
                </a:solidFill>
                <a:latin typeface="Figtree" pitchFamily="2" charset="0"/>
              </a:rPr>
              <a:t>© 2025 Anglepoint Group, Inc. Confidential. Distribution prohibited. All rights reserved.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847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 algn="ctr">
              <a:defRPr/>
            </a:pPr>
            <a:r>
              <a:rPr lang="en-US">
                <a:solidFill>
                  <a:srgbClr val="FFFFFF"/>
                </a:solidFill>
              </a:rPr>
              <a:t>© 2025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  <p:sp>
        <p:nvSpPr>
          <p:cNvPr id="133" name="Summary">
            <a:extLst>
              <a:ext uri="{FF2B5EF4-FFF2-40B4-BE49-F238E27FC236}">
                <a16:creationId xmlns:a16="http://schemas.microsoft.com/office/drawing/2014/main" id="{C365C716-A131-BE88-F264-F3BFF69544B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0930" y="2569981"/>
            <a:ext cx="4671408" cy="959257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134" name="Title 1">
            <a:extLst>
              <a:ext uri="{FF2B5EF4-FFF2-40B4-BE49-F238E27FC236}">
                <a16:creationId xmlns:a16="http://schemas.microsoft.com/office/drawing/2014/main" id="{BACBD12B-3DDA-9D74-D46B-0F8290A0F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b="1" i="0" spc="-100" baseline="0">
                <a:solidFill>
                  <a:srgbClr val="002B49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</p:spTree>
    <p:extLst>
      <p:ext uri="{BB962C8B-B14F-4D97-AF65-F5344CB8AC3E}">
        <p14:creationId xmlns:p14="http://schemas.microsoft.com/office/powerpoint/2010/main" val="1975190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1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sp>
        <p:nvSpPr>
          <p:cNvPr id="27" name="Footer Placeholder 33">
            <a:extLst>
              <a:ext uri="{FF2B5EF4-FFF2-40B4-BE49-F238E27FC236}">
                <a16:creationId xmlns:a16="http://schemas.microsoft.com/office/drawing/2014/main" id="{39708A3A-2B08-6B4C-88BF-2970D66868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73152" rtlCol="0" anchor="ctr"/>
          <a:lstStyle>
            <a:lvl1pPr>
              <a:defRPr lang="en-US" sz="900" b="0" i="0" dirty="0">
                <a:solidFill>
                  <a:schemeClr val="bg1"/>
                </a:solidFill>
                <a:latin typeface="Figtree Light" pitchFamily="2" charset="0"/>
                <a:ea typeface="Figtree Light" pitchFamily="2" charset="0"/>
                <a:cs typeface="Figtree Light" pitchFamily="2" charset="0"/>
              </a:defRPr>
            </a:lvl1pPr>
          </a:lstStyle>
          <a:p>
            <a:pPr algn="ctr"/>
            <a:r>
              <a:rPr lang="en-US"/>
              <a:t>© 2025 Anglepoint Group, Inc. Confidential. Distribution Prohibited. All Rights Reserved</a:t>
            </a:r>
          </a:p>
        </p:txBody>
      </p:sp>
      <p:sp>
        <p:nvSpPr>
          <p:cNvPr id="28" name="Slide Number Placeholder 34">
            <a:extLst>
              <a:ext uri="{FF2B5EF4-FFF2-40B4-BE49-F238E27FC236}">
                <a16:creationId xmlns:a16="http://schemas.microsoft.com/office/drawing/2014/main" id="{38DF3B27-74BA-6B4E-A025-5B4987017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466425" y="13441680"/>
            <a:ext cx="920750" cy="274320"/>
          </a:xfrm>
          <a:prstGeom prst="rect">
            <a:avLst/>
          </a:prstGeom>
        </p:spPr>
        <p:txBody>
          <a:bodyPr vert="horz" lIns="91440" tIns="73152" rIns="91440" bIns="45720" rtlCol="0" anchor="ctr"/>
          <a:lstStyle>
            <a:lvl1pPr algn="r">
              <a:defRPr sz="1400" b="1" i="0">
                <a:solidFill>
                  <a:schemeClr val="accent2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fld id="{E50ECEB4-4230-4F0F-BCBC-F98FC4AE24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37380"/>
      </p:ext>
    </p:extLst>
  </p:cSld>
  <p:clrMapOvr>
    <a:masterClrMapping/>
  </p:clrMapOvr>
  <p:hf hdr="0" dt="0"/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936411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F9503-5610-C243-8816-778741646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113772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D419CE-2312-5A4B-9BBB-5A10DF69A3FC}"/>
              </a:ext>
            </a:extLst>
          </p:cNvPr>
          <p:cNvSpPr/>
          <p:nvPr userDrawn="1"/>
        </p:nvSpPr>
        <p:spPr>
          <a:xfrm>
            <a:off x="0" y="0"/>
            <a:ext cx="7315200" cy="13716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C3744-43EF-0848-AC23-3DE19579AD11}"/>
              </a:ext>
            </a:extLst>
          </p:cNvPr>
          <p:cNvSpPr txBox="1">
            <a:spLocks/>
          </p:cNvSpPr>
          <p:nvPr userDrawn="1"/>
        </p:nvSpPr>
        <p:spPr>
          <a:xfrm>
            <a:off x="16628538" y="902311"/>
            <a:ext cx="7315196" cy="263292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914400" indent="0" algn="l" defTabSz="182825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spc="-100" baseline="0">
                <a:solidFill>
                  <a:schemeClr val="tx2"/>
                </a:solidFill>
                <a:latin typeface="TT Norms Pro" panose="02000503030000020003" pitchFamily="2" charset="0"/>
                <a:ea typeface="TT Norms Pro" panose="02000503030000020003" pitchFamily="2" charset="0"/>
                <a:cs typeface="TT Norms Pro" panose="02000503030000020003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0">
                <a:solidFill>
                  <a:schemeClr val="bg1"/>
                </a:solidFill>
                <a:latin typeface="Figtree Light" pitchFamily="2" charset="0"/>
              </a:rPr>
              <a:t xml:space="preserve">Executive Summary: </a:t>
            </a:r>
            <a:br>
              <a:rPr lang="en-US" b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>
                <a:solidFill>
                  <a:schemeClr val="bg1"/>
                </a:solidFill>
                <a:latin typeface="Figtree Light" pitchFamily="2" charset="0"/>
              </a:rPr>
              <a:t>[Publisher]</a:t>
            </a:r>
            <a:endParaRPr lang="en-US">
              <a:solidFill>
                <a:schemeClr val="bg1"/>
              </a:solidFill>
              <a:latin typeface="Figtree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DFAFE-8138-1540-B3D6-A2B5F5F5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912"/>
            <a:ext cx="6333063" cy="2580706"/>
          </a:xfr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3836" y="3791846"/>
            <a:ext cx="5489227" cy="409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6">
            <a:extLst>
              <a:ext uri="{FF2B5EF4-FFF2-40B4-BE49-F238E27FC236}">
                <a16:creationId xmlns:a16="http://schemas.microsoft.com/office/drawing/2014/main" id="{D90FA802-5558-944E-8F54-783F6DD4CD65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097121" y="902311"/>
            <a:ext cx="4146994" cy="15586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Insert publisher logo</a:t>
            </a:r>
          </a:p>
        </p:txBody>
      </p:sp>
      <p:grpSp>
        <p:nvGrpSpPr>
          <p:cNvPr id="13" name="Graphic 6">
            <a:extLst>
              <a:ext uri="{FF2B5EF4-FFF2-40B4-BE49-F238E27FC236}">
                <a16:creationId xmlns:a16="http://schemas.microsoft.com/office/drawing/2014/main" id="{5A03CE59-870E-3F43-B1CD-53CE16044024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3242C40-4E55-7F48-A24A-0165B668F3E4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D75D1216-0C7B-B34A-9D3E-810DF765DFBF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3831444-DBC0-AE49-9C38-020E07F91746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98F77F6-C105-4241-9882-0B2490F8A194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2D68B73D-8F05-1C4E-944E-175036CFBA49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321388-1BCB-834B-9219-0FD310D275E2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1E9003C-8275-0044-9293-31D08FA04440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6A8ACE-45AA-9048-8328-1E9C1BD1293D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AC26A16-8347-2549-9036-AB0F7FF59480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4479A93-AAC2-934A-AF1C-6A68A63AE73F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CBCBFF6-9C1C-3148-9A7D-F030A0D802D3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7C9FC61-E7BC-514C-9773-5CBE7ECF1755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B63F5C9-FE22-844B-9825-21B11FB299A2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214FFD0-02C5-394E-8AF9-9ED3B3DEF6B2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C53B0E3-1951-9F48-99DA-74D2400E5F2F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1CF251B-4D3C-E240-A408-941B2CC89859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9315AC1-6728-7642-9889-E2D994C08E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7121" y="13647"/>
            <a:ext cx="1383348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54EE3D-48BD-3648-A495-B93F92242432}"/>
              </a:ext>
            </a:extLst>
          </p:cNvPr>
          <p:cNvSpPr/>
          <p:nvPr userDrawn="1"/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Figtree" pitchFamily="2" charset="0"/>
              </a:rPr>
              <a:t>© 2025 Anglepoint Group, Inc. Confidential. Distribution Prohibited. All Rights Reserved.</a:t>
            </a:r>
          </a:p>
        </p:txBody>
      </p:sp>
      <p:sp>
        <p:nvSpPr>
          <p:cNvPr id="33" name="Slide Number Placeholder 34">
            <a:extLst>
              <a:ext uri="{FF2B5EF4-FFF2-40B4-BE49-F238E27FC236}">
                <a16:creationId xmlns:a16="http://schemas.microsoft.com/office/drawing/2014/main" id="{3429D725-B959-374A-81D1-34FB70AB6BBD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468336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3989" indent="0">
              <a:spcBef>
                <a:spcPts val="0"/>
              </a:spcBef>
              <a:buNone/>
              <a:defRPr sz="3199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4"/>
            <a:ext cx="24387429" cy="10241275"/>
          </a:xfrm>
          <a:prstGeom prst="rect">
            <a:avLst/>
          </a:prstGeom>
        </p:spPr>
        <p:txBody>
          <a:bodyPr/>
          <a:lstStyle>
            <a:lvl1pPr marL="1375813" indent="-455432">
              <a:spcBef>
                <a:spcPts val="1999"/>
              </a:spcBef>
              <a:spcAft>
                <a:spcPts val="600"/>
              </a:spcAft>
              <a:defRPr sz="3599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068" indent="-455432">
              <a:spcAft>
                <a:spcPts val="600"/>
              </a:spcAft>
              <a:defRPr sz="3199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89848" indent="-455432">
              <a:spcAft>
                <a:spcPts val="600"/>
              </a:spcAft>
              <a:defRPr sz="2799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2103" indent="-455432">
              <a:spcAft>
                <a:spcPts val="600"/>
              </a:spcAft>
              <a:defRPr sz="2399"/>
            </a:lvl4pPr>
            <a:lvl5pPr marL="3203882" indent="-455432">
              <a:spcAft>
                <a:spcPts val="600"/>
              </a:spcAft>
              <a:defRPr sz="2399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pic>
        <p:nvPicPr>
          <p:cNvPr id="11" name="Picture 10" descr="Logo, company name  Description automatically generated">
            <a:extLst>
              <a:ext uri="{FF2B5EF4-FFF2-40B4-BE49-F238E27FC236}">
                <a16:creationId xmlns:a16="http://schemas.microsoft.com/office/drawing/2014/main" id="{F1D8FF88-5F4C-4821-94F8-21F77DB5A8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525224" y="369495"/>
            <a:ext cx="1485185" cy="320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26360A-48E5-69D2-945E-9B116072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706875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Figtree ExtraBold" pitchFamily="2" charset="0"/>
              </a:defRPr>
            </a:lvl1pPr>
          </a:lstStyle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69417484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" name="Bulleted List">
            <a:extLst>
              <a:ext uri="{FF2B5EF4-FFF2-40B4-BE49-F238E27FC236}">
                <a16:creationId xmlns:a16="http://schemas.microsoft.com/office/drawing/2014/main" id="{70767056-3011-9700-7F29-F9BB7BAB26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3"/>
            <a:ext cx="24387429" cy="10060090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8DBC6C-54E2-FB78-5775-BCE450DA41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085DBF9-15AD-9345-A5D1-F8EEB8193C27}" type="datetime4">
              <a:rPr lang="en-US" smtClean="0"/>
              <a:t>June 16,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D15E51-0C81-3478-AF41-4720B7048C3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8AECB-337E-B21F-B0FA-13E9F2A401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ection">
            <a:extLst>
              <a:ext uri="{FF2B5EF4-FFF2-40B4-BE49-F238E27FC236}">
                <a16:creationId xmlns:a16="http://schemas.microsoft.com/office/drawing/2014/main" id="{E2D78F3B-6249-EFAB-BF7A-AD8D6DB3F5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0"/>
            <a:ext cx="22929157" cy="524808"/>
          </a:xfrm>
          <a:prstGeom prst="rect">
            <a:avLst/>
          </a:prstGeom>
        </p:spPr>
        <p:txBody>
          <a:bodyPr lIns="91440" tIns="0" rIns="9144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68BF3A7-D808-5FEA-36A3-4B093CC24A3E}"/>
              </a:ext>
            </a:extLst>
          </p:cNvPr>
          <p:cNvGrpSpPr/>
          <p:nvPr userDrawn="1"/>
        </p:nvGrpSpPr>
        <p:grpSpPr>
          <a:xfrm>
            <a:off x="23109354" y="288009"/>
            <a:ext cx="989811" cy="198340"/>
            <a:chOff x="23109354" y="288009"/>
            <a:chExt cx="989811" cy="198340"/>
          </a:xfrm>
          <a:solidFill>
            <a:schemeClr val="tx1">
              <a:lumMod val="20000"/>
              <a:lumOff val="80000"/>
              <a:alpha val="75000"/>
            </a:schemeClr>
          </a:solidFill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547E517-D478-CA4F-B8BD-B058E9BD7BCE}"/>
                </a:ext>
              </a:extLst>
            </p:cNvPr>
            <p:cNvSpPr/>
            <p:nvPr userDrawn="1"/>
          </p:nvSpPr>
          <p:spPr>
            <a:xfrm>
              <a:off x="23900825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D49A13-553D-CE97-AD58-3F12111E160A}"/>
                </a:ext>
              </a:extLst>
            </p:cNvPr>
            <p:cNvSpPr/>
            <p:nvPr userDrawn="1"/>
          </p:nvSpPr>
          <p:spPr>
            <a:xfrm>
              <a:off x="23637002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6F290E0-7958-AA0A-9167-81472800AC8E}"/>
                </a:ext>
              </a:extLst>
            </p:cNvPr>
            <p:cNvSpPr/>
            <p:nvPr userDrawn="1"/>
          </p:nvSpPr>
          <p:spPr>
            <a:xfrm>
              <a:off x="23373178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F7F5E17-5AF9-55FE-60FE-3251454B3D64}"/>
                </a:ext>
              </a:extLst>
            </p:cNvPr>
            <p:cNvSpPr/>
            <p:nvPr userDrawn="1"/>
          </p:nvSpPr>
          <p:spPr>
            <a:xfrm>
              <a:off x="23109354" y="288009"/>
              <a:ext cx="198340" cy="198340"/>
            </a:xfrm>
            <a:prstGeom prst="ellipse">
              <a:avLst/>
            </a:prstGeom>
            <a:grpFill/>
            <a:ln w="1270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3BA1718D-14F7-C14B-FBAE-7674943A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7910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orient="horz" pos="7968">
          <p15:clr>
            <a:srgbClr val="FBAE40"/>
          </p15:clr>
        </p15:guide>
        <p15:guide id="4" pos="14689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D419CE-2312-5A4B-9BBB-5A10DF69A3FC}"/>
              </a:ext>
            </a:extLst>
          </p:cNvPr>
          <p:cNvSpPr/>
          <p:nvPr userDrawn="1"/>
        </p:nvSpPr>
        <p:spPr>
          <a:xfrm>
            <a:off x="0" y="0"/>
            <a:ext cx="7315200" cy="13716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3C3744-43EF-0848-AC23-3DE19579AD11}"/>
              </a:ext>
            </a:extLst>
          </p:cNvPr>
          <p:cNvSpPr txBox="1">
            <a:spLocks/>
          </p:cNvSpPr>
          <p:nvPr userDrawn="1"/>
        </p:nvSpPr>
        <p:spPr>
          <a:xfrm>
            <a:off x="16628538" y="902311"/>
            <a:ext cx="7315196" cy="263292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914400" indent="0" algn="l" defTabSz="182825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1" i="0" kern="1200" spc="-100" baseline="0">
                <a:solidFill>
                  <a:schemeClr val="tx2"/>
                </a:solidFill>
                <a:latin typeface="TT Norms Pro" panose="02000503030000020003" pitchFamily="2" charset="0"/>
                <a:ea typeface="TT Norms Pro" panose="02000503030000020003" pitchFamily="2" charset="0"/>
                <a:cs typeface="TT Norms Pro" panose="02000503030000020003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en-US" b="0">
                <a:solidFill>
                  <a:schemeClr val="bg1"/>
                </a:solidFill>
                <a:latin typeface="Figtree Light" pitchFamily="2" charset="0"/>
              </a:rPr>
              <a:t xml:space="preserve">Executive Summary: </a:t>
            </a:r>
            <a:br>
              <a:rPr lang="en-US" b="0">
                <a:solidFill>
                  <a:schemeClr val="bg1"/>
                </a:solidFill>
                <a:latin typeface="Figtree Light" pitchFamily="2" charset="0"/>
              </a:rPr>
            </a:br>
            <a:r>
              <a:rPr lang="en-US">
                <a:solidFill>
                  <a:schemeClr val="bg1"/>
                </a:solidFill>
                <a:latin typeface="Figtree Light" pitchFamily="2" charset="0"/>
              </a:rPr>
              <a:t>[Publisher]</a:t>
            </a:r>
            <a:endParaRPr lang="en-US">
              <a:solidFill>
                <a:schemeClr val="bg1"/>
              </a:solidFill>
              <a:latin typeface="Figtree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DFAFE-8138-1540-B3D6-A2B5F5F56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912"/>
            <a:ext cx="6333063" cy="2580706"/>
          </a:xfr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3836" y="3791846"/>
            <a:ext cx="5489227" cy="409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26">
            <a:extLst>
              <a:ext uri="{FF2B5EF4-FFF2-40B4-BE49-F238E27FC236}">
                <a16:creationId xmlns:a16="http://schemas.microsoft.com/office/drawing/2014/main" id="{D90FA802-5558-944E-8F54-783F6DD4CD65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805203" y="902311"/>
            <a:ext cx="4146994" cy="15586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Insert client logo here</a:t>
            </a:r>
          </a:p>
        </p:txBody>
      </p:sp>
      <p:grpSp>
        <p:nvGrpSpPr>
          <p:cNvPr id="13" name="Graphic 6">
            <a:extLst>
              <a:ext uri="{FF2B5EF4-FFF2-40B4-BE49-F238E27FC236}">
                <a16:creationId xmlns:a16="http://schemas.microsoft.com/office/drawing/2014/main" id="{5A03CE59-870E-3F43-B1CD-53CE16044024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3242C40-4E55-7F48-A24A-0165B668F3E4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D75D1216-0C7B-B34A-9D3E-810DF765DFBF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3831444-DBC0-AE49-9C38-020E07F91746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98F77F6-C105-4241-9882-0B2490F8A194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2D68B73D-8F05-1C4E-944E-175036CFBA49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321388-1BCB-834B-9219-0FD310D275E2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B1E9003C-8275-0044-9293-31D08FA04440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D6A8ACE-45AA-9048-8328-1E9C1BD1293D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6AC26A16-8347-2549-9036-AB0F7FF59480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74479A93-AAC2-934A-AF1C-6A68A63AE73F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CBCBFF6-9C1C-3148-9A7D-F030A0D802D3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47C9FC61-E7BC-514C-9773-5CBE7ECF1755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B63F5C9-FE22-844B-9825-21B11FB299A2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B214FFD0-02C5-394E-8AF9-9ED3B3DEF6B2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C53B0E3-1951-9F48-99DA-74D2400E5F2F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71CF251B-4D3C-E240-A408-941B2CC89859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8A75E972-BC42-CB49-B52C-A269CA6C59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05203" y="13647"/>
            <a:ext cx="13125407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59DB37-8EFC-7844-935B-1F3E7D56D73D}"/>
              </a:ext>
            </a:extLst>
          </p:cNvPr>
          <p:cNvSpPr/>
          <p:nvPr userDrawn="1"/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Figtree" pitchFamily="2" charset="0"/>
              </a:rPr>
              <a:t>© 2025 Anglepoint Group, Inc. Confidential. Distribution Prohibited. All Rights Reserved.</a:t>
            </a:r>
          </a:p>
        </p:txBody>
      </p:sp>
      <p:sp>
        <p:nvSpPr>
          <p:cNvPr id="33" name="Slide Number Placeholder 34">
            <a:extLst>
              <a:ext uri="{FF2B5EF4-FFF2-40B4-BE49-F238E27FC236}">
                <a16:creationId xmlns:a16="http://schemas.microsoft.com/office/drawing/2014/main" id="{6A35377D-11E9-294C-A0BA-34A707EEA115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246122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Dark">
    <p:bg>
      <p:bgPr>
        <a:gradFill>
          <a:gsLst>
            <a:gs pos="21000">
              <a:schemeClr val="tx2">
                <a:alpha val="97000"/>
              </a:schemeClr>
            </a:gs>
            <a:gs pos="100000">
              <a:srgbClr val="006282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9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0">
        <p:fade/>
      </p:transition>
    </mc:Choice>
    <mc:Fallback>
      <p:transition advClick="0" advTm="0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MQ L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ubtitle">
            <a:extLst>
              <a:ext uri="{FF2B5EF4-FFF2-40B4-BE49-F238E27FC236}">
                <a16:creationId xmlns:a16="http://schemas.microsoft.com/office/drawing/2014/main" id="{754CE6AA-D9E2-F705-0549-5BBAECF0BA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" y="2011680"/>
            <a:ext cx="18190015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32" name="Title">
            <a:extLst>
              <a:ext uri="{FF2B5EF4-FFF2-40B4-BE49-F238E27FC236}">
                <a16:creationId xmlns:a16="http://schemas.microsoft.com/office/drawing/2014/main" id="{893A7EE7-BB1F-CEBB-2F0E-A914D0AF43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822960"/>
            <a:ext cx="18190027" cy="1170432"/>
          </a:xfrm>
        </p:spPr>
        <p:txBody>
          <a:bodyPr/>
          <a:lstStyle>
            <a:lvl1pPr>
              <a:defRPr b="1" i="0">
                <a:latin typeface="Figtree ExtraBold" pitchFamily="2" charset="0"/>
              </a:defRPr>
            </a:lvl1pPr>
          </a:lstStyle>
          <a:p>
            <a:r>
              <a:rPr lang="en-US"/>
              <a:t>Title (Title Caps, 66 Pt Bold)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C3A1F2-F749-D265-37BA-0404BA5E9DC6}"/>
              </a:ext>
            </a:extLst>
          </p:cNvPr>
          <p:cNvGrpSpPr/>
          <p:nvPr userDrawn="1"/>
        </p:nvGrpSpPr>
        <p:grpSpPr>
          <a:xfrm>
            <a:off x="22525223" y="369811"/>
            <a:ext cx="1481667" cy="320383"/>
            <a:chOff x="22525223" y="369811"/>
            <a:chExt cx="1481667" cy="32038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0FDAF37-1CB0-6EA8-64BD-0484A07CA529}"/>
                </a:ext>
              </a:extLst>
            </p:cNvPr>
            <p:cNvGrpSpPr/>
            <p:nvPr userDrawn="1"/>
          </p:nvGrpSpPr>
          <p:grpSpPr>
            <a:xfrm>
              <a:off x="22525223" y="369811"/>
              <a:ext cx="316739" cy="320383"/>
              <a:chOff x="1354236" y="1419619"/>
              <a:chExt cx="683611" cy="691475"/>
            </a:xfrm>
            <a:solidFill>
              <a:schemeClr val="accent2"/>
            </a:solidFill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3625B930-6426-49B6-9442-ABED9C0ECAB9}"/>
                  </a:ext>
                </a:extLst>
              </p:cNvPr>
              <p:cNvSpPr/>
              <p:nvPr/>
            </p:nvSpPr>
            <p:spPr>
              <a:xfrm>
                <a:off x="1354236" y="1635042"/>
                <a:ext cx="172339" cy="172338"/>
              </a:xfrm>
              <a:custGeom>
                <a:avLst/>
                <a:gdLst>
                  <a:gd name="connsiteX0" fmla="*/ 172339 w 172339"/>
                  <a:gd name="connsiteY0" fmla="*/ 86169 h 172338"/>
                  <a:gd name="connsiteX1" fmla="*/ 86170 w 172339"/>
                  <a:gd name="connsiteY1" fmla="*/ 172339 h 172338"/>
                  <a:gd name="connsiteX2" fmla="*/ 0 w 172339"/>
                  <a:gd name="connsiteY2" fmla="*/ 86169 h 172338"/>
                  <a:gd name="connsiteX3" fmla="*/ 86170 w 172339"/>
                  <a:gd name="connsiteY3" fmla="*/ 0 h 172338"/>
                  <a:gd name="connsiteX4" fmla="*/ 172339 w 172339"/>
                  <a:gd name="connsiteY4" fmla="*/ 86169 h 172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339" h="172338">
                    <a:moveTo>
                      <a:pt x="172339" y="86169"/>
                    </a:moveTo>
                    <a:cubicBezTo>
                      <a:pt x="172339" y="133759"/>
                      <a:pt x="133760" y="172339"/>
                      <a:pt x="86170" y="172339"/>
                    </a:cubicBezTo>
                    <a:cubicBezTo>
                      <a:pt x="38579" y="172339"/>
                      <a:pt x="0" y="133759"/>
                      <a:pt x="0" y="86169"/>
                    </a:cubicBezTo>
                    <a:cubicBezTo>
                      <a:pt x="0" y="38579"/>
                      <a:pt x="38579" y="0"/>
                      <a:pt x="86170" y="0"/>
                    </a:cubicBezTo>
                    <a:cubicBezTo>
                      <a:pt x="133760" y="0"/>
                      <a:pt x="172339" y="38579"/>
                      <a:pt x="172339" y="86169"/>
                    </a:cubicBez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820C6EC2-7FEF-7EE9-5BA6-00456B9DE5FC}"/>
                  </a:ext>
                </a:extLst>
              </p:cNvPr>
              <p:cNvSpPr/>
              <p:nvPr/>
            </p:nvSpPr>
            <p:spPr>
              <a:xfrm>
                <a:off x="1393491" y="1419619"/>
                <a:ext cx="644356" cy="691475"/>
              </a:xfrm>
              <a:custGeom>
                <a:avLst/>
                <a:gdLst>
                  <a:gd name="connsiteX0" fmla="*/ 568719 w 644356"/>
                  <a:gd name="connsiteY0" fmla="*/ 89042 h 691475"/>
                  <a:gd name="connsiteX1" fmla="*/ 575421 w 644356"/>
                  <a:gd name="connsiteY1" fmla="*/ 108190 h 691475"/>
                  <a:gd name="connsiteX2" fmla="*/ 644357 w 644356"/>
                  <a:gd name="connsiteY2" fmla="*/ 0 h 691475"/>
                  <a:gd name="connsiteX3" fmla="*/ 529464 w 644356"/>
                  <a:gd name="connsiteY3" fmla="*/ 61276 h 691475"/>
                  <a:gd name="connsiteX4" fmla="*/ 547655 w 644356"/>
                  <a:gd name="connsiteY4" fmla="*/ 67978 h 691475"/>
                  <a:gd name="connsiteX5" fmla="*/ 606059 w 644356"/>
                  <a:gd name="connsiteY5" fmla="*/ 35425 h 691475"/>
                  <a:gd name="connsiteX6" fmla="*/ 0 w 644356"/>
                  <a:gd name="connsiteY6" fmla="*/ 517016 h 691475"/>
                  <a:gd name="connsiteX7" fmla="*/ 456699 w 644356"/>
                  <a:gd name="connsiteY7" fmla="*/ 650100 h 691475"/>
                  <a:gd name="connsiteX8" fmla="*/ 589783 w 644356"/>
                  <a:gd name="connsiteY8" fmla="*/ 194360 h 691475"/>
                  <a:gd name="connsiteX9" fmla="*/ 536166 w 644356"/>
                  <a:gd name="connsiteY9" fmla="*/ 121595 h 691475"/>
                  <a:gd name="connsiteX10" fmla="*/ 568719 w 644356"/>
                  <a:gd name="connsiteY10" fmla="*/ 89042 h 691475"/>
                  <a:gd name="connsiteX11" fmla="*/ 555315 w 644356"/>
                  <a:gd name="connsiteY11" fmla="*/ 518931 h 691475"/>
                  <a:gd name="connsiteX12" fmla="*/ 373401 w 644356"/>
                  <a:gd name="connsiteY12" fmla="*/ 606058 h 691475"/>
                  <a:gd name="connsiteX13" fmla="*/ 277657 w 644356"/>
                  <a:gd name="connsiteY13" fmla="*/ 472017 h 691475"/>
                  <a:gd name="connsiteX14" fmla="*/ 476805 w 644356"/>
                  <a:gd name="connsiteY14" fmla="*/ 179041 h 691475"/>
                  <a:gd name="connsiteX15" fmla="*/ 555315 w 644356"/>
                  <a:gd name="connsiteY15" fmla="*/ 518931 h 691475"/>
                  <a:gd name="connsiteX16" fmla="*/ 555315 w 644356"/>
                  <a:gd name="connsiteY16" fmla="*/ 518931 h 691475"/>
                  <a:gd name="connsiteX17" fmla="*/ 555315 w 644356"/>
                  <a:gd name="connsiteY17" fmla="*/ 518931 h 69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4356" h="691475">
                    <a:moveTo>
                      <a:pt x="568719" y="89042"/>
                    </a:moveTo>
                    <a:lnTo>
                      <a:pt x="575421" y="108190"/>
                    </a:lnTo>
                    <a:lnTo>
                      <a:pt x="644357" y="0"/>
                    </a:lnTo>
                    <a:lnTo>
                      <a:pt x="529464" y="61276"/>
                    </a:lnTo>
                    <a:lnTo>
                      <a:pt x="547655" y="67978"/>
                    </a:lnTo>
                    <a:lnTo>
                      <a:pt x="606059" y="35425"/>
                    </a:lnTo>
                    <a:lnTo>
                      <a:pt x="0" y="517016"/>
                    </a:lnTo>
                    <a:cubicBezTo>
                      <a:pt x="89042" y="679781"/>
                      <a:pt x="293934" y="739142"/>
                      <a:pt x="456699" y="650100"/>
                    </a:cubicBezTo>
                    <a:cubicBezTo>
                      <a:pt x="619463" y="561058"/>
                      <a:pt x="678824" y="357124"/>
                      <a:pt x="589783" y="194360"/>
                    </a:cubicBezTo>
                    <a:cubicBezTo>
                      <a:pt x="575421" y="167552"/>
                      <a:pt x="557230" y="142658"/>
                      <a:pt x="536166" y="121595"/>
                    </a:cubicBezTo>
                    <a:cubicBezTo>
                      <a:pt x="547655" y="109148"/>
                      <a:pt x="559145" y="98616"/>
                      <a:pt x="568719" y="89042"/>
                    </a:cubicBezTo>
                    <a:close/>
                    <a:moveTo>
                      <a:pt x="555315" y="518931"/>
                    </a:moveTo>
                    <a:cubicBezTo>
                      <a:pt x="529464" y="593611"/>
                      <a:pt x="448082" y="632866"/>
                      <a:pt x="373401" y="606058"/>
                    </a:cubicBezTo>
                    <a:cubicBezTo>
                      <a:pt x="315955" y="585952"/>
                      <a:pt x="277657" y="532335"/>
                      <a:pt x="277657" y="472017"/>
                    </a:cubicBezTo>
                    <a:cubicBezTo>
                      <a:pt x="277657" y="393507"/>
                      <a:pt x="332231" y="304465"/>
                      <a:pt x="476805" y="179041"/>
                    </a:cubicBezTo>
                    <a:cubicBezTo>
                      <a:pt x="476805" y="179041"/>
                      <a:pt x="623293" y="315954"/>
                      <a:pt x="555315" y="518931"/>
                    </a:cubicBezTo>
                    <a:lnTo>
                      <a:pt x="555315" y="518931"/>
                    </a:lnTo>
                    <a:lnTo>
                      <a:pt x="555315" y="518931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1D61145-A107-C597-B24C-B621C40F4C1E}"/>
                  </a:ext>
                </a:extLst>
              </p:cNvPr>
              <p:cNvSpPr/>
              <p:nvPr/>
            </p:nvSpPr>
            <p:spPr>
              <a:xfrm>
                <a:off x="1422214" y="1439183"/>
                <a:ext cx="476804" cy="128837"/>
              </a:xfrm>
              <a:custGeom>
                <a:avLst/>
                <a:gdLst>
                  <a:gd name="connsiteX0" fmla="*/ 404039 w 476804"/>
                  <a:gd name="connsiteY0" fmla="*/ 120221 h 128837"/>
                  <a:gd name="connsiteX1" fmla="*/ 476805 w 476804"/>
                  <a:gd name="connsiteY1" fmla="*/ 74264 h 128837"/>
                  <a:gd name="connsiteX2" fmla="*/ 3830 w 476804"/>
                  <a:gd name="connsiteY2" fmla="*/ 124051 h 128837"/>
                  <a:gd name="connsiteX3" fmla="*/ 0 w 476804"/>
                  <a:gd name="connsiteY3" fmla="*/ 128838 h 128837"/>
                  <a:gd name="connsiteX4" fmla="*/ 404039 w 476804"/>
                  <a:gd name="connsiteY4" fmla="*/ 120221 h 128837"/>
                  <a:gd name="connsiteX5" fmla="*/ 404039 w 476804"/>
                  <a:gd name="connsiteY5" fmla="*/ 120221 h 128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804" h="128837">
                    <a:moveTo>
                      <a:pt x="404039" y="120221"/>
                    </a:moveTo>
                    <a:lnTo>
                      <a:pt x="476805" y="74264"/>
                    </a:lnTo>
                    <a:cubicBezTo>
                      <a:pt x="332231" y="-41586"/>
                      <a:pt x="120637" y="-19565"/>
                      <a:pt x="3830" y="124051"/>
                    </a:cubicBezTo>
                    <a:cubicBezTo>
                      <a:pt x="2872" y="125966"/>
                      <a:pt x="957" y="126923"/>
                      <a:pt x="0" y="128838"/>
                    </a:cubicBezTo>
                    <a:cubicBezTo>
                      <a:pt x="117765" y="35966"/>
                      <a:pt x="282445" y="33094"/>
                      <a:pt x="404039" y="120221"/>
                    </a:cubicBezTo>
                    <a:lnTo>
                      <a:pt x="404039" y="120221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915189C-AFBB-535A-AF6D-742C6B3C65B5}"/>
                </a:ext>
              </a:extLst>
            </p:cNvPr>
            <p:cNvGrpSpPr/>
            <p:nvPr userDrawn="1"/>
          </p:nvGrpSpPr>
          <p:grpSpPr>
            <a:xfrm>
              <a:off x="22937339" y="432360"/>
              <a:ext cx="1069551" cy="233905"/>
              <a:chOff x="2243697" y="1554617"/>
              <a:chExt cx="2308385" cy="504832"/>
            </a:xfrm>
            <a:solidFill>
              <a:schemeClr val="accent1"/>
            </a:solidFill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EBCFB1E8-79DB-9EAE-72AF-408DF818BBF5}"/>
                  </a:ext>
                </a:extLst>
              </p:cNvPr>
              <p:cNvSpPr/>
              <p:nvPr/>
            </p:nvSpPr>
            <p:spPr>
              <a:xfrm>
                <a:off x="2593162" y="1701856"/>
                <a:ext cx="195317" cy="233821"/>
              </a:xfrm>
              <a:custGeom>
                <a:avLst/>
                <a:gdLst>
                  <a:gd name="connsiteX0" fmla="*/ 0 w 195317"/>
                  <a:gd name="connsiteY0" fmla="*/ 5951 h 233821"/>
                  <a:gd name="connsiteX1" fmla="*/ 52659 w 195317"/>
                  <a:gd name="connsiteY1" fmla="*/ 5951 h 233821"/>
                  <a:gd name="connsiteX2" fmla="*/ 52659 w 195317"/>
                  <a:gd name="connsiteY2" fmla="*/ 27015 h 233821"/>
                  <a:gd name="connsiteX3" fmla="*/ 113935 w 195317"/>
                  <a:gd name="connsiteY3" fmla="*/ 207 h 233821"/>
                  <a:gd name="connsiteX4" fmla="*/ 180956 w 195317"/>
                  <a:gd name="connsiteY4" fmla="*/ 30845 h 233821"/>
                  <a:gd name="connsiteX5" fmla="*/ 195318 w 195317"/>
                  <a:gd name="connsiteY5" fmla="*/ 94035 h 233821"/>
                  <a:gd name="connsiteX6" fmla="*/ 195318 w 195317"/>
                  <a:gd name="connsiteY6" fmla="*/ 232864 h 233821"/>
                  <a:gd name="connsiteX7" fmla="*/ 142659 w 195317"/>
                  <a:gd name="connsiteY7" fmla="*/ 232864 h 233821"/>
                  <a:gd name="connsiteX8" fmla="*/ 142659 w 195317"/>
                  <a:gd name="connsiteY8" fmla="*/ 107440 h 233821"/>
                  <a:gd name="connsiteX9" fmla="*/ 101489 w 195317"/>
                  <a:gd name="connsiteY9" fmla="*/ 48078 h 233821"/>
                  <a:gd name="connsiteX10" fmla="*/ 53617 w 195317"/>
                  <a:gd name="connsiteY10" fmla="*/ 124673 h 233821"/>
                  <a:gd name="connsiteX11" fmla="*/ 53617 w 195317"/>
                  <a:gd name="connsiteY11" fmla="*/ 233821 h 233821"/>
                  <a:gd name="connsiteX12" fmla="*/ 957 w 195317"/>
                  <a:gd name="connsiteY12" fmla="*/ 233821 h 233821"/>
                  <a:gd name="connsiteX13" fmla="*/ 0 w 195317"/>
                  <a:gd name="connsiteY13" fmla="*/ 5951 h 233821"/>
                  <a:gd name="connsiteX14" fmla="*/ 0 w 195317"/>
                  <a:gd name="connsiteY14" fmla="*/ 5951 h 2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5317" h="233821">
                    <a:moveTo>
                      <a:pt x="0" y="5951"/>
                    </a:moveTo>
                    <a:lnTo>
                      <a:pt x="52659" y="5951"/>
                    </a:lnTo>
                    <a:lnTo>
                      <a:pt x="52659" y="27015"/>
                    </a:lnTo>
                    <a:cubicBezTo>
                      <a:pt x="67978" y="8824"/>
                      <a:pt x="90957" y="-751"/>
                      <a:pt x="113935" y="207"/>
                    </a:cubicBezTo>
                    <a:cubicBezTo>
                      <a:pt x="139786" y="-1708"/>
                      <a:pt x="165637" y="9781"/>
                      <a:pt x="180956" y="30845"/>
                    </a:cubicBezTo>
                    <a:cubicBezTo>
                      <a:pt x="189573" y="43291"/>
                      <a:pt x="195318" y="58610"/>
                      <a:pt x="195318" y="94035"/>
                    </a:cubicBezTo>
                    <a:lnTo>
                      <a:pt x="195318" y="232864"/>
                    </a:lnTo>
                    <a:lnTo>
                      <a:pt x="142659" y="232864"/>
                    </a:lnTo>
                    <a:lnTo>
                      <a:pt x="142659" y="107440"/>
                    </a:lnTo>
                    <a:cubicBezTo>
                      <a:pt x="142659" y="49993"/>
                      <a:pt x="120637" y="48078"/>
                      <a:pt x="101489" y="48078"/>
                    </a:cubicBezTo>
                    <a:cubicBezTo>
                      <a:pt x="77553" y="48078"/>
                      <a:pt x="53617" y="50951"/>
                      <a:pt x="53617" y="124673"/>
                    </a:cubicBezTo>
                    <a:lnTo>
                      <a:pt x="53617" y="233821"/>
                    </a:lnTo>
                    <a:lnTo>
                      <a:pt x="957" y="233821"/>
                    </a:lnTo>
                    <a:lnTo>
                      <a:pt x="0" y="5951"/>
                    </a:lnTo>
                    <a:lnTo>
                      <a:pt x="0" y="5951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74612B2-6E5A-AF66-0823-1348115B06C3}"/>
                  </a:ext>
                </a:extLst>
              </p:cNvPr>
              <p:cNvSpPr/>
              <p:nvPr/>
            </p:nvSpPr>
            <p:spPr>
              <a:xfrm>
                <a:off x="2841083" y="1701050"/>
                <a:ext cx="230798" cy="358399"/>
              </a:xfrm>
              <a:custGeom>
                <a:avLst/>
                <a:gdLst>
                  <a:gd name="connsiteX0" fmla="*/ 178139 w 230798"/>
                  <a:gd name="connsiteY0" fmla="*/ 6758 h 358399"/>
                  <a:gd name="connsiteX1" fmla="*/ 230798 w 230798"/>
                  <a:gd name="connsiteY1" fmla="*/ 6758 h 358399"/>
                  <a:gd name="connsiteX2" fmla="*/ 230798 w 230798"/>
                  <a:gd name="connsiteY2" fmla="*/ 216436 h 358399"/>
                  <a:gd name="connsiteX3" fmla="*/ 193458 w 230798"/>
                  <a:gd name="connsiteY3" fmla="*/ 334201 h 358399"/>
                  <a:gd name="connsiteX4" fmla="*/ 117820 w 230798"/>
                  <a:gd name="connsiteY4" fmla="*/ 358137 h 358399"/>
                  <a:gd name="connsiteX5" fmla="*/ 43140 w 230798"/>
                  <a:gd name="connsiteY5" fmla="*/ 330371 h 358399"/>
                  <a:gd name="connsiteX6" fmla="*/ 9630 w 230798"/>
                  <a:gd name="connsiteY6" fmla="*/ 259521 h 358399"/>
                  <a:gd name="connsiteX7" fmla="*/ 61331 w 230798"/>
                  <a:gd name="connsiteY7" fmla="*/ 259521 h 358399"/>
                  <a:gd name="connsiteX8" fmla="*/ 78565 w 230798"/>
                  <a:gd name="connsiteY8" fmla="*/ 294946 h 358399"/>
                  <a:gd name="connsiteX9" fmla="*/ 119735 w 230798"/>
                  <a:gd name="connsiteY9" fmla="*/ 310265 h 358399"/>
                  <a:gd name="connsiteX10" fmla="*/ 160905 w 230798"/>
                  <a:gd name="connsiteY10" fmla="*/ 294946 h 358399"/>
                  <a:gd name="connsiteX11" fmla="*/ 178139 w 230798"/>
                  <a:gd name="connsiteY11" fmla="*/ 237500 h 358399"/>
                  <a:gd name="connsiteX12" fmla="*/ 178139 w 230798"/>
                  <a:gd name="connsiteY12" fmla="*/ 207819 h 358399"/>
                  <a:gd name="connsiteX13" fmla="*/ 109203 w 230798"/>
                  <a:gd name="connsiteY13" fmla="*/ 240372 h 358399"/>
                  <a:gd name="connsiteX14" fmla="*/ 34523 w 230798"/>
                  <a:gd name="connsiteY14" fmla="*/ 209734 h 358399"/>
                  <a:gd name="connsiteX15" fmla="*/ 55 w 230798"/>
                  <a:gd name="connsiteY15" fmla="*/ 119735 h 358399"/>
                  <a:gd name="connsiteX16" fmla="*/ 33566 w 230798"/>
                  <a:gd name="connsiteY16" fmla="*/ 31651 h 358399"/>
                  <a:gd name="connsiteX17" fmla="*/ 111118 w 230798"/>
                  <a:gd name="connsiteY17" fmla="*/ 55 h 358399"/>
                  <a:gd name="connsiteX18" fmla="*/ 179096 w 230798"/>
                  <a:gd name="connsiteY18" fmla="*/ 30693 h 358399"/>
                  <a:gd name="connsiteX19" fmla="*/ 178139 w 230798"/>
                  <a:gd name="connsiteY19" fmla="*/ 6758 h 358399"/>
                  <a:gd name="connsiteX20" fmla="*/ 178139 w 230798"/>
                  <a:gd name="connsiteY20" fmla="*/ 6758 h 358399"/>
                  <a:gd name="connsiteX21" fmla="*/ 76650 w 230798"/>
                  <a:gd name="connsiteY21" fmla="*/ 64204 h 358399"/>
                  <a:gd name="connsiteX22" fmla="*/ 53672 w 230798"/>
                  <a:gd name="connsiteY22" fmla="*/ 121650 h 358399"/>
                  <a:gd name="connsiteX23" fmla="*/ 76650 w 230798"/>
                  <a:gd name="connsiteY23" fmla="*/ 179096 h 358399"/>
                  <a:gd name="connsiteX24" fmla="*/ 116863 w 230798"/>
                  <a:gd name="connsiteY24" fmla="*/ 194415 h 358399"/>
                  <a:gd name="connsiteX25" fmla="*/ 160905 w 230798"/>
                  <a:gd name="connsiteY25" fmla="*/ 176224 h 358399"/>
                  <a:gd name="connsiteX26" fmla="*/ 181011 w 230798"/>
                  <a:gd name="connsiteY26" fmla="*/ 122607 h 358399"/>
                  <a:gd name="connsiteX27" fmla="*/ 159948 w 230798"/>
                  <a:gd name="connsiteY27" fmla="*/ 65161 h 358399"/>
                  <a:gd name="connsiteX28" fmla="*/ 117820 w 230798"/>
                  <a:gd name="connsiteY28" fmla="*/ 48885 h 358399"/>
                  <a:gd name="connsiteX29" fmla="*/ 76650 w 230798"/>
                  <a:gd name="connsiteY29" fmla="*/ 64204 h 358399"/>
                  <a:gd name="connsiteX30" fmla="*/ 76650 w 230798"/>
                  <a:gd name="connsiteY30" fmla="*/ 64204 h 358399"/>
                  <a:gd name="connsiteX31" fmla="*/ 76650 w 230798"/>
                  <a:gd name="connsiteY31" fmla="*/ 64204 h 35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0798" h="358399">
                    <a:moveTo>
                      <a:pt x="178139" y="6758"/>
                    </a:moveTo>
                    <a:lnTo>
                      <a:pt x="230798" y="6758"/>
                    </a:lnTo>
                    <a:lnTo>
                      <a:pt x="230798" y="216436"/>
                    </a:lnTo>
                    <a:cubicBezTo>
                      <a:pt x="230798" y="270053"/>
                      <a:pt x="225054" y="308350"/>
                      <a:pt x="193458" y="334201"/>
                    </a:cubicBezTo>
                    <a:cubicBezTo>
                      <a:pt x="172394" y="351435"/>
                      <a:pt x="145586" y="360052"/>
                      <a:pt x="117820" y="358137"/>
                    </a:cubicBezTo>
                    <a:cubicBezTo>
                      <a:pt x="90055" y="359095"/>
                      <a:pt x="63246" y="349520"/>
                      <a:pt x="43140" y="330371"/>
                    </a:cubicBezTo>
                    <a:cubicBezTo>
                      <a:pt x="24949" y="311223"/>
                      <a:pt x="13459" y="286329"/>
                      <a:pt x="9630" y="259521"/>
                    </a:cubicBezTo>
                    <a:lnTo>
                      <a:pt x="61331" y="259521"/>
                    </a:lnTo>
                    <a:cubicBezTo>
                      <a:pt x="63246" y="272925"/>
                      <a:pt x="68991" y="285372"/>
                      <a:pt x="78565" y="294946"/>
                    </a:cubicBezTo>
                    <a:cubicBezTo>
                      <a:pt x="89097" y="305478"/>
                      <a:pt x="104416" y="311223"/>
                      <a:pt x="119735" y="310265"/>
                    </a:cubicBezTo>
                    <a:cubicBezTo>
                      <a:pt x="135054" y="311223"/>
                      <a:pt x="150373" y="305478"/>
                      <a:pt x="160905" y="294946"/>
                    </a:cubicBezTo>
                    <a:cubicBezTo>
                      <a:pt x="174309" y="278670"/>
                      <a:pt x="181011" y="258564"/>
                      <a:pt x="178139" y="237500"/>
                    </a:cubicBezTo>
                    <a:lnTo>
                      <a:pt x="178139" y="207819"/>
                    </a:lnTo>
                    <a:cubicBezTo>
                      <a:pt x="161862" y="228883"/>
                      <a:pt x="136012" y="241330"/>
                      <a:pt x="109203" y="240372"/>
                    </a:cubicBezTo>
                    <a:cubicBezTo>
                      <a:pt x="80480" y="241330"/>
                      <a:pt x="53672" y="230798"/>
                      <a:pt x="34523" y="209734"/>
                    </a:cubicBezTo>
                    <a:cubicBezTo>
                      <a:pt x="11545" y="184841"/>
                      <a:pt x="55" y="153245"/>
                      <a:pt x="55" y="119735"/>
                    </a:cubicBezTo>
                    <a:cubicBezTo>
                      <a:pt x="-902" y="87182"/>
                      <a:pt x="10587" y="55587"/>
                      <a:pt x="33566" y="31651"/>
                    </a:cubicBezTo>
                    <a:cubicBezTo>
                      <a:pt x="53672" y="10587"/>
                      <a:pt x="81438" y="-902"/>
                      <a:pt x="111118" y="55"/>
                    </a:cubicBezTo>
                    <a:cubicBezTo>
                      <a:pt x="136969" y="-902"/>
                      <a:pt x="161862" y="10587"/>
                      <a:pt x="179096" y="30693"/>
                    </a:cubicBezTo>
                    <a:lnTo>
                      <a:pt x="178139" y="6758"/>
                    </a:lnTo>
                    <a:lnTo>
                      <a:pt x="178139" y="6758"/>
                    </a:lnTo>
                    <a:close/>
                    <a:moveTo>
                      <a:pt x="76650" y="64204"/>
                    </a:moveTo>
                    <a:cubicBezTo>
                      <a:pt x="61331" y="79523"/>
                      <a:pt x="52714" y="100586"/>
                      <a:pt x="53672" y="121650"/>
                    </a:cubicBezTo>
                    <a:cubicBezTo>
                      <a:pt x="52714" y="142714"/>
                      <a:pt x="61331" y="163777"/>
                      <a:pt x="76650" y="179096"/>
                    </a:cubicBezTo>
                    <a:cubicBezTo>
                      <a:pt x="88140" y="188671"/>
                      <a:pt x="102501" y="194415"/>
                      <a:pt x="116863" y="194415"/>
                    </a:cubicBezTo>
                    <a:cubicBezTo>
                      <a:pt x="133139" y="195373"/>
                      <a:pt x="149416" y="188671"/>
                      <a:pt x="160905" y="176224"/>
                    </a:cubicBezTo>
                    <a:cubicBezTo>
                      <a:pt x="174309" y="161862"/>
                      <a:pt x="181011" y="142714"/>
                      <a:pt x="181011" y="122607"/>
                    </a:cubicBezTo>
                    <a:cubicBezTo>
                      <a:pt x="181969" y="101544"/>
                      <a:pt x="174309" y="80480"/>
                      <a:pt x="159948" y="65161"/>
                    </a:cubicBezTo>
                    <a:cubicBezTo>
                      <a:pt x="148458" y="53672"/>
                      <a:pt x="133139" y="47927"/>
                      <a:pt x="117820" y="48885"/>
                    </a:cubicBezTo>
                    <a:cubicBezTo>
                      <a:pt x="101544" y="47927"/>
                      <a:pt x="87182" y="53672"/>
                      <a:pt x="76650" y="64204"/>
                    </a:cubicBezTo>
                    <a:lnTo>
                      <a:pt x="76650" y="64204"/>
                    </a:lnTo>
                    <a:lnTo>
                      <a:pt x="76650" y="64204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02C2A94-DADF-61A2-E095-5ABCC7C6D6C9}"/>
                  </a:ext>
                </a:extLst>
              </p:cNvPr>
              <p:cNvSpPr/>
              <p:nvPr/>
            </p:nvSpPr>
            <p:spPr>
              <a:xfrm>
                <a:off x="3136975" y="1583340"/>
                <a:ext cx="52671" cy="352337"/>
              </a:xfrm>
              <a:custGeom>
                <a:avLst/>
                <a:gdLst>
                  <a:gd name="connsiteX0" fmla="*/ 52672 w 52671"/>
                  <a:gd name="connsiteY0" fmla="*/ 0 h 352337"/>
                  <a:gd name="connsiteX1" fmla="*/ 52672 w 52671"/>
                  <a:gd name="connsiteY1" fmla="*/ 352337 h 352337"/>
                  <a:gd name="connsiteX2" fmla="*/ 13 w 52671"/>
                  <a:gd name="connsiteY2" fmla="*/ 352337 h 352337"/>
                  <a:gd name="connsiteX3" fmla="*/ 13 w 52671"/>
                  <a:gd name="connsiteY3" fmla="*/ 42127 h 352337"/>
                  <a:gd name="connsiteX4" fmla="*/ 52672 w 52671"/>
                  <a:gd name="connsiteY4" fmla="*/ 0 h 352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71" h="352337">
                    <a:moveTo>
                      <a:pt x="52672" y="0"/>
                    </a:moveTo>
                    <a:lnTo>
                      <a:pt x="52672" y="352337"/>
                    </a:lnTo>
                    <a:lnTo>
                      <a:pt x="13" y="352337"/>
                    </a:lnTo>
                    <a:lnTo>
                      <a:pt x="13" y="42127"/>
                    </a:lnTo>
                    <a:cubicBezTo>
                      <a:pt x="-945" y="42127"/>
                      <a:pt x="52672" y="0"/>
                      <a:pt x="52672" y="0"/>
                    </a:cubicBez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8784F4A-7E18-BBB9-FFEA-C5A6F7FD5D32}"/>
                  </a:ext>
                </a:extLst>
              </p:cNvPr>
              <p:cNvSpPr/>
              <p:nvPr/>
            </p:nvSpPr>
            <p:spPr>
              <a:xfrm>
                <a:off x="4080065" y="1583340"/>
                <a:ext cx="52659" cy="72765"/>
              </a:xfrm>
              <a:custGeom>
                <a:avLst/>
                <a:gdLst>
                  <a:gd name="connsiteX0" fmla="*/ 52659 w 52659"/>
                  <a:gd name="connsiteY0" fmla="*/ 0 h 72765"/>
                  <a:gd name="connsiteX1" fmla="*/ 52659 w 52659"/>
                  <a:gd name="connsiteY1" fmla="*/ 72765 h 72765"/>
                  <a:gd name="connsiteX2" fmla="*/ 0 w 52659"/>
                  <a:gd name="connsiteY2" fmla="*/ 72765 h 72765"/>
                  <a:gd name="connsiteX3" fmla="*/ 0 w 52659"/>
                  <a:gd name="connsiteY3" fmla="*/ 42127 h 72765"/>
                  <a:gd name="connsiteX4" fmla="*/ 52659 w 52659"/>
                  <a:gd name="connsiteY4" fmla="*/ 0 h 72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59" h="72765">
                    <a:moveTo>
                      <a:pt x="52659" y="0"/>
                    </a:moveTo>
                    <a:lnTo>
                      <a:pt x="52659" y="72765"/>
                    </a:lnTo>
                    <a:lnTo>
                      <a:pt x="0" y="72765"/>
                    </a:lnTo>
                    <a:lnTo>
                      <a:pt x="0" y="42127"/>
                    </a:lnTo>
                    <a:lnTo>
                      <a:pt x="52659" y="0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259AE48-E58C-CB74-C70F-25E901EB9BD9}"/>
                  </a:ext>
                </a:extLst>
              </p:cNvPr>
              <p:cNvSpPr/>
              <p:nvPr/>
            </p:nvSpPr>
            <p:spPr>
              <a:xfrm>
                <a:off x="3242254" y="1702003"/>
                <a:ext cx="216653" cy="240599"/>
              </a:xfrm>
              <a:custGeom>
                <a:avLst/>
                <a:gdLst>
                  <a:gd name="connsiteX0" fmla="*/ 215475 w 216653"/>
                  <a:gd name="connsiteY0" fmla="*/ 181973 h 240599"/>
                  <a:gd name="connsiteX1" fmla="*/ 177178 w 216653"/>
                  <a:gd name="connsiteY1" fmla="*/ 223143 h 240599"/>
                  <a:gd name="connsiteX2" fmla="*/ 110157 w 216653"/>
                  <a:gd name="connsiteY2" fmla="*/ 240377 h 240599"/>
                  <a:gd name="connsiteX3" fmla="*/ 33562 w 216653"/>
                  <a:gd name="connsiteY3" fmla="*/ 211654 h 240599"/>
                  <a:gd name="connsiteX4" fmla="*/ 51 w 216653"/>
                  <a:gd name="connsiteY4" fmla="*/ 124527 h 240599"/>
                  <a:gd name="connsiteX5" fmla="*/ 36434 w 216653"/>
                  <a:gd name="connsiteY5" fmla="*/ 30698 h 240599"/>
                  <a:gd name="connsiteX6" fmla="*/ 112072 w 216653"/>
                  <a:gd name="connsiteY6" fmla="*/ 60 h 240599"/>
                  <a:gd name="connsiteX7" fmla="*/ 184837 w 216653"/>
                  <a:gd name="connsiteY7" fmla="*/ 29741 h 240599"/>
                  <a:gd name="connsiteX8" fmla="*/ 216433 w 216653"/>
                  <a:gd name="connsiteY8" fmla="*/ 125484 h 240599"/>
                  <a:gd name="connsiteX9" fmla="*/ 216433 w 216653"/>
                  <a:gd name="connsiteY9" fmla="*/ 132186 h 240599"/>
                  <a:gd name="connsiteX10" fmla="*/ 53668 w 216653"/>
                  <a:gd name="connsiteY10" fmla="*/ 132186 h 240599"/>
                  <a:gd name="connsiteX11" fmla="*/ 72817 w 216653"/>
                  <a:gd name="connsiteY11" fmla="*/ 178143 h 240599"/>
                  <a:gd name="connsiteX12" fmla="*/ 113029 w 216653"/>
                  <a:gd name="connsiteY12" fmla="*/ 192505 h 240599"/>
                  <a:gd name="connsiteX13" fmla="*/ 149412 w 216653"/>
                  <a:gd name="connsiteY13" fmla="*/ 181016 h 240599"/>
                  <a:gd name="connsiteX14" fmla="*/ 170476 w 216653"/>
                  <a:gd name="connsiteY14" fmla="*/ 156122 h 240599"/>
                  <a:gd name="connsiteX15" fmla="*/ 215475 w 216653"/>
                  <a:gd name="connsiteY15" fmla="*/ 181973 h 240599"/>
                  <a:gd name="connsiteX16" fmla="*/ 215475 w 216653"/>
                  <a:gd name="connsiteY16" fmla="*/ 181973 h 240599"/>
                  <a:gd name="connsiteX17" fmla="*/ 163774 w 216653"/>
                  <a:gd name="connsiteY17" fmla="*/ 89102 h 240599"/>
                  <a:gd name="connsiteX18" fmla="*/ 147497 w 216653"/>
                  <a:gd name="connsiteY18" fmla="*/ 58464 h 240599"/>
                  <a:gd name="connsiteX19" fmla="*/ 74732 w 216653"/>
                  <a:gd name="connsiteY19" fmla="*/ 60379 h 240599"/>
                  <a:gd name="connsiteX20" fmla="*/ 58455 w 216653"/>
                  <a:gd name="connsiteY20" fmla="*/ 89102 h 240599"/>
                  <a:gd name="connsiteX21" fmla="*/ 163774 w 216653"/>
                  <a:gd name="connsiteY21" fmla="*/ 89102 h 240599"/>
                  <a:gd name="connsiteX22" fmla="*/ 163774 w 216653"/>
                  <a:gd name="connsiteY22" fmla="*/ 89102 h 240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6653" h="240599">
                    <a:moveTo>
                      <a:pt x="215475" y="181973"/>
                    </a:moveTo>
                    <a:cubicBezTo>
                      <a:pt x="205901" y="199207"/>
                      <a:pt x="193454" y="212611"/>
                      <a:pt x="177178" y="223143"/>
                    </a:cubicBezTo>
                    <a:cubicBezTo>
                      <a:pt x="157072" y="234632"/>
                      <a:pt x="134093" y="241334"/>
                      <a:pt x="110157" y="240377"/>
                    </a:cubicBezTo>
                    <a:cubicBezTo>
                      <a:pt x="81434" y="242292"/>
                      <a:pt x="53668" y="231760"/>
                      <a:pt x="33562" y="211654"/>
                    </a:cubicBezTo>
                    <a:cubicBezTo>
                      <a:pt x="11541" y="188675"/>
                      <a:pt x="-906" y="157080"/>
                      <a:pt x="51" y="124527"/>
                    </a:cubicBezTo>
                    <a:cubicBezTo>
                      <a:pt x="-906" y="90059"/>
                      <a:pt x="12498" y="56549"/>
                      <a:pt x="36434" y="30698"/>
                    </a:cubicBezTo>
                    <a:cubicBezTo>
                      <a:pt x="56540" y="10592"/>
                      <a:pt x="84306" y="-897"/>
                      <a:pt x="112072" y="60"/>
                    </a:cubicBezTo>
                    <a:cubicBezTo>
                      <a:pt x="139838" y="-897"/>
                      <a:pt x="165688" y="9634"/>
                      <a:pt x="184837" y="29741"/>
                    </a:cubicBezTo>
                    <a:cubicBezTo>
                      <a:pt x="207816" y="56549"/>
                      <a:pt x="218348" y="91017"/>
                      <a:pt x="216433" y="125484"/>
                    </a:cubicBezTo>
                    <a:lnTo>
                      <a:pt x="216433" y="132186"/>
                    </a:lnTo>
                    <a:lnTo>
                      <a:pt x="53668" y="132186"/>
                    </a:lnTo>
                    <a:cubicBezTo>
                      <a:pt x="54625" y="149420"/>
                      <a:pt x="61328" y="165697"/>
                      <a:pt x="72817" y="178143"/>
                    </a:cubicBezTo>
                    <a:cubicBezTo>
                      <a:pt x="83349" y="188675"/>
                      <a:pt x="98668" y="193462"/>
                      <a:pt x="113029" y="192505"/>
                    </a:cubicBezTo>
                    <a:cubicBezTo>
                      <a:pt x="126433" y="193462"/>
                      <a:pt x="138880" y="188675"/>
                      <a:pt x="149412" y="181016"/>
                    </a:cubicBezTo>
                    <a:cubicBezTo>
                      <a:pt x="158029" y="174314"/>
                      <a:pt x="164731" y="165697"/>
                      <a:pt x="170476" y="156122"/>
                    </a:cubicBezTo>
                    <a:lnTo>
                      <a:pt x="215475" y="181973"/>
                    </a:lnTo>
                    <a:lnTo>
                      <a:pt x="215475" y="181973"/>
                    </a:lnTo>
                    <a:close/>
                    <a:moveTo>
                      <a:pt x="163774" y="89102"/>
                    </a:moveTo>
                    <a:cubicBezTo>
                      <a:pt x="161859" y="77612"/>
                      <a:pt x="156114" y="67081"/>
                      <a:pt x="147497" y="58464"/>
                    </a:cubicBezTo>
                    <a:cubicBezTo>
                      <a:pt x="126433" y="40272"/>
                      <a:pt x="94838" y="41230"/>
                      <a:pt x="74732" y="60379"/>
                    </a:cubicBezTo>
                    <a:cubicBezTo>
                      <a:pt x="67072" y="68038"/>
                      <a:pt x="61328" y="78570"/>
                      <a:pt x="58455" y="89102"/>
                    </a:cubicBezTo>
                    <a:lnTo>
                      <a:pt x="163774" y="89102"/>
                    </a:lnTo>
                    <a:lnTo>
                      <a:pt x="163774" y="89102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D95FA8EC-04FE-6272-B672-6352C4D2EF3E}"/>
                  </a:ext>
                </a:extLst>
              </p:cNvPr>
              <p:cNvSpPr/>
              <p:nvPr/>
            </p:nvSpPr>
            <p:spPr>
              <a:xfrm>
                <a:off x="3513261" y="1702007"/>
                <a:ext cx="230742" cy="357179"/>
              </a:xfrm>
              <a:custGeom>
                <a:avLst/>
                <a:gdLst>
                  <a:gd name="connsiteX0" fmla="*/ 52659 w 230742"/>
                  <a:gd name="connsiteY0" fmla="*/ 357180 h 357179"/>
                  <a:gd name="connsiteX1" fmla="*/ 0 w 230742"/>
                  <a:gd name="connsiteY1" fmla="*/ 357180 h 357179"/>
                  <a:gd name="connsiteX2" fmla="*/ 0 w 230742"/>
                  <a:gd name="connsiteY2" fmla="*/ 5800 h 357179"/>
                  <a:gd name="connsiteX3" fmla="*/ 52659 w 230742"/>
                  <a:gd name="connsiteY3" fmla="*/ 5800 h 357179"/>
                  <a:gd name="connsiteX4" fmla="*/ 52659 w 230742"/>
                  <a:gd name="connsiteY4" fmla="*/ 30693 h 357179"/>
                  <a:gd name="connsiteX5" fmla="*/ 119680 w 230742"/>
                  <a:gd name="connsiteY5" fmla="*/ 55 h 357179"/>
                  <a:gd name="connsiteX6" fmla="*/ 230743 w 230742"/>
                  <a:gd name="connsiteY6" fmla="*/ 117820 h 357179"/>
                  <a:gd name="connsiteX7" fmla="*/ 120637 w 230742"/>
                  <a:gd name="connsiteY7" fmla="*/ 239415 h 357179"/>
                  <a:gd name="connsiteX8" fmla="*/ 52659 w 230742"/>
                  <a:gd name="connsiteY8" fmla="*/ 205905 h 357179"/>
                  <a:gd name="connsiteX9" fmla="*/ 52659 w 230742"/>
                  <a:gd name="connsiteY9" fmla="*/ 357180 h 357179"/>
                  <a:gd name="connsiteX10" fmla="*/ 52659 w 230742"/>
                  <a:gd name="connsiteY10" fmla="*/ 357180 h 357179"/>
                  <a:gd name="connsiteX11" fmla="*/ 49787 w 230742"/>
                  <a:gd name="connsiteY11" fmla="*/ 121650 h 357179"/>
                  <a:gd name="connsiteX12" fmla="*/ 113935 w 230742"/>
                  <a:gd name="connsiteY12" fmla="*/ 193458 h 357179"/>
                  <a:gd name="connsiteX13" fmla="*/ 177126 w 230742"/>
                  <a:gd name="connsiteY13" fmla="*/ 121650 h 357179"/>
                  <a:gd name="connsiteX14" fmla="*/ 113935 w 230742"/>
                  <a:gd name="connsiteY14" fmla="*/ 48885 h 357179"/>
                  <a:gd name="connsiteX15" fmla="*/ 49787 w 230742"/>
                  <a:gd name="connsiteY15" fmla="*/ 121650 h 357179"/>
                  <a:gd name="connsiteX16" fmla="*/ 49787 w 230742"/>
                  <a:gd name="connsiteY16" fmla="*/ 121650 h 357179"/>
                  <a:gd name="connsiteX17" fmla="*/ 49787 w 230742"/>
                  <a:gd name="connsiteY17" fmla="*/ 121650 h 357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0742" h="357179">
                    <a:moveTo>
                      <a:pt x="52659" y="357180"/>
                    </a:moveTo>
                    <a:lnTo>
                      <a:pt x="0" y="357180"/>
                    </a:lnTo>
                    <a:lnTo>
                      <a:pt x="0" y="5800"/>
                    </a:lnTo>
                    <a:lnTo>
                      <a:pt x="52659" y="5800"/>
                    </a:lnTo>
                    <a:lnTo>
                      <a:pt x="52659" y="30693"/>
                    </a:lnTo>
                    <a:cubicBezTo>
                      <a:pt x="68936" y="10587"/>
                      <a:pt x="93829" y="-902"/>
                      <a:pt x="119680" y="55"/>
                    </a:cubicBezTo>
                    <a:cubicBezTo>
                      <a:pt x="179999" y="55"/>
                      <a:pt x="230743" y="46012"/>
                      <a:pt x="230743" y="117820"/>
                    </a:cubicBezTo>
                    <a:cubicBezTo>
                      <a:pt x="230743" y="194415"/>
                      <a:pt x="174254" y="239415"/>
                      <a:pt x="120637" y="239415"/>
                    </a:cubicBezTo>
                    <a:cubicBezTo>
                      <a:pt x="93829" y="238457"/>
                      <a:pt x="68936" y="226968"/>
                      <a:pt x="52659" y="205905"/>
                    </a:cubicBezTo>
                    <a:lnTo>
                      <a:pt x="52659" y="357180"/>
                    </a:lnTo>
                    <a:lnTo>
                      <a:pt x="52659" y="357180"/>
                    </a:lnTo>
                    <a:close/>
                    <a:moveTo>
                      <a:pt x="49787" y="121650"/>
                    </a:moveTo>
                    <a:cubicBezTo>
                      <a:pt x="49787" y="169522"/>
                      <a:pt x="80425" y="193458"/>
                      <a:pt x="113935" y="193458"/>
                    </a:cubicBezTo>
                    <a:cubicBezTo>
                      <a:pt x="152233" y="193458"/>
                      <a:pt x="177126" y="160905"/>
                      <a:pt x="177126" y="121650"/>
                    </a:cubicBezTo>
                    <a:cubicBezTo>
                      <a:pt x="177126" y="82395"/>
                      <a:pt x="152233" y="48885"/>
                      <a:pt x="113935" y="48885"/>
                    </a:cubicBezTo>
                    <a:cubicBezTo>
                      <a:pt x="80425" y="47927"/>
                      <a:pt x="49787" y="71863"/>
                      <a:pt x="49787" y="121650"/>
                    </a:cubicBezTo>
                    <a:lnTo>
                      <a:pt x="49787" y="121650"/>
                    </a:lnTo>
                    <a:lnTo>
                      <a:pt x="49787" y="121650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FE1DEC6-D9F6-5918-9286-5FA269C07B53}"/>
                  </a:ext>
                </a:extLst>
              </p:cNvPr>
              <p:cNvSpPr/>
              <p:nvPr/>
            </p:nvSpPr>
            <p:spPr>
              <a:xfrm>
                <a:off x="3785161" y="1701054"/>
                <a:ext cx="243214" cy="243253"/>
              </a:xfrm>
              <a:custGeom>
                <a:avLst/>
                <a:gdLst>
                  <a:gd name="connsiteX0" fmla="*/ 243202 w 243214"/>
                  <a:gd name="connsiteY0" fmla="*/ 120689 h 243253"/>
                  <a:gd name="connsiteX1" fmla="*/ 123522 w 243214"/>
                  <a:gd name="connsiteY1" fmla="*/ 243241 h 243253"/>
                  <a:gd name="connsiteX2" fmla="*/ 13 w 243214"/>
                  <a:gd name="connsiteY2" fmla="*/ 123561 h 243253"/>
                  <a:gd name="connsiteX3" fmla="*/ 119693 w 243214"/>
                  <a:gd name="connsiteY3" fmla="*/ 52 h 243253"/>
                  <a:gd name="connsiteX4" fmla="*/ 121608 w 243214"/>
                  <a:gd name="connsiteY4" fmla="*/ 52 h 243253"/>
                  <a:gd name="connsiteX5" fmla="*/ 243202 w 243214"/>
                  <a:gd name="connsiteY5" fmla="*/ 114944 h 243253"/>
                  <a:gd name="connsiteX6" fmla="*/ 243202 w 243214"/>
                  <a:gd name="connsiteY6" fmla="*/ 120689 h 243253"/>
                  <a:gd name="connsiteX7" fmla="*/ 243202 w 243214"/>
                  <a:gd name="connsiteY7" fmla="*/ 120689 h 243253"/>
                  <a:gd name="connsiteX8" fmla="*/ 188628 w 243214"/>
                  <a:gd name="connsiteY8" fmla="*/ 121646 h 243253"/>
                  <a:gd name="connsiteX9" fmla="*/ 121608 w 243214"/>
                  <a:gd name="connsiteY9" fmla="*/ 48881 h 243253"/>
                  <a:gd name="connsiteX10" fmla="*/ 54587 w 243214"/>
                  <a:gd name="connsiteY10" fmla="*/ 121646 h 243253"/>
                  <a:gd name="connsiteX11" fmla="*/ 121608 w 243214"/>
                  <a:gd name="connsiteY11" fmla="*/ 193454 h 243253"/>
                  <a:gd name="connsiteX12" fmla="*/ 188628 w 243214"/>
                  <a:gd name="connsiteY12" fmla="*/ 121646 h 243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3214" h="243253">
                    <a:moveTo>
                      <a:pt x="243202" y="120689"/>
                    </a:moveTo>
                    <a:cubicBezTo>
                      <a:pt x="244160" y="187709"/>
                      <a:pt x="190543" y="243241"/>
                      <a:pt x="123522" y="243241"/>
                    </a:cubicBezTo>
                    <a:cubicBezTo>
                      <a:pt x="56501" y="244198"/>
                      <a:pt x="970" y="190582"/>
                      <a:pt x="13" y="123561"/>
                    </a:cubicBezTo>
                    <a:cubicBezTo>
                      <a:pt x="-945" y="56540"/>
                      <a:pt x="52672" y="1009"/>
                      <a:pt x="119693" y="52"/>
                    </a:cubicBezTo>
                    <a:cubicBezTo>
                      <a:pt x="120650" y="52"/>
                      <a:pt x="120650" y="52"/>
                      <a:pt x="121608" y="52"/>
                    </a:cubicBezTo>
                    <a:cubicBezTo>
                      <a:pt x="186713" y="-1863"/>
                      <a:pt x="241287" y="49838"/>
                      <a:pt x="243202" y="114944"/>
                    </a:cubicBezTo>
                    <a:cubicBezTo>
                      <a:pt x="243202" y="117816"/>
                      <a:pt x="243202" y="119731"/>
                      <a:pt x="243202" y="120689"/>
                    </a:cubicBezTo>
                    <a:lnTo>
                      <a:pt x="243202" y="120689"/>
                    </a:lnTo>
                    <a:close/>
                    <a:moveTo>
                      <a:pt x="188628" y="121646"/>
                    </a:moveTo>
                    <a:cubicBezTo>
                      <a:pt x="188628" y="69944"/>
                      <a:pt x="155118" y="48881"/>
                      <a:pt x="121608" y="48881"/>
                    </a:cubicBezTo>
                    <a:cubicBezTo>
                      <a:pt x="88097" y="48881"/>
                      <a:pt x="54587" y="69944"/>
                      <a:pt x="54587" y="121646"/>
                    </a:cubicBezTo>
                    <a:cubicBezTo>
                      <a:pt x="54587" y="165688"/>
                      <a:pt x="80437" y="193454"/>
                      <a:pt x="121608" y="193454"/>
                    </a:cubicBezTo>
                    <a:cubicBezTo>
                      <a:pt x="162777" y="193454"/>
                      <a:pt x="188628" y="165688"/>
                      <a:pt x="188628" y="121646"/>
                    </a:cubicBez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21D69B0-B322-86DA-EE59-E644BEA3F96B}"/>
                  </a:ext>
                </a:extLst>
              </p:cNvPr>
              <p:cNvSpPr/>
              <p:nvPr/>
            </p:nvSpPr>
            <p:spPr>
              <a:xfrm>
                <a:off x="4080065" y="1707807"/>
                <a:ext cx="52659" cy="226912"/>
              </a:xfrm>
              <a:custGeom>
                <a:avLst/>
                <a:gdLst>
                  <a:gd name="connsiteX0" fmla="*/ 52659 w 52659"/>
                  <a:gd name="connsiteY0" fmla="*/ 0 h 226912"/>
                  <a:gd name="connsiteX1" fmla="*/ 52659 w 52659"/>
                  <a:gd name="connsiteY1" fmla="*/ 226913 h 226912"/>
                  <a:gd name="connsiteX2" fmla="*/ 0 w 52659"/>
                  <a:gd name="connsiteY2" fmla="*/ 226913 h 226912"/>
                  <a:gd name="connsiteX3" fmla="*/ 0 w 52659"/>
                  <a:gd name="connsiteY3" fmla="*/ 0 h 226912"/>
                  <a:gd name="connsiteX4" fmla="*/ 52659 w 52659"/>
                  <a:gd name="connsiteY4" fmla="*/ 0 h 226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59" h="226912">
                    <a:moveTo>
                      <a:pt x="52659" y="0"/>
                    </a:moveTo>
                    <a:lnTo>
                      <a:pt x="52659" y="226913"/>
                    </a:lnTo>
                    <a:lnTo>
                      <a:pt x="0" y="226913"/>
                    </a:lnTo>
                    <a:lnTo>
                      <a:pt x="0" y="0"/>
                    </a:lnTo>
                    <a:lnTo>
                      <a:pt x="52659" y="0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9A007DF-32DF-B4DC-A69E-6792956E114C}"/>
                  </a:ext>
                </a:extLst>
              </p:cNvPr>
              <p:cNvSpPr/>
              <p:nvPr/>
            </p:nvSpPr>
            <p:spPr>
              <a:xfrm>
                <a:off x="4196872" y="1701856"/>
                <a:ext cx="195317" cy="233821"/>
              </a:xfrm>
              <a:custGeom>
                <a:avLst/>
                <a:gdLst>
                  <a:gd name="connsiteX0" fmla="*/ 0 w 195317"/>
                  <a:gd name="connsiteY0" fmla="*/ 5951 h 233821"/>
                  <a:gd name="connsiteX1" fmla="*/ 52659 w 195317"/>
                  <a:gd name="connsiteY1" fmla="*/ 5951 h 233821"/>
                  <a:gd name="connsiteX2" fmla="*/ 52659 w 195317"/>
                  <a:gd name="connsiteY2" fmla="*/ 27015 h 233821"/>
                  <a:gd name="connsiteX3" fmla="*/ 113935 w 195317"/>
                  <a:gd name="connsiteY3" fmla="*/ 207 h 233821"/>
                  <a:gd name="connsiteX4" fmla="*/ 180956 w 195317"/>
                  <a:gd name="connsiteY4" fmla="*/ 30845 h 233821"/>
                  <a:gd name="connsiteX5" fmla="*/ 195318 w 195317"/>
                  <a:gd name="connsiteY5" fmla="*/ 94035 h 233821"/>
                  <a:gd name="connsiteX6" fmla="*/ 195318 w 195317"/>
                  <a:gd name="connsiteY6" fmla="*/ 232864 h 233821"/>
                  <a:gd name="connsiteX7" fmla="*/ 142658 w 195317"/>
                  <a:gd name="connsiteY7" fmla="*/ 232864 h 233821"/>
                  <a:gd name="connsiteX8" fmla="*/ 142658 w 195317"/>
                  <a:gd name="connsiteY8" fmla="*/ 107440 h 233821"/>
                  <a:gd name="connsiteX9" fmla="*/ 101489 w 195317"/>
                  <a:gd name="connsiteY9" fmla="*/ 48078 h 233821"/>
                  <a:gd name="connsiteX10" fmla="*/ 53617 w 195317"/>
                  <a:gd name="connsiteY10" fmla="*/ 124673 h 233821"/>
                  <a:gd name="connsiteX11" fmla="*/ 53617 w 195317"/>
                  <a:gd name="connsiteY11" fmla="*/ 233821 h 233821"/>
                  <a:gd name="connsiteX12" fmla="*/ 957 w 195317"/>
                  <a:gd name="connsiteY12" fmla="*/ 233821 h 233821"/>
                  <a:gd name="connsiteX13" fmla="*/ 0 w 195317"/>
                  <a:gd name="connsiteY13" fmla="*/ 5951 h 233821"/>
                  <a:gd name="connsiteX14" fmla="*/ 0 w 195317"/>
                  <a:gd name="connsiteY14" fmla="*/ 5951 h 233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5317" h="233821">
                    <a:moveTo>
                      <a:pt x="0" y="5951"/>
                    </a:moveTo>
                    <a:lnTo>
                      <a:pt x="52659" y="5951"/>
                    </a:lnTo>
                    <a:lnTo>
                      <a:pt x="52659" y="27015"/>
                    </a:lnTo>
                    <a:cubicBezTo>
                      <a:pt x="67978" y="8824"/>
                      <a:pt x="90957" y="-751"/>
                      <a:pt x="113935" y="207"/>
                    </a:cubicBezTo>
                    <a:cubicBezTo>
                      <a:pt x="139786" y="-1708"/>
                      <a:pt x="165637" y="9781"/>
                      <a:pt x="180956" y="30845"/>
                    </a:cubicBezTo>
                    <a:cubicBezTo>
                      <a:pt x="189573" y="43291"/>
                      <a:pt x="195318" y="58610"/>
                      <a:pt x="195318" y="94035"/>
                    </a:cubicBezTo>
                    <a:lnTo>
                      <a:pt x="195318" y="232864"/>
                    </a:lnTo>
                    <a:lnTo>
                      <a:pt x="142658" y="232864"/>
                    </a:lnTo>
                    <a:lnTo>
                      <a:pt x="142658" y="107440"/>
                    </a:lnTo>
                    <a:cubicBezTo>
                      <a:pt x="142658" y="49993"/>
                      <a:pt x="121595" y="48078"/>
                      <a:pt x="101489" y="48078"/>
                    </a:cubicBezTo>
                    <a:cubicBezTo>
                      <a:pt x="77553" y="48078"/>
                      <a:pt x="53617" y="50951"/>
                      <a:pt x="53617" y="124673"/>
                    </a:cubicBezTo>
                    <a:lnTo>
                      <a:pt x="53617" y="233821"/>
                    </a:lnTo>
                    <a:lnTo>
                      <a:pt x="957" y="233821"/>
                    </a:lnTo>
                    <a:lnTo>
                      <a:pt x="0" y="5951"/>
                    </a:lnTo>
                    <a:lnTo>
                      <a:pt x="0" y="5951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F905B89D-AE28-9DC5-BFF8-E8C98C1DFAA1}"/>
                  </a:ext>
                </a:extLst>
              </p:cNvPr>
              <p:cNvSpPr/>
              <p:nvPr/>
            </p:nvSpPr>
            <p:spPr>
              <a:xfrm>
                <a:off x="4437190" y="1582383"/>
                <a:ext cx="114892" cy="352336"/>
              </a:xfrm>
              <a:custGeom>
                <a:avLst/>
                <a:gdLst>
                  <a:gd name="connsiteX0" fmla="*/ 74680 w 114892"/>
                  <a:gd name="connsiteY0" fmla="*/ 174254 h 352336"/>
                  <a:gd name="connsiteX1" fmla="*/ 74680 w 114892"/>
                  <a:gd name="connsiteY1" fmla="*/ 352337 h 352336"/>
                  <a:gd name="connsiteX2" fmla="*/ 22021 w 114892"/>
                  <a:gd name="connsiteY2" fmla="*/ 352337 h 352336"/>
                  <a:gd name="connsiteX3" fmla="*/ 22021 w 114892"/>
                  <a:gd name="connsiteY3" fmla="*/ 174254 h 352336"/>
                  <a:gd name="connsiteX4" fmla="*/ 0 w 114892"/>
                  <a:gd name="connsiteY4" fmla="*/ 174254 h 352336"/>
                  <a:gd name="connsiteX5" fmla="*/ 0 w 114892"/>
                  <a:gd name="connsiteY5" fmla="*/ 125424 h 352336"/>
                  <a:gd name="connsiteX6" fmla="*/ 22021 w 114892"/>
                  <a:gd name="connsiteY6" fmla="*/ 125424 h 352336"/>
                  <a:gd name="connsiteX7" fmla="*/ 22021 w 114892"/>
                  <a:gd name="connsiteY7" fmla="*/ 42127 h 352336"/>
                  <a:gd name="connsiteX8" fmla="*/ 74680 w 114892"/>
                  <a:gd name="connsiteY8" fmla="*/ 0 h 352336"/>
                  <a:gd name="connsiteX9" fmla="*/ 74680 w 114892"/>
                  <a:gd name="connsiteY9" fmla="*/ 125424 h 352336"/>
                  <a:gd name="connsiteX10" fmla="*/ 114893 w 114892"/>
                  <a:gd name="connsiteY10" fmla="*/ 125424 h 352336"/>
                  <a:gd name="connsiteX11" fmla="*/ 114893 w 114892"/>
                  <a:gd name="connsiteY11" fmla="*/ 174254 h 352336"/>
                  <a:gd name="connsiteX12" fmla="*/ 74680 w 114892"/>
                  <a:gd name="connsiteY12" fmla="*/ 174254 h 352336"/>
                  <a:gd name="connsiteX13" fmla="*/ 74680 w 114892"/>
                  <a:gd name="connsiteY13" fmla="*/ 174254 h 352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4892" h="352336">
                    <a:moveTo>
                      <a:pt x="74680" y="174254"/>
                    </a:moveTo>
                    <a:lnTo>
                      <a:pt x="74680" y="352337"/>
                    </a:lnTo>
                    <a:lnTo>
                      <a:pt x="22021" y="352337"/>
                    </a:lnTo>
                    <a:lnTo>
                      <a:pt x="22021" y="174254"/>
                    </a:lnTo>
                    <a:lnTo>
                      <a:pt x="0" y="174254"/>
                    </a:lnTo>
                    <a:lnTo>
                      <a:pt x="0" y="125424"/>
                    </a:lnTo>
                    <a:lnTo>
                      <a:pt x="22021" y="125424"/>
                    </a:lnTo>
                    <a:lnTo>
                      <a:pt x="22021" y="42127"/>
                    </a:lnTo>
                    <a:lnTo>
                      <a:pt x="74680" y="0"/>
                    </a:lnTo>
                    <a:lnTo>
                      <a:pt x="74680" y="125424"/>
                    </a:lnTo>
                    <a:lnTo>
                      <a:pt x="114893" y="125424"/>
                    </a:lnTo>
                    <a:lnTo>
                      <a:pt x="114893" y="174254"/>
                    </a:lnTo>
                    <a:lnTo>
                      <a:pt x="74680" y="174254"/>
                    </a:lnTo>
                    <a:lnTo>
                      <a:pt x="74680" y="174254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EEB30914-4750-8E5E-04A7-E6FD5003FF12}"/>
                  </a:ext>
                </a:extLst>
              </p:cNvPr>
              <p:cNvSpPr/>
              <p:nvPr/>
            </p:nvSpPr>
            <p:spPr>
              <a:xfrm>
                <a:off x="2243697" y="1554617"/>
                <a:ext cx="306380" cy="381060"/>
              </a:xfrm>
              <a:custGeom>
                <a:avLst/>
                <a:gdLst>
                  <a:gd name="connsiteX0" fmla="*/ 306381 w 306380"/>
                  <a:gd name="connsiteY0" fmla="*/ 381060 h 381060"/>
                  <a:gd name="connsiteX1" fmla="*/ 153190 w 306380"/>
                  <a:gd name="connsiteY1" fmla="*/ 0 h 381060"/>
                  <a:gd name="connsiteX2" fmla="*/ 153190 w 306380"/>
                  <a:gd name="connsiteY2" fmla="*/ 0 h 381060"/>
                  <a:gd name="connsiteX3" fmla="*/ 0 w 306380"/>
                  <a:gd name="connsiteY3" fmla="*/ 381060 h 381060"/>
                  <a:gd name="connsiteX4" fmla="*/ 59361 w 306380"/>
                  <a:gd name="connsiteY4" fmla="*/ 381060 h 381060"/>
                  <a:gd name="connsiteX5" fmla="*/ 153190 w 306380"/>
                  <a:gd name="connsiteY5" fmla="*/ 138828 h 381060"/>
                  <a:gd name="connsiteX6" fmla="*/ 247019 w 306380"/>
                  <a:gd name="connsiteY6" fmla="*/ 381060 h 381060"/>
                  <a:gd name="connsiteX7" fmla="*/ 306381 w 306380"/>
                  <a:gd name="connsiteY7" fmla="*/ 381060 h 381060"/>
                  <a:gd name="connsiteX8" fmla="*/ 306381 w 306380"/>
                  <a:gd name="connsiteY8" fmla="*/ 381060 h 381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6380" h="381060">
                    <a:moveTo>
                      <a:pt x="306381" y="381060"/>
                    </a:moveTo>
                    <a:lnTo>
                      <a:pt x="153190" y="0"/>
                    </a:lnTo>
                    <a:lnTo>
                      <a:pt x="153190" y="0"/>
                    </a:lnTo>
                    <a:lnTo>
                      <a:pt x="0" y="381060"/>
                    </a:lnTo>
                    <a:lnTo>
                      <a:pt x="59361" y="381060"/>
                    </a:lnTo>
                    <a:lnTo>
                      <a:pt x="153190" y="138828"/>
                    </a:lnTo>
                    <a:lnTo>
                      <a:pt x="247019" y="381060"/>
                    </a:lnTo>
                    <a:lnTo>
                      <a:pt x="306381" y="381060"/>
                    </a:lnTo>
                    <a:lnTo>
                      <a:pt x="306381" y="381060"/>
                    </a:lnTo>
                    <a:close/>
                  </a:path>
                </a:pathLst>
              </a:custGeom>
              <a:grpFill/>
              <a:ln w="95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25" name="Footer Placeholder 5">
            <a:extLst>
              <a:ext uri="{FF2B5EF4-FFF2-40B4-BE49-F238E27FC236}">
                <a16:creationId xmlns:a16="http://schemas.microsoft.com/office/drawing/2014/main" id="{98EFC761-99ED-E557-6EB1-E688D08896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6" name="Slide Number Placeholder 7">
            <a:extLst>
              <a:ext uri="{FF2B5EF4-FFF2-40B4-BE49-F238E27FC236}">
                <a16:creationId xmlns:a16="http://schemas.microsoft.com/office/drawing/2014/main" id="{AF40FE4E-719B-7AC0-10B0-0ABCB6B51CF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08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88772-F903-741B-54EF-447C642D7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8" name="Optional Logo">
            <a:extLst>
              <a:ext uri="{FF2B5EF4-FFF2-40B4-BE49-F238E27FC236}">
                <a16:creationId xmlns:a16="http://schemas.microsoft.com/office/drawing/2014/main" id="{C483C36E-BCA9-5F44-9FE8-29FFDB0F4B8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187083" y="10902126"/>
            <a:ext cx="2743200" cy="27432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24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Click icon to browse or select placeholder to paste client/partner logo</a:t>
            </a:r>
          </a:p>
        </p:txBody>
      </p:sp>
      <p:sp>
        <p:nvSpPr>
          <p:cNvPr id="15" name="+">
            <a:extLst>
              <a:ext uri="{FF2B5EF4-FFF2-40B4-BE49-F238E27FC236}">
                <a16:creationId xmlns:a16="http://schemas.microsoft.com/office/drawing/2014/main" id="{077BF308-9D58-4CAF-AE7E-E9D758E464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5916289" y="11491914"/>
            <a:ext cx="1074821" cy="1563624"/>
          </a:xfrm>
        </p:spPr>
        <p:txBody>
          <a:bodyPr lIns="0" tIns="0" rIns="0" bIns="0" anchor="ctr">
            <a:noAutofit/>
          </a:bodyPr>
          <a:lstStyle>
            <a:lvl1pPr marL="0" indent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buNone/>
              <a:defRPr lang="en-US" sz="8800" b="0" i="0" kern="1200" dirty="0" smtClean="0">
                <a:solidFill>
                  <a:schemeClr val="bg2"/>
                </a:solidFill>
                <a:latin typeface="Figtree Light" pitchFamily="2" charset="0"/>
                <a:ea typeface="+mn-ea"/>
                <a:cs typeface="+mn-cs"/>
              </a:defRPr>
            </a:lvl1pPr>
            <a:lvl2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2pPr>
            <a:lvl3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3pPr>
            <a:lvl4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 smtClean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4pPr>
            <a:lvl5pPr marL="0" algn="ctr" defTabSz="457131" rtl="0" eaLnBrk="1" latinLnBrk="0" hangingPunct="1">
              <a:lnSpc>
                <a:spcPct val="90000"/>
              </a:lnSpc>
              <a:spcAft>
                <a:spcPts val="1200"/>
              </a:spcAft>
              <a:defRPr lang="en-US" sz="8800" b="0" i="0" kern="1200" dirty="0">
                <a:solidFill>
                  <a:schemeClr val="bg2"/>
                </a:solidFill>
                <a:latin typeface="TT Norms Pro Light" panose="02000503020000020003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+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F145EFD1-3597-8E45-87D1-CDA0A2402A5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79435" y="11869711"/>
            <a:ext cx="3740881" cy="808030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BEE64100-429B-FB4A-B45A-2DD55333A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0" y="8229600"/>
            <a:ext cx="24387175" cy="801520"/>
          </a:xfrm>
          <a:prstGeom prst="rect">
            <a:avLst/>
          </a:prstGeom>
        </p:spPr>
        <p:txBody>
          <a:bodyPr lIns="1828800" tIns="0" anchor="t"/>
          <a:lstStyle>
            <a:lvl1pPr marL="23812" indent="0">
              <a:spcBef>
                <a:spcPts val="0"/>
              </a:spcBef>
              <a:buNone/>
              <a:tabLst/>
              <a:defRPr sz="3601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Subtitle (Title Caps, 36 pt regular)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7D282642-4511-408F-8D41-257A133172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3962400"/>
            <a:ext cx="24387048" cy="4114800"/>
          </a:xfrm>
        </p:spPr>
        <p:txBody>
          <a:bodyPr lIns="1828800" tIns="0" rIns="1371600" anchor="b" anchorCtr="0">
            <a:noAutofit/>
          </a:bodyPr>
          <a:lstStyle>
            <a:lvl1pPr marL="0" indent="0">
              <a:defRPr sz="13000">
                <a:solidFill>
                  <a:schemeClr val="bg1"/>
                </a:solidFill>
              </a:defRPr>
            </a:lvl1pPr>
          </a:lstStyle>
          <a:p>
            <a:r>
              <a:rPr lang="en-US"/>
              <a:t>Title (aligned with filename)</a:t>
            </a:r>
          </a:p>
        </p:txBody>
      </p:sp>
      <p:sp>
        <p:nvSpPr>
          <p:cNvPr id="11" name="Month Year">
            <a:extLst>
              <a:ext uri="{FF2B5EF4-FFF2-40B4-BE49-F238E27FC236}">
                <a16:creationId xmlns:a16="http://schemas.microsoft.com/office/drawing/2014/main" id="{BBAFF28C-3D3A-C94B-B112-4D26EB915D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2017070" y="1389459"/>
            <a:ext cx="3838298" cy="1044901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square" lIns="457200" tIns="365760" rIns="457200" bIns="274320" anchor="ctr" anchorCtr="0">
            <a:spAutoFit/>
          </a:bodyPr>
          <a:lstStyle>
            <a:lvl1pPr marL="0" indent="0" algn="ctr">
              <a:buNone/>
              <a:defRPr sz="2800" b="0" i="0" cap="all" baseline="0">
                <a:solidFill>
                  <a:schemeClr val="bg1"/>
                </a:solidFill>
                <a:latin typeface="Figtree" pitchFamily="2" charset="0"/>
              </a:defRPr>
            </a:lvl1pPr>
            <a:lvl2pPr marL="914081" indent="0">
              <a:buNone/>
              <a:defRPr b="1" i="0">
                <a:latin typeface="TT Norms Pro" panose="02000503030000020003" pitchFamily="2" charset="0"/>
              </a:defRPr>
            </a:lvl2pPr>
            <a:lvl3pPr marL="1828158" indent="0">
              <a:buNone/>
              <a:defRPr b="1" i="0">
                <a:latin typeface="TT Norms Pro" panose="02000503030000020003" pitchFamily="2" charset="0"/>
              </a:defRPr>
            </a:lvl3pPr>
            <a:lvl4pPr marL="2742239" indent="0">
              <a:buNone/>
              <a:defRPr b="1" i="0">
                <a:latin typeface="TT Norms Pro" panose="02000503030000020003" pitchFamily="2" charset="0"/>
              </a:defRPr>
            </a:lvl4pPr>
            <a:lvl5pPr marL="3656318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215469024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16,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">
            <a:extLst>
              <a:ext uri="{FF2B5EF4-FFF2-40B4-BE49-F238E27FC236}">
                <a16:creationId xmlns:a16="http://schemas.microsoft.com/office/drawing/2014/main" id="{5E13D4CF-DED8-4F0A-BC97-8B42B4CA9D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16,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16,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146D87F7-F479-4D24-BBC0-2FECBBAA08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6939255" cy="1371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6BC4AE-430A-CA75-2D2B-4BC296110235}"/>
              </a:ext>
            </a:extLst>
          </p:cNvPr>
          <p:cNvSpPr/>
          <p:nvPr userDrawn="1"/>
        </p:nvSpPr>
        <p:spPr>
          <a:xfrm>
            <a:off x="0" y="0"/>
            <a:ext cx="6910736" cy="13716001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4" name="Rectangle Separator">
            <a:extLst>
              <a:ext uri="{FF2B5EF4-FFF2-40B4-BE49-F238E27FC236}">
                <a16:creationId xmlns:a16="http://schemas.microsoft.com/office/drawing/2014/main" id="{FACCFEDB-7EA1-40D4-8D3E-883F0D88E9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26442" y="-2"/>
            <a:ext cx="164592" cy="13716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3" name="Bulleted List">
            <a:extLst>
              <a:ext uri="{FF2B5EF4-FFF2-40B4-BE49-F238E27FC236}">
                <a16:creationId xmlns:a16="http://schemas.microsoft.com/office/drawing/2014/main" id="{3F6D238A-65AC-4FE9-9B22-80002EB96C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109322" y="1828800"/>
            <a:ext cx="17277726" cy="11612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Click to edit Master text styles</a:t>
            </a:r>
          </a:p>
          <a:p>
            <a:pPr marL="1371600" marR="0" lvl="1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Second level</a:t>
            </a:r>
          </a:p>
          <a:p>
            <a:pPr marL="1371600" marR="0" lvl="2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Third level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839AF3C0-BCA5-40AB-8972-8F54022A2E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65BFC57-126E-4A49-9E8F-63F489AE6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0" hasCustomPrompt="1"/>
          </p:nvPr>
        </p:nvSpPr>
        <p:spPr>
          <a:xfrm>
            <a:off x="1" y="5220925"/>
            <a:ext cx="6333063" cy="2205114"/>
          </a:xfrm>
          <a:prstGeom prst="rect">
            <a:avLst/>
          </a:prstGeom>
        </p:spPr>
        <p:txBody>
          <a:bodyPr>
            <a:normAutofit/>
          </a:bodyPr>
          <a:lstStyle>
            <a:lvl1pPr marL="687388" indent="-1588">
              <a:buNone/>
              <a:tabLst/>
              <a:defRPr sz="3200" b="0" i="1">
                <a:solidFill>
                  <a:schemeClr val="accent1">
                    <a:lumMod val="40000"/>
                    <a:lumOff val="60000"/>
                  </a:schemeClr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E25B9C56-92AF-F540-832F-679818211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" y="638359"/>
            <a:ext cx="6333063" cy="3844038"/>
          </a:xfrm>
          <a:prstGeom prst="rect">
            <a:avLst/>
          </a:prstGeom>
        </p:spPr>
        <p:txBody>
          <a:bodyPr anchor="b" anchorCtr="0"/>
          <a:lstStyle>
            <a:lvl1pPr marL="688941" indent="55560">
              <a:lnSpc>
                <a:spcPct val="80000"/>
              </a:lnSpc>
              <a:tabLst/>
              <a:defRPr sz="6599" spc="-100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Title (Title Caps, 66 Pt Regular)</a:t>
            </a:r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0666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3236DAE-58CA-10FF-96C8-BE3C7E6838D4}"/>
              </a:ext>
            </a:extLst>
          </p:cNvPr>
          <p:cNvSpPr/>
          <p:nvPr userDrawn="1"/>
        </p:nvSpPr>
        <p:spPr>
          <a:xfrm>
            <a:off x="-2582" y="-10263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383BD4-2E5C-0374-8E30-4BBBD7EB2C28}"/>
              </a:ext>
            </a:extLst>
          </p:cNvPr>
          <p:cNvSpPr/>
          <p:nvPr userDrawn="1"/>
        </p:nvSpPr>
        <p:spPr>
          <a:xfrm>
            <a:off x="-905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61D90533-AD9F-45CD-98BB-E8B5FEA8B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76930453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16,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53556C-BFD6-75A2-AB3D-42E2D627F94A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23F3071-F725-BEA4-6B48-0A17BE67AF4D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6DD4EC5F-9EDC-DD83-5508-015ED99FCAC1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1">
                <a:extLst>
                  <a:ext uri="{FF2B5EF4-FFF2-40B4-BE49-F238E27FC236}">
                    <a16:creationId xmlns:a16="http://schemas.microsoft.com/office/drawing/2014/main" id="{1F268117-BD56-1731-6F95-EB7C79EF8EE5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9CF397B4-504B-1441-B1E5-CAC019081AEB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7711A8E-6E88-AF24-AE0D-DE349595CE10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" name="Freeform 9">
                <a:extLst>
                  <a:ext uri="{FF2B5EF4-FFF2-40B4-BE49-F238E27FC236}">
                    <a16:creationId xmlns:a16="http://schemas.microsoft.com/office/drawing/2014/main" id="{9573F505-5A5B-C782-B66B-A328DBAF3C0A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" name="Freeform 10">
                <a:extLst>
                  <a:ext uri="{FF2B5EF4-FFF2-40B4-BE49-F238E27FC236}">
                    <a16:creationId xmlns:a16="http://schemas.microsoft.com/office/drawing/2014/main" id="{313C311C-411F-CA8D-95C5-8EDBD37B7C6D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11">
                <a:extLst>
                  <a:ext uri="{FF2B5EF4-FFF2-40B4-BE49-F238E27FC236}">
                    <a16:creationId xmlns:a16="http://schemas.microsoft.com/office/drawing/2014/main" id="{300CF4BA-AEA0-51A7-6AF2-62F8BFCF8C2E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BD17F91-B314-CC28-0777-16073368EB46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3">
                <a:extLst>
                  <a:ext uri="{FF2B5EF4-FFF2-40B4-BE49-F238E27FC236}">
                    <a16:creationId xmlns:a16="http://schemas.microsoft.com/office/drawing/2014/main" id="{7C0024F0-4321-4607-6D8E-08959FEA9C76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4">
                <a:extLst>
                  <a:ext uri="{FF2B5EF4-FFF2-40B4-BE49-F238E27FC236}">
                    <a16:creationId xmlns:a16="http://schemas.microsoft.com/office/drawing/2014/main" id="{2C85ABCA-1FB7-84B2-BA68-22A947D34559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5">
                <a:extLst>
                  <a:ext uri="{FF2B5EF4-FFF2-40B4-BE49-F238E27FC236}">
                    <a16:creationId xmlns:a16="http://schemas.microsoft.com/office/drawing/2014/main" id="{A9209104-6EEF-1867-AAAF-044075700E76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A518DFD7-6F49-9E1D-8ACC-2C99CF5D59AB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7">
                <a:extLst>
                  <a:ext uri="{FF2B5EF4-FFF2-40B4-BE49-F238E27FC236}">
                    <a16:creationId xmlns:a16="http://schemas.microsoft.com/office/drawing/2014/main" id="{0CF1CD2B-7718-A078-1A1F-02E1C8BF7D4E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8">
                <a:extLst>
                  <a:ext uri="{FF2B5EF4-FFF2-40B4-BE49-F238E27FC236}">
                    <a16:creationId xmlns:a16="http://schemas.microsoft.com/office/drawing/2014/main" id="{3D0E2C2C-C250-F137-750D-8A36EB69774A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9">
                <a:extLst>
                  <a:ext uri="{FF2B5EF4-FFF2-40B4-BE49-F238E27FC236}">
                    <a16:creationId xmlns:a16="http://schemas.microsoft.com/office/drawing/2014/main" id="{82E2AE6C-1660-963D-9252-45D75DE43429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D34E27D-3F4D-FE2E-36C3-57F0A853CB9E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D5BB11A5-F5D6-44A6-ACEA-0EC921827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29881722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B40BFE5-2B9A-BD05-2F81-8AA0BBE7FC9A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81BD09-604E-2FEC-BA45-7DD503B4E907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39CAE57B-E348-417A-B7BA-772161920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51586873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5A945F-0AF0-7FCC-959E-CDC0327AD0BA}"/>
              </a:ext>
            </a:extLst>
          </p:cNvPr>
          <p:cNvSpPr/>
          <p:nvPr userDrawn="1"/>
        </p:nvSpPr>
        <p:spPr>
          <a:xfrm>
            <a:off x="-2582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A5F3BCE7-2230-48C6-9F7F-EB90130EF5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25 Logos">
            <a:extLst>
              <a:ext uri="{FF2B5EF4-FFF2-40B4-BE49-F238E27FC236}">
                <a16:creationId xmlns:a16="http://schemas.microsoft.com/office/drawing/2014/main" id="{E163B339-C356-4EDB-805C-522D209B5B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0472"/>
            <a:ext cx="10972800" cy="10096811"/>
            <a:chOff x="10957812" y="1490472"/>
            <a:chExt cx="10972800" cy="10096811"/>
          </a:xfrm>
        </p:grpSpPr>
        <p:sp>
          <p:nvSpPr>
            <p:cNvPr id="113" name="Logo 25">
              <a:extLst>
                <a:ext uri="{FF2B5EF4-FFF2-40B4-BE49-F238E27FC236}">
                  <a16:creationId xmlns:a16="http://schemas.microsoft.com/office/drawing/2014/main" id="{308C0CC9-D237-014E-871D-E6742A33916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8" hasCustomPrompt="1"/>
            </p:nvPr>
          </p:nvSpPr>
          <p:spPr>
            <a:xfrm>
              <a:off x="2046757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0" name="Logo 24">
              <a:extLst>
                <a:ext uri="{FF2B5EF4-FFF2-40B4-BE49-F238E27FC236}">
                  <a16:creationId xmlns:a16="http://schemas.microsoft.com/office/drawing/2014/main" id="{A6E777BC-72C4-FF41-92F2-A8B13C17CA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5" hasCustomPrompt="1"/>
            </p:nvPr>
          </p:nvSpPr>
          <p:spPr>
            <a:xfrm>
              <a:off x="1809013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9" name="Logo 23">
              <a:extLst>
                <a:ext uri="{FF2B5EF4-FFF2-40B4-BE49-F238E27FC236}">
                  <a16:creationId xmlns:a16="http://schemas.microsoft.com/office/drawing/2014/main" id="{F183E6DF-B70F-AA49-B36D-23DF038517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4" hasCustomPrompt="1"/>
            </p:nvPr>
          </p:nvSpPr>
          <p:spPr>
            <a:xfrm>
              <a:off x="1571269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1" name="Logo 22">
              <a:extLst>
                <a:ext uri="{FF2B5EF4-FFF2-40B4-BE49-F238E27FC236}">
                  <a16:creationId xmlns:a16="http://schemas.microsoft.com/office/drawing/2014/main" id="{44B0F08B-B1F7-1945-BA8C-E28F123EE5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6" hasCustomPrompt="1"/>
            </p:nvPr>
          </p:nvSpPr>
          <p:spPr>
            <a:xfrm>
              <a:off x="1333525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12" name="Logo 21">
              <a:extLst>
                <a:ext uri="{FF2B5EF4-FFF2-40B4-BE49-F238E27FC236}">
                  <a16:creationId xmlns:a16="http://schemas.microsoft.com/office/drawing/2014/main" id="{2808FB49-3B69-3A48-8C98-29BDFF182DF5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7" hasCustomPrompt="1"/>
            </p:nvPr>
          </p:nvSpPr>
          <p:spPr>
            <a:xfrm>
              <a:off x="10957812" y="10124243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8" name="Logo 20">
              <a:extLst>
                <a:ext uri="{FF2B5EF4-FFF2-40B4-BE49-F238E27FC236}">
                  <a16:creationId xmlns:a16="http://schemas.microsoft.com/office/drawing/2014/main" id="{7A099AF8-347E-DC41-9EEE-E5A89437C6F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3" hasCustomPrompt="1"/>
            </p:nvPr>
          </p:nvSpPr>
          <p:spPr>
            <a:xfrm>
              <a:off x="2046757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5" name="Logo 19">
              <a:extLst>
                <a:ext uri="{FF2B5EF4-FFF2-40B4-BE49-F238E27FC236}">
                  <a16:creationId xmlns:a16="http://schemas.microsoft.com/office/drawing/2014/main" id="{D9E5C961-B888-7C43-8A64-470BA039C5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0" hasCustomPrompt="1"/>
            </p:nvPr>
          </p:nvSpPr>
          <p:spPr>
            <a:xfrm>
              <a:off x="1809013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4" name="Logo 18">
              <a:extLst>
                <a:ext uri="{FF2B5EF4-FFF2-40B4-BE49-F238E27FC236}">
                  <a16:creationId xmlns:a16="http://schemas.microsoft.com/office/drawing/2014/main" id="{48CD9A60-A4B6-FC43-9358-41F296E6D7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9" hasCustomPrompt="1"/>
            </p:nvPr>
          </p:nvSpPr>
          <p:spPr>
            <a:xfrm>
              <a:off x="1571269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6" name="Logo 17">
              <a:extLst>
                <a:ext uri="{FF2B5EF4-FFF2-40B4-BE49-F238E27FC236}">
                  <a16:creationId xmlns:a16="http://schemas.microsoft.com/office/drawing/2014/main" id="{E489D711-9055-9C40-AB53-0A74ACB4DA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81" hasCustomPrompt="1"/>
            </p:nvPr>
          </p:nvSpPr>
          <p:spPr>
            <a:xfrm>
              <a:off x="1333525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7" name="Logo 16">
              <a:extLst>
                <a:ext uri="{FF2B5EF4-FFF2-40B4-BE49-F238E27FC236}">
                  <a16:creationId xmlns:a16="http://schemas.microsoft.com/office/drawing/2014/main" id="{A7C8DA76-9C71-4143-BC07-17C3C7F1914A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82" hasCustomPrompt="1"/>
            </p:nvPr>
          </p:nvSpPr>
          <p:spPr>
            <a:xfrm>
              <a:off x="10957812" y="7965801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3" name="Logo 15">
              <a:extLst>
                <a:ext uri="{FF2B5EF4-FFF2-40B4-BE49-F238E27FC236}">
                  <a16:creationId xmlns:a16="http://schemas.microsoft.com/office/drawing/2014/main" id="{DD69138C-DAC3-E445-92A1-9F82EB093E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8" hasCustomPrompt="1"/>
            </p:nvPr>
          </p:nvSpPr>
          <p:spPr>
            <a:xfrm>
              <a:off x="2046757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0" name="Logo 14">
              <a:extLst>
                <a:ext uri="{FF2B5EF4-FFF2-40B4-BE49-F238E27FC236}">
                  <a16:creationId xmlns:a16="http://schemas.microsoft.com/office/drawing/2014/main" id="{5905493A-4289-0543-B95C-13C235FD36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5" hasCustomPrompt="1"/>
            </p:nvPr>
          </p:nvSpPr>
          <p:spPr>
            <a:xfrm>
              <a:off x="1809013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9" name="Logo 13">
              <a:extLst>
                <a:ext uri="{FF2B5EF4-FFF2-40B4-BE49-F238E27FC236}">
                  <a16:creationId xmlns:a16="http://schemas.microsoft.com/office/drawing/2014/main" id="{52720793-EB87-0148-9EE4-2B3799AABA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4" hasCustomPrompt="1"/>
            </p:nvPr>
          </p:nvSpPr>
          <p:spPr>
            <a:xfrm>
              <a:off x="1571269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1" name="Logo 12">
              <a:extLst>
                <a:ext uri="{FF2B5EF4-FFF2-40B4-BE49-F238E27FC236}">
                  <a16:creationId xmlns:a16="http://schemas.microsoft.com/office/drawing/2014/main" id="{FB90F93C-22CE-3241-A8BC-14E50FDF2D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6" hasCustomPrompt="1"/>
            </p:nvPr>
          </p:nvSpPr>
          <p:spPr>
            <a:xfrm>
              <a:off x="1333525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02" name="Logo 11">
              <a:extLst>
                <a:ext uri="{FF2B5EF4-FFF2-40B4-BE49-F238E27FC236}">
                  <a16:creationId xmlns:a16="http://schemas.microsoft.com/office/drawing/2014/main" id="{E6B1A4AE-4BB4-FA47-937F-8372D0C2BFFB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7" hasCustomPrompt="1"/>
            </p:nvPr>
          </p:nvSpPr>
          <p:spPr>
            <a:xfrm>
              <a:off x="10957812" y="5807358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8" name="Logo 10">
              <a:extLst>
                <a:ext uri="{FF2B5EF4-FFF2-40B4-BE49-F238E27FC236}">
                  <a16:creationId xmlns:a16="http://schemas.microsoft.com/office/drawing/2014/main" id="{395D7864-8946-DD40-8A1A-5BAF006A4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3" hasCustomPrompt="1"/>
            </p:nvPr>
          </p:nvSpPr>
          <p:spPr>
            <a:xfrm>
              <a:off x="2046757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5" name="Logo 9">
              <a:extLst>
                <a:ext uri="{FF2B5EF4-FFF2-40B4-BE49-F238E27FC236}">
                  <a16:creationId xmlns:a16="http://schemas.microsoft.com/office/drawing/2014/main" id="{80483B91-2A50-0444-BAE0-16220E7F0B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0" hasCustomPrompt="1"/>
            </p:nvPr>
          </p:nvSpPr>
          <p:spPr>
            <a:xfrm>
              <a:off x="18084456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4" name="Logo 8">
              <a:extLst>
                <a:ext uri="{FF2B5EF4-FFF2-40B4-BE49-F238E27FC236}">
                  <a16:creationId xmlns:a16="http://schemas.microsoft.com/office/drawing/2014/main" id="{F0D67F03-C3C0-9D4B-A37B-F9D55220C9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9" hasCustomPrompt="1"/>
            </p:nvPr>
          </p:nvSpPr>
          <p:spPr>
            <a:xfrm>
              <a:off x="15708908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6" name="Logo 7">
              <a:extLst>
                <a:ext uri="{FF2B5EF4-FFF2-40B4-BE49-F238E27FC236}">
                  <a16:creationId xmlns:a16="http://schemas.microsoft.com/office/drawing/2014/main" id="{1047FEFC-5F5D-DE4F-99EC-B5090B8111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71" hasCustomPrompt="1"/>
            </p:nvPr>
          </p:nvSpPr>
          <p:spPr>
            <a:xfrm>
              <a:off x="13333360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7" name="Logo 6">
              <a:extLst>
                <a:ext uri="{FF2B5EF4-FFF2-40B4-BE49-F238E27FC236}">
                  <a16:creationId xmlns:a16="http://schemas.microsoft.com/office/drawing/2014/main" id="{F6B1D749-1D39-104F-8385-BF1C1C67C68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72" hasCustomPrompt="1"/>
            </p:nvPr>
          </p:nvSpPr>
          <p:spPr>
            <a:xfrm>
              <a:off x="10957812" y="3648915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5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46757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809013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571269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33525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7812" y="1490472"/>
              <a:ext cx="1463040" cy="146304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49" name="Table Grid">
            <a:extLst>
              <a:ext uri="{FF2B5EF4-FFF2-40B4-BE49-F238E27FC236}">
                <a16:creationId xmlns:a16="http://schemas.microsoft.com/office/drawing/2014/main" id="{FC5FD425-FD65-4C0F-BC5D-7591C67FFC4B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950063621"/>
              </p:ext>
            </p:extLst>
          </p:nvPr>
        </p:nvGraphicFramePr>
        <p:xfrm>
          <a:off x="10729212" y="1490472"/>
          <a:ext cx="11430000" cy="10094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157984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810512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48" name="Summary">
            <a:extLst>
              <a:ext uri="{FF2B5EF4-FFF2-40B4-BE49-F238E27FC236}">
                <a16:creationId xmlns:a16="http://schemas.microsoft.com/office/drawing/2014/main" id="{2E92AB09-56F5-47E4-BAF9-36BD77D885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91" name="Title">
            <a:extLst>
              <a:ext uri="{FF2B5EF4-FFF2-40B4-BE49-F238E27FC236}">
                <a16:creationId xmlns:a16="http://schemas.microsoft.com/office/drawing/2014/main" id="{995FFD26-4BB9-7647-9968-BBF5DA00FD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50" name="Subtitle">
            <a:extLst>
              <a:ext uri="{FF2B5EF4-FFF2-40B4-BE49-F238E27FC236}">
                <a16:creationId xmlns:a16="http://schemas.microsoft.com/office/drawing/2014/main" id="{D86A38AE-46FD-4228-88B6-354ADADB78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345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5B8A8BF6-3F4D-4784-9E6D-8E9BDF765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FE49B2-D5D5-4FF9-35DF-C836F79CA7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2308"/>
            <a:ext cx="24387175" cy="13716000"/>
          </a:xfrm>
          <a:prstGeom prst="rect">
            <a:avLst/>
          </a:prstGeom>
        </p:spPr>
      </p:pic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90EE2CF-7BF7-4665-A7F5-06E3394E78F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187086" y="11386976"/>
            <a:ext cx="4146994" cy="15586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0" i="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r>
              <a:rPr lang="en-US"/>
              <a:t>Insert client logo here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B8211CDC-D990-0849-8028-480069D3D1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650992"/>
            <a:ext cx="24387174" cy="2409400"/>
          </a:xfrm>
          <a:prstGeom prst="rect">
            <a:avLst/>
          </a:prstGeom>
        </p:spPr>
        <p:txBody>
          <a:bodyPr lIns="1828800" tIns="0" rIns="2743200" anchor="b"/>
          <a:lstStyle>
            <a:lvl1pPr marL="23813" indent="0">
              <a:spcBef>
                <a:spcPts val="0"/>
              </a:spcBef>
              <a:buNone/>
              <a:tabLst/>
              <a:defRPr sz="10800" b="0" i="0" spc="-300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837BC004-37BD-E846-A518-CD8068C2E8F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8229600"/>
            <a:ext cx="24387174" cy="801520"/>
          </a:xfrm>
          <a:prstGeom prst="rect">
            <a:avLst/>
          </a:prstGeom>
        </p:spPr>
        <p:txBody>
          <a:bodyPr lIns="1828800" tIns="0" anchor="t"/>
          <a:lstStyle>
            <a:lvl1pPr marL="23813" indent="0">
              <a:spcBef>
                <a:spcPts val="0"/>
              </a:spcBef>
              <a:buNone/>
              <a:tabLst/>
              <a:defRPr sz="3600" b="0" i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9EE50165-661B-9746-B293-885F9ADF22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11680" y="1417927"/>
            <a:ext cx="3173946" cy="987963"/>
          </a:xfrm>
          <a:prstGeom prst="rect">
            <a:avLst/>
          </a:prstGeom>
          <a:ln w="38100">
            <a:solidFill>
              <a:schemeClr val="bg2"/>
            </a:solidFill>
          </a:ln>
        </p:spPr>
        <p:txBody>
          <a:bodyPr wrap="none" lIns="457200" tIns="320040" rIns="457200" bIns="274320" anchor="ctr" anchorCtr="0">
            <a:sp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  <a:latin typeface="Figtree" pitchFamily="2" charset="0"/>
              </a:defRPr>
            </a:lvl1pPr>
            <a:lvl2pPr marL="914126" indent="0">
              <a:buNone/>
              <a:defRPr b="1" i="0">
                <a:latin typeface="TT Norms Pro" panose="02000503030000020003" pitchFamily="2" charset="0"/>
              </a:defRPr>
            </a:lvl2pPr>
            <a:lvl3pPr marL="1828250" indent="0">
              <a:buNone/>
              <a:defRPr b="1" i="0">
                <a:latin typeface="TT Norms Pro" panose="02000503030000020003" pitchFamily="2" charset="0"/>
              </a:defRPr>
            </a:lvl3pPr>
            <a:lvl4pPr marL="2742376" indent="0">
              <a:buNone/>
              <a:defRPr b="1" i="0">
                <a:latin typeface="TT Norms Pro" panose="02000503030000020003" pitchFamily="2" charset="0"/>
              </a:defRPr>
            </a:lvl4pPr>
            <a:lvl5pPr marL="3656502" indent="0">
              <a:buNone/>
              <a:defRPr b="1" i="0"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3EE2C-DD18-464E-B166-AA0B2B911C71}"/>
              </a:ext>
            </a:extLst>
          </p:cNvPr>
          <p:cNvSpPr txBox="1"/>
          <p:nvPr userDrawn="1"/>
        </p:nvSpPr>
        <p:spPr>
          <a:xfrm>
            <a:off x="6017096" y="11485870"/>
            <a:ext cx="873208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US" sz="8800" b="0" i="0">
                <a:solidFill>
                  <a:schemeClr val="bg2"/>
                </a:solidFill>
                <a:latin typeface="Figtree Light" pitchFamily="2" charset="0"/>
              </a:rPr>
              <a:t>+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D293E8-EDAE-C32B-A3EB-0E55B3FE138E}"/>
              </a:ext>
            </a:extLst>
          </p:cNvPr>
          <p:cNvGrpSpPr/>
          <p:nvPr userDrawn="1"/>
        </p:nvGrpSpPr>
        <p:grpSpPr>
          <a:xfrm>
            <a:off x="1493822" y="11669838"/>
            <a:ext cx="4361947" cy="943191"/>
            <a:chOff x="1956009" y="1861490"/>
            <a:chExt cx="2722973" cy="58879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480E4B1-039E-17A8-EECF-BA4B35050CB6}"/>
                </a:ext>
              </a:extLst>
            </p:cNvPr>
            <p:cNvGrpSpPr/>
            <p:nvPr/>
          </p:nvGrpSpPr>
          <p:grpSpPr>
            <a:xfrm>
              <a:off x="1956009" y="1861490"/>
              <a:ext cx="582096" cy="588793"/>
              <a:chOff x="1956009" y="1861490"/>
              <a:chExt cx="582096" cy="588793"/>
            </a:xfrm>
          </p:grpSpPr>
          <p:sp>
            <p:nvSpPr>
              <p:cNvPr id="20" name="Freeform 46">
                <a:extLst>
                  <a:ext uri="{FF2B5EF4-FFF2-40B4-BE49-F238E27FC236}">
                    <a16:creationId xmlns:a16="http://schemas.microsoft.com/office/drawing/2014/main" id="{64462B58-A246-861E-A135-FEB3539696B8}"/>
                  </a:ext>
                </a:extLst>
              </p:cNvPr>
              <p:cNvSpPr/>
              <p:nvPr/>
            </p:nvSpPr>
            <p:spPr>
              <a:xfrm>
                <a:off x="1956009" y="2044923"/>
                <a:ext cx="146747" cy="146747"/>
              </a:xfrm>
              <a:custGeom>
                <a:avLst/>
                <a:gdLst>
                  <a:gd name="connsiteX0" fmla="*/ 146747 w 146747"/>
                  <a:gd name="connsiteY0" fmla="*/ 73374 h 146747"/>
                  <a:gd name="connsiteX1" fmla="*/ 73374 w 146747"/>
                  <a:gd name="connsiteY1" fmla="*/ 146747 h 146747"/>
                  <a:gd name="connsiteX2" fmla="*/ 0 w 146747"/>
                  <a:gd name="connsiteY2" fmla="*/ 73374 h 146747"/>
                  <a:gd name="connsiteX3" fmla="*/ 73374 w 146747"/>
                  <a:gd name="connsiteY3" fmla="*/ 0 h 146747"/>
                  <a:gd name="connsiteX4" fmla="*/ 146747 w 146747"/>
                  <a:gd name="connsiteY4" fmla="*/ 73374 h 146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747" h="146747">
                    <a:moveTo>
                      <a:pt x="146747" y="73374"/>
                    </a:moveTo>
                    <a:cubicBezTo>
                      <a:pt x="146747" y="113897"/>
                      <a:pt x="113897" y="146747"/>
                      <a:pt x="73374" y="146747"/>
                    </a:cubicBezTo>
                    <a:cubicBezTo>
                      <a:pt x="32850" y="146747"/>
                      <a:pt x="0" y="113897"/>
                      <a:pt x="0" y="73374"/>
                    </a:cubicBezTo>
                    <a:cubicBezTo>
                      <a:pt x="0" y="32850"/>
                      <a:pt x="32850" y="0"/>
                      <a:pt x="73374" y="0"/>
                    </a:cubicBezTo>
                    <a:cubicBezTo>
                      <a:pt x="113897" y="0"/>
                      <a:pt x="146747" y="32850"/>
                      <a:pt x="146747" y="73374"/>
                    </a:cubicBez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47">
                <a:extLst>
                  <a:ext uri="{FF2B5EF4-FFF2-40B4-BE49-F238E27FC236}">
                    <a16:creationId xmlns:a16="http://schemas.microsoft.com/office/drawing/2014/main" id="{41545E66-836F-408D-CCF9-C4494C1908DB}"/>
                  </a:ext>
                </a:extLst>
              </p:cNvPr>
              <p:cNvSpPr/>
              <p:nvPr/>
            </p:nvSpPr>
            <p:spPr>
              <a:xfrm>
                <a:off x="1989434" y="1861490"/>
                <a:ext cx="548671" cy="588793"/>
              </a:xfrm>
              <a:custGeom>
                <a:avLst/>
                <a:gdLst>
                  <a:gd name="connsiteX0" fmla="*/ 484265 w 548671"/>
                  <a:gd name="connsiteY0" fmla="*/ 75819 h 588793"/>
                  <a:gd name="connsiteX1" fmla="*/ 489972 w 548671"/>
                  <a:gd name="connsiteY1" fmla="*/ 92125 h 588793"/>
                  <a:gd name="connsiteX2" fmla="*/ 548671 w 548671"/>
                  <a:gd name="connsiteY2" fmla="*/ 0 h 588793"/>
                  <a:gd name="connsiteX3" fmla="*/ 450840 w 548671"/>
                  <a:gd name="connsiteY3" fmla="*/ 52177 h 588793"/>
                  <a:gd name="connsiteX4" fmla="*/ 466330 w 548671"/>
                  <a:gd name="connsiteY4" fmla="*/ 57884 h 588793"/>
                  <a:gd name="connsiteX5" fmla="*/ 516061 w 548671"/>
                  <a:gd name="connsiteY5" fmla="*/ 30165 h 588793"/>
                  <a:gd name="connsiteX6" fmla="*/ 0 w 548671"/>
                  <a:gd name="connsiteY6" fmla="*/ 440241 h 588793"/>
                  <a:gd name="connsiteX7" fmla="*/ 388880 w 548671"/>
                  <a:gd name="connsiteY7" fmla="*/ 553562 h 588793"/>
                  <a:gd name="connsiteX8" fmla="*/ 502201 w 548671"/>
                  <a:gd name="connsiteY8" fmla="*/ 165498 h 588793"/>
                  <a:gd name="connsiteX9" fmla="*/ 456547 w 548671"/>
                  <a:gd name="connsiteY9" fmla="*/ 103538 h 588793"/>
                  <a:gd name="connsiteX10" fmla="*/ 484265 w 548671"/>
                  <a:gd name="connsiteY10" fmla="*/ 75819 h 588793"/>
                  <a:gd name="connsiteX11" fmla="*/ 472852 w 548671"/>
                  <a:gd name="connsiteY11" fmla="*/ 441872 h 588793"/>
                  <a:gd name="connsiteX12" fmla="*/ 317952 w 548671"/>
                  <a:gd name="connsiteY12" fmla="*/ 516060 h 588793"/>
                  <a:gd name="connsiteX13" fmla="*/ 236426 w 548671"/>
                  <a:gd name="connsiteY13" fmla="*/ 401924 h 588793"/>
                  <a:gd name="connsiteX14" fmla="*/ 406000 w 548671"/>
                  <a:gd name="connsiteY14" fmla="*/ 152454 h 588793"/>
                  <a:gd name="connsiteX15" fmla="*/ 472852 w 548671"/>
                  <a:gd name="connsiteY15" fmla="*/ 441872 h 588793"/>
                  <a:gd name="connsiteX16" fmla="*/ 472852 w 548671"/>
                  <a:gd name="connsiteY16" fmla="*/ 441872 h 588793"/>
                  <a:gd name="connsiteX17" fmla="*/ 472852 w 548671"/>
                  <a:gd name="connsiteY17" fmla="*/ 441872 h 58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8671" h="588793">
                    <a:moveTo>
                      <a:pt x="484265" y="75819"/>
                    </a:moveTo>
                    <a:lnTo>
                      <a:pt x="489972" y="92125"/>
                    </a:lnTo>
                    <a:lnTo>
                      <a:pt x="548671" y="0"/>
                    </a:lnTo>
                    <a:lnTo>
                      <a:pt x="450840" y="52177"/>
                    </a:lnTo>
                    <a:lnTo>
                      <a:pt x="466330" y="57884"/>
                    </a:lnTo>
                    <a:lnTo>
                      <a:pt x="516061" y="30165"/>
                    </a:lnTo>
                    <a:lnTo>
                      <a:pt x="0" y="440241"/>
                    </a:lnTo>
                    <a:cubicBezTo>
                      <a:pt x="75819" y="578835"/>
                      <a:pt x="250285" y="629382"/>
                      <a:pt x="388880" y="553562"/>
                    </a:cubicBezTo>
                    <a:cubicBezTo>
                      <a:pt x="527474" y="477743"/>
                      <a:pt x="578021" y="304092"/>
                      <a:pt x="502201" y="165498"/>
                    </a:cubicBezTo>
                    <a:cubicBezTo>
                      <a:pt x="489972" y="142671"/>
                      <a:pt x="474482" y="121474"/>
                      <a:pt x="456547" y="103538"/>
                    </a:cubicBezTo>
                    <a:cubicBezTo>
                      <a:pt x="466330" y="92940"/>
                      <a:pt x="476113" y="83972"/>
                      <a:pt x="484265" y="75819"/>
                    </a:cubicBezTo>
                    <a:close/>
                    <a:moveTo>
                      <a:pt x="472852" y="441872"/>
                    </a:moveTo>
                    <a:cubicBezTo>
                      <a:pt x="450840" y="505462"/>
                      <a:pt x="381542" y="538888"/>
                      <a:pt x="317952" y="516060"/>
                    </a:cubicBezTo>
                    <a:cubicBezTo>
                      <a:pt x="269036" y="498940"/>
                      <a:pt x="236426" y="453285"/>
                      <a:pt x="236426" y="401924"/>
                    </a:cubicBezTo>
                    <a:cubicBezTo>
                      <a:pt x="236426" y="335072"/>
                      <a:pt x="282896" y="259253"/>
                      <a:pt x="406000" y="152454"/>
                    </a:cubicBezTo>
                    <a:cubicBezTo>
                      <a:pt x="406000" y="152454"/>
                      <a:pt x="530735" y="269036"/>
                      <a:pt x="472852" y="441872"/>
                    </a:cubicBezTo>
                    <a:lnTo>
                      <a:pt x="472852" y="441872"/>
                    </a:lnTo>
                    <a:lnTo>
                      <a:pt x="472852" y="441872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48">
                <a:extLst>
                  <a:ext uri="{FF2B5EF4-FFF2-40B4-BE49-F238E27FC236}">
                    <a16:creationId xmlns:a16="http://schemas.microsoft.com/office/drawing/2014/main" id="{59FEA725-945F-8288-0523-82BEA1D4369B}"/>
                  </a:ext>
                </a:extLst>
              </p:cNvPr>
              <p:cNvSpPr/>
              <p:nvPr/>
            </p:nvSpPr>
            <p:spPr>
              <a:xfrm>
                <a:off x="2013892" y="1878149"/>
                <a:ext cx="406000" cy="109705"/>
              </a:xfrm>
              <a:custGeom>
                <a:avLst/>
                <a:gdLst>
                  <a:gd name="connsiteX0" fmla="*/ 344040 w 406000"/>
                  <a:gd name="connsiteY0" fmla="*/ 102369 h 109705"/>
                  <a:gd name="connsiteX1" fmla="*/ 406000 w 406000"/>
                  <a:gd name="connsiteY1" fmla="*/ 63236 h 109705"/>
                  <a:gd name="connsiteX2" fmla="*/ 3261 w 406000"/>
                  <a:gd name="connsiteY2" fmla="*/ 105630 h 109705"/>
                  <a:gd name="connsiteX3" fmla="*/ 0 w 406000"/>
                  <a:gd name="connsiteY3" fmla="*/ 109706 h 109705"/>
                  <a:gd name="connsiteX4" fmla="*/ 344040 w 406000"/>
                  <a:gd name="connsiteY4" fmla="*/ 102369 h 109705"/>
                  <a:gd name="connsiteX5" fmla="*/ 344040 w 406000"/>
                  <a:gd name="connsiteY5" fmla="*/ 102369 h 109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6000" h="109705">
                    <a:moveTo>
                      <a:pt x="344040" y="102369"/>
                    </a:moveTo>
                    <a:lnTo>
                      <a:pt x="406000" y="63236"/>
                    </a:lnTo>
                    <a:cubicBezTo>
                      <a:pt x="282896" y="-35411"/>
                      <a:pt x="102723" y="-16660"/>
                      <a:pt x="3261" y="105630"/>
                    </a:cubicBezTo>
                    <a:cubicBezTo>
                      <a:pt x="2446" y="107260"/>
                      <a:pt x="815" y="108075"/>
                      <a:pt x="0" y="109706"/>
                    </a:cubicBezTo>
                    <a:cubicBezTo>
                      <a:pt x="100277" y="30626"/>
                      <a:pt x="240502" y="28180"/>
                      <a:pt x="344040" y="102369"/>
                    </a:cubicBezTo>
                    <a:lnTo>
                      <a:pt x="344040" y="102369"/>
                    </a:lnTo>
                    <a:close/>
                  </a:path>
                </a:pathLst>
              </a:custGeom>
              <a:solidFill>
                <a:srgbClr val="FFB81C"/>
              </a:solidFill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607AA65-581A-68BE-0E25-52E97D995E28}"/>
                </a:ext>
              </a:extLst>
            </p:cNvPr>
            <p:cNvGrpSpPr/>
            <p:nvPr/>
          </p:nvGrpSpPr>
          <p:grpSpPr>
            <a:xfrm>
              <a:off x="2713387" y="1976441"/>
              <a:ext cx="1965595" cy="429866"/>
              <a:chOff x="2713387" y="1976441"/>
              <a:chExt cx="1965595" cy="429866"/>
            </a:xfrm>
            <a:solidFill>
              <a:schemeClr val="bg1"/>
            </a:solidFill>
          </p:grpSpPr>
          <p:sp>
            <p:nvSpPr>
              <p:cNvPr id="6" name="Freeform 35">
                <a:extLst>
                  <a:ext uri="{FF2B5EF4-FFF2-40B4-BE49-F238E27FC236}">
                    <a16:creationId xmlns:a16="http://schemas.microsoft.com/office/drawing/2014/main" id="{138EE02E-9646-4DC6-1476-A7EBE2B12529}"/>
                  </a:ext>
                </a:extLst>
              </p:cNvPr>
              <p:cNvSpPr/>
              <p:nvPr/>
            </p:nvSpPr>
            <p:spPr>
              <a:xfrm>
                <a:off x="3010957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5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5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2723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7" name="Freeform 36">
                <a:extLst>
                  <a:ext uri="{FF2B5EF4-FFF2-40B4-BE49-F238E27FC236}">
                    <a16:creationId xmlns:a16="http://schemas.microsoft.com/office/drawing/2014/main" id="{F84E5DEE-B989-0C44-FABC-ADCAF781E99E}"/>
                  </a:ext>
                </a:extLst>
              </p:cNvPr>
              <p:cNvSpPr/>
              <p:nvPr/>
            </p:nvSpPr>
            <p:spPr>
              <a:xfrm>
                <a:off x="3222063" y="2101129"/>
                <a:ext cx="196525" cy="305178"/>
              </a:xfrm>
              <a:custGeom>
                <a:avLst/>
                <a:gdLst>
                  <a:gd name="connsiteX0" fmla="*/ 151686 w 196525"/>
                  <a:gd name="connsiteY0" fmla="*/ 5754 h 305178"/>
                  <a:gd name="connsiteX1" fmla="*/ 196525 w 196525"/>
                  <a:gd name="connsiteY1" fmla="*/ 5754 h 305178"/>
                  <a:gd name="connsiteX2" fmla="*/ 196525 w 196525"/>
                  <a:gd name="connsiteY2" fmla="*/ 184296 h 305178"/>
                  <a:gd name="connsiteX3" fmla="*/ 164730 w 196525"/>
                  <a:gd name="connsiteY3" fmla="*/ 284573 h 305178"/>
                  <a:gd name="connsiteX4" fmla="*/ 100324 w 196525"/>
                  <a:gd name="connsiteY4" fmla="*/ 304955 h 305178"/>
                  <a:gd name="connsiteX5" fmla="*/ 36734 w 196525"/>
                  <a:gd name="connsiteY5" fmla="*/ 281312 h 305178"/>
                  <a:gd name="connsiteX6" fmla="*/ 8200 w 196525"/>
                  <a:gd name="connsiteY6" fmla="*/ 220983 h 305178"/>
                  <a:gd name="connsiteX7" fmla="*/ 52224 w 196525"/>
                  <a:gd name="connsiteY7" fmla="*/ 220983 h 305178"/>
                  <a:gd name="connsiteX8" fmla="*/ 66899 w 196525"/>
                  <a:gd name="connsiteY8" fmla="*/ 251148 h 305178"/>
                  <a:gd name="connsiteX9" fmla="*/ 101955 w 196525"/>
                  <a:gd name="connsiteY9" fmla="*/ 264192 h 305178"/>
                  <a:gd name="connsiteX10" fmla="*/ 137011 w 196525"/>
                  <a:gd name="connsiteY10" fmla="*/ 251148 h 305178"/>
                  <a:gd name="connsiteX11" fmla="*/ 151686 w 196525"/>
                  <a:gd name="connsiteY11" fmla="*/ 202232 h 305178"/>
                  <a:gd name="connsiteX12" fmla="*/ 151686 w 196525"/>
                  <a:gd name="connsiteY12" fmla="*/ 176959 h 305178"/>
                  <a:gd name="connsiteX13" fmla="*/ 92987 w 196525"/>
                  <a:gd name="connsiteY13" fmla="*/ 204678 h 305178"/>
                  <a:gd name="connsiteX14" fmla="*/ 29396 w 196525"/>
                  <a:gd name="connsiteY14" fmla="*/ 178589 h 305178"/>
                  <a:gd name="connsiteX15" fmla="*/ 47 w 196525"/>
                  <a:gd name="connsiteY15" fmla="*/ 101955 h 305178"/>
                  <a:gd name="connsiteX16" fmla="*/ 28581 w 196525"/>
                  <a:gd name="connsiteY16" fmla="*/ 26951 h 305178"/>
                  <a:gd name="connsiteX17" fmla="*/ 94617 w 196525"/>
                  <a:gd name="connsiteY17" fmla="*/ 47 h 305178"/>
                  <a:gd name="connsiteX18" fmla="*/ 152501 w 196525"/>
                  <a:gd name="connsiteY18" fmla="*/ 26136 h 305178"/>
                  <a:gd name="connsiteX19" fmla="*/ 151686 w 196525"/>
                  <a:gd name="connsiteY19" fmla="*/ 5754 h 305178"/>
                  <a:gd name="connsiteX20" fmla="*/ 151686 w 196525"/>
                  <a:gd name="connsiteY20" fmla="*/ 5754 h 305178"/>
                  <a:gd name="connsiteX21" fmla="*/ 65268 w 196525"/>
                  <a:gd name="connsiteY21" fmla="*/ 54670 h 305178"/>
                  <a:gd name="connsiteX22" fmla="*/ 45702 w 196525"/>
                  <a:gd name="connsiteY22" fmla="*/ 103585 h 305178"/>
                  <a:gd name="connsiteX23" fmla="*/ 65268 w 196525"/>
                  <a:gd name="connsiteY23" fmla="*/ 152501 h 305178"/>
                  <a:gd name="connsiteX24" fmla="*/ 99509 w 196525"/>
                  <a:gd name="connsiteY24" fmla="*/ 165545 h 305178"/>
                  <a:gd name="connsiteX25" fmla="*/ 137011 w 196525"/>
                  <a:gd name="connsiteY25" fmla="*/ 150055 h 305178"/>
                  <a:gd name="connsiteX26" fmla="*/ 154132 w 196525"/>
                  <a:gd name="connsiteY26" fmla="*/ 104401 h 305178"/>
                  <a:gd name="connsiteX27" fmla="*/ 136196 w 196525"/>
                  <a:gd name="connsiteY27" fmla="*/ 55485 h 305178"/>
                  <a:gd name="connsiteX28" fmla="*/ 100324 w 196525"/>
                  <a:gd name="connsiteY28" fmla="*/ 41626 h 305178"/>
                  <a:gd name="connsiteX29" fmla="*/ 65268 w 196525"/>
                  <a:gd name="connsiteY29" fmla="*/ 54670 h 305178"/>
                  <a:gd name="connsiteX30" fmla="*/ 65268 w 196525"/>
                  <a:gd name="connsiteY30" fmla="*/ 54670 h 305178"/>
                  <a:gd name="connsiteX31" fmla="*/ 65268 w 196525"/>
                  <a:gd name="connsiteY31" fmla="*/ 54670 h 305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96525" h="305178">
                    <a:moveTo>
                      <a:pt x="151686" y="5754"/>
                    </a:moveTo>
                    <a:lnTo>
                      <a:pt x="196525" y="5754"/>
                    </a:lnTo>
                    <a:lnTo>
                      <a:pt x="196525" y="184296"/>
                    </a:lnTo>
                    <a:cubicBezTo>
                      <a:pt x="196525" y="229951"/>
                      <a:pt x="191634" y="262561"/>
                      <a:pt x="164730" y="284573"/>
                    </a:cubicBezTo>
                    <a:cubicBezTo>
                      <a:pt x="146794" y="299248"/>
                      <a:pt x="123967" y="306585"/>
                      <a:pt x="100324" y="304955"/>
                    </a:cubicBezTo>
                    <a:cubicBezTo>
                      <a:pt x="76682" y="305770"/>
                      <a:pt x="53854" y="297618"/>
                      <a:pt x="36734" y="281312"/>
                    </a:cubicBezTo>
                    <a:cubicBezTo>
                      <a:pt x="21244" y="265007"/>
                      <a:pt x="11461" y="243810"/>
                      <a:pt x="8200" y="220983"/>
                    </a:cubicBezTo>
                    <a:lnTo>
                      <a:pt x="52224" y="220983"/>
                    </a:lnTo>
                    <a:cubicBezTo>
                      <a:pt x="53854" y="232397"/>
                      <a:pt x="58746" y="242995"/>
                      <a:pt x="66899" y="251148"/>
                    </a:cubicBezTo>
                    <a:cubicBezTo>
                      <a:pt x="75866" y="260116"/>
                      <a:pt x="88911" y="265007"/>
                      <a:pt x="101955" y="264192"/>
                    </a:cubicBezTo>
                    <a:cubicBezTo>
                      <a:pt x="114999" y="265007"/>
                      <a:pt x="128043" y="260116"/>
                      <a:pt x="137011" y="251148"/>
                    </a:cubicBezTo>
                    <a:cubicBezTo>
                      <a:pt x="148425" y="237288"/>
                      <a:pt x="154132" y="220168"/>
                      <a:pt x="151686" y="202232"/>
                    </a:cubicBezTo>
                    <a:lnTo>
                      <a:pt x="151686" y="176959"/>
                    </a:lnTo>
                    <a:cubicBezTo>
                      <a:pt x="137826" y="194895"/>
                      <a:pt x="115814" y="205493"/>
                      <a:pt x="92987" y="204678"/>
                    </a:cubicBezTo>
                    <a:cubicBezTo>
                      <a:pt x="68529" y="205493"/>
                      <a:pt x="45702" y="196525"/>
                      <a:pt x="29396" y="178589"/>
                    </a:cubicBezTo>
                    <a:cubicBezTo>
                      <a:pt x="9830" y="157393"/>
                      <a:pt x="47" y="130489"/>
                      <a:pt x="47" y="101955"/>
                    </a:cubicBezTo>
                    <a:cubicBezTo>
                      <a:pt x="-768" y="74236"/>
                      <a:pt x="9015" y="47332"/>
                      <a:pt x="28581" y="26951"/>
                    </a:cubicBezTo>
                    <a:cubicBezTo>
                      <a:pt x="45702" y="9015"/>
                      <a:pt x="69344" y="-768"/>
                      <a:pt x="94617" y="47"/>
                    </a:cubicBezTo>
                    <a:cubicBezTo>
                      <a:pt x="116630" y="-768"/>
                      <a:pt x="137826" y="9015"/>
                      <a:pt x="152501" y="26136"/>
                    </a:cubicBezTo>
                    <a:lnTo>
                      <a:pt x="151686" y="5754"/>
                    </a:lnTo>
                    <a:lnTo>
                      <a:pt x="151686" y="5754"/>
                    </a:lnTo>
                    <a:close/>
                    <a:moveTo>
                      <a:pt x="65268" y="54670"/>
                    </a:moveTo>
                    <a:cubicBezTo>
                      <a:pt x="52224" y="67714"/>
                      <a:pt x="44886" y="85650"/>
                      <a:pt x="45702" y="103585"/>
                    </a:cubicBezTo>
                    <a:cubicBezTo>
                      <a:pt x="44886" y="121521"/>
                      <a:pt x="52224" y="139457"/>
                      <a:pt x="65268" y="152501"/>
                    </a:cubicBezTo>
                    <a:cubicBezTo>
                      <a:pt x="75051" y="160654"/>
                      <a:pt x="87280" y="165545"/>
                      <a:pt x="99509" y="165545"/>
                    </a:cubicBezTo>
                    <a:cubicBezTo>
                      <a:pt x="113368" y="166360"/>
                      <a:pt x="127228" y="160654"/>
                      <a:pt x="137011" y="150055"/>
                    </a:cubicBezTo>
                    <a:cubicBezTo>
                      <a:pt x="148425" y="137826"/>
                      <a:pt x="154132" y="121521"/>
                      <a:pt x="154132" y="104401"/>
                    </a:cubicBezTo>
                    <a:cubicBezTo>
                      <a:pt x="154947" y="86465"/>
                      <a:pt x="148425" y="68529"/>
                      <a:pt x="136196" y="55485"/>
                    </a:cubicBezTo>
                    <a:cubicBezTo>
                      <a:pt x="126413" y="45702"/>
                      <a:pt x="113368" y="40810"/>
                      <a:pt x="100324" y="41626"/>
                    </a:cubicBezTo>
                    <a:cubicBezTo>
                      <a:pt x="86465" y="40810"/>
                      <a:pt x="74236" y="45702"/>
                      <a:pt x="65268" y="54670"/>
                    </a:cubicBezTo>
                    <a:lnTo>
                      <a:pt x="65268" y="54670"/>
                    </a:lnTo>
                    <a:lnTo>
                      <a:pt x="65268" y="546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8" name="Freeform 37">
                <a:extLst>
                  <a:ext uri="{FF2B5EF4-FFF2-40B4-BE49-F238E27FC236}">
                    <a16:creationId xmlns:a16="http://schemas.microsoft.com/office/drawing/2014/main" id="{D9929344-48AF-0259-A7B1-867632E527EC}"/>
                  </a:ext>
                </a:extLst>
              </p:cNvPr>
              <p:cNvSpPr/>
              <p:nvPr/>
            </p:nvSpPr>
            <p:spPr>
              <a:xfrm>
                <a:off x="3474015" y="2000899"/>
                <a:ext cx="44850" cy="300016"/>
              </a:xfrm>
              <a:custGeom>
                <a:avLst/>
                <a:gdLst>
                  <a:gd name="connsiteX0" fmla="*/ 44850 w 44850"/>
                  <a:gd name="connsiteY0" fmla="*/ 0 h 300016"/>
                  <a:gd name="connsiteX1" fmla="*/ 44850 w 44850"/>
                  <a:gd name="connsiteY1" fmla="*/ 300016 h 300016"/>
                  <a:gd name="connsiteX2" fmla="*/ 11 w 44850"/>
                  <a:gd name="connsiteY2" fmla="*/ 300016 h 300016"/>
                  <a:gd name="connsiteX3" fmla="*/ 11 w 44850"/>
                  <a:gd name="connsiteY3" fmla="*/ 35871 h 300016"/>
                  <a:gd name="connsiteX4" fmla="*/ 44850 w 44850"/>
                  <a:gd name="connsiteY4" fmla="*/ 0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50" h="300016">
                    <a:moveTo>
                      <a:pt x="44850" y="0"/>
                    </a:moveTo>
                    <a:lnTo>
                      <a:pt x="44850" y="300016"/>
                    </a:lnTo>
                    <a:lnTo>
                      <a:pt x="11" y="300016"/>
                    </a:lnTo>
                    <a:lnTo>
                      <a:pt x="11" y="35871"/>
                    </a:lnTo>
                    <a:cubicBezTo>
                      <a:pt x="-804" y="35871"/>
                      <a:pt x="44850" y="0"/>
                      <a:pt x="44850" y="0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9" name="Freeform 38">
                <a:extLst>
                  <a:ext uri="{FF2B5EF4-FFF2-40B4-BE49-F238E27FC236}">
                    <a16:creationId xmlns:a16="http://schemas.microsoft.com/office/drawing/2014/main" id="{D4366C25-7E38-622F-FECF-D9B0DAD8D54E}"/>
                  </a:ext>
                </a:extLst>
              </p:cNvPr>
              <p:cNvSpPr/>
              <p:nvPr/>
            </p:nvSpPr>
            <p:spPr>
              <a:xfrm>
                <a:off x="4277059" y="2000899"/>
                <a:ext cx="44839" cy="61959"/>
              </a:xfrm>
              <a:custGeom>
                <a:avLst/>
                <a:gdLst>
                  <a:gd name="connsiteX0" fmla="*/ 44839 w 44839"/>
                  <a:gd name="connsiteY0" fmla="*/ 0 h 61959"/>
                  <a:gd name="connsiteX1" fmla="*/ 44839 w 44839"/>
                  <a:gd name="connsiteY1" fmla="*/ 61960 h 61959"/>
                  <a:gd name="connsiteX2" fmla="*/ 0 w 44839"/>
                  <a:gd name="connsiteY2" fmla="*/ 61960 h 61959"/>
                  <a:gd name="connsiteX3" fmla="*/ 0 w 44839"/>
                  <a:gd name="connsiteY3" fmla="*/ 35871 h 61959"/>
                  <a:gd name="connsiteX4" fmla="*/ 44839 w 44839"/>
                  <a:gd name="connsiteY4" fmla="*/ 0 h 6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61959">
                    <a:moveTo>
                      <a:pt x="44839" y="0"/>
                    </a:moveTo>
                    <a:lnTo>
                      <a:pt x="44839" y="61960"/>
                    </a:lnTo>
                    <a:lnTo>
                      <a:pt x="0" y="61960"/>
                    </a:lnTo>
                    <a:lnTo>
                      <a:pt x="0" y="35871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0" name="Freeform 39">
                <a:extLst>
                  <a:ext uri="{FF2B5EF4-FFF2-40B4-BE49-F238E27FC236}">
                    <a16:creationId xmlns:a16="http://schemas.microsoft.com/office/drawing/2014/main" id="{EB3E4C5C-7218-EF1E-8DFF-C2FD15216E0B}"/>
                  </a:ext>
                </a:extLst>
              </p:cNvPr>
              <p:cNvSpPr/>
              <p:nvPr/>
            </p:nvSpPr>
            <p:spPr>
              <a:xfrm>
                <a:off x="3563661" y="2101940"/>
                <a:ext cx="184481" cy="204870"/>
              </a:xfrm>
              <a:custGeom>
                <a:avLst/>
                <a:gdLst>
                  <a:gd name="connsiteX0" fmla="*/ 183478 w 184481"/>
                  <a:gd name="connsiteY0" fmla="*/ 154951 h 204870"/>
                  <a:gd name="connsiteX1" fmla="*/ 150867 w 184481"/>
                  <a:gd name="connsiteY1" fmla="*/ 190007 h 204870"/>
                  <a:gd name="connsiteX2" fmla="*/ 93799 w 184481"/>
                  <a:gd name="connsiteY2" fmla="*/ 204682 h 204870"/>
                  <a:gd name="connsiteX3" fmla="*/ 28578 w 184481"/>
                  <a:gd name="connsiteY3" fmla="*/ 180224 h 204870"/>
                  <a:gd name="connsiteX4" fmla="*/ 44 w 184481"/>
                  <a:gd name="connsiteY4" fmla="*/ 106035 h 204870"/>
                  <a:gd name="connsiteX5" fmla="*/ 31024 w 184481"/>
                  <a:gd name="connsiteY5" fmla="*/ 26139 h 204870"/>
                  <a:gd name="connsiteX6" fmla="*/ 95429 w 184481"/>
                  <a:gd name="connsiteY6" fmla="*/ 51 h 204870"/>
                  <a:gd name="connsiteX7" fmla="*/ 157389 w 184481"/>
                  <a:gd name="connsiteY7" fmla="*/ 25324 h 204870"/>
                  <a:gd name="connsiteX8" fmla="*/ 184293 w 184481"/>
                  <a:gd name="connsiteY8" fmla="*/ 106850 h 204870"/>
                  <a:gd name="connsiteX9" fmla="*/ 184293 w 184481"/>
                  <a:gd name="connsiteY9" fmla="*/ 112557 h 204870"/>
                  <a:gd name="connsiteX10" fmla="*/ 45699 w 184481"/>
                  <a:gd name="connsiteY10" fmla="*/ 112557 h 204870"/>
                  <a:gd name="connsiteX11" fmla="*/ 62004 w 184481"/>
                  <a:gd name="connsiteY11" fmla="*/ 151690 h 204870"/>
                  <a:gd name="connsiteX12" fmla="*/ 96245 w 184481"/>
                  <a:gd name="connsiteY12" fmla="*/ 163919 h 204870"/>
                  <a:gd name="connsiteX13" fmla="*/ 127225 w 184481"/>
                  <a:gd name="connsiteY13" fmla="*/ 154135 h 204870"/>
                  <a:gd name="connsiteX14" fmla="*/ 145160 w 184481"/>
                  <a:gd name="connsiteY14" fmla="*/ 132939 h 204870"/>
                  <a:gd name="connsiteX15" fmla="*/ 183478 w 184481"/>
                  <a:gd name="connsiteY15" fmla="*/ 154951 h 204870"/>
                  <a:gd name="connsiteX16" fmla="*/ 183478 w 184481"/>
                  <a:gd name="connsiteY16" fmla="*/ 154951 h 204870"/>
                  <a:gd name="connsiteX17" fmla="*/ 139454 w 184481"/>
                  <a:gd name="connsiteY17" fmla="*/ 75870 h 204870"/>
                  <a:gd name="connsiteX18" fmla="*/ 125594 w 184481"/>
                  <a:gd name="connsiteY18" fmla="*/ 49782 h 204870"/>
                  <a:gd name="connsiteX19" fmla="*/ 63634 w 184481"/>
                  <a:gd name="connsiteY19" fmla="*/ 51413 h 204870"/>
                  <a:gd name="connsiteX20" fmla="*/ 49775 w 184481"/>
                  <a:gd name="connsiteY20" fmla="*/ 75870 h 204870"/>
                  <a:gd name="connsiteX21" fmla="*/ 139454 w 184481"/>
                  <a:gd name="connsiteY21" fmla="*/ 75870 h 204870"/>
                  <a:gd name="connsiteX22" fmla="*/ 139454 w 184481"/>
                  <a:gd name="connsiteY22" fmla="*/ 75870 h 204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84481" h="204870">
                    <a:moveTo>
                      <a:pt x="183478" y="154951"/>
                    </a:moveTo>
                    <a:cubicBezTo>
                      <a:pt x="175325" y="169625"/>
                      <a:pt x="164727" y="181039"/>
                      <a:pt x="150867" y="190007"/>
                    </a:cubicBezTo>
                    <a:cubicBezTo>
                      <a:pt x="133747" y="199790"/>
                      <a:pt x="114180" y="205497"/>
                      <a:pt x="93799" y="204682"/>
                    </a:cubicBezTo>
                    <a:cubicBezTo>
                      <a:pt x="69341" y="206312"/>
                      <a:pt x="45699" y="197344"/>
                      <a:pt x="28578" y="180224"/>
                    </a:cubicBezTo>
                    <a:cubicBezTo>
                      <a:pt x="9827" y="160658"/>
                      <a:pt x="-771" y="133754"/>
                      <a:pt x="44" y="106035"/>
                    </a:cubicBezTo>
                    <a:cubicBezTo>
                      <a:pt x="-771" y="76686"/>
                      <a:pt x="10642" y="48151"/>
                      <a:pt x="31024" y="26139"/>
                    </a:cubicBezTo>
                    <a:cubicBezTo>
                      <a:pt x="48144" y="9019"/>
                      <a:pt x="71787" y="-764"/>
                      <a:pt x="95429" y="51"/>
                    </a:cubicBezTo>
                    <a:cubicBezTo>
                      <a:pt x="119072" y="-764"/>
                      <a:pt x="141084" y="8204"/>
                      <a:pt x="157389" y="25324"/>
                    </a:cubicBezTo>
                    <a:cubicBezTo>
                      <a:pt x="176956" y="48151"/>
                      <a:pt x="185924" y="77501"/>
                      <a:pt x="184293" y="106850"/>
                    </a:cubicBezTo>
                    <a:lnTo>
                      <a:pt x="184293" y="112557"/>
                    </a:lnTo>
                    <a:lnTo>
                      <a:pt x="45699" y="112557"/>
                    </a:lnTo>
                    <a:cubicBezTo>
                      <a:pt x="46514" y="127232"/>
                      <a:pt x="52221" y="141091"/>
                      <a:pt x="62004" y="151690"/>
                    </a:cubicBezTo>
                    <a:cubicBezTo>
                      <a:pt x="70972" y="160658"/>
                      <a:pt x="84016" y="164734"/>
                      <a:pt x="96245" y="163919"/>
                    </a:cubicBezTo>
                    <a:cubicBezTo>
                      <a:pt x="107658" y="164734"/>
                      <a:pt x="118257" y="160658"/>
                      <a:pt x="127225" y="154135"/>
                    </a:cubicBezTo>
                    <a:cubicBezTo>
                      <a:pt x="134562" y="148429"/>
                      <a:pt x="140269" y="141091"/>
                      <a:pt x="145160" y="132939"/>
                    </a:cubicBezTo>
                    <a:lnTo>
                      <a:pt x="183478" y="154951"/>
                    </a:lnTo>
                    <a:lnTo>
                      <a:pt x="183478" y="154951"/>
                    </a:lnTo>
                    <a:close/>
                    <a:moveTo>
                      <a:pt x="139454" y="75870"/>
                    </a:moveTo>
                    <a:cubicBezTo>
                      <a:pt x="137823" y="66087"/>
                      <a:pt x="132932" y="57119"/>
                      <a:pt x="125594" y="49782"/>
                    </a:cubicBezTo>
                    <a:cubicBezTo>
                      <a:pt x="107658" y="34292"/>
                      <a:pt x="80755" y="35107"/>
                      <a:pt x="63634" y="51413"/>
                    </a:cubicBezTo>
                    <a:cubicBezTo>
                      <a:pt x="57112" y="57935"/>
                      <a:pt x="52221" y="66902"/>
                      <a:pt x="49775" y="75870"/>
                    </a:cubicBezTo>
                    <a:lnTo>
                      <a:pt x="139454" y="75870"/>
                    </a:lnTo>
                    <a:lnTo>
                      <a:pt x="139454" y="7587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40">
                <a:extLst>
                  <a:ext uri="{FF2B5EF4-FFF2-40B4-BE49-F238E27FC236}">
                    <a16:creationId xmlns:a16="http://schemas.microsoft.com/office/drawing/2014/main" id="{C3CFA7DB-5026-8381-EA03-D8E8288D201F}"/>
                  </a:ext>
                </a:extLst>
              </p:cNvPr>
              <p:cNvSpPr/>
              <p:nvPr/>
            </p:nvSpPr>
            <p:spPr>
              <a:xfrm>
                <a:off x="3794424" y="2101944"/>
                <a:ext cx="196478" cy="304139"/>
              </a:xfrm>
              <a:custGeom>
                <a:avLst/>
                <a:gdLst>
                  <a:gd name="connsiteX0" fmla="*/ 44839 w 196478"/>
                  <a:gd name="connsiteY0" fmla="*/ 304140 h 304139"/>
                  <a:gd name="connsiteX1" fmla="*/ 0 w 196478"/>
                  <a:gd name="connsiteY1" fmla="*/ 304140 h 304139"/>
                  <a:gd name="connsiteX2" fmla="*/ 0 w 196478"/>
                  <a:gd name="connsiteY2" fmla="*/ 4939 h 304139"/>
                  <a:gd name="connsiteX3" fmla="*/ 44839 w 196478"/>
                  <a:gd name="connsiteY3" fmla="*/ 4939 h 304139"/>
                  <a:gd name="connsiteX4" fmla="*/ 44839 w 196478"/>
                  <a:gd name="connsiteY4" fmla="*/ 26136 h 304139"/>
                  <a:gd name="connsiteX5" fmla="*/ 101908 w 196478"/>
                  <a:gd name="connsiteY5" fmla="*/ 47 h 304139"/>
                  <a:gd name="connsiteX6" fmla="*/ 196478 w 196478"/>
                  <a:gd name="connsiteY6" fmla="*/ 100324 h 304139"/>
                  <a:gd name="connsiteX7" fmla="*/ 102723 w 196478"/>
                  <a:gd name="connsiteY7" fmla="*/ 203863 h 304139"/>
                  <a:gd name="connsiteX8" fmla="*/ 44839 w 196478"/>
                  <a:gd name="connsiteY8" fmla="*/ 175328 h 304139"/>
                  <a:gd name="connsiteX9" fmla="*/ 44839 w 196478"/>
                  <a:gd name="connsiteY9" fmla="*/ 304140 h 304139"/>
                  <a:gd name="connsiteX10" fmla="*/ 44839 w 196478"/>
                  <a:gd name="connsiteY10" fmla="*/ 304140 h 304139"/>
                  <a:gd name="connsiteX11" fmla="*/ 42394 w 196478"/>
                  <a:gd name="connsiteY11" fmla="*/ 103585 h 304139"/>
                  <a:gd name="connsiteX12" fmla="*/ 97016 w 196478"/>
                  <a:gd name="connsiteY12" fmla="*/ 164730 h 304139"/>
                  <a:gd name="connsiteX13" fmla="*/ 150823 w 196478"/>
                  <a:gd name="connsiteY13" fmla="*/ 103585 h 304139"/>
                  <a:gd name="connsiteX14" fmla="*/ 97016 w 196478"/>
                  <a:gd name="connsiteY14" fmla="*/ 41626 h 304139"/>
                  <a:gd name="connsiteX15" fmla="*/ 42394 w 196478"/>
                  <a:gd name="connsiteY15" fmla="*/ 103585 h 304139"/>
                  <a:gd name="connsiteX16" fmla="*/ 42394 w 196478"/>
                  <a:gd name="connsiteY16" fmla="*/ 103585 h 304139"/>
                  <a:gd name="connsiteX17" fmla="*/ 42394 w 196478"/>
                  <a:gd name="connsiteY17" fmla="*/ 103585 h 30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6478" h="304139">
                    <a:moveTo>
                      <a:pt x="44839" y="304140"/>
                    </a:moveTo>
                    <a:lnTo>
                      <a:pt x="0" y="304140"/>
                    </a:lnTo>
                    <a:lnTo>
                      <a:pt x="0" y="4939"/>
                    </a:lnTo>
                    <a:lnTo>
                      <a:pt x="44839" y="4939"/>
                    </a:lnTo>
                    <a:lnTo>
                      <a:pt x="44839" y="26136"/>
                    </a:lnTo>
                    <a:cubicBezTo>
                      <a:pt x="58699" y="9015"/>
                      <a:pt x="79896" y="-768"/>
                      <a:pt x="101908" y="47"/>
                    </a:cubicBezTo>
                    <a:cubicBezTo>
                      <a:pt x="153269" y="47"/>
                      <a:pt x="196478" y="39180"/>
                      <a:pt x="196478" y="100324"/>
                    </a:cubicBezTo>
                    <a:cubicBezTo>
                      <a:pt x="196478" y="165545"/>
                      <a:pt x="148378" y="203863"/>
                      <a:pt x="102723" y="203863"/>
                    </a:cubicBezTo>
                    <a:cubicBezTo>
                      <a:pt x="79896" y="203047"/>
                      <a:pt x="58699" y="193264"/>
                      <a:pt x="44839" y="175328"/>
                    </a:cubicBezTo>
                    <a:lnTo>
                      <a:pt x="44839" y="304140"/>
                    </a:lnTo>
                    <a:lnTo>
                      <a:pt x="44839" y="304140"/>
                    </a:lnTo>
                    <a:close/>
                    <a:moveTo>
                      <a:pt x="42394" y="103585"/>
                    </a:moveTo>
                    <a:cubicBezTo>
                      <a:pt x="42394" y="144348"/>
                      <a:pt x="68482" y="164730"/>
                      <a:pt x="97016" y="164730"/>
                    </a:cubicBezTo>
                    <a:cubicBezTo>
                      <a:pt x="129627" y="164730"/>
                      <a:pt x="150823" y="137011"/>
                      <a:pt x="150823" y="103585"/>
                    </a:cubicBezTo>
                    <a:cubicBezTo>
                      <a:pt x="150823" y="70160"/>
                      <a:pt x="129627" y="41626"/>
                      <a:pt x="97016" y="41626"/>
                    </a:cubicBezTo>
                    <a:cubicBezTo>
                      <a:pt x="68482" y="40810"/>
                      <a:pt x="42394" y="61192"/>
                      <a:pt x="42394" y="103585"/>
                    </a:cubicBezTo>
                    <a:lnTo>
                      <a:pt x="42394" y="103585"/>
                    </a:lnTo>
                    <a:lnTo>
                      <a:pt x="42394" y="103585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41">
                <a:extLst>
                  <a:ext uri="{FF2B5EF4-FFF2-40B4-BE49-F238E27FC236}">
                    <a16:creationId xmlns:a16="http://schemas.microsoft.com/office/drawing/2014/main" id="{1F31E840-F370-BC9C-93B5-5151931E69E3}"/>
                  </a:ext>
                </a:extLst>
              </p:cNvPr>
              <p:cNvSpPr/>
              <p:nvPr/>
            </p:nvSpPr>
            <p:spPr>
              <a:xfrm>
                <a:off x="4025947" y="2101132"/>
                <a:ext cx="207097" cy="207130"/>
              </a:xfrm>
              <a:custGeom>
                <a:avLst/>
                <a:gdLst>
                  <a:gd name="connsiteX0" fmla="*/ 207087 w 207097"/>
                  <a:gd name="connsiteY0" fmla="*/ 102767 h 207130"/>
                  <a:gd name="connsiteX1" fmla="*/ 105179 w 207097"/>
                  <a:gd name="connsiteY1" fmla="*/ 207120 h 207130"/>
                  <a:gd name="connsiteX2" fmla="*/ 11 w 207097"/>
                  <a:gd name="connsiteY2" fmla="*/ 105213 h 207130"/>
                  <a:gd name="connsiteX3" fmla="*/ 101918 w 207097"/>
                  <a:gd name="connsiteY3" fmla="*/ 44 h 207130"/>
                  <a:gd name="connsiteX4" fmla="*/ 103549 w 207097"/>
                  <a:gd name="connsiteY4" fmla="*/ 44 h 207130"/>
                  <a:gd name="connsiteX5" fmla="*/ 207087 w 207097"/>
                  <a:gd name="connsiteY5" fmla="*/ 97875 h 207130"/>
                  <a:gd name="connsiteX6" fmla="*/ 207087 w 207097"/>
                  <a:gd name="connsiteY6" fmla="*/ 102767 h 207130"/>
                  <a:gd name="connsiteX7" fmla="*/ 207087 w 207097"/>
                  <a:gd name="connsiteY7" fmla="*/ 102767 h 207130"/>
                  <a:gd name="connsiteX8" fmla="*/ 160617 w 207097"/>
                  <a:gd name="connsiteY8" fmla="*/ 103582 h 207130"/>
                  <a:gd name="connsiteX9" fmla="*/ 103549 w 207097"/>
                  <a:gd name="connsiteY9" fmla="*/ 41622 h 207130"/>
                  <a:gd name="connsiteX10" fmla="*/ 46481 w 207097"/>
                  <a:gd name="connsiteY10" fmla="*/ 103582 h 207130"/>
                  <a:gd name="connsiteX11" fmla="*/ 103549 w 207097"/>
                  <a:gd name="connsiteY11" fmla="*/ 164727 h 207130"/>
                  <a:gd name="connsiteX12" fmla="*/ 160617 w 207097"/>
                  <a:gd name="connsiteY12" fmla="*/ 103582 h 207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97" h="207130">
                    <a:moveTo>
                      <a:pt x="207087" y="102767"/>
                    </a:moveTo>
                    <a:cubicBezTo>
                      <a:pt x="207902" y="159835"/>
                      <a:pt x="162248" y="207120"/>
                      <a:pt x="105179" y="207120"/>
                    </a:cubicBezTo>
                    <a:cubicBezTo>
                      <a:pt x="48111" y="207935"/>
                      <a:pt x="826" y="162281"/>
                      <a:pt x="11" y="105213"/>
                    </a:cubicBezTo>
                    <a:cubicBezTo>
                      <a:pt x="-804" y="48144"/>
                      <a:pt x="44850" y="859"/>
                      <a:pt x="101918" y="44"/>
                    </a:cubicBezTo>
                    <a:cubicBezTo>
                      <a:pt x="102734" y="44"/>
                      <a:pt x="102734" y="44"/>
                      <a:pt x="103549" y="44"/>
                    </a:cubicBezTo>
                    <a:cubicBezTo>
                      <a:pt x="158987" y="-1587"/>
                      <a:pt x="205457" y="42437"/>
                      <a:pt x="207087" y="97875"/>
                    </a:cubicBezTo>
                    <a:cubicBezTo>
                      <a:pt x="207087" y="100321"/>
                      <a:pt x="207087" y="101952"/>
                      <a:pt x="207087" y="102767"/>
                    </a:cubicBezTo>
                    <a:lnTo>
                      <a:pt x="207087" y="102767"/>
                    </a:lnTo>
                    <a:close/>
                    <a:moveTo>
                      <a:pt x="160617" y="103582"/>
                    </a:moveTo>
                    <a:cubicBezTo>
                      <a:pt x="160617" y="59558"/>
                      <a:pt x="132083" y="41622"/>
                      <a:pt x="103549" y="41622"/>
                    </a:cubicBezTo>
                    <a:cubicBezTo>
                      <a:pt x="75015" y="41622"/>
                      <a:pt x="46481" y="59558"/>
                      <a:pt x="46481" y="103582"/>
                    </a:cubicBezTo>
                    <a:cubicBezTo>
                      <a:pt x="46481" y="141084"/>
                      <a:pt x="68493" y="164727"/>
                      <a:pt x="103549" y="164727"/>
                    </a:cubicBezTo>
                    <a:cubicBezTo>
                      <a:pt x="138605" y="164727"/>
                      <a:pt x="160617" y="141084"/>
                      <a:pt x="160617" y="103582"/>
                    </a:cubicBez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42">
                <a:extLst>
                  <a:ext uri="{FF2B5EF4-FFF2-40B4-BE49-F238E27FC236}">
                    <a16:creationId xmlns:a16="http://schemas.microsoft.com/office/drawing/2014/main" id="{8B474536-6899-D39D-1753-20B415686600}"/>
                  </a:ext>
                </a:extLst>
              </p:cNvPr>
              <p:cNvSpPr/>
              <p:nvPr/>
            </p:nvSpPr>
            <p:spPr>
              <a:xfrm>
                <a:off x="4277059" y="2106883"/>
                <a:ext cx="44839" cy="193216"/>
              </a:xfrm>
              <a:custGeom>
                <a:avLst/>
                <a:gdLst>
                  <a:gd name="connsiteX0" fmla="*/ 44839 w 44839"/>
                  <a:gd name="connsiteY0" fmla="*/ 0 h 193216"/>
                  <a:gd name="connsiteX1" fmla="*/ 44839 w 44839"/>
                  <a:gd name="connsiteY1" fmla="*/ 193217 h 193216"/>
                  <a:gd name="connsiteX2" fmla="*/ 0 w 44839"/>
                  <a:gd name="connsiteY2" fmla="*/ 193217 h 193216"/>
                  <a:gd name="connsiteX3" fmla="*/ 0 w 44839"/>
                  <a:gd name="connsiteY3" fmla="*/ 0 h 193216"/>
                  <a:gd name="connsiteX4" fmla="*/ 44839 w 44839"/>
                  <a:gd name="connsiteY4" fmla="*/ 0 h 193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839" h="193216">
                    <a:moveTo>
                      <a:pt x="44839" y="0"/>
                    </a:moveTo>
                    <a:lnTo>
                      <a:pt x="44839" y="193217"/>
                    </a:lnTo>
                    <a:lnTo>
                      <a:pt x="0" y="193217"/>
                    </a:lnTo>
                    <a:lnTo>
                      <a:pt x="0" y="0"/>
                    </a:lnTo>
                    <a:lnTo>
                      <a:pt x="44839" y="0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43">
                <a:extLst>
                  <a:ext uri="{FF2B5EF4-FFF2-40B4-BE49-F238E27FC236}">
                    <a16:creationId xmlns:a16="http://schemas.microsoft.com/office/drawing/2014/main" id="{95F7D976-4785-6005-0221-1E85F60804A7}"/>
                  </a:ext>
                </a:extLst>
              </p:cNvPr>
              <p:cNvSpPr/>
              <p:nvPr/>
            </p:nvSpPr>
            <p:spPr>
              <a:xfrm>
                <a:off x="4376520" y="2101816"/>
                <a:ext cx="166313" cy="199099"/>
              </a:xfrm>
              <a:custGeom>
                <a:avLst/>
                <a:gdLst>
                  <a:gd name="connsiteX0" fmla="*/ 0 w 166313"/>
                  <a:gd name="connsiteY0" fmla="*/ 5067 h 199099"/>
                  <a:gd name="connsiteX1" fmla="*/ 44839 w 166313"/>
                  <a:gd name="connsiteY1" fmla="*/ 5067 h 199099"/>
                  <a:gd name="connsiteX2" fmla="*/ 44839 w 166313"/>
                  <a:gd name="connsiteY2" fmla="*/ 23003 h 199099"/>
                  <a:gd name="connsiteX3" fmla="*/ 97016 w 166313"/>
                  <a:gd name="connsiteY3" fmla="*/ 176 h 199099"/>
                  <a:gd name="connsiteX4" fmla="*/ 154084 w 166313"/>
                  <a:gd name="connsiteY4" fmla="*/ 26264 h 199099"/>
                  <a:gd name="connsiteX5" fmla="*/ 166313 w 166313"/>
                  <a:gd name="connsiteY5" fmla="*/ 80071 h 199099"/>
                  <a:gd name="connsiteX6" fmla="*/ 166313 w 166313"/>
                  <a:gd name="connsiteY6" fmla="*/ 198284 h 199099"/>
                  <a:gd name="connsiteX7" fmla="*/ 121474 w 166313"/>
                  <a:gd name="connsiteY7" fmla="*/ 198284 h 199099"/>
                  <a:gd name="connsiteX8" fmla="*/ 121474 w 166313"/>
                  <a:gd name="connsiteY8" fmla="*/ 91485 h 199099"/>
                  <a:gd name="connsiteX9" fmla="*/ 86418 w 166313"/>
                  <a:gd name="connsiteY9" fmla="*/ 40939 h 199099"/>
                  <a:gd name="connsiteX10" fmla="*/ 45655 w 166313"/>
                  <a:gd name="connsiteY10" fmla="*/ 106160 h 199099"/>
                  <a:gd name="connsiteX11" fmla="*/ 45655 w 166313"/>
                  <a:gd name="connsiteY11" fmla="*/ 199100 h 199099"/>
                  <a:gd name="connsiteX12" fmla="*/ 815 w 166313"/>
                  <a:gd name="connsiteY12" fmla="*/ 199100 h 199099"/>
                  <a:gd name="connsiteX13" fmla="*/ 0 w 166313"/>
                  <a:gd name="connsiteY13" fmla="*/ 5067 h 199099"/>
                  <a:gd name="connsiteX14" fmla="*/ 0 w 166313"/>
                  <a:gd name="connsiteY14" fmla="*/ 5067 h 19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313" h="199099">
                    <a:moveTo>
                      <a:pt x="0" y="5067"/>
                    </a:moveTo>
                    <a:lnTo>
                      <a:pt x="44839" y="5067"/>
                    </a:lnTo>
                    <a:lnTo>
                      <a:pt x="44839" y="23003"/>
                    </a:lnTo>
                    <a:cubicBezTo>
                      <a:pt x="57884" y="7513"/>
                      <a:pt x="77450" y="-639"/>
                      <a:pt x="97016" y="176"/>
                    </a:cubicBezTo>
                    <a:cubicBezTo>
                      <a:pt x="119028" y="-1455"/>
                      <a:pt x="141040" y="8329"/>
                      <a:pt x="154084" y="26264"/>
                    </a:cubicBezTo>
                    <a:cubicBezTo>
                      <a:pt x="161422" y="36863"/>
                      <a:pt x="166313" y="49907"/>
                      <a:pt x="166313" y="80071"/>
                    </a:cubicBezTo>
                    <a:lnTo>
                      <a:pt x="166313" y="198284"/>
                    </a:lnTo>
                    <a:lnTo>
                      <a:pt x="121474" y="198284"/>
                    </a:lnTo>
                    <a:lnTo>
                      <a:pt x="121474" y="91485"/>
                    </a:lnTo>
                    <a:cubicBezTo>
                      <a:pt x="121474" y="42569"/>
                      <a:pt x="103538" y="40939"/>
                      <a:pt x="86418" y="40939"/>
                    </a:cubicBezTo>
                    <a:cubicBezTo>
                      <a:pt x="66036" y="40939"/>
                      <a:pt x="45655" y="43385"/>
                      <a:pt x="45655" y="106160"/>
                    </a:cubicBezTo>
                    <a:lnTo>
                      <a:pt x="45655" y="199100"/>
                    </a:lnTo>
                    <a:lnTo>
                      <a:pt x="815" y="199100"/>
                    </a:lnTo>
                    <a:lnTo>
                      <a:pt x="0" y="5067"/>
                    </a:lnTo>
                    <a:lnTo>
                      <a:pt x="0" y="5067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44">
                <a:extLst>
                  <a:ext uri="{FF2B5EF4-FFF2-40B4-BE49-F238E27FC236}">
                    <a16:creationId xmlns:a16="http://schemas.microsoft.com/office/drawing/2014/main" id="{8F13EB06-9C0B-0FC6-770C-C87B0C4B7AAB}"/>
                  </a:ext>
                </a:extLst>
              </p:cNvPr>
              <p:cNvSpPr/>
              <p:nvPr/>
            </p:nvSpPr>
            <p:spPr>
              <a:xfrm>
                <a:off x="4581151" y="2000084"/>
                <a:ext cx="97831" cy="300016"/>
              </a:xfrm>
              <a:custGeom>
                <a:avLst/>
                <a:gdLst>
                  <a:gd name="connsiteX0" fmla="*/ 63590 w 97831"/>
                  <a:gd name="connsiteY0" fmla="*/ 148378 h 300016"/>
                  <a:gd name="connsiteX1" fmla="*/ 63590 w 97831"/>
                  <a:gd name="connsiteY1" fmla="*/ 300016 h 300016"/>
                  <a:gd name="connsiteX2" fmla="*/ 18751 w 97831"/>
                  <a:gd name="connsiteY2" fmla="*/ 300016 h 300016"/>
                  <a:gd name="connsiteX3" fmla="*/ 18751 w 97831"/>
                  <a:gd name="connsiteY3" fmla="*/ 148378 h 300016"/>
                  <a:gd name="connsiteX4" fmla="*/ 0 w 97831"/>
                  <a:gd name="connsiteY4" fmla="*/ 148378 h 300016"/>
                  <a:gd name="connsiteX5" fmla="*/ 0 w 97831"/>
                  <a:gd name="connsiteY5" fmla="*/ 106799 h 300016"/>
                  <a:gd name="connsiteX6" fmla="*/ 18751 w 97831"/>
                  <a:gd name="connsiteY6" fmla="*/ 106799 h 300016"/>
                  <a:gd name="connsiteX7" fmla="*/ 18751 w 97831"/>
                  <a:gd name="connsiteY7" fmla="*/ 35871 h 300016"/>
                  <a:gd name="connsiteX8" fmla="*/ 63590 w 97831"/>
                  <a:gd name="connsiteY8" fmla="*/ 0 h 300016"/>
                  <a:gd name="connsiteX9" fmla="*/ 63590 w 97831"/>
                  <a:gd name="connsiteY9" fmla="*/ 106799 h 300016"/>
                  <a:gd name="connsiteX10" fmla="*/ 97831 w 97831"/>
                  <a:gd name="connsiteY10" fmla="*/ 106799 h 300016"/>
                  <a:gd name="connsiteX11" fmla="*/ 97831 w 97831"/>
                  <a:gd name="connsiteY11" fmla="*/ 148378 h 300016"/>
                  <a:gd name="connsiteX12" fmla="*/ 63590 w 97831"/>
                  <a:gd name="connsiteY12" fmla="*/ 148378 h 300016"/>
                  <a:gd name="connsiteX13" fmla="*/ 63590 w 97831"/>
                  <a:gd name="connsiteY13" fmla="*/ 148378 h 300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7831" h="300016">
                    <a:moveTo>
                      <a:pt x="63590" y="148378"/>
                    </a:moveTo>
                    <a:lnTo>
                      <a:pt x="63590" y="300016"/>
                    </a:lnTo>
                    <a:lnTo>
                      <a:pt x="18751" y="300016"/>
                    </a:lnTo>
                    <a:lnTo>
                      <a:pt x="18751" y="148378"/>
                    </a:lnTo>
                    <a:lnTo>
                      <a:pt x="0" y="148378"/>
                    </a:lnTo>
                    <a:lnTo>
                      <a:pt x="0" y="106799"/>
                    </a:lnTo>
                    <a:lnTo>
                      <a:pt x="18751" y="106799"/>
                    </a:lnTo>
                    <a:lnTo>
                      <a:pt x="18751" y="35871"/>
                    </a:lnTo>
                    <a:lnTo>
                      <a:pt x="63590" y="0"/>
                    </a:lnTo>
                    <a:lnTo>
                      <a:pt x="63590" y="106799"/>
                    </a:lnTo>
                    <a:lnTo>
                      <a:pt x="97831" y="106799"/>
                    </a:lnTo>
                    <a:lnTo>
                      <a:pt x="97831" y="148378"/>
                    </a:lnTo>
                    <a:lnTo>
                      <a:pt x="63590" y="148378"/>
                    </a:lnTo>
                    <a:lnTo>
                      <a:pt x="63590" y="148378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45">
                <a:extLst>
                  <a:ext uri="{FF2B5EF4-FFF2-40B4-BE49-F238E27FC236}">
                    <a16:creationId xmlns:a16="http://schemas.microsoft.com/office/drawing/2014/main" id="{F32F4A99-38A7-78B5-ABDF-A47A78A15184}"/>
                  </a:ext>
                </a:extLst>
              </p:cNvPr>
              <p:cNvSpPr/>
              <p:nvPr/>
            </p:nvSpPr>
            <p:spPr>
              <a:xfrm>
                <a:off x="2713387" y="1976441"/>
                <a:ext cx="260883" cy="324473"/>
              </a:xfrm>
              <a:custGeom>
                <a:avLst/>
                <a:gdLst>
                  <a:gd name="connsiteX0" fmla="*/ 260884 w 260883"/>
                  <a:gd name="connsiteY0" fmla="*/ 324474 h 324473"/>
                  <a:gd name="connsiteX1" fmla="*/ 130442 w 260883"/>
                  <a:gd name="connsiteY1" fmla="*/ 0 h 324473"/>
                  <a:gd name="connsiteX2" fmla="*/ 130442 w 260883"/>
                  <a:gd name="connsiteY2" fmla="*/ 0 h 324473"/>
                  <a:gd name="connsiteX3" fmla="*/ 0 w 260883"/>
                  <a:gd name="connsiteY3" fmla="*/ 324474 h 324473"/>
                  <a:gd name="connsiteX4" fmla="*/ 50546 w 260883"/>
                  <a:gd name="connsiteY4" fmla="*/ 324474 h 324473"/>
                  <a:gd name="connsiteX5" fmla="*/ 130442 w 260883"/>
                  <a:gd name="connsiteY5" fmla="*/ 118213 h 324473"/>
                  <a:gd name="connsiteX6" fmla="*/ 210337 w 260883"/>
                  <a:gd name="connsiteY6" fmla="*/ 324474 h 324473"/>
                  <a:gd name="connsiteX7" fmla="*/ 260884 w 260883"/>
                  <a:gd name="connsiteY7" fmla="*/ 324474 h 324473"/>
                  <a:gd name="connsiteX8" fmla="*/ 260884 w 260883"/>
                  <a:gd name="connsiteY8" fmla="*/ 324474 h 324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883" h="324473">
                    <a:moveTo>
                      <a:pt x="260884" y="324474"/>
                    </a:moveTo>
                    <a:lnTo>
                      <a:pt x="130442" y="0"/>
                    </a:lnTo>
                    <a:lnTo>
                      <a:pt x="130442" y="0"/>
                    </a:lnTo>
                    <a:lnTo>
                      <a:pt x="0" y="324474"/>
                    </a:lnTo>
                    <a:lnTo>
                      <a:pt x="50546" y="324474"/>
                    </a:lnTo>
                    <a:lnTo>
                      <a:pt x="130442" y="118213"/>
                    </a:lnTo>
                    <a:lnTo>
                      <a:pt x="210337" y="324474"/>
                    </a:lnTo>
                    <a:lnTo>
                      <a:pt x="260884" y="324474"/>
                    </a:lnTo>
                    <a:lnTo>
                      <a:pt x="260884" y="324474"/>
                    </a:lnTo>
                    <a:close/>
                  </a:path>
                </a:pathLst>
              </a:custGeom>
              <a:grpFill/>
              <a:ln w="812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8351761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16,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16,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">
            <a:extLst>
              <a:ext uri="{FF2B5EF4-FFF2-40B4-BE49-F238E27FC236}">
                <a16:creationId xmlns:a16="http://schemas.microsoft.com/office/drawing/2014/main" id="{5E13D4CF-DED8-4F0A-BC97-8B42B4CA9D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2C224A1D-A29D-4452-AD9D-3640B5DA43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defPPr>
              <a:defRPr lang="en-US"/>
            </a:defPPr>
            <a:lvl1pPr marL="0" algn="l" defTabSz="457131" rtl="0" eaLnBrk="1" latinLnBrk="0" hangingPunct="1">
              <a:defRPr sz="800" kern="1200">
                <a:solidFill>
                  <a:schemeClr val="bg1"/>
                </a:solidFill>
                <a:latin typeface="TT Norms Pro" panose="020B0604020202020204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C7B6BA-D44D-4729-BD5A-BF29607FF773}" type="datetime4">
              <a:rPr lang="en-US" smtClean="0">
                <a:latin typeface="Figtree" pitchFamily="2" charset="0"/>
              </a:rPr>
              <a:pPr/>
              <a:t>June 16, 2026</a:t>
            </a:fld>
            <a:endParaRPr lang="en-US">
              <a:latin typeface="Figtree" pitchFamily="2" charset="0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46F078EB-DEFD-4309-BB37-5573CCD311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6" name="Subtitle">
            <a:extLst>
              <a:ext uri="{FF2B5EF4-FFF2-40B4-BE49-F238E27FC236}">
                <a16:creationId xmlns:a16="http://schemas.microsoft.com/office/drawing/2014/main" id="{0B8F79EE-ACBD-46F9-9F0D-235A653AE1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4" y="3670712"/>
            <a:ext cx="9500616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65" name="Title">
            <a:extLst>
              <a:ext uri="{FF2B5EF4-FFF2-40B4-BE49-F238E27FC236}">
                <a16:creationId xmlns:a16="http://schemas.microsoft.com/office/drawing/2014/main" id="{60B56E13-134C-40AD-8247-0C3F425B01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4127912"/>
            <a:ext cx="9500616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B7E03F3E-57DA-4167-BE3A-75401D0149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" name="Anglepoint Logo">
            <a:extLst>
              <a:ext uri="{FF2B5EF4-FFF2-40B4-BE49-F238E27FC236}">
                <a16:creationId xmlns:a16="http://schemas.microsoft.com/office/drawing/2014/main" id="{71706911-E94F-F544-BD95-B78CB9870E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1672" y="369493"/>
            <a:ext cx="1485185" cy="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42166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16,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llage - 25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>
            <a:extLst>
              <a:ext uri="{FF2B5EF4-FFF2-40B4-BE49-F238E27FC236}">
                <a16:creationId xmlns:a16="http://schemas.microsoft.com/office/drawing/2014/main" id="{963C93A1-BA19-41CF-9744-772DE12C73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89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90C3DCAD-63E7-4250-A5E8-493923488F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91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2FEA1B31-496A-754F-916C-D61E9C8934ED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503EDF1-C8B8-400D-B281-71FF8E28F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90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Section">
            <a:extLst>
              <a:ext uri="{FF2B5EF4-FFF2-40B4-BE49-F238E27FC236}">
                <a16:creationId xmlns:a16="http://schemas.microsoft.com/office/drawing/2014/main" id="{C12B7EE4-8614-404F-A24D-406F3C48B6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37" name="Anglepoint Logo">
            <a:extLst>
              <a:ext uri="{FF2B5EF4-FFF2-40B4-BE49-F238E27FC236}">
                <a16:creationId xmlns:a16="http://schemas.microsoft.com/office/drawing/2014/main" id="{E1A82CA6-DD60-4CA9-8A00-BB675E2CDF5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  <p:sp>
        <p:nvSpPr>
          <p:cNvPr id="133" name="Summary">
            <a:extLst>
              <a:ext uri="{FF2B5EF4-FFF2-40B4-BE49-F238E27FC236}">
                <a16:creationId xmlns:a16="http://schemas.microsoft.com/office/drawing/2014/main" id="{C365C716-A131-BE88-F264-F3BFF69544BD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10930" y="2569981"/>
            <a:ext cx="4671408" cy="959257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134" name="Title 1">
            <a:extLst>
              <a:ext uri="{FF2B5EF4-FFF2-40B4-BE49-F238E27FC236}">
                <a16:creationId xmlns:a16="http://schemas.microsoft.com/office/drawing/2014/main" id="{BACBD12B-3DDA-9D74-D46B-0F8290A0F4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b="1" i="0" spc="-100" baseline="0">
                <a:solidFill>
                  <a:srgbClr val="002B49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</p:spTree>
    <p:extLst>
      <p:ext uri="{BB962C8B-B14F-4D97-AF65-F5344CB8AC3E}">
        <p14:creationId xmlns:p14="http://schemas.microsoft.com/office/powerpoint/2010/main" val="4001850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1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10" name="Graphic 6">
            <a:extLst>
              <a:ext uri="{FF2B5EF4-FFF2-40B4-BE49-F238E27FC236}">
                <a16:creationId xmlns:a16="http://schemas.microsoft.com/office/drawing/2014/main" id="{EC24A717-F28A-B84C-9548-D983DD155A70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4C8CE4A-AD2D-4F4C-9779-FE8905790C3E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23BD0DED-31E3-AB49-A408-6D2899CD2D27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AA8FAAF5-8272-8045-ABB0-E39A191D2EEB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FBDCD45-6152-404D-8BC7-5ECD67650D7F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3E42A063-D775-884B-AB26-3F3B694F35BB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404F848B-C89B-344E-9FCB-62BC6EA19483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7A887204-73AA-A44F-8BE4-2D48D9714974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C1E8C64-05C8-8343-8404-22D88AD6832C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49348C2-EBBB-C942-81B2-2F51F32A1BBD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694085C-02B4-BF4F-A8FF-085E98C565BA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C9645D34-A0DA-A74E-81A3-D6B61C8F04FB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B88E36B-4AE6-D64C-8DE3-ADC799D40CD8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2FC06834-81FF-9C4B-B326-FA1FF9A4060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46C5A21-4168-834E-8D65-13C50E263461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92D6E068-610F-DF44-9E54-F37835B94BE9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268A612-D013-B248-BB79-543040048C70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EBC8129-930E-4EAC-845C-DBCE34DD6CF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25813" y="7253288"/>
            <a:ext cx="2846387" cy="1849437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GB"/>
              <a:t>Insert client logo here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F1E1C-F68B-304F-A313-C24B68A574C4}"/>
              </a:ext>
            </a:extLst>
          </p:cNvPr>
          <p:cNvSpPr/>
          <p:nvPr userDrawn="1"/>
        </p:nvSpPr>
        <p:spPr>
          <a:xfrm>
            <a:off x="0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latin typeface="Figtree" pitchFamily="2" charset="0"/>
              </a:rPr>
              <a:t>© 2026 Anglepoint Group, Inc. Confidential. Distribution Prohibited. All Rights Reserved.</a:t>
            </a:r>
          </a:p>
        </p:txBody>
      </p:sp>
      <p:sp>
        <p:nvSpPr>
          <p:cNvPr id="34" name="Slide Number Placeholder 34">
            <a:extLst>
              <a:ext uri="{FF2B5EF4-FFF2-40B4-BE49-F238E27FC236}">
                <a16:creationId xmlns:a16="http://schemas.microsoft.com/office/drawing/2014/main" id="{1458B5C1-48D9-5C4A-B50E-42F3203B2934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350306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D138-558F-4644-8788-60F4E9788C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822963"/>
            <a:ext cx="24387429" cy="1169390"/>
          </a:xfrm>
          <a:prstGeom prst="rect">
            <a:avLst/>
          </a:prstGeom>
        </p:spPr>
        <p:txBody>
          <a:bodyPr/>
          <a:lstStyle>
            <a:lvl1pPr>
              <a:defRPr spc="-100" baseline="0">
                <a:solidFill>
                  <a:srgbClr val="002B49"/>
                </a:solidFill>
                <a:latin typeface="Figtree" pitchFamily="2" charset="0"/>
              </a:defRPr>
            </a:lvl1pPr>
          </a:lstStyle>
          <a:p>
            <a:r>
              <a:rPr lang="en-US"/>
              <a:t>Add Your Slide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D663C1-7F33-4906-A8D2-85DD916E41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5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4000" b="0" i="0" spc="-50" baseline="0">
                <a:solidFill>
                  <a:schemeClr val="tx1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600" b="0" i="0" spc="-40" baseline="0">
                <a:solidFill>
                  <a:schemeClr val="tx1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1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Add your primary bullet content here</a:t>
            </a:r>
          </a:p>
          <a:p>
            <a:pPr lvl="1"/>
            <a:r>
              <a:rPr lang="en-US"/>
              <a:t>Second level (optional)</a:t>
            </a:r>
          </a:p>
          <a:p>
            <a:pPr lvl="2"/>
            <a:r>
              <a:rPr lang="en-US"/>
              <a:t>Third level (optional)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1F6910E2-9540-45C3-9B39-B3BC4814ED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" y="2011680"/>
            <a:ext cx="24387429" cy="484188"/>
          </a:xfrm>
          <a:prstGeom prst="rect">
            <a:avLst/>
          </a:prstGeom>
        </p:spPr>
        <p:txBody>
          <a:bodyPr/>
          <a:lstStyle>
            <a:lvl1pPr marL="914400" indent="0">
              <a:spcBef>
                <a:spcPts val="0"/>
              </a:spcBef>
              <a:buNone/>
              <a:defRPr sz="34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subtitle here (optional)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07C304-B66F-5046-8E8B-775653AFA4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" y="13647"/>
            <a:ext cx="21930609" cy="624709"/>
          </a:xfrm>
          <a:prstGeom prst="rect">
            <a:avLst/>
          </a:prstGeom>
        </p:spPr>
        <p:txBody>
          <a:bodyPr bIns="0" anchor="b" anchorCtr="0"/>
          <a:lstStyle>
            <a:lvl1pPr marL="457200" indent="479425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ADD YOUR PRE-HEADER HERE (OPTIONAL)</a:t>
            </a:r>
          </a:p>
        </p:txBody>
      </p:sp>
      <p:grpSp>
        <p:nvGrpSpPr>
          <p:cNvPr id="8" name="Graphic 6">
            <a:extLst>
              <a:ext uri="{FF2B5EF4-FFF2-40B4-BE49-F238E27FC236}">
                <a16:creationId xmlns:a16="http://schemas.microsoft.com/office/drawing/2014/main" id="{AE22C4A9-0220-2942-96D2-C715381DCD2F}"/>
              </a:ext>
            </a:extLst>
          </p:cNvPr>
          <p:cNvGrpSpPr/>
          <p:nvPr userDrawn="1"/>
        </p:nvGrpSpPr>
        <p:grpSpPr>
          <a:xfrm>
            <a:off x="22565903" y="279978"/>
            <a:ext cx="1487736" cy="333180"/>
            <a:chOff x="11266487" y="6648450"/>
            <a:chExt cx="1850015" cy="414313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76CD583-3D7C-6249-A729-9DA5EEB26635}"/>
                </a:ext>
              </a:extLst>
            </p:cNvPr>
            <p:cNvSpPr/>
            <p:nvPr/>
          </p:nvSpPr>
          <p:spPr>
            <a:xfrm>
              <a:off x="11266487" y="6777228"/>
              <a:ext cx="103454" cy="103632"/>
            </a:xfrm>
            <a:custGeom>
              <a:avLst/>
              <a:gdLst>
                <a:gd name="connsiteX0" fmla="*/ 103455 w 103454"/>
                <a:gd name="connsiteY0" fmla="*/ 51816 h 103632"/>
                <a:gd name="connsiteX1" fmla="*/ 51727 w 103454"/>
                <a:gd name="connsiteY1" fmla="*/ 103632 h 103632"/>
                <a:gd name="connsiteX2" fmla="*/ 0 w 103454"/>
                <a:gd name="connsiteY2" fmla="*/ 51816 h 103632"/>
                <a:gd name="connsiteX3" fmla="*/ 51727 w 103454"/>
                <a:gd name="connsiteY3" fmla="*/ 0 h 103632"/>
                <a:gd name="connsiteX4" fmla="*/ 103455 w 103454"/>
                <a:gd name="connsiteY4" fmla="*/ 51816 h 1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454" h="103632">
                  <a:moveTo>
                    <a:pt x="103455" y="51816"/>
                  </a:moveTo>
                  <a:cubicBezTo>
                    <a:pt x="103455" y="80433"/>
                    <a:pt x="80296" y="103632"/>
                    <a:pt x="51727" y="103632"/>
                  </a:cubicBezTo>
                  <a:cubicBezTo>
                    <a:pt x="23159" y="103632"/>
                    <a:pt x="0" y="80433"/>
                    <a:pt x="0" y="51816"/>
                  </a:cubicBezTo>
                  <a:cubicBezTo>
                    <a:pt x="0" y="23199"/>
                    <a:pt x="23159" y="0"/>
                    <a:pt x="51727" y="0"/>
                  </a:cubicBezTo>
                  <a:cubicBezTo>
                    <a:pt x="80296" y="0"/>
                    <a:pt x="103455" y="23199"/>
                    <a:pt x="103455" y="51816"/>
                  </a:cubicBezTo>
                  <a:close/>
                </a:path>
              </a:pathLst>
            </a:custGeom>
            <a:solidFill>
              <a:schemeClr val="accent2"/>
            </a:solidFill>
            <a:ln w="94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b="0" i="0">
                <a:latin typeface="Figtree" pitchFamily="2" charset="0"/>
              </a:endParaRPr>
            </a:p>
          </p:txBody>
        </p:sp>
        <p:grpSp>
          <p:nvGrpSpPr>
            <p:cNvPr id="11" name="Graphic 6">
              <a:extLst>
                <a:ext uri="{FF2B5EF4-FFF2-40B4-BE49-F238E27FC236}">
                  <a16:creationId xmlns:a16="http://schemas.microsoft.com/office/drawing/2014/main" id="{C3F9B857-0845-8243-9F4B-783B746397C1}"/>
                </a:ext>
              </a:extLst>
            </p:cNvPr>
            <p:cNvGrpSpPr/>
            <p:nvPr/>
          </p:nvGrpSpPr>
          <p:grpSpPr>
            <a:xfrm>
              <a:off x="11290163" y="6648450"/>
              <a:ext cx="385198" cy="414313"/>
              <a:chOff x="11290163" y="6648450"/>
              <a:chExt cx="385198" cy="414313"/>
            </a:xfrm>
            <a:solidFill>
              <a:srgbClr val="FFC629"/>
            </a:solidFill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AC79619C-8670-7549-97F1-E11CF5E05953}"/>
                  </a:ext>
                </a:extLst>
              </p:cNvPr>
              <p:cNvSpPr/>
              <p:nvPr/>
            </p:nvSpPr>
            <p:spPr>
              <a:xfrm>
                <a:off x="11290163" y="6648450"/>
                <a:ext cx="385198" cy="414313"/>
              </a:xfrm>
              <a:custGeom>
                <a:avLst/>
                <a:gdLst>
                  <a:gd name="connsiteX0" fmla="*/ 339937 w 385198"/>
                  <a:gd name="connsiteY0" fmla="*/ 53150 h 414313"/>
                  <a:gd name="connsiteX1" fmla="*/ 344025 w 385198"/>
                  <a:gd name="connsiteY1" fmla="*/ 64770 h 414313"/>
                  <a:gd name="connsiteX2" fmla="*/ 385198 w 385198"/>
                  <a:gd name="connsiteY2" fmla="*/ 0 h 414313"/>
                  <a:gd name="connsiteX3" fmla="*/ 316165 w 385198"/>
                  <a:gd name="connsiteY3" fmla="*/ 36767 h 414313"/>
                  <a:gd name="connsiteX4" fmla="*/ 327005 w 385198"/>
                  <a:gd name="connsiteY4" fmla="*/ 40862 h 414313"/>
                  <a:gd name="connsiteX5" fmla="*/ 361997 w 385198"/>
                  <a:gd name="connsiteY5" fmla="*/ 21146 h 414313"/>
                  <a:gd name="connsiteX6" fmla="*/ 0 w 385198"/>
                  <a:gd name="connsiteY6" fmla="*/ 309753 h 414313"/>
                  <a:gd name="connsiteX7" fmla="*/ 272762 w 385198"/>
                  <a:gd name="connsiteY7" fmla="*/ 389501 h 414313"/>
                  <a:gd name="connsiteX8" fmla="*/ 272805 w 385198"/>
                  <a:gd name="connsiteY8" fmla="*/ 389477 h 414313"/>
                  <a:gd name="connsiteX9" fmla="*/ 272805 w 385198"/>
                  <a:gd name="connsiteY9" fmla="*/ 389477 h 414313"/>
                  <a:gd name="connsiteX10" fmla="*/ 352813 w 385198"/>
                  <a:gd name="connsiteY10" fmla="*/ 116505 h 414313"/>
                  <a:gd name="connsiteX11" fmla="*/ 320349 w 385198"/>
                  <a:gd name="connsiteY11" fmla="*/ 72485 h 414313"/>
                  <a:gd name="connsiteX12" fmla="*/ 331759 w 385198"/>
                  <a:gd name="connsiteY12" fmla="*/ 310801 h 414313"/>
                  <a:gd name="connsiteX13" fmla="*/ 221961 w 385198"/>
                  <a:gd name="connsiteY13" fmla="*/ 361797 h 414313"/>
                  <a:gd name="connsiteX14" fmla="*/ 165832 w 385198"/>
                  <a:gd name="connsiteY14" fmla="*/ 282226 h 414313"/>
                  <a:gd name="connsiteX15" fmla="*/ 284976 w 385198"/>
                  <a:gd name="connsiteY15" fmla="*/ 106966 h 414313"/>
                  <a:gd name="connsiteX16" fmla="*/ 331759 w 385198"/>
                  <a:gd name="connsiteY16" fmla="*/ 310420 h 4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5198" h="414313">
                    <a:moveTo>
                      <a:pt x="339937" y="53150"/>
                    </a:moveTo>
                    <a:lnTo>
                      <a:pt x="344025" y="64770"/>
                    </a:lnTo>
                    <a:lnTo>
                      <a:pt x="385198" y="0"/>
                    </a:lnTo>
                    <a:lnTo>
                      <a:pt x="316165" y="36767"/>
                    </a:lnTo>
                    <a:lnTo>
                      <a:pt x="327005" y="40862"/>
                    </a:lnTo>
                    <a:lnTo>
                      <a:pt x="361997" y="21146"/>
                    </a:lnTo>
                    <a:lnTo>
                      <a:pt x="0" y="309753"/>
                    </a:lnTo>
                    <a:cubicBezTo>
                      <a:pt x="53337" y="407225"/>
                      <a:pt x="175457" y="442929"/>
                      <a:pt x="272762" y="389501"/>
                    </a:cubicBezTo>
                    <a:cubicBezTo>
                      <a:pt x="272776" y="389493"/>
                      <a:pt x="272791" y="389485"/>
                      <a:pt x="272805" y="389477"/>
                    </a:cubicBezTo>
                    <a:lnTo>
                      <a:pt x="272805" y="389477"/>
                    </a:lnTo>
                    <a:cubicBezTo>
                      <a:pt x="370149" y="336230"/>
                      <a:pt x="405970" y="214016"/>
                      <a:pt x="352813" y="116505"/>
                    </a:cubicBezTo>
                    <a:cubicBezTo>
                      <a:pt x="344044" y="100419"/>
                      <a:pt x="333122" y="85609"/>
                      <a:pt x="320349" y="72485"/>
                    </a:cubicBezTo>
                    <a:close/>
                    <a:moveTo>
                      <a:pt x="331759" y="310801"/>
                    </a:moveTo>
                    <a:cubicBezTo>
                      <a:pt x="315497" y="355255"/>
                      <a:pt x="266339" y="378087"/>
                      <a:pt x="221961" y="361797"/>
                    </a:cubicBezTo>
                    <a:cubicBezTo>
                      <a:pt x="188560" y="349537"/>
                      <a:pt x="166214" y="317857"/>
                      <a:pt x="165832" y="282226"/>
                    </a:cubicBezTo>
                    <a:cubicBezTo>
                      <a:pt x="165832" y="234601"/>
                      <a:pt x="198637" y="182023"/>
                      <a:pt x="284976" y="106966"/>
                    </a:cubicBezTo>
                    <a:cubicBezTo>
                      <a:pt x="284976" y="106966"/>
                      <a:pt x="372361" y="188690"/>
                      <a:pt x="331759" y="3104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47BCE77F-F1F5-DA4A-ADBC-96CCBED9AF7A}"/>
                  </a:ext>
                </a:extLst>
              </p:cNvPr>
              <p:cNvSpPr/>
              <p:nvPr/>
            </p:nvSpPr>
            <p:spPr>
              <a:xfrm>
                <a:off x="11307374" y="6659977"/>
                <a:ext cx="284595" cy="76959"/>
              </a:xfrm>
              <a:custGeom>
                <a:avLst/>
                <a:gdLst>
                  <a:gd name="connsiteX0" fmla="*/ 241236 w 284595"/>
                  <a:gd name="connsiteY0" fmla="*/ 72483 h 76959"/>
                  <a:gd name="connsiteX1" fmla="*/ 284596 w 284595"/>
                  <a:gd name="connsiteY1" fmla="*/ 45051 h 76959"/>
                  <a:gd name="connsiteX2" fmla="*/ 2187 w 284595"/>
                  <a:gd name="connsiteY2" fmla="*/ 74197 h 76959"/>
                  <a:gd name="connsiteX3" fmla="*/ 2187 w 284595"/>
                  <a:gd name="connsiteY3" fmla="*/ 74197 h 76959"/>
                  <a:gd name="connsiteX4" fmla="*/ 0 w 284595"/>
                  <a:gd name="connsiteY4" fmla="*/ 76960 h 76959"/>
                  <a:gd name="connsiteX5" fmla="*/ 241236 w 284595"/>
                  <a:gd name="connsiteY5" fmla="*/ 72483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4595" h="76959">
                    <a:moveTo>
                      <a:pt x="241236" y="72483"/>
                    </a:moveTo>
                    <a:lnTo>
                      <a:pt x="284596" y="45051"/>
                    </a:lnTo>
                    <a:cubicBezTo>
                      <a:pt x="198563" y="-24977"/>
                      <a:pt x="72158" y="-11931"/>
                      <a:pt x="2187" y="74197"/>
                    </a:cubicBezTo>
                    <a:lnTo>
                      <a:pt x="2187" y="74197"/>
                    </a:lnTo>
                    <a:cubicBezTo>
                      <a:pt x="1426" y="75150"/>
                      <a:pt x="666" y="76007"/>
                      <a:pt x="0" y="76960"/>
                    </a:cubicBezTo>
                    <a:cubicBezTo>
                      <a:pt x="70445" y="21822"/>
                      <a:pt x="168801" y="19997"/>
                      <a:pt x="241236" y="72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7AFEE3FB-F1C9-D84A-ADD7-4079926EB878}"/>
                </a:ext>
              </a:extLst>
            </p:cNvPr>
            <p:cNvGrpSpPr/>
            <p:nvPr/>
          </p:nvGrpSpPr>
          <p:grpSpPr>
            <a:xfrm>
              <a:off x="11810385" y="6743700"/>
              <a:ext cx="1306117" cy="285813"/>
              <a:chOff x="11810385" y="6743700"/>
              <a:chExt cx="1306117" cy="285813"/>
            </a:xfrm>
            <a:solidFill>
              <a:srgbClr val="33647E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AAF766B1-1469-CF43-9357-B3B9F59EBE1F}"/>
                  </a:ext>
                </a:extLst>
              </p:cNvPr>
              <p:cNvSpPr/>
              <p:nvPr/>
            </p:nvSpPr>
            <p:spPr>
              <a:xfrm>
                <a:off x="12008167" y="6827394"/>
                <a:ext cx="110586" cy="132237"/>
              </a:xfrm>
              <a:custGeom>
                <a:avLst/>
                <a:gdLst>
                  <a:gd name="connsiteX0" fmla="*/ 0 w 110586"/>
                  <a:gd name="connsiteY0" fmla="*/ 3460 h 132237"/>
                  <a:gd name="connsiteX1" fmla="*/ 29857 w 110586"/>
                  <a:gd name="connsiteY1" fmla="*/ 3460 h 132237"/>
                  <a:gd name="connsiteX2" fmla="*/ 29857 w 110586"/>
                  <a:gd name="connsiteY2" fmla="*/ 15461 h 132237"/>
                  <a:gd name="connsiteX3" fmla="*/ 64659 w 110586"/>
                  <a:gd name="connsiteY3" fmla="*/ 126 h 132237"/>
                  <a:gd name="connsiteX4" fmla="*/ 102694 w 110586"/>
                  <a:gd name="connsiteY4" fmla="*/ 17652 h 132237"/>
                  <a:gd name="connsiteX5" fmla="*/ 110586 w 110586"/>
                  <a:gd name="connsiteY5" fmla="*/ 53371 h 132237"/>
                  <a:gd name="connsiteX6" fmla="*/ 110586 w 110586"/>
                  <a:gd name="connsiteY6" fmla="*/ 132238 h 132237"/>
                  <a:gd name="connsiteX7" fmla="*/ 80349 w 110586"/>
                  <a:gd name="connsiteY7" fmla="*/ 132238 h 132237"/>
                  <a:gd name="connsiteX8" fmla="*/ 80349 w 110586"/>
                  <a:gd name="connsiteY8" fmla="*/ 60610 h 132237"/>
                  <a:gd name="connsiteX9" fmla="*/ 56862 w 110586"/>
                  <a:gd name="connsiteY9" fmla="*/ 26986 h 132237"/>
                  <a:gd name="connsiteX10" fmla="*/ 29667 w 110586"/>
                  <a:gd name="connsiteY10" fmla="*/ 70420 h 132237"/>
                  <a:gd name="connsiteX11" fmla="*/ 29667 w 110586"/>
                  <a:gd name="connsiteY11" fmla="*/ 132238 h 132237"/>
                  <a:gd name="connsiteX12" fmla="*/ 0 w 110586"/>
                  <a:gd name="connsiteY12" fmla="*/ 132238 h 132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586" h="132237">
                    <a:moveTo>
                      <a:pt x="0" y="3460"/>
                    </a:moveTo>
                    <a:lnTo>
                      <a:pt x="29857" y="3460"/>
                    </a:lnTo>
                    <a:lnTo>
                      <a:pt x="29857" y="15461"/>
                    </a:lnTo>
                    <a:cubicBezTo>
                      <a:pt x="38576" y="5382"/>
                      <a:pt x="51350" y="-247"/>
                      <a:pt x="64659" y="126"/>
                    </a:cubicBezTo>
                    <a:cubicBezTo>
                      <a:pt x="79510" y="-1012"/>
                      <a:pt x="93893" y="5616"/>
                      <a:pt x="102694" y="17652"/>
                    </a:cubicBezTo>
                    <a:cubicBezTo>
                      <a:pt x="107544" y="24605"/>
                      <a:pt x="110586" y="33463"/>
                      <a:pt x="110586" y="53371"/>
                    </a:cubicBezTo>
                    <a:lnTo>
                      <a:pt x="110586" y="132238"/>
                    </a:lnTo>
                    <a:lnTo>
                      <a:pt x="80349" y="132238"/>
                    </a:lnTo>
                    <a:lnTo>
                      <a:pt x="80349" y="60610"/>
                    </a:lnTo>
                    <a:cubicBezTo>
                      <a:pt x="80349" y="27939"/>
                      <a:pt x="68082" y="26986"/>
                      <a:pt x="56862" y="26986"/>
                    </a:cubicBezTo>
                    <a:cubicBezTo>
                      <a:pt x="43455" y="26986"/>
                      <a:pt x="29667" y="28891"/>
                      <a:pt x="29667" y="70420"/>
                    </a:cubicBezTo>
                    <a:lnTo>
                      <a:pt x="29667" y="132238"/>
                    </a:lnTo>
                    <a:lnTo>
                      <a:pt x="0" y="13223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1257134-AA00-6F4C-8418-9A4A1BF15A8F}"/>
                  </a:ext>
                </a:extLst>
              </p:cNvPr>
              <p:cNvSpPr/>
              <p:nvPr/>
            </p:nvSpPr>
            <p:spPr>
              <a:xfrm>
                <a:off x="12147520" y="6827480"/>
                <a:ext cx="131169" cy="202032"/>
              </a:xfrm>
              <a:custGeom>
                <a:avLst/>
                <a:gdLst>
                  <a:gd name="connsiteX0" fmla="*/ 101217 w 131169"/>
                  <a:gd name="connsiteY0" fmla="*/ 3373 h 202032"/>
                  <a:gd name="connsiteX1" fmla="*/ 131169 w 131169"/>
                  <a:gd name="connsiteY1" fmla="*/ 3373 h 202032"/>
                  <a:gd name="connsiteX2" fmla="*/ 131169 w 131169"/>
                  <a:gd name="connsiteY2" fmla="*/ 121674 h 202032"/>
                  <a:gd name="connsiteX3" fmla="*/ 110060 w 131169"/>
                  <a:gd name="connsiteY3" fmla="*/ 188349 h 202032"/>
                  <a:gd name="connsiteX4" fmla="*/ 67461 w 131169"/>
                  <a:gd name="connsiteY4" fmla="*/ 201969 h 202032"/>
                  <a:gd name="connsiteX5" fmla="*/ 25337 w 131169"/>
                  <a:gd name="connsiteY5" fmla="*/ 186158 h 202032"/>
                  <a:gd name="connsiteX6" fmla="*/ 6320 w 131169"/>
                  <a:gd name="connsiteY6" fmla="*/ 146153 h 202032"/>
                  <a:gd name="connsiteX7" fmla="*/ 34846 w 131169"/>
                  <a:gd name="connsiteY7" fmla="*/ 146153 h 202032"/>
                  <a:gd name="connsiteX8" fmla="*/ 44355 w 131169"/>
                  <a:gd name="connsiteY8" fmla="*/ 166251 h 202032"/>
                  <a:gd name="connsiteX9" fmla="*/ 67556 w 131169"/>
                  <a:gd name="connsiteY9" fmla="*/ 175204 h 202032"/>
                  <a:gd name="connsiteX10" fmla="*/ 91042 w 131169"/>
                  <a:gd name="connsiteY10" fmla="*/ 166632 h 202032"/>
                  <a:gd name="connsiteX11" fmla="*/ 100551 w 131169"/>
                  <a:gd name="connsiteY11" fmla="*/ 134246 h 202032"/>
                  <a:gd name="connsiteX12" fmla="*/ 100551 w 131169"/>
                  <a:gd name="connsiteY12" fmla="*/ 117768 h 202032"/>
                  <a:gd name="connsiteX13" fmla="*/ 61470 w 131169"/>
                  <a:gd name="connsiteY13" fmla="*/ 136056 h 202032"/>
                  <a:gd name="connsiteX14" fmla="*/ 19061 w 131169"/>
                  <a:gd name="connsiteY14" fmla="*/ 118626 h 202032"/>
                  <a:gd name="connsiteX15" fmla="*/ 44 w 131169"/>
                  <a:gd name="connsiteY15" fmla="*/ 67572 h 202032"/>
                  <a:gd name="connsiteX16" fmla="*/ 19061 w 131169"/>
                  <a:gd name="connsiteY16" fmla="*/ 17756 h 202032"/>
                  <a:gd name="connsiteX17" fmla="*/ 63182 w 131169"/>
                  <a:gd name="connsiteY17" fmla="*/ 39 h 202032"/>
                  <a:gd name="connsiteX18" fmla="*/ 101217 w 131169"/>
                  <a:gd name="connsiteY18" fmla="*/ 17470 h 202032"/>
                  <a:gd name="connsiteX19" fmla="*/ 44164 w 131169"/>
                  <a:gd name="connsiteY19" fmla="*/ 35472 h 202032"/>
                  <a:gd name="connsiteX20" fmla="*/ 31042 w 131169"/>
                  <a:gd name="connsiteY20" fmla="*/ 68619 h 202032"/>
                  <a:gd name="connsiteX21" fmla="*/ 43879 w 131169"/>
                  <a:gd name="connsiteY21" fmla="*/ 101004 h 202032"/>
                  <a:gd name="connsiteX22" fmla="*/ 66795 w 131169"/>
                  <a:gd name="connsiteY22" fmla="*/ 109577 h 202032"/>
                  <a:gd name="connsiteX23" fmla="*/ 91803 w 131169"/>
                  <a:gd name="connsiteY23" fmla="*/ 99195 h 202032"/>
                  <a:gd name="connsiteX24" fmla="*/ 103119 w 131169"/>
                  <a:gd name="connsiteY24" fmla="*/ 68619 h 202032"/>
                  <a:gd name="connsiteX25" fmla="*/ 90852 w 131169"/>
                  <a:gd name="connsiteY25" fmla="*/ 36234 h 202032"/>
                  <a:gd name="connsiteX26" fmla="*/ 66795 w 131169"/>
                  <a:gd name="connsiteY26" fmla="*/ 26709 h 202032"/>
                  <a:gd name="connsiteX27" fmla="*/ 44164 w 131169"/>
                  <a:gd name="connsiteY27" fmla="*/ 35282 h 202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69" h="202032">
                    <a:moveTo>
                      <a:pt x="101217" y="3373"/>
                    </a:moveTo>
                    <a:lnTo>
                      <a:pt x="131169" y="3373"/>
                    </a:lnTo>
                    <a:lnTo>
                      <a:pt x="131169" y="121674"/>
                    </a:lnTo>
                    <a:cubicBezTo>
                      <a:pt x="131169" y="151963"/>
                      <a:pt x="127746" y="173680"/>
                      <a:pt x="110060" y="188349"/>
                    </a:cubicBezTo>
                    <a:cubicBezTo>
                      <a:pt x="97929" y="197819"/>
                      <a:pt x="82826" y="202649"/>
                      <a:pt x="67461" y="201969"/>
                    </a:cubicBezTo>
                    <a:cubicBezTo>
                      <a:pt x="51850" y="202700"/>
                      <a:pt x="36624" y="196985"/>
                      <a:pt x="25337" y="186158"/>
                    </a:cubicBezTo>
                    <a:cubicBezTo>
                      <a:pt x="14980" y="175142"/>
                      <a:pt x="8329" y="161151"/>
                      <a:pt x="6320" y="146153"/>
                    </a:cubicBezTo>
                    <a:lnTo>
                      <a:pt x="34846" y="146153"/>
                    </a:lnTo>
                    <a:cubicBezTo>
                      <a:pt x="36146" y="153589"/>
                      <a:pt x="39432" y="160534"/>
                      <a:pt x="44355" y="166251"/>
                    </a:cubicBezTo>
                    <a:cubicBezTo>
                      <a:pt x="50469" y="172398"/>
                      <a:pt x="58904" y="175653"/>
                      <a:pt x="67556" y="175204"/>
                    </a:cubicBezTo>
                    <a:cubicBezTo>
                      <a:pt x="76214" y="175606"/>
                      <a:pt x="84672" y="172519"/>
                      <a:pt x="91042" y="166632"/>
                    </a:cubicBezTo>
                    <a:cubicBezTo>
                      <a:pt x="98531" y="157610"/>
                      <a:pt x="101971" y="145893"/>
                      <a:pt x="100551" y="134246"/>
                    </a:cubicBezTo>
                    <a:lnTo>
                      <a:pt x="100551" y="117768"/>
                    </a:lnTo>
                    <a:cubicBezTo>
                      <a:pt x="91285" y="129888"/>
                      <a:pt x="76696" y="136715"/>
                      <a:pt x="61470" y="136056"/>
                    </a:cubicBezTo>
                    <a:cubicBezTo>
                      <a:pt x="45456" y="136815"/>
                      <a:pt x="29928" y="130433"/>
                      <a:pt x="19061" y="118626"/>
                    </a:cubicBezTo>
                    <a:cubicBezTo>
                      <a:pt x="6352" y="104722"/>
                      <a:pt x="-467" y="86416"/>
                      <a:pt x="44" y="67572"/>
                    </a:cubicBezTo>
                    <a:cubicBezTo>
                      <a:pt x="-619" y="49071"/>
                      <a:pt x="6244" y="31093"/>
                      <a:pt x="19061" y="17756"/>
                    </a:cubicBezTo>
                    <a:cubicBezTo>
                      <a:pt x="30608" y="5869"/>
                      <a:pt x="46636" y="-567"/>
                      <a:pt x="63182" y="39"/>
                    </a:cubicBezTo>
                    <a:cubicBezTo>
                      <a:pt x="77841" y="-221"/>
                      <a:pt x="91829" y="6189"/>
                      <a:pt x="101217" y="17470"/>
                    </a:cubicBezTo>
                    <a:close/>
                    <a:moveTo>
                      <a:pt x="44164" y="35472"/>
                    </a:moveTo>
                    <a:cubicBezTo>
                      <a:pt x="35445" y="44256"/>
                      <a:pt x="30702" y="56237"/>
                      <a:pt x="31042" y="68619"/>
                    </a:cubicBezTo>
                    <a:cubicBezTo>
                      <a:pt x="30758" y="80712"/>
                      <a:pt x="35391" y="92401"/>
                      <a:pt x="43879" y="101004"/>
                    </a:cubicBezTo>
                    <a:cubicBezTo>
                      <a:pt x="50261" y="106494"/>
                      <a:pt x="58383" y="109532"/>
                      <a:pt x="66795" y="109577"/>
                    </a:cubicBezTo>
                    <a:cubicBezTo>
                      <a:pt x="76235" y="109883"/>
                      <a:pt x="85348" y="106100"/>
                      <a:pt x="91803" y="99195"/>
                    </a:cubicBezTo>
                    <a:cubicBezTo>
                      <a:pt x="99396" y="90862"/>
                      <a:pt x="103454" y="79896"/>
                      <a:pt x="103119" y="68619"/>
                    </a:cubicBezTo>
                    <a:cubicBezTo>
                      <a:pt x="103725" y="56582"/>
                      <a:pt x="99277" y="44839"/>
                      <a:pt x="90852" y="36234"/>
                    </a:cubicBezTo>
                    <a:cubicBezTo>
                      <a:pt x="84588" y="29721"/>
                      <a:pt x="75813" y="26246"/>
                      <a:pt x="66795" y="26709"/>
                    </a:cubicBezTo>
                    <a:cubicBezTo>
                      <a:pt x="58400" y="26356"/>
                      <a:pt x="50225" y="29453"/>
                      <a:pt x="44164" y="352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DA16FA5-AE79-814B-AE78-041F2D8056CE}"/>
                  </a:ext>
                </a:extLst>
              </p:cNvPr>
              <p:cNvSpPr/>
              <p:nvPr/>
            </p:nvSpPr>
            <p:spPr>
              <a:xfrm>
                <a:off x="12315298" y="6759892"/>
                <a:ext cx="29952" cy="200025"/>
              </a:xfrm>
              <a:custGeom>
                <a:avLst/>
                <a:gdLst>
                  <a:gd name="connsiteX0" fmla="*/ 29952 w 29952"/>
                  <a:gd name="connsiteY0" fmla="*/ 0 h 200025"/>
                  <a:gd name="connsiteX1" fmla="*/ 29952 w 29952"/>
                  <a:gd name="connsiteY1" fmla="*/ 200025 h 200025"/>
                  <a:gd name="connsiteX2" fmla="*/ 0 w 29952"/>
                  <a:gd name="connsiteY2" fmla="*/ 200025 h 200025"/>
                  <a:gd name="connsiteX3" fmla="*/ 0 w 29952"/>
                  <a:gd name="connsiteY3" fmla="*/ 23813 h 200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200025">
                    <a:moveTo>
                      <a:pt x="29952" y="0"/>
                    </a:moveTo>
                    <a:lnTo>
                      <a:pt x="29952" y="200025"/>
                    </a:lnTo>
                    <a:lnTo>
                      <a:pt x="0" y="200025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BC66F4A-AB94-6547-8422-A1DC1502E6B0}"/>
                  </a:ext>
                </a:extLst>
              </p:cNvPr>
              <p:cNvSpPr/>
              <p:nvPr/>
            </p:nvSpPr>
            <p:spPr>
              <a:xfrm>
                <a:off x="12848737" y="6759892"/>
                <a:ext cx="29952" cy="40957"/>
              </a:xfrm>
              <a:custGeom>
                <a:avLst/>
                <a:gdLst>
                  <a:gd name="connsiteX0" fmla="*/ 29953 w 29952"/>
                  <a:gd name="connsiteY0" fmla="*/ 0 h 40957"/>
                  <a:gd name="connsiteX1" fmla="*/ 29953 w 29952"/>
                  <a:gd name="connsiteY1" fmla="*/ 40958 h 40957"/>
                  <a:gd name="connsiteX2" fmla="*/ 0 w 29952"/>
                  <a:gd name="connsiteY2" fmla="*/ 40958 h 40957"/>
                  <a:gd name="connsiteX3" fmla="*/ 0 w 29952"/>
                  <a:gd name="connsiteY3" fmla="*/ 23813 h 40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40957">
                    <a:moveTo>
                      <a:pt x="29953" y="0"/>
                    </a:moveTo>
                    <a:lnTo>
                      <a:pt x="29953" y="40958"/>
                    </a:lnTo>
                    <a:lnTo>
                      <a:pt x="0" y="40958"/>
                    </a:lnTo>
                    <a:lnTo>
                      <a:pt x="0" y="23813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639D0F9D-73E9-BF40-ABD5-9B40EB8D8242}"/>
                  </a:ext>
                </a:extLst>
              </p:cNvPr>
              <p:cNvSpPr/>
              <p:nvPr/>
            </p:nvSpPr>
            <p:spPr>
              <a:xfrm>
                <a:off x="12375184" y="6827311"/>
                <a:ext cx="122830" cy="136124"/>
              </a:xfrm>
              <a:custGeom>
                <a:avLst/>
                <a:gdLst>
                  <a:gd name="connsiteX0" fmla="*/ 122016 w 122830"/>
                  <a:gd name="connsiteY0" fmla="*/ 102888 h 136124"/>
                  <a:gd name="connsiteX1" fmla="*/ 100431 w 122830"/>
                  <a:gd name="connsiteY1" fmla="*/ 126510 h 136124"/>
                  <a:gd name="connsiteX2" fmla="*/ 62397 w 122830"/>
                  <a:gd name="connsiteY2" fmla="*/ 136035 h 136124"/>
                  <a:gd name="connsiteX3" fmla="*/ 19037 w 122830"/>
                  <a:gd name="connsiteY3" fmla="*/ 119556 h 136124"/>
                  <a:gd name="connsiteX4" fmla="*/ 19 w 122830"/>
                  <a:gd name="connsiteY4" fmla="*/ 70312 h 136124"/>
                  <a:gd name="connsiteX5" fmla="*/ 20463 w 122830"/>
                  <a:gd name="connsiteY5" fmla="*/ 17448 h 136124"/>
                  <a:gd name="connsiteX6" fmla="*/ 63538 w 122830"/>
                  <a:gd name="connsiteY6" fmla="*/ 18 h 136124"/>
                  <a:gd name="connsiteX7" fmla="*/ 104710 w 122830"/>
                  <a:gd name="connsiteY7" fmla="*/ 16877 h 136124"/>
                  <a:gd name="connsiteX8" fmla="*/ 122682 w 122830"/>
                  <a:gd name="connsiteY8" fmla="*/ 71265 h 136124"/>
                  <a:gd name="connsiteX9" fmla="*/ 122682 w 122830"/>
                  <a:gd name="connsiteY9" fmla="*/ 74979 h 136124"/>
                  <a:gd name="connsiteX10" fmla="*/ 30542 w 122830"/>
                  <a:gd name="connsiteY10" fmla="*/ 74979 h 136124"/>
                  <a:gd name="connsiteX11" fmla="*/ 41858 w 122830"/>
                  <a:gd name="connsiteY11" fmla="*/ 101078 h 136124"/>
                  <a:gd name="connsiteX12" fmla="*/ 64774 w 122830"/>
                  <a:gd name="connsiteY12" fmla="*/ 109365 h 136124"/>
                  <a:gd name="connsiteX13" fmla="*/ 85218 w 122830"/>
                  <a:gd name="connsiteY13" fmla="*/ 102983 h 136124"/>
                  <a:gd name="connsiteX14" fmla="*/ 97104 w 122830"/>
                  <a:gd name="connsiteY14" fmla="*/ 88886 h 136124"/>
                  <a:gd name="connsiteX15" fmla="*/ 92444 w 122830"/>
                  <a:gd name="connsiteY15" fmla="*/ 50595 h 136124"/>
                  <a:gd name="connsiteX16" fmla="*/ 82935 w 122830"/>
                  <a:gd name="connsiteY16" fmla="*/ 33260 h 136124"/>
                  <a:gd name="connsiteX17" fmla="*/ 41668 w 122830"/>
                  <a:gd name="connsiteY17" fmla="*/ 34212 h 136124"/>
                  <a:gd name="connsiteX18" fmla="*/ 32159 w 122830"/>
                  <a:gd name="connsiteY18" fmla="*/ 50691 h 136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830" h="136124">
                    <a:moveTo>
                      <a:pt x="122016" y="102888"/>
                    </a:moveTo>
                    <a:cubicBezTo>
                      <a:pt x="116810" y="112377"/>
                      <a:pt x="109408" y="120477"/>
                      <a:pt x="100431" y="126510"/>
                    </a:cubicBezTo>
                    <a:cubicBezTo>
                      <a:pt x="88885" y="133168"/>
                      <a:pt x="75713" y="136466"/>
                      <a:pt x="62397" y="136035"/>
                    </a:cubicBezTo>
                    <a:cubicBezTo>
                      <a:pt x="46266" y="136939"/>
                      <a:pt x="30509" y="130951"/>
                      <a:pt x="19037" y="119556"/>
                    </a:cubicBezTo>
                    <a:cubicBezTo>
                      <a:pt x="6427" y="106319"/>
                      <a:pt x="-414" y="88604"/>
                      <a:pt x="19" y="70312"/>
                    </a:cubicBezTo>
                    <a:cubicBezTo>
                      <a:pt x="-276" y="50700"/>
                      <a:pt x="7055" y="31742"/>
                      <a:pt x="20463" y="17448"/>
                    </a:cubicBezTo>
                    <a:cubicBezTo>
                      <a:pt x="31803" y="5929"/>
                      <a:pt x="47393" y="-379"/>
                      <a:pt x="63538" y="18"/>
                    </a:cubicBezTo>
                    <a:cubicBezTo>
                      <a:pt x="79005" y="-343"/>
                      <a:pt x="93924" y="5766"/>
                      <a:pt x="104710" y="16877"/>
                    </a:cubicBezTo>
                    <a:cubicBezTo>
                      <a:pt x="117474" y="32009"/>
                      <a:pt x="123912" y="51493"/>
                      <a:pt x="122682" y="71265"/>
                    </a:cubicBezTo>
                    <a:lnTo>
                      <a:pt x="122682" y="74979"/>
                    </a:lnTo>
                    <a:lnTo>
                      <a:pt x="30542" y="74979"/>
                    </a:lnTo>
                    <a:cubicBezTo>
                      <a:pt x="31199" y="84725"/>
                      <a:pt x="35197" y="93944"/>
                      <a:pt x="41858" y="101078"/>
                    </a:cubicBezTo>
                    <a:cubicBezTo>
                      <a:pt x="48017" y="106907"/>
                      <a:pt x="56318" y="109908"/>
                      <a:pt x="64774" y="109365"/>
                    </a:cubicBezTo>
                    <a:cubicBezTo>
                      <a:pt x="72123" y="109688"/>
                      <a:pt x="79353" y="107431"/>
                      <a:pt x="85218" y="102983"/>
                    </a:cubicBezTo>
                    <a:cubicBezTo>
                      <a:pt x="90071" y="99118"/>
                      <a:pt x="94111" y="94326"/>
                      <a:pt x="97104" y="88886"/>
                    </a:cubicBezTo>
                    <a:close/>
                    <a:moveTo>
                      <a:pt x="92444" y="50595"/>
                    </a:moveTo>
                    <a:cubicBezTo>
                      <a:pt x="91259" y="43928"/>
                      <a:pt x="87918" y="37837"/>
                      <a:pt x="82935" y="33260"/>
                    </a:cubicBezTo>
                    <a:cubicBezTo>
                      <a:pt x="70893" y="23151"/>
                      <a:pt x="53233" y="23559"/>
                      <a:pt x="41668" y="34212"/>
                    </a:cubicBezTo>
                    <a:cubicBezTo>
                      <a:pt x="37001" y="38690"/>
                      <a:pt x="33703" y="44405"/>
                      <a:pt x="32159" y="5069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A9260CF-D356-7C41-AC6D-C88FFF8D3C7A}"/>
                  </a:ext>
                </a:extLst>
              </p:cNvPr>
              <p:cNvSpPr/>
              <p:nvPr/>
            </p:nvSpPr>
            <p:spPr>
              <a:xfrm>
                <a:off x="12528484" y="6827512"/>
                <a:ext cx="130459" cy="201937"/>
              </a:xfrm>
              <a:custGeom>
                <a:avLst/>
                <a:gdLst>
                  <a:gd name="connsiteX0" fmla="*/ 29952 w 130459"/>
                  <a:gd name="connsiteY0" fmla="*/ 201938 h 201937"/>
                  <a:gd name="connsiteX1" fmla="*/ 0 w 130459"/>
                  <a:gd name="connsiteY1" fmla="*/ 201938 h 201937"/>
                  <a:gd name="connsiteX2" fmla="*/ 0 w 130459"/>
                  <a:gd name="connsiteY2" fmla="*/ 3341 h 201937"/>
                  <a:gd name="connsiteX3" fmla="*/ 29857 w 130459"/>
                  <a:gd name="connsiteY3" fmla="*/ 3341 h 201937"/>
                  <a:gd name="connsiteX4" fmla="*/ 29857 w 130459"/>
                  <a:gd name="connsiteY4" fmla="*/ 17438 h 201937"/>
                  <a:gd name="connsiteX5" fmla="*/ 67892 w 130459"/>
                  <a:gd name="connsiteY5" fmla="*/ 8 h 201937"/>
                  <a:gd name="connsiteX6" fmla="*/ 130460 w 130459"/>
                  <a:gd name="connsiteY6" fmla="*/ 66683 h 201937"/>
                  <a:gd name="connsiteX7" fmla="*/ 68273 w 130459"/>
                  <a:gd name="connsiteY7" fmla="*/ 135739 h 201937"/>
                  <a:gd name="connsiteX8" fmla="*/ 30238 w 130459"/>
                  <a:gd name="connsiteY8" fmla="*/ 116689 h 201937"/>
                  <a:gd name="connsiteX9" fmla="*/ 28051 w 130459"/>
                  <a:gd name="connsiteY9" fmla="*/ 68588 h 201937"/>
                  <a:gd name="connsiteX10" fmla="*/ 64374 w 130459"/>
                  <a:gd name="connsiteY10" fmla="*/ 109259 h 201937"/>
                  <a:gd name="connsiteX11" fmla="*/ 100127 w 130459"/>
                  <a:gd name="connsiteY11" fmla="*/ 68302 h 201937"/>
                  <a:gd name="connsiteX12" fmla="*/ 64374 w 130459"/>
                  <a:gd name="connsiteY12" fmla="*/ 27059 h 201937"/>
                  <a:gd name="connsiteX13" fmla="*/ 28051 w 130459"/>
                  <a:gd name="connsiteY13" fmla="*/ 68588 h 20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459" h="201937">
                    <a:moveTo>
                      <a:pt x="29952" y="201938"/>
                    </a:moveTo>
                    <a:lnTo>
                      <a:pt x="0" y="201938"/>
                    </a:lnTo>
                    <a:lnTo>
                      <a:pt x="0" y="3341"/>
                    </a:lnTo>
                    <a:lnTo>
                      <a:pt x="29857" y="3341"/>
                    </a:lnTo>
                    <a:lnTo>
                      <a:pt x="29857" y="17438"/>
                    </a:lnTo>
                    <a:cubicBezTo>
                      <a:pt x="39246" y="6157"/>
                      <a:pt x="53233" y="-253"/>
                      <a:pt x="67892" y="8"/>
                    </a:cubicBezTo>
                    <a:cubicBezTo>
                      <a:pt x="101838" y="8"/>
                      <a:pt x="130460" y="26011"/>
                      <a:pt x="130460" y="66683"/>
                    </a:cubicBezTo>
                    <a:cubicBezTo>
                      <a:pt x="130460" y="110117"/>
                      <a:pt x="98796" y="135739"/>
                      <a:pt x="68273" y="135739"/>
                    </a:cubicBezTo>
                    <a:cubicBezTo>
                      <a:pt x="53429" y="135243"/>
                      <a:pt x="39539" y="128287"/>
                      <a:pt x="30238" y="116689"/>
                    </a:cubicBezTo>
                    <a:close/>
                    <a:moveTo>
                      <a:pt x="28051" y="68588"/>
                    </a:moveTo>
                    <a:cubicBezTo>
                      <a:pt x="28051" y="95448"/>
                      <a:pt x="45452" y="109259"/>
                      <a:pt x="64374" y="109259"/>
                    </a:cubicBezTo>
                    <a:cubicBezTo>
                      <a:pt x="86054" y="109259"/>
                      <a:pt x="100127" y="90209"/>
                      <a:pt x="100127" y="68302"/>
                    </a:cubicBezTo>
                    <a:cubicBezTo>
                      <a:pt x="100127" y="46394"/>
                      <a:pt x="86054" y="27059"/>
                      <a:pt x="64374" y="27059"/>
                    </a:cubicBezTo>
                    <a:cubicBezTo>
                      <a:pt x="45357" y="27059"/>
                      <a:pt x="28051" y="40489"/>
                      <a:pt x="28051" y="685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DAF06B1-468E-9340-BBB6-023DB446738C}"/>
                  </a:ext>
                </a:extLst>
              </p:cNvPr>
              <p:cNvSpPr/>
              <p:nvPr/>
            </p:nvSpPr>
            <p:spPr>
              <a:xfrm>
                <a:off x="12682185" y="6827485"/>
                <a:ext cx="137400" cy="137582"/>
              </a:xfrm>
              <a:custGeom>
                <a:avLst/>
                <a:gdLst>
                  <a:gd name="connsiteX0" fmla="*/ 137361 w 137400"/>
                  <a:gd name="connsiteY0" fmla="*/ 67852 h 137582"/>
                  <a:gd name="connsiteX1" fmla="*/ 69862 w 137400"/>
                  <a:gd name="connsiteY1" fmla="*/ 137572 h 137582"/>
                  <a:gd name="connsiteX2" fmla="*/ 69659 w 137400"/>
                  <a:gd name="connsiteY2" fmla="*/ 137575 h 137582"/>
                  <a:gd name="connsiteX3" fmla="*/ 69659 w 137400"/>
                  <a:gd name="connsiteY3" fmla="*/ 137575 h 137582"/>
                  <a:gd name="connsiteX4" fmla="*/ 7 w 137400"/>
                  <a:gd name="connsiteY4" fmla="*/ 69805 h 137582"/>
                  <a:gd name="connsiteX5" fmla="*/ 67662 w 137400"/>
                  <a:gd name="connsiteY5" fmla="*/ 34 h 137582"/>
                  <a:gd name="connsiteX6" fmla="*/ 68613 w 137400"/>
                  <a:gd name="connsiteY6" fmla="*/ 34 h 137582"/>
                  <a:gd name="connsiteX7" fmla="*/ 137253 w 137400"/>
                  <a:gd name="connsiteY7" fmla="*/ 64559 h 137582"/>
                  <a:gd name="connsiteX8" fmla="*/ 137266 w 137400"/>
                  <a:gd name="connsiteY8" fmla="*/ 64995 h 137582"/>
                  <a:gd name="connsiteX9" fmla="*/ 137361 w 137400"/>
                  <a:gd name="connsiteY9" fmla="*/ 67852 h 137582"/>
                  <a:gd name="connsiteX10" fmla="*/ 106838 w 137400"/>
                  <a:gd name="connsiteY10" fmla="*/ 67852 h 137582"/>
                  <a:gd name="connsiteX11" fmla="*/ 68803 w 137400"/>
                  <a:gd name="connsiteY11" fmla="*/ 26514 h 137582"/>
                  <a:gd name="connsiteX12" fmla="*/ 30768 w 137400"/>
                  <a:gd name="connsiteY12" fmla="*/ 67852 h 137582"/>
                  <a:gd name="connsiteX13" fmla="*/ 68803 w 137400"/>
                  <a:gd name="connsiteY13" fmla="*/ 108810 h 137582"/>
                  <a:gd name="connsiteX14" fmla="*/ 106838 w 137400"/>
                  <a:gd name="connsiteY14" fmla="*/ 68614 h 13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7400" h="137582">
                    <a:moveTo>
                      <a:pt x="137361" y="67852"/>
                    </a:moveTo>
                    <a:cubicBezTo>
                      <a:pt x="137941" y="105776"/>
                      <a:pt x="107721" y="136991"/>
                      <a:pt x="69862" y="137572"/>
                    </a:cubicBezTo>
                    <a:cubicBezTo>
                      <a:pt x="69794" y="137574"/>
                      <a:pt x="69727" y="137574"/>
                      <a:pt x="69659" y="137575"/>
                    </a:cubicBezTo>
                    <a:lnTo>
                      <a:pt x="69659" y="137575"/>
                    </a:lnTo>
                    <a:cubicBezTo>
                      <a:pt x="31743" y="138128"/>
                      <a:pt x="559" y="107786"/>
                      <a:pt x="7" y="69805"/>
                    </a:cubicBezTo>
                    <a:cubicBezTo>
                      <a:pt x="-544" y="31824"/>
                      <a:pt x="29746" y="587"/>
                      <a:pt x="67662" y="34"/>
                    </a:cubicBezTo>
                    <a:lnTo>
                      <a:pt x="68613" y="34"/>
                    </a:lnTo>
                    <a:cubicBezTo>
                      <a:pt x="105355" y="-1135"/>
                      <a:pt x="136086" y="27754"/>
                      <a:pt x="137253" y="64559"/>
                    </a:cubicBezTo>
                    <a:cubicBezTo>
                      <a:pt x="137258" y="64704"/>
                      <a:pt x="137262" y="64849"/>
                      <a:pt x="137266" y="64995"/>
                    </a:cubicBezTo>
                    <a:cubicBezTo>
                      <a:pt x="137361" y="65947"/>
                      <a:pt x="137456" y="66900"/>
                      <a:pt x="137361" y="67852"/>
                    </a:cubicBezTo>
                    <a:close/>
                    <a:moveTo>
                      <a:pt x="106838" y="67852"/>
                    </a:moveTo>
                    <a:cubicBezTo>
                      <a:pt x="106838" y="38515"/>
                      <a:pt x="87820" y="26514"/>
                      <a:pt x="68803" y="26514"/>
                    </a:cubicBezTo>
                    <a:cubicBezTo>
                      <a:pt x="49785" y="26514"/>
                      <a:pt x="30768" y="38515"/>
                      <a:pt x="30768" y="67852"/>
                    </a:cubicBezTo>
                    <a:cubicBezTo>
                      <a:pt x="30768" y="92617"/>
                      <a:pt x="45411" y="108810"/>
                      <a:pt x="68803" y="108810"/>
                    </a:cubicBezTo>
                    <a:cubicBezTo>
                      <a:pt x="92194" y="108810"/>
                      <a:pt x="106838" y="92998"/>
                      <a:pt x="106838" y="6861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DA3ECBF-4BA2-EC41-8698-216DFA2473A7}"/>
                  </a:ext>
                </a:extLst>
              </p:cNvPr>
              <p:cNvSpPr/>
              <p:nvPr/>
            </p:nvSpPr>
            <p:spPr>
              <a:xfrm>
                <a:off x="12848832" y="6830853"/>
                <a:ext cx="29952" cy="128682"/>
              </a:xfrm>
              <a:custGeom>
                <a:avLst/>
                <a:gdLst>
                  <a:gd name="connsiteX0" fmla="*/ 29952 w 29952"/>
                  <a:gd name="connsiteY0" fmla="*/ 0 h 128682"/>
                  <a:gd name="connsiteX1" fmla="*/ 29952 w 29952"/>
                  <a:gd name="connsiteY1" fmla="*/ 128683 h 128682"/>
                  <a:gd name="connsiteX2" fmla="*/ 0 w 29952"/>
                  <a:gd name="connsiteY2" fmla="*/ 128683 h 128682"/>
                  <a:gd name="connsiteX3" fmla="*/ 0 w 29952"/>
                  <a:gd name="connsiteY3" fmla="*/ 0 h 12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952" h="128682">
                    <a:moveTo>
                      <a:pt x="29952" y="0"/>
                    </a:moveTo>
                    <a:lnTo>
                      <a:pt x="29952" y="128683"/>
                    </a:lnTo>
                    <a:lnTo>
                      <a:pt x="0" y="12868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C887CE66-6C28-614C-AE08-2C8364406A32}"/>
                  </a:ext>
                </a:extLst>
              </p:cNvPr>
              <p:cNvSpPr/>
              <p:nvPr/>
            </p:nvSpPr>
            <p:spPr>
              <a:xfrm>
                <a:off x="12915203" y="6827390"/>
                <a:ext cx="110776" cy="132241"/>
              </a:xfrm>
              <a:custGeom>
                <a:avLst/>
                <a:gdLst>
                  <a:gd name="connsiteX0" fmla="*/ 0 w 110776"/>
                  <a:gd name="connsiteY0" fmla="*/ 3464 h 132241"/>
                  <a:gd name="connsiteX1" fmla="*/ 29952 w 110776"/>
                  <a:gd name="connsiteY1" fmla="*/ 3464 h 132241"/>
                  <a:gd name="connsiteX2" fmla="*/ 29952 w 110776"/>
                  <a:gd name="connsiteY2" fmla="*/ 15465 h 132241"/>
                  <a:gd name="connsiteX3" fmla="*/ 64754 w 110776"/>
                  <a:gd name="connsiteY3" fmla="*/ 130 h 132241"/>
                  <a:gd name="connsiteX4" fmla="*/ 102789 w 110776"/>
                  <a:gd name="connsiteY4" fmla="*/ 17656 h 132241"/>
                  <a:gd name="connsiteX5" fmla="*/ 110777 w 110776"/>
                  <a:gd name="connsiteY5" fmla="*/ 53375 h 132241"/>
                  <a:gd name="connsiteX6" fmla="*/ 110777 w 110776"/>
                  <a:gd name="connsiteY6" fmla="*/ 132242 h 132241"/>
                  <a:gd name="connsiteX7" fmla="*/ 80824 w 110776"/>
                  <a:gd name="connsiteY7" fmla="*/ 132242 h 132241"/>
                  <a:gd name="connsiteX8" fmla="*/ 80824 w 110776"/>
                  <a:gd name="connsiteY8" fmla="*/ 60614 h 132241"/>
                  <a:gd name="connsiteX9" fmla="*/ 57338 w 110776"/>
                  <a:gd name="connsiteY9" fmla="*/ 26990 h 132241"/>
                  <a:gd name="connsiteX10" fmla="*/ 30143 w 110776"/>
                  <a:gd name="connsiteY10" fmla="*/ 70424 h 132241"/>
                  <a:gd name="connsiteX11" fmla="*/ 30143 w 110776"/>
                  <a:gd name="connsiteY11" fmla="*/ 132242 h 132241"/>
                  <a:gd name="connsiteX12" fmla="*/ 95 w 110776"/>
                  <a:gd name="connsiteY12" fmla="*/ 132242 h 132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776" h="132241">
                    <a:moveTo>
                      <a:pt x="0" y="3464"/>
                    </a:moveTo>
                    <a:lnTo>
                      <a:pt x="29952" y="3464"/>
                    </a:lnTo>
                    <a:lnTo>
                      <a:pt x="29952" y="15465"/>
                    </a:lnTo>
                    <a:cubicBezTo>
                      <a:pt x="38671" y="5385"/>
                      <a:pt x="51445" y="-243"/>
                      <a:pt x="64754" y="130"/>
                    </a:cubicBezTo>
                    <a:cubicBezTo>
                      <a:pt x="79608" y="-1027"/>
                      <a:pt x="94000" y="5605"/>
                      <a:pt x="102789" y="17656"/>
                    </a:cubicBezTo>
                    <a:cubicBezTo>
                      <a:pt x="107734" y="24609"/>
                      <a:pt x="110777" y="33467"/>
                      <a:pt x="110777" y="53375"/>
                    </a:cubicBezTo>
                    <a:lnTo>
                      <a:pt x="110777" y="132242"/>
                    </a:lnTo>
                    <a:lnTo>
                      <a:pt x="80824" y="132242"/>
                    </a:lnTo>
                    <a:lnTo>
                      <a:pt x="80824" y="60614"/>
                    </a:lnTo>
                    <a:cubicBezTo>
                      <a:pt x="80824" y="27943"/>
                      <a:pt x="68653" y="26990"/>
                      <a:pt x="57338" y="26990"/>
                    </a:cubicBezTo>
                    <a:cubicBezTo>
                      <a:pt x="43930" y="26990"/>
                      <a:pt x="30143" y="28895"/>
                      <a:pt x="30143" y="70424"/>
                    </a:cubicBezTo>
                    <a:lnTo>
                      <a:pt x="30143" y="132242"/>
                    </a:lnTo>
                    <a:lnTo>
                      <a:pt x="95" y="132242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85177781-34C5-DF46-B111-2294F87C2B68}"/>
                  </a:ext>
                </a:extLst>
              </p:cNvPr>
              <p:cNvSpPr/>
              <p:nvPr/>
            </p:nvSpPr>
            <p:spPr>
              <a:xfrm>
                <a:off x="13051178" y="6759892"/>
                <a:ext cx="65324" cy="199644"/>
              </a:xfrm>
              <a:custGeom>
                <a:avLst/>
                <a:gdLst>
                  <a:gd name="connsiteX0" fmla="*/ 42124 w 65324"/>
                  <a:gd name="connsiteY0" fmla="*/ 98108 h 199644"/>
                  <a:gd name="connsiteX1" fmla="*/ 42124 w 65324"/>
                  <a:gd name="connsiteY1" fmla="*/ 199644 h 199644"/>
                  <a:gd name="connsiteX2" fmla="*/ 12456 w 65324"/>
                  <a:gd name="connsiteY2" fmla="*/ 199644 h 199644"/>
                  <a:gd name="connsiteX3" fmla="*/ 12456 w 65324"/>
                  <a:gd name="connsiteY3" fmla="*/ 98108 h 199644"/>
                  <a:gd name="connsiteX4" fmla="*/ 0 w 65324"/>
                  <a:gd name="connsiteY4" fmla="*/ 98108 h 199644"/>
                  <a:gd name="connsiteX5" fmla="*/ 0 w 65324"/>
                  <a:gd name="connsiteY5" fmla="*/ 70961 h 199644"/>
                  <a:gd name="connsiteX6" fmla="*/ 12456 w 65324"/>
                  <a:gd name="connsiteY6" fmla="*/ 70961 h 199644"/>
                  <a:gd name="connsiteX7" fmla="*/ 12456 w 65324"/>
                  <a:gd name="connsiteY7" fmla="*/ 23813 h 199644"/>
                  <a:gd name="connsiteX8" fmla="*/ 42409 w 65324"/>
                  <a:gd name="connsiteY8" fmla="*/ 0 h 199644"/>
                  <a:gd name="connsiteX9" fmla="*/ 42409 w 65324"/>
                  <a:gd name="connsiteY9" fmla="*/ 70961 h 199644"/>
                  <a:gd name="connsiteX10" fmla="*/ 65325 w 65324"/>
                  <a:gd name="connsiteY10" fmla="*/ 70961 h 199644"/>
                  <a:gd name="connsiteX11" fmla="*/ 65325 w 65324"/>
                  <a:gd name="connsiteY11" fmla="*/ 98108 h 1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324" h="199644">
                    <a:moveTo>
                      <a:pt x="42124" y="98108"/>
                    </a:moveTo>
                    <a:lnTo>
                      <a:pt x="42124" y="199644"/>
                    </a:lnTo>
                    <a:lnTo>
                      <a:pt x="12456" y="199644"/>
                    </a:lnTo>
                    <a:lnTo>
                      <a:pt x="12456" y="98108"/>
                    </a:lnTo>
                    <a:lnTo>
                      <a:pt x="0" y="98108"/>
                    </a:lnTo>
                    <a:lnTo>
                      <a:pt x="0" y="70961"/>
                    </a:lnTo>
                    <a:lnTo>
                      <a:pt x="12456" y="70961"/>
                    </a:lnTo>
                    <a:lnTo>
                      <a:pt x="12456" y="23813"/>
                    </a:lnTo>
                    <a:lnTo>
                      <a:pt x="42409" y="0"/>
                    </a:lnTo>
                    <a:lnTo>
                      <a:pt x="42409" y="70961"/>
                    </a:lnTo>
                    <a:lnTo>
                      <a:pt x="65325" y="70961"/>
                    </a:lnTo>
                    <a:lnTo>
                      <a:pt x="65325" y="98108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BB01A16-FCBC-9A4A-A33B-64636A0A594C}"/>
                  </a:ext>
                </a:extLst>
              </p:cNvPr>
              <p:cNvSpPr/>
              <p:nvPr/>
            </p:nvSpPr>
            <p:spPr>
              <a:xfrm>
                <a:off x="11810385" y="6743700"/>
                <a:ext cx="173439" cy="215836"/>
              </a:xfrm>
              <a:custGeom>
                <a:avLst/>
                <a:gdLst>
                  <a:gd name="connsiteX0" fmla="*/ 173439 w 173439"/>
                  <a:gd name="connsiteY0" fmla="*/ 215837 h 215836"/>
                  <a:gd name="connsiteX1" fmla="*/ 86720 w 173439"/>
                  <a:gd name="connsiteY1" fmla="*/ 0 h 215836"/>
                  <a:gd name="connsiteX2" fmla="*/ 86720 w 173439"/>
                  <a:gd name="connsiteY2" fmla="*/ 0 h 215836"/>
                  <a:gd name="connsiteX3" fmla="*/ 0 w 173439"/>
                  <a:gd name="connsiteY3" fmla="*/ 215837 h 215836"/>
                  <a:gd name="connsiteX4" fmla="*/ 33566 w 173439"/>
                  <a:gd name="connsiteY4" fmla="*/ 215837 h 215836"/>
                  <a:gd name="connsiteX5" fmla="*/ 86720 w 173439"/>
                  <a:gd name="connsiteY5" fmla="*/ 78391 h 215836"/>
                  <a:gd name="connsiteX6" fmla="*/ 139873 w 173439"/>
                  <a:gd name="connsiteY6" fmla="*/ 215837 h 21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439" h="215836">
                    <a:moveTo>
                      <a:pt x="173439" y="215837"/>
                    </a:moveTo>
                    <a:lnTo>
                      <a:pt x="86720" y="0"/>
                    </a:lnTo>
                    <a:lnTo>
                      <a:pt x="86720" y="0"/>
                    </a:lnTo>
                    <a:lnTo>
                      <a:pt x="0" y="215837"/>
                    </a:lnTo>
                    <a:lnTo>
                      <a:pt x="33566" y="215837"/>
                    </a:lnTo>
                    <a:lnTo>
                      <a:pt x="86720" y="78391"/>
                    </a:lnTo>
                    <a:lnTo>
                      <a:pt x="139873" y="215837"/>
                    </a:lnTo>
                    <a:close/>
                  </a:path>
                </a:pathLst>
              </a:custGeom>
              <a:solidFill>
                <a:schemeClr val="accent1"/>
              </a:solidFill>
              <a:ln w="947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b="0" i="0">
                  <a:latin typeface="Figtree" pitchFamily="2" charset="0"/>
                </a:endParaRPr>
              </a:p>
            </p:txBody>
          </p:sp>
        </p:grpSp>
      </p:grpSp>
      <p:sp>
        <p:nvSpPr>
          <p:cNvPr id="31" name="Slide Number Placeholder 34">
            <a:extLst>
              <a:ext uri="{FF2B5EF4-FFF2-40B4-BE49-F238E27FC236}">
                <a16:creationId xmlns:a16="http://schemas.microsoft.com/office/drawing/2014/main" id="{6EF564ED-132F-3F44-89C2-C4340842FCEE}"/>
              </a:ext>
            </a:extLst>
          </p:cNvPr>
          <p:cNvSpPr txBox="1">
            <a:spLocks/>
          </p:cNvSpPr>
          <p:nvPr userDrawn="1"/>
        </p:nvSpPr>
        <p:spPr>
          <a:xfrm>
            <a:off x="23466425" y="13483032"/>
            <a:ext cx="920750" cy="232968"/>
          </a:xfrm>
          <a:prstGeom prst="rect">
            <a:avLst/>
          </a:prstGeom>
        </p:spPr>
        <p:txBody>
          <a:bodyPr vert="horz" wrap="square" lIns="0" tIns="0" rIns="9144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400" b="1" i="0" kern="1200">
                <a:solidFill>
                  <a:schemeClr val="accent2"/>
                </a:solidFill>
                <a:latin typeface="TT Norms Pro" panose="02000503030000020003" pitchFamily="2" charset="0"/>
                <a:ea typeface="+mn-ea"/>
                <a:cs typeface="TT Norms Pro" panose="02000503030000020003" pitchFamily="2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50ECEB4-4230-4F0F-BCBC-F98FC4AE240F}" type="slidenum">
              <a:rPr lang="en-US" smtClean="0">
                <a:latin typeface="Figtree" pitchFamily="2" charset="0"/>
              </a:rPr>
              <a:pPr/>
              <a:t>‹#›</a:t>
            </a:fld>
            <a:endParaRPr lang="en-US">
              <a:latin typeface="Figtree" pitchFamily="2" charset="0"/>
            </a:endParaRP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8FCF2BF6-F5AE-2A96-BBE1-9F06082417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739745" y="13235982"/>
            <a:ext cx="3187055" cy="452746"/>
          </a:xfr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86699195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398084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ight Side Ba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B6B012EB-7D1A-8B85-CE7A-F645EE1AF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>
          <a:xfrm>
            <a:off x="3175" y="13441680"/>
            <a:ext cx="24387048" cy="274320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561A2104-9752-F2EB-AC92-C0C10114AE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D28513D-485F-E895-3DD6-9F24F51F8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>
          <a:xfrm>
            <a:off x="23244175" y="13441680"/>
            <a:ext cx="1143000" cy="274320"/>
          </a:xfrm>
        </p:spPr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48E89EAE-8E23-38F0-8835-531A43C2D54F}"/>
              </a:ext>
            </a:extLst>
          </p:cNvPr>
          <p:cNvCxnSpPr>
            <a:cxnSpLocks/>
          </p:cNvCxnSpPr>
          <p:nvPr userDrawn="1"/>
        </p:nvCxnSpPr>
        <p:spPr>
          <a:xfrm>
            <a:off x="18234547" y="0"/>
            <a:ext cx="0" cy="13441678"/>
          </a:xfrm>
          <a:prstGeom prst="line">
            <a:avLst/>
          </a:prstGeom>
          <a:solidFill>
            <a:srgbClr val="FFFFFF"/>
          </a:solidFill>
          <a:ln w="381000" cap="flat">
            <a:solidFill>
              <a:srgbClr val="F3B521"/>
            </a:solidFill>
            <a:prstDash val="solid"/>
            <a:miter/>
          </a:ln>
        </p:spPr>
      </p:cxnSp>
      <p:sp>
        <p:nvSpPr>
          <p:cNvPr id="6" name="Rectangle">
            <a:extLst>
              <a:ext uri="{FF2B5EF4-FFF2-40B4-BE49-F238E27FC236}">
                <a16:creationId xmlns:a16="http://schemas.microsoft.com/office/drawing/2014/main" id="{BD28E9E4-B02A-088C-5498-C4C2F8AE9A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414866" y="-2"/>
            <a:ext cx="5972309" cy="13441680"/>
          </a:xfrm>
          <a:prstGeom prst="rect">
            <a:avLst/>
          </a:prstGeom>
          <a:gradFill>
            <a:gsLst>
              <a:gs pos="99000">
                <a:schemeClr val="accent1"/>
              </a:gs>
              <a:gs pos="19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38" name="Title">
            <a:extLst>
              <a:ext uri="{FF2B5EF4-FFF2-40B4-BE49-F238E27FC236}">
                <a16:creationId xmlns:a16="http://schemas.microsoft.com/office/drawing/2014/main" id="{FB66B4D3-A906-3C46-832E-E158CDD46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4236" y="3071687"/>
            <a:ext cx="11331423" cy="169164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914400" indent="0" algn="l" defTabSz="1828708" rtl="0" eaLnBrk="1" latinLnBrk="0" hangingPunct="1">
              <a:lnSpc>
                <a:spcPct val="80000"/>
              </a:lnSpc>
              <a:spcBef>
                <a:spcPct val="0"/>
              </a:spcBef>
              <a:buNone/>
              <a:tabLst/>
              <a:defRPr lang="en-US" sz="6800" b="1" kern="1200" spc="-100" baseline="0" dirty="0">
                <a:solidFill>
                  <a:schemeClr val="tx2"/>
                </a:solidFill>
                <a:latin typeface="Figtree" pitchFamily="2" charset="0"/>
                <a:ea typeface="+mj-ea"/>
                <a:cs typeface="+mj-cs"/>
              </a:defRPr>
            </a:lvl1pPr>
          </a:lstStyle>
          <a:p>
            <a:r>
              <a:rPr lang="en-US"/>
              <a:t>Title (68 pt Bold)</a:t>
            </a:r>
          </a:p>
        </p:txBody>
      </p:sp>
      <p:pic>
        <p:nvPicPr>
          <p:cNvPr id="8" name="Anglepoint Logo">
            <a:extLst>
              <a:ext uri="{FF2B5EF4-FFF2-40B4-BE49-F238E27FC236}">
                <a16:creationId xmlns:a16="http://schemas.microsoft.com/office/drawing/2014/main" id="{0BCA9557-1814-EB70-BE5D-D13DA5EA872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54236" y="1419619"/>
            <a:ext cx="3197847" cy="689355"/>
          </a:xfrm>
          <a:prstGeom prst="rect">
            <a:avLst/>
          </a:prstGeom>
        </p:spPr>
      </p:pic>
      <p:sp>
        <p:nvSpPr>
          <p:cNvPr id="12" name="Section">
            <a:extLst>
              <a:ext uri="{FF2B5EF4-FFF2-40B4-BE49-F238E27FC236}">
                <a16:creationId xmlns:a16="http://schemas.microsoft.com/office/drawing/2014/main" id="{D64E6304-32A4-77F6-8F6A-04D29A5A2F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</p:spTree>
    <p:extLst>
      <p:ext uri="{BB962C8B-B14F-4D97-AF65-F5344CB8AC3E}">
        <p14:creationId xmlns:p14="http://schemas.microsoft.com/office/powerpoint/2010/main" val="138863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3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6400">
                <a:latin typeface="Figtree ExtraBold" pitchFamily="2" charset="0"/>
              </a:defRPr>
            </a:lvl1pPr>
          </a:lstStyle>
          <a:p>
            <a:r>
              <a:rPr lang="en-US"/>
              <a:t>Title (Title Caps, 64 Pt Bold)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0" y="228600"/>
            <a:ext cx="1481667" cy="319401"/>
          </a:xfrm>
          <a:prstGeom prst="rect">
            <a:avLst/>
          </a:prstGeom>
        </p:spPr>
      </p:pic>
      <p:sp>
        <p:nvSpPr>
          <p:cNvPr id="6" name="Footer">
            <a:extLst>
              <a:ext uri="{FF2B5EF4-FFF2-40B4-BE49-F238E27FC236}">
                <a16:creationId xmlns:a16="http://schemas.microsoft.com/office/drawing/2014/main" id="{DB13A5E3-064E-BA00-596E-DC41825E460A}"/>
              </a:ext>
            </a:extLst>
          </p:cNvPr>
          <p:cNvSpPr txBox="1">
            <a:spLocks/>
          </p:cNvSpPr>
          <p:nvPr userDrawn="1"/>
        </p:nvSpPr>
        <p:spPr>
          <a:xfrm>
            <a:off x="3175" y="13441680"/>
            <a:ext cx="24387049" cy="274320"/>
          </a:xfrm>
          <a:prstGeom prst="rect">
            <a:avLst/>
          </a:prstGeom>
          <a:solidFill>
            <a:srgbClr val="002B49"/>
          </a:solidFill>
        </p:spPr>
        <p:txBody>
          <a:bodyPr vert="horz" wrap="none" lIns="91440" tIns="45720" rIns="91440" bIns="27432" rtlCol="0" anchor="ctr"/>
          <a:lstStyle>
            <a:defPPr>
              <a:defRPr lang="en-US"/>
            </a:defPPr>
            <a:lvl1pPr marL="0" algn="ctr" defTabSz="457131" rtl="0" eaLnBrk="1" latinLnBrk="0" hangingPunct="1"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rgbClr val="FFFFFF"/>
                </a:solidFill>
                <a:latin typeface="Figtree" pitchFamily="2" charset="0"/>
              </a:rPr>
              <a:t>© 2026 Anglepoint Group, Inc. Confidential. Distribution prohibited. All rights reserved.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0FAD6F1-36ED-1C0D-6DD9-C2D7A88E31EC}"/>
              </a:ext>
            </a:extLst>
          </p:cNvPr>
          <p:cNvSpPr txBox="1">
            <a:spLocks/>
          </p:cNvSpPr>
          <p:nvPr userDrawn="1"/>
        </p:nvSpPr>
        <p:spPr>
          <a:xfrm>
            <a:off x="23244174" y="13441680"/>
            <a:ext cx="1143001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defPPr>
              <a:defRPr lang="en-US"/>
            </a:defPPr>
            <a:lvl1pPr marL="0" algn="r" defTabSz="457131" rtl="0" eaLnBrk="1" latinLnBrk="0" hangingPunct="1">
              <a:defRPr sz="1400" b="1" kern="1200">
                <a:solidFill>
                  <a:schemeClr val="accent2"/>
                </a:solidFill>
                <a:latin typeface="TTNormsPro-DemiBold" panose="02000703030000020004" pitchFamily="50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FFB81C"/>
                </a:solidFill>
                <a:effectLst/>
                <a:uLnTx/>
                <a:uFillTx/>
                <a:latin typeface="Figtree ExtraBold" pitchFamily="2" charset="0"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FFB81C"/>
              </a:solidFill>
              <a:effectLst/>
              <a:uLnTx/>
              <a:uFillTx/>
              <a:latin typeface="Figtree ExtraBold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673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Dark">
    <p:bg>
      <p:bgPr>
        <a:gradFill>
          <a:gsLst>
            <a:gs pos="21000">
              <a:schemeClr val="tx2">
                <a:alpha val="97000"/>
              </a:schemeClr>
            </a:gs>
            <a:gs pos="100000">
              <a:srgbClr val="006282"/>
            </a:gs>
          </a:gsLst>
          <a:lin ang="33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19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0">
        <p:fade/>
      </p:transition>
    </mc:Choice>
    <mc:Fallback>
      <p:transition advClick="0" advTm="0">
        <p:fade/>
      </p:transition>
    </mc:Fallback>
  </mc:AlternateContent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ackground">
            <a:extLst>
              <a:ext uri="{FF2B5EF4-FFF2-40B4-BE49-F238E27FC236}">
                <a16:creationId xmlns:a16="http://schemas.microsoft.com/office/drawing/2014/main" id="{A0437F40-13F9-4D0E-873E-085D7DD6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5069439" y="0"/>
            <a:ext cx="9317736" cy="13441680"/>
          </a:xfrm>
          <a:custGeom>
            <a:avLst/>
            <a:gdLst>
              <a:gd name="connsiteX0" fmla="*/ 0 w 10803986"/>
              <a:gd name="connsiteY0" fmla="*/ 0 h 13441680"/>
              <a:gd name="connsiteX1" fmla="*/ 10803986 w 10803986"/>
              <a:gd name="connsiteY1" fmla="*/ 0 h 13441680"/>
              <a:gd name="connsiteX2" fmla="*/ 10803986 w 10803986"/>
              <a:gd name="connsiteY2" fmla="*/ 13441680 h 13441680"/>
              <a:gd name="connsiteX3" fmla="*/ 0 w 10803986"/>
              <a:gd name="connsiteY3" fmla="*/ 13441680 h 13441680"/>
              <a:gd name="connsiteX4" fmla="*/ 0 w 10803986"/>
              <a:gd name="connsiteY4" fmla="*/ 7135948 h 13441680"/>
              <a:gd name="connsiteX5" fmla="*/ 483329 w 10803986"/>
              <a:gd name="connsiteY5" fmla="*/ 6720840 h 13441680"/>
              <a:gd name="connsiteX6" fmla="*/ 0 w 10803986"/>
              <a:gd name="connsiteY6" fmla="*/ 6305733 h 1344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03986" h="13441680">
                <a:moveTo>
                  <a:pt x="0" y="0"/>
                </a:moveTo>
                <a:lnTo>
                  <a:pt x="10803986" y="0"/>
                </a:lnTo>
                <a:lnTo>
                  <a:pt x="10803986" y="13441680"/>
                </a:lnTo>
                <a:lnTo>
                  <a:pt x="0" y="13441680"/>
                </a:lnTo>
                <a:lnTo>
                  <a:pt x="0" y="7135948"/>
                </a:lnTo>
                <a:lnTo>
                  <a:pt x="483329" y="6720840"/>
                </a:lnTo>
                <a:lnTo>
                  <a:pt x="0" y="6305733"/>
                </a:lnTo>
                <a:close/>
              </a:path>
            </a:pathLst>
          </a:custGeom>
          <a:gradFill>
            <a:gsLst>
              <a:gs pos="4600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>
              <a:latin typeface="Figtree Light" pitchFamily="2" charset="0"/>
            </a:endParaRP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55057329-94EE-4239-B419-DC91DAE24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0E515052-BF9E-496C-8871-64690D5BC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/>
        <p:txBody>
          <a:bodyPr/>
          <a:lstStyle/>
          <a:p>
            <a:fld id="{EE18E972-2F40-1C44-89BC-C8C1CAFD99D4}" type="datetime4">
              <a:rPr lang="en-US" smtClean="0"/>
              <a:t>June 16, 2026</a:t>
            </a:fld>
            <a:endParaRPr lang="en-US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8AE5466B-0154-447D-BD3D-5364CD98D2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Users">
            <a:extLst>
              <a:ext uri="{FF2B5EF4-FFF2-40B4-BE49-F238E27FC236}">
                <a16:creationId xmlns:a16="http://schemas.microsoft.com/office/drawing/2014/main" id="{7F94CF75-E5AC-4EB4-B577-B1144D6C554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43767" y="12145700"/>
            <a:ext cx="1773229" cy="444275"/>
            <a:chOff x="21643767" y="12145700"/>
            <a:chExt cx="1773229" cy="444275"/>
          </a:xfrm>
        </p:grpSpPr>
        <p:sp>
          <p:nvSpPr>
            <p:cNvPr id="120" name="Users in Thousands">
              <a:extLst>
                <a:ext uri="{FF2B5EF4-FFF2-40B4-BE49-F238E27FC236}">
                  <a16:creationId xmlns:a16="http://schemas.microsoft.com/office/drawing/2014/main" id="{0173795A-B298-4492-94E5-246F0E61EA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7" hasCustomPrompt="1"/>
            </p:nvPr>
          </p:nvSpPr>
          <p:spPr>
            <a:xfrm>
              <a:off x="22776916" y="12207817"/>
              <a:ext cx="640080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none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 err="1"/>
                <a:t>XXXk</a:t>
              </a:r>
              <a:endParaRPr lang="en-US"/>
            </a:p>
          </p:txBody>
        </p:sp>
        <p:sp>
          <p:nvSpPr>
            <p:cNvPr id="119" name="&quot;users&quot;">
              <a:extLst>
                <a:ext uri="{FF2B5EF4-FFF2-40B4-BE49-F238E27FC236}">
                  <a16:creationId xmlns:a16="http://schemas.microsoft.com/office/drawing/2014/main" id="{B60E4962-D8C1-4523-B00E-7D6A322037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214028" y="12207817"/>
              <a:ext cx="551415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users</a:t>
              </a:r>
            </a:p>
          </p:txBody>
        </p:sp>
        <p:sp>
          <p:nvSpPr>
            <p:cNvPr id="89" name="Users Icon">
              <a:extLst>
                <a:ext uri="{FF2B5EF4-FFF2-40B4-BE49-F238E27FC236}">
                  <a16:creationId xmlns:a16="http://schemas.microsoft.com/office/drawing/2014/main" id="{3FC5945D-BD3B-4BCB-80D8-3E6CA4436E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643767" y="12145700"/>
              <a:ext cx="471502" cy="444275"/>
            </a:xfrm>
            <a:custGeom>
              <a:avLst/>
              <a:gdLst>
                <a:gd name="connsiteX0" fmla="*/ 445329 w 451456"/>
                <a:gd name="connsiteY0" fmla="*/ 238316 h 425387"/>
                <a:gd name="connsiteX1" fmla="*/ 385282 w 451456"/>
                <a:gd name="connsiteY1" fmla="*/ 208063 h 425387"/>
                <a:gd name="connsiteX2" fmla="*/ 398885 w 451456"/>
                <a:gd name="connsiteY2" fmla="*/ 160524 h 425387"/>
                <a:gd name="connsiteX3" fmla="*/ 344107 w 451456"/>
                <a:gd name="connsiteY3" fmla="*/ 105328 h 425387"/>
                <a:gd name="connsiteX4" fmla="*/ 299991 w 451456"/>
                <a:gd name="connsiteY4" fmla="*/ 120640 h 425387"/>
                <a:gd name="connsiteX5" fmla="*/ 267026 w 451456"/>
                <a:gd name="connsiteY5" fmla="*/ 103353 h 425387"/>
                <a:gd name="connsiteX6" fmla="*/ 280506 w 451456"/>
                <a:gd name="connsiteY6" fmla="*/ 55195 h 425387"/>
                <a:gd name="connsiteX7" fmla="*/ 225728 w 451456"/>
                <a:gd name="connsiteY7" fmla="*/ 0 h 425387"/>
                <a:gd name="connsiteX8" fmla="*/ 171563 w 451456"/>
                <a:gd name="connsiteY8" fmla="*/ 55195 h 425387"/>
                <a:gd name="connsiteX9" fmla="*/ 185043 w 451456"/>
                <a:gd name="connsiteY9" fmla="*/ 103353 h 425387"/>
                <a:gd name="connsiteX10" fmla="*/ 151466 w 451456"/>
                <a:gd name="connsiteY10" fmla="*/ 120022 h 425387"/>
                <a:gd name="connsiteX11" fmla="*/ 107350 w 451456"/>
                <a:gd name="connsiteY11" fmla="*/ 104711 h 425387"/>
                <a:gd name="connsiteX12" fmla="*/ 52572 w 451456"/>
                <a:gd name="connsiteY12" fmla="*/ 160524 h 425387"/>
                <a:gd name="connsiteX13" fmla="*/ 66052 w 451456"/>
                <a:gd name="connsiteY13" fmla="*/ 208681 h 425387"/>
                <a:gd name="connsiteX14" fmla="*/ 6005 w 451456"/>
                <a:gd name="connsiteY14" fmla="*/ 238316 h 425387"/>
                <a:gd name="connsiteX15" fmla="*/ 0 w 451456"/>
                <a:gd name="connsiteY15" fmla="*/ 248194 h 425387"/>
                <a:gd name="connsiteX16" fmla="*/ 0 w 451456"/>
                <a:gd name="connsiteY16" fmla="*/ 340187 h 425387"/>
                <a:gd name="connsiteX17" fmla="*/ 21936 w 451456"/>
                <a:gd name="connsiteY17" fmla="*/ 340187 h 425387"/>
                <a:gd name="connsiteX18" fmla="*/ 21936 w 451456"/>
                <a:gd name="connsiteY18" fmla="*/ 254986 h 425387"/>
                <a:gd name="connsiteX19" fmla="*/ 81983 w 451456"/>
                <a:gd name="connsiteY19" fmla="*/ 224733 h 425387"/>
                <a:gd name="connsiteX20" fmla="*/ 132839 w 451456"/>
                <a:gd name="connsiteY20" fmla="*/ 224733 h 425387"/>
                <a:gd name="connsiteX21" fmla="*/ 171563 w 451456"/>
                <a:gd name="connsiteY21" fmla="*/ 244119 h 425387"/>
                <a:gd name="connsiteX22" fmla="*/ 184921 w 451456"/>
                <a:gd name="connsiteY22" fmla="*/ 287584 h 425387"/>
                <a:gd name="connsiteX23" fmla="*/ 124874 w 451456"/>
                <a:gd name="connsiteY23" fmla="*/ 317837 h 425387"/>
                <a:gd name="connsiteX24" fmla="*/ 118869 w 451456"/>
                <a:gd name="connsiteY24" fmla="*/ 327715 h 425387"/>
                <a:gd name="connsiteX25" fmla="*/ 118869 w 451456"/>
                <a:gd name="connsiteY25" fmla="*/ 425388 h 425387"/>
                <a:gd name="connsiteX26" fmla="*/ 140682 w 451456"/>
                <a:gd name="connsiteY26" fmla="*/ 425388 h 425387"/>
                <a:gd name="connsiteX27" fmla="*/ 140682 w 451456"/>
                <a:gd name="connsiteY27" fmla="*/ 334507 h 425387"/>
                <a:gd name="connsiteX28" fmla="*/ 200852 w 451456"/>
                <a:gd name="connsiteY28" fmla="*/ 304254 h 425387"/>
                <a:gd name="connsiteX29" fmla="*/ 251585 w 451456"/>
                <a:gd name="connsiteY29" fmla="*/ 304254 h 425387"/>
                <a:gd name="connsiteX30" fmla="*/ 311632 w 451456"/>
                <a:gd name="connsiteY30" fmla="*/ 334507 h 425387"/>
                <a:gd name="connsiteX31" fmla="*/ 311632 w 451456"/>
                <a:gd name="connsiteY31" fmla="*/ 425388 h 425387"/>
                <a:gd name="connsiteX32" fmla="*/ 333568 w 451456"/>
                <a:gd name="connsiteY32" fmla="*/ 425388 h 425387"/>
                <a:gd name="connsiteX33" fmla="*/ 333568 w 451456"/>
                <a:gd name="connsiteY33" fmla="*/ 327715 h 425387"/>
                <a:gd name="connsiteX34" fmla="*/ 327563 w 451456"/>
                <a:gd name="connsiteY34" fmla="*/ 317837 h 425387"/>
                <a:gd name="connsiteX35" fmla="*/ 267516 w 451456"/>
                <a:gd name="connsiteY35" fmla="*/ 287584 h 425387"/>
                <a:gd name="connsiteX36" fmla="*/ 280874 w 451456"/>
                <a:gd name="connsiteY36" fmla="*/ 244119 h 425387"/>
                <a:gd name="connsiteX37" fmla="*/ 318618 w 451456"/>
                <a:gd name="connsiteY37" fmla="*/ 224733 h 425387"/>
                <a:gd name="connsiteX38" fmla="*/ 369474 w 451456"/>
                <a:gd name="connsiteY38" fmla="*/ 224733 h 425387"/>
                <a:gd name="connsiteX39" fmla="*/ 429521 w 451456"/>
                <a:gd name="connsiteY39" fmla="*/ 254986 h 425387"/>
                <a:gd name="connsiteX40" fmla="*/ 429521 w 451456"/>
                <a:gd name="connsiteY40" fmla="*/ 340187 h 425387"/>
                <a:gd name="connsiteX41" fmla="*/ 451456 w 451456"/>
                <a:gd name="connsiteY41" fmla="*/ 340187 h 425387"/>
                <a:gd name="connsiteX42" fmla="*/ 451456 w 451456"/>
                <a:gd name="connsiteY42" fmla="*/ 248194 h 425387"/>
                <a:gd name="connsiteX43" fmla="*/ 445329 w 451456"/>
                <a:gd name="connsiteY43" fmla="*/ 238316 h 425387"/>
                <a:gd name="connsiteX44" fmla="*/ 225728 w 451456"/>
                <a:gd name="connsiteY44" fmla="*/ 22103 h 425387"/>
                <a:gd name="connsiteX45" fmla="*/ 258570 w 451456"/>
                <a:gd name="connsiteY45" fmla="*/ 55195 h 425387"/>
                <a:gd name="connsiteX46" fmla="*/ 225728 w 451456"/>
                <a:gd name="connsiteY46" fmla="*/ 105946 h 425387"/>
                <a:gd name="connsiteX47" fmla="*/ 192886 w 451456"/>
                <a:gd name="connsiteY47" fmla="*/ 55195 h 425387"/>
                <a:gd name="connsiteX48" fmla="*/ 225728 w 451456"/>
                <a:gd name="connsiteY48" fmla="*/ 22103 h 425387"/>
                <a:gd name="connsiteX49" fmla="*/ 107350 w 451456"/>
                <a:gd name="connsiteY49" fmla="*/ 210656 h 425387"/>
                <a:gd name="connsiteX50" fmla="*/ 74508 w 451456"/>
                <a:gd name="connsiteY50" fmla="*/ 159906 h 425387"/>
                <a:gd name="connsiteX51" fmla="*/ 107350 w 451456"/>
                <a:gd name="connsiteY51" fmla="*/ 126814 h 425387"/>
                <a:gd name="connsiteX52" fmla="*/ 140192 w 451456"/>
                <a:gd name="connsiteY52" fmla="*/ 159906 h 425387"/>
                <a:gd name="connsiteX53" fmla="*/ 107350 w 451456"/>
                <a:gd name="connsiteY53" fmla="*/ 210656 h 425387"/>
                <a:gd name="connsiteX54" fmla="*/ 225728 w 451456"/>
                <a:gd name="connsiteY54" fmla="*/ 290177 h 425387"/>
                <a:gd name="connsiteX55" fmla="*/ 192886 w 451456"/>
                <a:gd name="connsiteY55" fmla="*/ 239427 h 425387"/>
                <a:gd name="connsiteX56" fmla="*/ 225728 w 451456"/>
                <a:gd name="connsiteY56" fmla="*/ 206211 h 425387"/>
                <a:gd name="connsiteX57" fmla="*/ 258570 w 451456"/>
                <a:gd name="connsiteY57" fmla="*/ 239427 h 425387"/>
                <a:gd name="connsiteX58" fmla="*/ 225728 w 451456"/>
                <a:gd name="connsiteY58" fmla="*/ 290177 h 425387"/>
                <a:gd name="connsiteX59" fmla="*/ 225728 w 451456"/>
                <a:gd name="connsiteY59" fmla="*/ 184108 h 425387"/>
                <a:gd name="connsiteX60" fmla="*/ 172544 w 451456"/>
                <a:gd name="connsiteY60" fmla="*/ 220164 h 425387"/>
                <a:gd name="connsiteX61" fmla="*/ 148647 w 451456"/>
                <a:gd name="connsiteY61" fmla="*/ 207816 h 425387"/>
                <a:gd name="connsiteX62" fmla="*/ 162127 w 451456"/>
                <a:gd name="connsiteY62" fmla="*/ 159659 h 425387"/>
                <a:gd name="connsiteX63" fmla="*/ 160412 w 451456"/>
                <a:gd name="connsiteY63" fmla="*/ 139903 h 425387"/>
                <a:gd name="connsiteX64" fmla="*/ 200361 w 451456"/>
                <a:gd name="connsiteY64" fmla="*/ 119899 h 425387"/>
                <a:gd name="connsiteX65" fmla="*/ 251095 w 451456"/>
                <a:gd name="connsiteY65" fmla="*/ 119899 h 425387"/>
                <a:gd name="connsiteX66" fmla="*/ 291045 w 451456"/>
                <a:gd name="connsiteY66" fmla="*/ 139903 h 425387"/>
                <a:gd name="connsiteX67" fmla="*/ 289207 w 451456"/>
                <a:gd name="connsiteY67" fmla="*/ 160524 h 425387"/>
                <a:gd name="connsiteX68" fmla="*/ 302809 w 451456"/>
                <a:gd name="connsiteY68" fmla="*/ 208681 h 425387"/>
                <a:gd name="connsiteX69" fmla="*/ 278300 w 451456"/>
                <a:gd name="connsiteY69" fmla="*/ 221029 h 425387"/>
                <a:gd name="connsiteX70" fmla="*/ 225728 w 451456"/>
                <a:gd name="connsiteY70" fmla="*/ 184108 h 425387"/>
                <a:gd name="connsiteX71" fmla="*/ 344107 w 451456"/>
                <a:gd name="connsiteY71" fmla="*/ 210656 h 425387"/>
                <a:gd name="connsiteX72" fmla="*/ 311142 w 451456"/>
                <a:gd name="connsiteY72" fmla="*/ 159906 h 425387"/>
                <a:gd name="connsiteX73" fmla="*/ 344107 w 451456"/>
                <a:gd name="connsiteY73" fmla="*/ 126814 h 425387"/>
                <a:gd name="connsiteX74" fmla="*/ 376949 w 451456"/>
                <a:gd name="connsiteY74" fmla="*/ 159906 h 425387"/>
                <a:gd name="connsiteX75" fmla="*/ 344107 w 451456"/>
                <a:gd name="connsiteY75" fmla="*/ 210656 h 4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451456" h="425387">
                  <a:moveTo>
                    <a:pt x="445329" y="238316"/>
                  </a:moveTo>
                  <a:lnTo>
                    <a:pt x="385282" y="208063"/>
                  </a:lnTo>
                  <a:cubicBezTo>
                    <a:pt x="394177" y="193827"/>
                    <a:pt x="398892" y="177346"/>
                    <a:pt x="398885" y="160524"/>
                  </a:cubicBezTo>
                  <a:cubicBezTo>
                    <a:pt x="398885" y="121257"/>
                    <a:pt x="382954" y="105328"/>
                    <a:pt x="344107" y="105328"/>
                  </a:cubicBezTo>
                  <a:cubicBezTo>
                    <a:pt x="322907" y="105328"/>
                    <a:pt x="308691" y="110020"/>
                    <a:pt x="299991" y="120640"/>
                  </a:cubicBezTo>
                  <a:lnTo>
                    <a:pt x="267026" y="103353"/>
                  </a:lnTo>
                  <a:cubicBezTo>
                    <a:pt x="275939" y="88904"/>
                    <a:pt x="280613" y="72208"/>
                    <a:pt x="280506" y="55195"/>
                  </a:cubicBezTo>
                  <a:cubicBezTo>
                    <a:pt x="280506" y="16052"/>
                    <a:pt x="264575" y="0"/>
                    <a:pt x="225728" y="0"/>
                  </a:cubicBezTo>
                  <a:cubicBezTo>
                    <a:pt x="186882" y="0"/>
                    <a:pt x="171563" y="16052"/>
                    <a:pt x="171563" y="55195"/>
                  </a:cubicBezTo>
                  <a:cubicBezTo>
                    <a:pt x="171457" y="72208"/>
                    <a:pt x="176130" y="88904"/>
                    <a:pt x="185043" y="103353"/>
                  </a:cubicBezTo>
                  <a:lnTo>
                    <a:pt x="151466" y="120022"/>
                  </a:lnTo>
                  <a:cubicBezTo>
                    <a:pt x="142765" y="109403"/>
                    <a:pt x="128550" y="104711"/>
                    <a:pt x="107350" y="104711"/>
                  </a:cubicBezTo>
                  <a:cubicBezTo>
                    <a:pt x="68503" y="104711"/>
                    <a:pt x="52572" y="120640"/>
                    <a:pt x="52572" y="160524"/>
                  </a:cubicBezTo>
                  <a:cubicBezTo>
                    <a:pt x="52465" y="177536"/>
                    <a:pt x="57139" y="194232"/>
                    <a:pt x="66052" y="208681"/>
                  </a:cubicBezTo>
                  <a:lnTo>
                    <a:pt x="6005" y="238316"/>
                  </a:lnTo>
                  <a:cubicBezTo>
                    <a:pt x="2304" y="240192"/>
                    <a:pt x="-23" y="244019"/>
                    <a:pt x="0" y="248194"/>
                  </a:cubicBezTo>
                  <a:lnTo>
                    <a:pt x="0" y="340187"/>
                  </a:lnTo>
                  <a:lnTo>
                    <a:pt x="21936" y="340187"/>
                  </a:lnTo>
                  <a:lnTo>
                    <a:pt x="21936" y="254986"/>
                  </a:lnTo>
                  <a:lnTo>
                    <a:pt x="81983" y="224733"/>
                  </a:lnTo>
                  <a:cubicBezTo>
                    <a:pt x="97275" y="235424"/>
                    <a:pt x="117547" y="235424"/>
                    <a:pt x="132839" y="224733"/>
                  </a:cubicBezTo>
                  <a:lnTo>
                    <a:pt x="171563" y="244119"/>
                  </a:lnTo>
                  <a:cubicBezTo>
                    <a:pt x="172248" y="259521"/>
                    <a:pt x="176848" y="274488"/>
                    <a:pt x="184921" y="287584"/>
                  </a:cubicBezTo>
                  <a:lnTo>
                    <a:pt x="124874" y="317837"/>
                  </a:lnTo>
                  <a:cubicBezTo>
                    <a:pt x="121172" y="319713"/>
                    <a:pt x="118846" y="323540"/>
                    <a:pt x="118869" y="327715"/>
                  </a:cubicBezTo>
                  <a:lnTo>
                    <a:pt x="118869" y="425388"/>
                  </a:lnTo>
                  <a:lnTo>
                    <a:pt x="140682" y="425388"/>
                  </a:lnTo>
                  <a:lnTo>
                    <a:pt x="140682" y="334507"/>
                  </a:lnTo>
                  <a:lnTo>
                    <a:pt x="200852" y="304254"/>
                  </a:lnTo>
                  <a:cubicBezTo>
                    <a:pt x="216094" y="314959"/>
                    <a:pt x="236343" y="314959"/>
                    <a:pt x="251585" y="304254"/>
                  </a:cubicBezTo>
                  <a:lnTo>
                    <a:pt x="311632" y="334507"/>
                  </a:lnTo>
                  <a:lnTo>
                    <a:pt x="311632" y="425388"/>
                  </a:lnTo>
                  <a:lnTo>
                    <a:pt x="333568" y="425388"/>
                  </a:lnTo>
                  <a:lnTo>
                    <a:pt x="333568" y="327715"/>
                  </a:lnTo>
                  <a:cubicBezTo>
                    <a:pt x="333591" y="323540"/>
                    <a:pt x="331265" y="319713"/>
                    <a:pt x="327563" y="317837"/>
                  </a:cubicBezTo>
                  <a:lnTo>
                    <a:pt x="267516" y="287584"/>
                  </a:lnTo>
                  <a:cubicBezTo>
                    <a:pt x="275589" y="274488"/>
                    <a:pt x="280189" y="259521"/>
                    <a:pt x="280874" y="244119"/>
                  </a:cubicBezTo>
                  <a:lnTo>
                    <a:pt x="318618" y="224733"/>
                  </a:lnTo>
                  <a:cubicBezTo>
                    <a:pt x="333909" y="235424"/>
                    <a:pt x="354182" y="235424"/>
                    <a:pt x="369474" y="224733"/>
                  </a:cubicBezTo>
                  <a:lnTo>
                    <a:pt x="429521" y="254986"/>
                  </a:lnTo>
                  <a:lnTo>
                    <a:pt x="429521" y="340187"/>
                  </a:lnTo>
                  <a:lnTo>
                    <a:pt x="451456" y="340187"/>
                  </a:lnTo>
                  <a:lnTo>
                    <a:pt x="451456" y="248194"/>
                  </a:lnTo>
                  <a:cubicBezTo>
                    <a:pt x="451486" y="243983"/>
                    <a:pt x="449099" y="240134"/>
                    <a:pt x="445329" y="238316"/>
                  </a:cubicBezTo>
                  <a:close/>
                  <a:moveTo>
                    <a:pt x="225728" y="22103"/>
                  </a:moveTo>
                  <a:cubicBezTo>
                    <a:pt x="254036" y="22103"/>
                    <a:pt x="258570" y="30006"/>
                    <a:pt x="258570" y="55195"/>
                  </a:cubicBezTo>
                  <a:cubicBezTo>
                    <a:pt x="258570" y="80385"/>
                    <a:pt x="245090" y="105946"/>
                    <a:pt x="225728" y="105946"/>
                  </a:cubicBezTo>
                  <a:cubicBezTo>
                    <a:pt x="206366" y="105946"/>
                    <a:pt x="192886" y="79768"/>
                    <a:pt x="192886" y="55195"/>
                  </a:cubicBezTo>
                  <a:cubicBezTo>
                    <a:pt x="192886" y="30623"/>
                    <a:pt x="197420" y="22103"/>
                    <a:pt x="225728" y="22103"/>
                  </a:cubicBezTo>
                  <a:close/>
                  <a:moveTo>
                    <a:pt x="107350" y="210656"/>
                  </a:moveTo>
                  <a:cubicBezTo>
                    <a:pt x="87742" y="210656"/>
                    <a:pt x="74508" y="184355"/>
                    <a:pt x="74508" y="159906"/>
                  </a:cubicBezTo>
                  <a:cubicBezTo>
                    <a:pt x="74508" y="135457"/>
                    <a:pt x="79042" y="126814"/>
                    <a:pt x="107350" y="126814"/>
                  </a:cubicBezTo>
                  <a:cubicBezTo>
                    <a:pt x="135658" y="126814"/>
                    <a:pt x="140192" y="134593"/>
                    <a:pt x="140192" y="159906"/>
                  </a:cubicBezTo>
                  <a:cubicBezTo>
                    <a:pt x="140192" y="185220"/>
                    <a:pt x="127079" y="210656"/>
                    <a:pt x="107350" y="210656"/>
                  </a:cubicBezTo>
                  <a:close/>
                  <a:moveTo>
                    <a:pt x="225728" y="290177"/>
                  </a:moveTo>
                  <a:cubicBezTo>
                    <a:pt x="205999" y="290177"/>
                    <a:pt x="192886" y="263876"/>
                    <a:pt x="192886" y="239427"/>
                  </a:cubicBezTo>
                  <a:cubicBezTo>
                    <a:pt x="192886" y="214978"/>
                    <a:pt x="197420" y="206211"/>
                    <a:pt x="225728" y="206211"/>
                  </a:cubicBezTo>
                  <a:cubicBezTo>
                    <a:pt x="254036" y="206211"/>
                    <a:pt x="258570" y="214114"/>
                    <a:pt x="258570" y="239427"/>
                  </a:cubicBezTo>
                  <a:cubicBezTo>
                    <a:pt x="258570" y="264741"/>
                    <a:pt x="245090" y="290177"/>
                    <a:pt x="225728" y="290177"/>
                  </a:cubicBezTo>
                  <a:close/>
                  <a:moveTo>
                    <a:pt x="225728" y="184108"/>
                  </a:moveTo>
                  <a:cubicBezTo>
                    <a:pt x="193989" y="184108"/>
                    <a:pt x="177568" y="194851"/>
                    <a:pt x="172544" y="220164"/>
                  </a:cubicBezTo>
                  <a:lnTo>
                    <a:pt x="148647" y="207816"/>
                  </a:lnTo>
                  <a:cubicBezTo>
                    <a:pt x="157561" y="193367"/>
                    <a:pt x="162234" y="176672"/>
                    <a:pt x="162127" y="159659"/>
                  </a:cubicBezTo>
                  <a:cubicBezTo>
                    <a:pt x="162236" y="153032"/>
                    <a:pt x="161661" y="146410"/>
                    <a:pt x="160412" y="139903"/>
                  </a:cubicBezTo>
                  <a:lnTo>
                    <a:pt x="200361" y="119899"/>
                  </a:lnTo>
                  <a:cubicBezTo>
                    <a:pt x="215659" y="130427"/>
                    <a:pt x="235798" y="130427"/>
                    <a:pt x="251095" y="119899"/>
                  </a:cubicBezTo>
                  <a:lnTo>
                    <a:pt x="291045" y="139903"/>
                  </a:lnTo>
                  <a:cubicBezTo>
                    <a:pt x="289689" y="146688"/>
                    <a:pt x="289073" y="153603"/>
                    <a:pt x="289207" y="160524"/>
                  </a:cubicBezTo>
                  <a:cubicBezTo>
                    <a:pt x="289082" y="177556"/>
                    <a:pt x="293803" y="194267"/>
                    <a:pt x="302809" y="208681"/>
                  </a:cubicBezTo>
                  <a:lnTo>
                    <a:pt x="278300" y="221029"/>
                  </a:lnTo>
                  <a:cubicBezTo>
                    <a:pt x="273889" y="194851"/>
                    <a:pt x="257345" y="184108"/>
                    <a:pt x="225728" y="184108"/>
                  </a:cubicBezTo>
                  <a:close/>
                  <a:moveTo>
                    <a:pt x="344107" y="210656"/>
                  </a:moveTo>
                  <a:cubicBezTo>
                    <a:pt x="324377" y="210656"/>
                    <a:pt x="311142" y="184355"/>
                    <a:pt x="311142" y="159906"/>
                  </a:cubicBezTo>
                  <a:cubicBezTo>
                    <a:pt x="311142" y="135457"/>
                    <a:pt x="315676" y="126814"/>
                    <a:pt x="344107" y="126814"/>
                  </a:cubicBezTo>
                  <a:cubicBezTo>
                    <a:pt x="372537" y="126814"/>
                    <a:pt x="376949" y="134593"/>
                    <a:pt x="376949" y="159906"/>
                  </a:cubicBezTo>
                  <a:cubicBezTo>
                    <a:pt x="376949" y="185220"/>
                    <a:pt x="363714" y="210656"/>
                    <a:pt x="344107" y="210656"/>
                  </a:cubicBezTo>
                  <a:close/>
                </a:path>
              </a:pathLst>
            </a:custGeom>
            <a:solidFill>
              <a:schemeClr val="accent5"/>
            </a:solidFill>
            <a:ln w="1209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8" name="Revenue">
            <a:extLst>
              <a:ext uri="{FF2B5EF4-FFF2-40B4-BE49-F238E27FC236}">
                <a16:creationId xmlns:a16="http://schemas.microsoft.com/office/drawing/2014/main" id="{55A2EA66-F58A-4458-A3FC-CE43458B2E3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097339" y="12207817"/>
            <a:ext cx="2033047" cy="320040"/>
            <a:chOff x="19097339" y="12207817"/>
            <a:chExt cx="2033047" cy="320040"/>
          </a:xfrm>
        </p:grpSpPr>
        <p:sp>
          <p:nvSpPr>
            <p:cNvPr id="116" name="Revenue in Billions USD">
              <a:extLst>
                <a:ext uri="{FF2B5EF4-FFF2-40B4-BE49-F238E27FC236}">
                  <a16:creationId xmlns:a16="http://schemas.microsoft.com/office/drawing/2014/main" id="{E287B836-FF18-4A66-8DB5-69CBE7D07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6" hasCustomPrompt="1"/>
            </p:nvPr>
          </p:nvSpPr>
          <p:spPr>
            <a:xfrm>
              <a:off x="20387554" y="12207817"/>
              <a:ext cx="742832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$XXXB</a:t>
              </a:r>
            </a:p>
          </p:txBody>
        </p:sp>
        <p:sp>
          <p:nvSpPr>
            <p:cNvPr id="115" name="&quot;revenue&quot;">
              <a:extLst>
                <a:ext uri="{FF2B5EF4-FFF2-40B4-BE49-F238E27FC236}">
                  <a16:creationId xmlns:a16="http://schemas.microsoft.com/office/drawing/2014/main" id="{82196980-AC81-4C03-8A0D-FA86BD6119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549180" y="12207817"/>
              <a:ext cx="835368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revenue</a:t>
              </a:r>
            </a:p>
          </p:txBody>
        </p:sp>
        <p:sp>
          <p:nvSpPr>
            <p:cNvPr id="86" name="Revenue Icon">
              <a:extLst>
                <a:ext uri="{FF2B5EF4-FFF2-40B4-BE49-F238E27FC236}">
                  <a16:creationId xmlns:a16="http://schemas.microsoft.com/office/drawing/2014/main" id="{F12DAC35-D828-41DB-84AE-796CC015A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097339" y="12209099"/>
              <a:ext cx="355806" cy="317476"/>
            </a:xfrm>
            <a:custGeom>
              <a:avLst/>
              <a:gdLst>
                <a:gd name="connsiteX0" fmla="*/ 355807 w 355806"/>
                <a:gd name="connsiteY0" fmla="*/ 292933 h 317476"/>
                <a:gd name="connsiteX1" fmla="*/ 355807 w 355806"/>
                <a:gd name="connsiteY1" fmla="*/ 317477 h 317476"/>
                <a:gd name="connsiteX2" fmla="*/ 0 w 355806"/>
                <a:gd name="connsiteY2" fmla="*/ 317477 h 317476"/>
                <a:gd name="connsiteX3" fmla="*/ 0 w 355806"/>
                <a:gd name="connsiteY3" fmla="*/ 0 h 317476"/>
                <a:gd name="connsiteX4" fmla="*/ 25190 w 355806"/>
                <a:gd name="connsiteY4" fmla="*/ 0 h 317476"/>
                <a:gd name="connsiteX5" fmla="*/ 25190 w 355806"/>
                <a:gd name="connsiteY5" fmla="*/ 292933 h 317476"/>
                <a:gd name="connsiteX6" fmla="*/ 146983 w 355806"/>
                <a:gd name="connsiteY6" fmla="*/ 157941 h 317476"/>
                <a:gd name="connsiteX7" fmla="*/ 177337 w 355806"/>
                <a:gd name="connsiteY7" fmla="*/ 187516 h 317476"/>
                <a:gd name="connsiteX8" fmla="*/ 228724 w 355806"/>
                <a:gd name="connsiteY8" fmla="*/ 137569 h 317476"/>
                <a:gd name="connsiteX9" fmla="*/ 260463 w 355806"/>
                <a:gd name="connsiteY9" fmla="*/ 168495 h 317476"/>
                <a:gd name="connsiteX10" fmla="*/ 328350 w 355806"/>
                <a:gd name="connsiteY10" fmla="*/ 102471 h 317476"/>
                <a:gd name="connsiteX11" fmla="*/ 354547 w 355806"/>
                <a:gd name="connsiteY11" fmla="*/ 127997 h 317476"/>
                <a:gd name="connsiteX12" fmla="*/ 354547 w 355806"/>
                <a:gd name="connsiteY12" fmla="*/ 60133 h 317476"/>
                <a:gd name="connsiteX13" fmla="*/ 284645 w 355806"/>
                <a:gd name="connsiteY13" fmla="*/ 60133 h 317476"/>
                <a:gd name="connsiteX14" fmla="*/ 309835 w 355806"/>
                <a:gd name="connsiteY14" fmla="*/ 85413 h 317476"/>
                <a:gd name="connsiteX15" fmla="*/ 259456 w 355806"/>
                <a:gd name="connsiteY15" fmla="*/ 134501 h 317476"/>
                <a:gd name="connsiteX16" fmla="*/ 228724 w 355806"/>
                <a:gd name="connsiteY16" fmla="*/ 103085 h 317476"/>
                <a:gd name="connsiteX17" fmla="*/ 177337 w 355806"/>
                <a:gd name="connsiteY17" fmla="*/ 153155 h 317476"/>
                <a:gd name="connsiteX18" fmla="*/ 146983 w 355806"/>
                <a:gd name="connsiteY18" fmla="*/ 123456 h 317476"/>
                <a:gd name="connsiteX19" fmla="*/ 54032 w 355806"/>
                <a:gd name="connsiteY19" fmla="*/ 214024 h 317476"/>
                <a:gd name="connsiteX20" fmla="*/ 71917 w 355806"/>
                <a:gd name="connsiteY20" fmla="*/ 231450 h 317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55806" h="317476">
                  <a:moveTo>
                    <a:pt x="355807" y="292933"/>
                  </a:moveTo>
                  <a:lnTo>
                    <a:pt x="355807" y="317477"/>
                  </a:lnTo>
                  <a:lnTo>
                    <a:pt x="0" y="317477"/>
                  </a:lnTo>
                  <a:lnTo>
                    <a:pt x="0" y="0"/>
                  </a:lnTo>
                  <a:lnTo>
                    <a:pt x="25190" y="0"/>
                  </a:lnTo>
                  <a:lnTo>
                    <a:pt x="25190" y="292933"/>
                  </a:lnTo>
                  <a:close/>
                  <a:moveTo>
                    <a:pt x="146983" y="157941"/>
                  </a:moveTo>
                  <a:lnTo>
                    <a:pt x="177337" y="187516"/>
                  </a:lnTo>
                  <a:lnTo>
                    <a:pt x="228724" y="137569"/>
                  </a:lnTo>
                  <a:lnTo>
                    <a:pt x="260463" y="168495"/>
                  </a:lnTo>
                  <a:lnTo>
                    <a:pt x="328350" y="102471"/>
                  </a:lnTo>
                  <a:lnTo>
                    <a:pt x="354547" y="127997"/>
                  </a:lnTo>
                  <a:lnTo>
                    <a:pt x="354547" y="60133"/>
                  </a:lnTo>
                  <a:lnTo>
                    <a:pt x="284645" y="60133"/>
                  </a:lnTo>
                  <a:lnTo>
                    <a:pt x="309835" y="85413"/>
                  </a:lnTo>
                  <a:lnTo>
                    <a:pt x="259456" y="134501"/>
                  </a:lnTo>
                  <a:lnTo>
                    <a:pt x="228724" y="103085"/>
                  </a:lnTo>
                  <a:lnTo>
                    <a:pt x="177337" y="153155"/>
                  </a:lnTo>
                  <a:lnTo>
                    <a:pt x="146983" y="123456"/>
                  </a:lnTo>
                  <a:lnTo>
                    <a:pt x="54032" y="214024"/>
                  </a:lnTo>
                  <a:lnTo>
                    <a:pt x="71917" y="231450"/>
                  </a:lnTo>
                  <a:close/>
                </a:path>
              </a:pathLst>
            </a:custGeom>
            <a:solidFill>
              <a:schemeClr val="accent5"/>
            </a:solidFill>
            <a:ln w="1258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grpSp>
        <p:nvGrpSpPr>
          <p:cNvPr id="6" name="Headquarters">
            <a:extLst>
              <a:ext uri="{FF2B5EF4-FFF2-40B4-BE49-F238E27FC236}">
                <a16:creationId xmlns:a16="http://schemas.microsoft.com/office/drawing/2014/main" id="{C2C66D39-F49A-4075-8214-59047ED65B7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126034" y="12156253"/>
            <a:ext cx="2456159" cy="423169"/>
            <a:chOff x="16126034" y="12156253"/>
            <a:chExt cx="2456159" cy="423169"/>
          </a:xfrm>
        </p:grpSpPr>
        <p:sp>
          <p:nvSpPr>
            <p:cNvPr id="108" name="Headquarters Area">
              <a:extLst>
                <a:ext uri="{FF2B5EF4-FFF2-40B4-BE49-F238E27FC236}">
                  <a16:creationId xmlns:a16="http://schemas.microsoft.com/office/drawing/2014/main" id="{B2E667B4-6BA4-4DE5-BF10-BDF0495AE3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75" hasCustomPrompt="1"/>
            </p:nvPr>
          </p:nvSpPr>
          <p:spPr>
            <a:xfrm>
              <a:off x="17900868" y="12207817"/>
              <a:ext cx="681325" cy="320040"/>
            </a:xfrm>
          </p:spPr>
          <p:txBody>
            <a:bodyPr wrap="none" lIns="45720" tIns="45720" rIns="0" bIns="0" anchor="ctr">
              <a:noAutofit/>
            </a:bodyPr>
            <a:lstStyle>
              <a:lvl1pPr marL="0" indent="0" algn="l">
                <a:buNone/>
                <a:defRPr sz="1600" b="1" cap="all" baseline="0">
                  <a:solidFill>
                    <a:schemeClr val="bg1"/>
                  </a:solidFill>
                </a:defRPr>
              </a:lvl1pPr>
              <a:lvl2pPr marL="914355" indent="0">
                <a:buNone/>
                <a:defRPr sz="2200"/>
              </a:lvl2pPr>
              <a:lvl3pPr marL="1373186" indent="0">
                <a:buNone/>
                <a:defRPr sz="2200"/>
              </a:lvl3pPr>
              <a:lvl4pPr marL="1835150" indent="0">
                <a:buNone/>
                <a:defRPr sz="2200"/>
              </a:lvl4pPr>
              <a:lvl5pPr marL="3657418" indent="0">
                <a:buNone/>
                <a:defRPr sz="2200"/>
              </a:lvl5pPr>
            </a:lstStyle>
            <a:p>
              <a:pPr lvl="0"/>
              <a:r>
                <a:rPr lang="en-US"/>
                <a:t>AREA</a:t>
              </a:r>
            </a:p>
          </p:txBody>
        </p:sp>
        <p:sp>
          <p:nvSpPr>
            <p:cNvPr id="82" name="&quot;headquarters&quot;">
              <a:extLst>
                <a:ext uri="{FF2B5EF4-FFF2-40B4-BE49-F238E27FC236}">
                  <a16:creationId xmlns:a16="http://schemas.microsoft.com/office/drawing/2014/main" id="{1EE71E7C-B26C-4AA0-B252-C5DE2999E77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598959" y="12207817"/>
              <a:ext cx="1298903" cy="320040"/>
            </a:xfrm>
            <a:prstGeom prst="rect">
              <a:avLst/>
            </a:prstGeom>
            <a:noFill/>
          </p:spPr>
          <p:txBody>
            <a:bodyPr wrap="none" lIns="0" tIns="45720" rIns="0" bIns="0" rtlCol="0" anchor="ctr" anchorCtr="0">
              <a:noAutofit/>
            </a:bodyPr>
            <a:lstStyle/>
            <a:p>
              <a:pPr marL="0" marR="0" lvl="0" indent="0" algn="r" defTabSz="1828617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headquarters</a:t>
              </a:r>
            </a:p>
          </p:txBody>
        </p:sp>
        <p:sp>
          <p:nvSpPr>
            <p:cNvPr id="88" name="Headquarters Icon">
              <a:extLst>
                <a:ext uri="{FF2B5EF4-FFF2-40B4-BE49-F238E27FC236}">
                  <a16:creationId xmlns:a16="http://schemas.microsoft.com/office/drawing/2014/main" id="{17D3FF4D-D7D8-4DD6-9802-7EBF1D0263C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6126034" y="12156253"/>
              <a:ext cx="400035" cy="423169"/>
            </a:xfrm>
            <a:custGeom>
              <a:avLst/>
              <a:gdLst>
                <a:gd name="connsiteX0" fmla="*/ 357727 w 400035"/>
                <a:gd name="connsiteY0" fmla="*/ 91971 h 423169"/>
                <a:gd name="connsiteX1" fmla="*/ 228118 w 400035"/>
                <a:gd name="connsiteY1" fmla="*/ 20102 h 423169"/>
                <a:gd name="connsiteX2" fmla="*/ 190414 w 400035"/>
                <a:gd name="connsiteY2" fmla="*/ 1482 h 423169"/>
                <a:gd name="connsiteX3" fmla="*/ 171422 w 400035"/>
                <a:gd name="connsiteY3" fmla="*/ 38446 h 423169"/>
                <a:gd name="connsiteX4" fmla="*/ 209126 w 400035"/>
                <a:gd name="connsiteY4" fmla="*/ 57066 h 423169"/>
                <a:gd name="connsiteX5" fmla="*/ 226732 w 400035"/>
                <a:gd name="connsiteY5" fmla="*/ 41836 h 423169"/>
                <a:gd name="connsiteX6" fmla="*/ 340093 w 400035"/>
                <a:gd name="connsiteY6" fmla="*/ 105431 h 423169"/>
                <a:gd name="connsiteX7" fmla="*/ 376368 w 400035"/>
                <a:gd name="connsiteY7" fmla="*/ 227436 h 423169"/>
                <a:gd name="connsiteX8" fmla="*/ 300795 w 400035"/>
                <a:gd name="connsiteY8" fmla="*/ 347959 h 423169"/>
                <a:gd name="connsiteX9" fmla="*/ 313390 w 400035"/>
                <a:gd name="connsiteY9" fmla="*/ 365864 h 423169"/>
                <a:gd name="connsiteX10" fmla="*/ 398789 w 400035"/>
                <a:gd name="connsiteY10" fmla="*/ 230029 h 423169"/>
                <a:gd name="connsiteX11" fmla="*/ 357727 w 400035"/>
                <a:gd name="connsiteY11" fmla="*/ 91971 h 423169"/>
                <a:gd name="connsiteX12" fmla="*/ 200030 w 400035"/>
                <a:gd name="connsiteY12" fmla="*/ 37390 h 423169"/>
                <a:gd name="connsiteX13" fmla="*/ 191970 w 400035"/>
                <a:gd name="connsiteY13" fmla="*/ 29734 h 423169"/>
                <a:gd name="connsiteX14" fmla="*/ 199780 w 400035"/>
                <a:gd name="connsiteY14" fmla="*/ 21833 h 423169"/>
                <a:gd name="connsiteX15" fmla="*/ 207839 w 400035"/>
                <a:gd name="connsiteY15" fmla="*/ 29489 h 423169"/>
                <a:gd name="connsiteX16" fmla="*/ 207839 w 400035"/>
                <a:gd name="connsiteY16" fmla="*/ 29734 h 423169"/>
                <a:gd name="connsiteX17" fmla="*/ 200030 w 400035"/>
                <a:gd name="connsiteY17" fmla="*/ 37390 h 423169"/>
                <a:gd name="connsiteX18" fmla="*/ 84024 w 400035"/>
                <a:gd name="connsiteY18" fmla="*/ 157666 h 423169"/>
                <a:gd name="connsiteX19" fmla="*/ 101658 w 400035"/>
                <a:gd name="connsiteY19" fmla="*/ 130005 h 423169"/>
                <a:gd name="connsiteX20" fmla="*/ 149773 w 400035"/>
                <a:gd name="connsiteY20" fmla="*/ 146552 h 423169"/>
                <a:gd name="connsiteX21" fmla="*/ 144987 w 400035"/>
                <a:gd name="connsiteY21" fmla="*/ 197922 h 423169"/>
                <a:gd name="connsiteX22" fmla="*/ 86039 w 400035"/>
                <a:gd name="connsiteY22" fmla="*/ 197922 h 423169"/>
                <a:gd name="connsiteX23" fmla="*/ 47140 w 400035"/>
                <a:gd name="connsiteY23" fmla="*/ 181396 h 423169"/>
                <a:gd name="connsiteX24" fmla="*/ 30283 w 400035"/>
                <a:gd name="connsiteY24" fmla="*/ 219533 h 423169"/>
                <a:gd name="connsiteX25" fmla="*/ 69182 w 400035"/>
                <a:gd name="connsiteY25" fmla="*/ 236059 h 423169"/>
                <a:gd name="connsiteX26" fmla="*/ 86039 w 400035"/>
                <a:gd name="connsiteY26" fmla="*/ 219533 h 423169"/>
                <a:gd name="connsiteX27" fmla="*/ 144987 w 400035"/>
                <a:gd name="connsiteY27" fmla="*/ 219533 h 423169"/>
                <a:gd name="connsiteX28" fmla="*/ 151159 w 400035"/>
                <a:gd name="connsiteY28" fmla="*/ 276830 h 423169"/>
                <a:gd name="connsiteX29" fmla="*/ 103547 w 400035"/>
                <a:gd name="connsiteY29" fmla="*/ 292760 h 423169"/>
                <a:gd name="connsiteX30" fmla="*/ 84402 w 400035"/>
                <a:gd name="connsiteY30" fmla="*/ 265593 h 423169"/>
                <a:gd name="connsiteX31" fmla="*/ 64627 w 400035"/>
                <a:gd name="connsiteY31" fmla="*/ 275349 h 423169"/>
                <a:gd name="connsiteX32" fmla="*/ 136674 w 400035"/>
                <a:gd name="connsiteY32" fmla="*/ 342155 h 423169"/>
                <a:gd name="connsiteX33" fmla="*/ 199652 w 400035"/>
                <a:gd name="connsiteY33" fmla="*/ 355244 h 423169"/>
                <a:gd name="connsiteX34" fmla="*/ 201541 w 400035"/>
                <a:gd name="connsiteY34" fmla="*/ 355244 h 423169"/>
                <a:gd name="connsiteX35" fmla="*/ 336062 w 400035"/>
                <a:gd name="connsiteY35" fmla="*/ 275349 h 423169"/>
                <a:gd name="connsiteX36" fmla="*/ 316287 w 400035"/>
                <a:gd name="connsiteY36" fmla="*/ 265593 h 423169"/>
                <a:gd name="connsiteX37" fmla="*/ 297142 w 400035"/>
                <a:gd name="connsiteY37" fmla="*/ 292760 h 423169"/>
                <a:gd name="connsiteX38" fmla="*/ 249530 w 400035"/>
                <a:gd name="connsiteY38" fmla="*/ 276830 h 423169"/>
                <a:gd name="connsiteX39" fmla="*/ 255198 w 400035"/>
                <a:gd name="connsiteY39" fmla="*/ 219533 h 423169"/>
                <a:gd name="connsiteX40" fmla="*/ 314146 w 400035"/>
                <a:gd name="connsiteY40" fmla="*/ 219533 h 423169"/>
                <a:gd name="connsiteX41" fmla="*/ 353045 w 400035"/>
                <a:gd name="connsiteY41" fmla="*/ 236059 h 423169"/>
                <a:gd name="connsiteX42" fmla="*/ 369902 w 400035"/>
                <a:gd name="connsiteY42" fmla="*/ 197922 h 423169"/>
                <a:gd name="connsiteX43" fmla="*/ 331003 w 400035"/>
                <a:gd name="connsiteY43" fmla="*/ 181396 h 423169"/>
                <a:gd name="connsiteX44" fmla="*/ 314146 w 400035"/>
                <a:gd name="connsiteY44" fmla="*/ 197922 h 423169"/>
                <a:gd name="connsiteX45" fmla="*/ 254947 w 400035"/>
                <a:gd name="connsiteY45" fmla="*/ 197922 h 423169"/>
                <a:gd name="connsiteX46" fmla="*/ 250286 w 400035"/>
                <a:gd name="connsiteY46" fmla="*/ 146552 h 423169"/>
                <a:gd name="connsiteX47" fmla="*/ 298275 w 400035"/>
                <a:gd name="connsiteY47" fmla="*/ 130005 h 423169"/>
                <a:gd name="connsiteX48" fmla="*/ 315909 w 400035"/>
                <a:gd name="connsiteY48" fmla="*/ 157666 h 423169"/>
                <a:gd name="connsiteX49" fmla="*/ 335936 w 400035"/>
                <a:gd name="connsiteY49" fmla="*/ 148528 h 423169"/>
                <a:gd name="connsiteX50" fmla="*/ 264519 w 400035"/>
                <a:gd name="connsiteY50" fmla="*/ 76535 h 423169"/>
                <a:gd name="connsiteX51" fmla="*/ 201541 w 400035"/>
                <a:gd name="connsiteY51" fmla="*/ 62087 h 423169"/>
                <a:gd name="connsiteX52" fmla="*/ 199400 w 400035"/>
                <a:gd name="connsiteY52" fmla="*/ 62087 h 423169"/>
                <a:gd name="connsiteX53" fmla="*/ 150655 w 400035"/>
                <a:gd name="connsiteY53" fmla="*/ 70484 h 423169"/>
                <a:gd name="connsiteX54" fmla="*/ 63997 w 400035"/>
                <a:gd name="connsiteY54" fmla="*/ 148528 h 423169"/>
                <a:gd name="connsiteX55" fmla="*/ 58833 w 400035"/>
                <a:gd name="connsiteY55" fmla="*/ 216445 h 423169"/>
                <a:gd name="connsiteX56" fmla="*/ 50773 w 400035"/>
                <a:gd name="connsiteY56" fmla="*/ 208789 h 423169"/>
                <a:gd name="connsiteX57" fmla="*/ 58583 w 400035"/>
                <a:gd name="connsiteY57" fmla="*/ 200888 h 423169"/>
                <a:gd name="connsiteX58" fmla="*/ 66642 w 400035"/>
                <a:gd name="connsiteY58" fmla="*/ 208544 h 423169"/>
                <a:gd name="connsiteX59" fmla="*/ 66642 w 400035"/>
                <a:gd name="connsiteY59" fmla="*/ 208789 h 423169"/>
                <a:gd name="connsiteX60" fmla="*/ 58591 w 400035"/>
                <a:gd name="connsiteY60" fmla="*/ 216453 h 423169"/>
                <a:gd name="connsiteX61" fmla="*/ 58329 w 400035"/>
                <a:gd name="connsiteY61" fmla="*/ 216445 h 423169"/>
                <a:gd name="connsiteX62" fmla="*/ 342234 w 400035"/>
                <a:gd name="connsiteY62" fmla="*/ 201010 h 423169"/>
                <a:gd name="connsiteX63" fmla="*/ 350169 w 400035"/>
                <a:gd name="connsiteY63" fmla="*/ 208789 h 423169"/>
                <a:gd name="connsiteX64" fmla="*/ 342234 w 400035"/>
                <a:gd name="connsiteY64" fmla="*/ 216569 h 423169"/>
                <a:gd name="connsiteX65" fmla="*/ 334299 w 400035"/>
                <a:gd name="connsiteY65" fmla="*/ 208789 h 423169"/>
                <a:gd name="connsiteX66" fmla="*/ 341730 w 400035"/>
                <a:gd name="connsiteY66" fmla="*/ 201010 h 423169"/>
                <a:gd name="connsiteX67" fmla="*/ 145113 w 400035"/>
                <a:gd name="connsiteY67" fmla="*/ 322397 h 423169"/>
                <a:gd name="connsiteX68" fmla="*/ 120929 w 400035"/>
                <a:gd name="connsiteY68" fmla="*/ 309060 h 423169"/>
                <a:gd name="connsiteX69" fmla="*/ 155441 w 400035"/>
                <a:gd name="connsiteY69" fmla="*/ 298564 h 423169"/>
                <a:gd name="connsiteX70" fmla="*/ 168037 w 400035"/>
                <a:gd name="connsiteY70" fmla="*/ 330423 h 423169"/>
                <a:gd name="connsiteX71" fmla="*/ 145113 w 400035"/>
                <a:gd name="connsiteY71" fmla="*/ 322397 h 423169"/>
                <a:gd name="connsiteX72" fmla="*/ 200659 w 400035"/>
                <a:gd name="connsiteY72" fmla="*/ 333634 h 423169"/>
                <a:gd name="connsiteX73" fmla="*/ 199400 w 400035"/>
                <a:gd name="connsiteY73" fmla="*/ 333634 h 423169"/>
                <a:gd name="connsiteX74" fmla="*/ 177232 w 400035"/>
                <a:gd name="connsiteY74" fmla="*/ 294736 h 423169"/>
                <a:gd name="connsiteX75" fmla="*/ 200030 w 400035"/>
                <a:gd name="connsiteY75" fmla="*/ 293624 h 423169"/>
                <a:gd name="connsiteX76" fmla="*/ 222702 w 400035"/>
                <a:gd name="connsiteY76" fmla="*/ 294736 h 423169"/>
                <a:gd name="connsiteX77" fmla="*/ 200659 w 400035"/>
                <a:gd name="connsiteY77" fmla="*/ 333758 h 423169"/>
                <a:gd name="connsiteX78" fmla="*/ 200659 w 400035"/>
                <a:gd name="connsiteY78" fmla="*/ 271891 h 423169"/>
                <a:gd name="connsiteX79" fmla="*/ 172949 w 400035"/>
                <a:gd name="connsiteY79" fmla="*/ 273373 h 423169"/>
                <a:gd name="connsiteX80" fmla="*/ 167785 w 400035"/>
                <a:gd name="connsiteY80" fmla="*/ 219409 h 423169"/>
                <a:gd name="connsiteX81" fmla="*/ 233534 w 400035"/>
                <a:gd name="connsiteY81" fmla="*/ 219409 h 423169"/>
                <a:gd name="connsiteX82" fmla="*/ 228244 w 400035"/>
                <a:gd name="connsiteY82" fmla="*/ 273373 h 423169"/>
                <a:gd name="connsiteX83" fmla="*/ 200030 w 400035"/>
                <a:gd name="connsiteY83" fmla="*/ 272014 h 423169"/>
                <a:gd name="connsiteX84" fmla="*/ 279004 w 400035"/>
                <a:gd name="connsiteY84" fmla="*/ 309060 h 423169"/>
                <a:gd name="connsiteX85" fmla="*/ 232400 w 400035"/>
                <a:gd name="connsiteY85" fmla="*/ 330423 h 423169"/>
                <a:gd name="connsiteX86" fmla="*/ 244996 w 400035"/>
                <a:gd name="connsiteY86" fmla="*/ 298564 h 423169"/>
                <a:gd name="connsiteX87" fmla="*/ 279004 w 400035"/>
                <a:gd name="connsiteY87" fmla="*/ 309060 h 423169"/>
                <a:gd name="connsiteX88" fmla="*/ 254443 w 400035"/>
                <a:gd name="connsiteY88" fmla="*/ 95923 h 423169"/>
                <a:gd name="connsiteX89" fmla="*/ 282153 w 400035"/>
                <a:gd name="connsiteY89" fmla="*/ 113828 h 423169"/>
                <a:gd name="connsiteX90" fmla="*/ 246004 w 400035"/>
                <a:gd name="connsiteY90" fmla="*/ 125312 h 423169"/>
                <a:gd name="connsiteX91" fmla="*/ 232526 w 400035"/>
                <a:gd name="connsiteY91" fmla="*/ 88266 h 423169"/>
                <a:gd name="connsiteX92" fmla="*/ 254443 w 400035"/>
                <a:gd name="connsiteY92" fmla="*/ 95923 h 423169"/>
                <a:gd name="connsiteX93" fmla="*/ 199400 w 400035"/>
                <a:gd name="connsiteY93" fmla="*/ 83574 h 423169"/>
                <a:gd name="connsiteX94" fmla="*/ 200533 w 400035"/>
                <a:gd name="connsiteY94" fmla="*/ 83574 h 423169"/>
                <a:gd name="connsiteX95" fmla="*/ 224339 w 400035"/>
                <a:gd name="connsiteY95" fmla="*/ 128400 h 423169"/>
                <a:gd name="connsiteX96" fmla="*/ 200030 w 400035"/>
                <a:gd name="connsiteY96" fmla="*/ 129758 h 423169"/>
                <a:gd name="connsiteX97" fmla="*/ 175594 w 400035"/>
                <a:gd name="connsiteY97" fmla="*/ 128400 h 423169"/>
                <a:gd name="connsiteX98" fmla="*/ 199400 w 400035"/>
                <a:gd name="connsiteY98" fmla="*/ 83821 h 423169"/>
                <a:gd name="connsiteX99" fmla="*/ 200030 w 400035"/>
                <a:gd name="connsiteY99" fmla="*/ 151368 h 423169"/>
                <a:gd name="connsiteX100" fmla="*/ 228622 w 400035"/>
                <a:gd name="connsiteY100" fmla="*/ 149763 h 423169"/>
                <a:gd name="connsiteX101" fmla="*/ 232904 w 400035"/>
                <a:gd name="connsiteY101" fmla="*/ 197922 h 423169"/>
                <a:gd name="connsiteX102" fmla="*/ 167155 w 400035"/>
                <a:gd name="connsiteY102" fmla="*/ 197922 h 423169"/>
                <a:gd name="connsiteX103" fmla="*/ 171312 w 400035"/>
                <a:gd name="connsiteY103" fmla="*/ 150010 h 423169"/>
                <a:gd name="connsiteX104" fmla="*/ 200030 w 400035"/>
                <a:gd name="connsiteY104" fmla="*/ 151615 h 423169"/>
                <a:gd name="connsiteX105" fmla="*/ 157582 w 400035"/>
                <a:gd name="connsiteY105" fmla="*/ 90983 h 423169"/>
                <a:gd name="connsiteX106" fmla="*/ 167281 w 400035"/>
                <a:gd name="connsiteY106" fmla="*/ 88020 h 423169"/>
                <a:gd name="connsiteX107" fmla="*/ 153930 w 400035"/>
                <a:gd name="connsiteY107" fmla="*/ 125065 h 423169"/>
                <a:gd name="connsiteX108" fmla="*/ 117780 w 400035"/>
                <a:gd name="connsiteY108" fmla="*/ 113581 h 423169"/>
                <a:gd name="connsiteX109" fmla="*/ 157582 w 400035"/>
                <a:gd name="connsiteY109" fmla="*/ 90983 h 423169"/>
                <a:gd name="connsiteX110" fmla="*/ 200030 w 400035"/>
                <a:gd name="connsiteY110" fmla="*/ 364629 h 423169"/>
                <a:gd name="connsiteX111" fmla="*/ 172823 w 400035"/>
                <a:gd name="connsiteY111" fmla="*/ 381794 h 423169"/>
                <a:gd name="connsiteX112" fmla="*/ 60596 w 400035"/>
                <a:gd name="connsiteY112" fmla="*/ 318198 h 423169"/>
                <a:gd name="connsiteX113" fmla="*/ 22809 w 400035"/>
                <a:gd name="connsiteY113" fmla="*/ 192366 h 423169"/>
                <a:gd name="connsiteX114" fmla="*/ 98383 w 400035"/>
                <a:gd name="connsiteY114" fmla="*/ 68879 h 423169"/>
                <a:gd name="connsiteX115" fmla="*/ 85787 w 400035"/>
                <a:gd name="connsiteY115" fmla="*/ 50974 h 423169"/>
                <a:gd name="connsiteX116" fmla="*/ 1271 w 400035"/>
                <a:gd name="connsiteY116" fmla="*/ 190019 h 423169"/>
                <a:gd name="connsiteX117" fmla="*/ 43340 w 400035"/>
                <a:gd name="connsiteY117" fmla="*/ 331658 h 423169"/>
                <a:gd name="connsiteX118" fmla="*/ 171815 w 400035"/>
                <a:gd name="connsiteY118" fmla="*/ 403404 h 423169"/>
                <a:gd name="connsiteX119" fmla="*/ 209746 w 400035"/>
                <a:gd name="connsiteY119" fmla="*/ 421574 h 423169"/>
                <a:gd name="connsiteX120" fmla="*/ 228280 w 400035"/>
                <a:gd name="connsiteY120" fmla="*/ 384387 h 423169"/>
                <a:gd name="connsiteX121" fmla="*/ 200030 w 400035"/>
                <a:gd name="connsiteY121" fmla="*/ 364629 h 423169"/>
                <a:gd name="connsiteX122" fmla="*/ 200030 w 400035"/>
                <a:gd name="connsiteY122" fmla="*/ 401675 h 423169"/>
                <a:gd name="connsiteX123" fmla="*/ 191970 w 400035"/>
                <a:gd name="connsiteY123" fmla="*/ 394019 h 423169"/>
                <a:gd name="connsiteX124" fmla="*/ 199780 w 400035"/>
                <a:gd name="connsiteY124" fmla="*/ 386118 h 423169"/>
                <a:gd name="connsiteX125" fmla="*/ 207839 w 400035"/>
                <a:gd name="connsiteY125" fmla="*/ 393774 h 423169"/>
                <a:gd name="connsiteX126" fmla="*/ 207839 w 400035"/>
                <a:gd name="connsiteY126" fmla="*/ 394019 h 423169"/>
                <a:gd name="connsiteX127" fmla="*/ 200030 w 400035"/>
                <a:gd name="connsiteY127" fmla="*/ 401675 h 42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400035" h="423169">
                  <a:moveTo>
                    <a:pt x="357727" y="91971"/>
                  </a:moveTo>
                  <a:cubicBezTo>
                    <a:pt x="325408" y="52739"/>
                    <a:pt x="279066" y="27043"/>
                    <a:pt x="228118" y="20102"/>
                  </a:cubicBezTo>
                  <a:cubicBezTo>
                    <a:pt x="222951" y="4753"/>
                    <a:pt x="206070" y="-3583"/>
                    <a:pt x="190414" y="1482"/>
                  </a:cubicBezTo>
                  <a:cubicBezTo>
                    <a:pt x="174758" y="6548"/>
                    <a:pt x="166255" y="23097"/>
                    <a:pt x="171422" y="38446"/>
                  </a:cubicBezTo>
                  <a:cubicBezTo>
                    <a:pt x="176590" y="53795"/>
                    <a:pt x="193470" y="62132"/>
                    <a:pt x="209126" y="57066"/>
                  </a:cubicBezTo>
                  <a:cubicBezTo>
                    <a:pt x="216870" y="54560"/>
                    <a:pt x="223232" y="49057"/>
                    <a:pt x="226732" y="41836"/>
                  </a:cubicBezTo>
                  <a:cubicBezTo>
                    <a:pt x="271329" y="48313"/>
                    <a:pt x="311801" y="71019"/>
                    <a:pt x="340093" y="105431"/>
                  </a:cubicBezTo>
                  <a:cubicBezTo>
                    <a:pt x="368445" y="139653"/>
                    <a:pt x="381523" y="183638"/>
                    <a:pt x="376368" y="227436"/>
                  </a:cubicBezTo>
                  <a:cubicBezTo>
                    <a:pt x="370409" y="276526"/>
                    <a:pt x="342783" y="320583"/>
                    <a:pt x="300795" y="347959"/>
                  </a:cubicBezTo>
                  <a:lnTo>
                    <a:pt x="313390" y="365864"/>
                  </a:lnTo>
                  <a:cubicBezTo>
                    <a:pt x="360805" y="335062"/>
                    <a:pt x="392028" y="285398"/>
                    <a:pt x="398789" y="230029"/>
                  </a:cubicBezTo>
                  <a:cubicBezTo>
                    <a:pt x="404625" y="180466"/>
                    <a:pt x="389820" y="130691"/>
                    <a:pt x="357727" y="91971"/>
                  </a:cubicBezTo>
                  <a:close/>
                  <a:moveTo>
                    <a:pt x="200030" y="37390"/>
                  </a:moveTo>
                  <a:cubicBezTo>
                    <a:pt x="195648" y="37458"/>
                    <a:pt x="192039" y="34030"/>
                    <a:pt x="191970" y="29734"/>
                  </a:cubicBezTo>
                  <a:cubicBezTo>
                    <a:pt x="191901" y="25438"/>
                    <a:pt x="195398" y="21900"/>
                    <a:pt x="199780" y="21833"/>
                  </a:cubicBezTo>
                  <a:cubicBezTo>
                    <a:pt x="204162" y="21765"/>
                    <a:pt x="207770" y="25193"/>
                    <a:pt x="207839" y="29489"/>
                  </a:cubicBezTo>
                  <a:cubicBezTo>
                    <a:pt x="207840" y="29571"/>
                    <a:pt x="207840" y="29652"/>
                    <a:pt x="207839" y="29734"/>
                  </a:cubicBezTo>
                  <a:cubicBezTo>
                    <a:pt x="207771" y="33935"/>
                    <a:pt x="204314" y="37324"/>
                    <a:pt x="200030" y="37390"/>
                  </a:cubicBezTo>
                  <a:close/>
                  <a:moveTo>
                    <a:pt x="84024" y="157666"/>
                  </a:moveTo>
                  <a:cubicBezTo>
                    <a:pt x="88713" y="147766"/>
                    <a:pt x="94636" y="138475"/>
                    <a:pt x="101658" y="130005"/>
                  </a:cubicBezTo>
                  <a:cubicBezTo>
                    <a:pt x="116760" y="137853"/>
                    <a:pt x="132979" y="143431"/>
                    <a:pt x="149773" y="146552"/>
                  </a:cubicBezTo>
                  <a:cubicBezTo>
                    <a:pt x="147055" y="163557"/>
                    <a:pt x="145456" y="180716"/>
                    <a:pt x="144987" y="197922"/>
                  </a:cubicBezTo>
                  <a:lnTo>
                    <a:pt x="86039" y="197922"/>
                  </a:lnTo>
                  <a:cubicBezTo>
                    <a:pt x="79952" y="182828"/>
                    <a:pt x="62537" y="175429"/>
                    <a:pt x="47140" y="181396"/>
                  </a:cubicBezTo>
                  <a:cubicBezTo>
                    <a:pt x="31743" y="187364"/>
                    <a:pt x="24196" y="204438"/>
                    <a:pt x="30283" y="219533"/>
                  </a:cubicBezTo>
                  <a:cubicBezTo>
                    <a:pt x="36370" y="234627"/>
                    <a:pt x="53786" y="242027"/>
                    <a:pt x="69182" y="236059"/>
                  </a:cubicBezTo>
                  <a:cubicBezTo>
                    <a:pt x="76890" y="233072"/>
                    <a:pt x="82992" y="227089"/>
                    <a:pt x="86039" y="219533"/>
                  </a:cubicBezTo>
                  <a:lnTo>
                    <a:pt x="144987" y="219533"/>
                  </a:lnTo>
                  <a:cubicBezTo>
                    <a:pt x="145639" y="238752"/>
                    <a:pt x="147701" y="257901"/>
                    <a:pt x="151159" y="276830"/>
                  </a:cubicBezTo>
                  <a:cubicBezTo>
                    <a:pt x="134604" y="279923"/>
                    <a:pt x="118576" y="285285"/>
                    <a:pt x="103547" y="292760"/>
                  </a:cubicBezTo>
                  <a:cubicBezTo>
                    <a:pt x="95862" y="284657"/>
                    <a:pt x="89414" y="275507"/>
                    <a:pt x="84402" y="265593"/>
                  </a:cubicBezTo>
                  <a:lnTo>
                    <a:pt x="64627" y="275349"/>
                  </a:lnTo>
                  <a:cubicBezTo>
                    <a:pt x="80100" y="305071"/>
                    <a:pt x="105542" y="328663"/>
                    <a:pt x="136674" y="342155"/>
                  </a:cubicBezTo>
                  <a:cubicBezTo>
                    <a:pt x="156504" y="350779"/>
                    <a:pt x="177957" y="355238"/>
                    <a:pt x="199652" y="355244"/>
                  </a:cubicBezTo>
                  <a:lnTo>
                    <a:pt x="201541" y="355244"/>
                  </a:lnTo>
                  <a:cubicBezTo>
                    <a:pt x="258097" y="355384"/>
                    <a:pt x="310000" y="324557"/>
                    <a:pt x="336062" y="275349"/>
                  </a:cubicBezTo>
                  <a:lnTo>
                    <a:pt x="316287" y="265593"/>
                  </a:lnTo>
                  <a:cubicBezTo>
                    <a:pt x="311294" y="275517"/>
                    <a:pt x="304843" y="284670"/>
                    <a:pt x="297142" y="292760"/>
                  </a:cubicBezTo>
                  <a:cubicBezTo>
                    <a:pt x="282113" y="285285"/>
                    <a:pt x="266085" y="279923"/>
                    <a:pt x="249530" y="276830"/>
                  </a:cubicBezTo>
                  <a:cubicBezTo>
                    <a:pt x="252881" y="257897"/>
                    <a:pt x="254776" y="238744"/>
                    <a:pt x="255198" y="219533"/>
                  </a:cubicBezTo>
                  <a:lnTo>
                    <a:pt x="314146" y="219533"/>
                  </a:lnTo>
                  <a:cubicBezTo>
                    <a:pt x="320233" y="234627"/>
                    <a:pt x="337649" y="242027"/>
                    <a:pt x="353045" y="236059"/>
                  </a:cubicBezTo>
                  <a:cubicBezTo>
                    <a:pt x="368442" y="230092"/>
                    <a:pt x="375989" y="213017"/>
                    <a:pt x="369902" y="197922"/>
                  </a:cubicBezTo>
                  <a:cubicBezTo>
                    <a:pt x="363815" y="182828"/>
                    <a:pt x="346400" y="175429"/>
                    <a:pt x="331003" y="181396"/>
                  </a:cubicBezTo>
                  <a:cubicBezTo>
                    <a:pt x="323295" y="184383"/>
                    <a:pt x="317193" y="190366"/>
                    <a:pt x="314146" y="197922"/>
                  </a:cubicBezTo>
                  <a:lnTo>
                    <a:pt x="254947" y="197922"/>
                  </a:lnTo>
                  <a:cubicBezTo>
                    <a:pt x="254518" y="180719"/>
                    <a:pt x="252962" y="163560"/>
                    <a:pt x="250286" y="146552"/>
                  </a:cubicBezTo>
                  <a:cubicBezTo>
                    <a:pt x="267024" y="143375"/>
                    <a:pt x="283194" y="137800"/>
                    <a:pt x="298275" y="130005"/>
                  </a:cubicBezTo>
                  <a:cubicBezTo>
                    <a:pt x="305357" y="138433"/>
                    <a:pt x="311285" y="147732"/>
                    <a:pt x="315909" y="157666"/>
                  </a:cubicBezTo>
                  <a:lnTo>
                    <a:pt x="335936" y="148528"/>
                  </a:lnTo>
                  <a:cubicBezTo>
                    <a:pt x="321403" y="117112"/>
                    <a:pt x="296146" y="91652"/>
                    <a:pt x="264519" y="76535"/>
                  </a:cubicBezTo>
                  <a:cubicBezTo>
                    <a:pt x="244892" y="67163"/>
                    <a:pt x="223372" y="62226"/>
                    <a:pt x="201541" y="62087"/>
                  </a:cubicBezTo>
                  <a:lnTo>
                    <a:pt x="199400" y="62087"/>
                  </a:lnTo>
                  <a:cubicBezTo>
                    <a:pt x="182786" y="62189"/>
                    <a:pt x="166308" y="65027"/>
                    <a:pt x="150655" y="70484"/>
                  </a:cubicBezTo>
                  <a:cubicBezTo>
                    <a:pt x="112202" y="83955"/>
                    <a:pt x="80944" y="112105"/>
                    <a:pt x="63997" y="148528"/>
                  </a:cubicBezTo>
                  <a:close/>
                  <a:moveTo>
                    <a:pt x="58833" y="216445"/>
                  </a:moveTo>
                  <a:cubicBezTo>
                    <a:pt x="54451" y="216513"/>
                    <a:pt x="50842" y="213085"/>
                    <a:pt x="50773" y="208789"/>
                  </a:cubicBezTo>
                  <a:cubicBezTo>
                    <a:pt x="50704" y="204493"/>
                    <a:pt x="54201" y="200956"/>
                    <a:pt x="58583" y="200888"/>
                  </a:cubicBezTo>
                  <a:cubicBezTo>
                    <a:pt x="62965" y="200820"/>
                    <a:pt x="66573" y="204248"/>
                    <a:pt x="66642" y="208544"/>
                  </a:cubicBezTo>
                  <a:cubicBezTo>
                    <a:pt x="66643" y="208626"/>
                    <a:pt x="66643" y="208708"/>
                    <a:pt x="66642" y="208789"/>
                  </a:cubicBezTo>
                  <a:cubicBezTo>
                    <a:pt x="66577" y="213085"/>
                    <a:pt x="62973" y="216517"/>
                    <a:pt x="58591" y="216453"/>
                  </a:cubicBezTo>
                  <a:cubicBezTo>
                    <a:pt x="58503" y="216452"/>
                    <a:pt x="58416" y="216450"/>
                    <a:pt x="58329" y="216445"/>
                  </a:cubicBezTo>
                  <a:close/>
                  <a:moveTo>
                    <a:pt x="342234" y="201010"/>
                  </a:moveTo>
                  <a:cubicBezTo>
                    <a:pt x="346617" y="201010"/>
                    <a:pt x="350169" y="204493"/>
                    <a:pt x="350169" y="208789"/>
                  </a:cubicBezTo>
                  <a:cubicBezTo>
                    <a:pt x="350169" y="213086"/>
                    <a:pt x="346617" y="216569"/>
                    <a:pt x="342234" y="216569"/>
                  </a:cubicBezTo>
                  <a:cubicBezTo>
                    <a:pt x="337852" y="216569"/>
                    <a:pt x="334299" y="213086"/>
                    <a:pt x="334299" y="208789"/>
                  </a:cubicBezTo>
                  <a:cubicBezTo>
                    <a:pt x="334291" y="204678"/>
                    <a:pt x="337546" y="201271"/>
                    <a:pt x="341730" y="201010"/>
                  </a:cubicBezTo>
                  <a:close/>
                  <a:moveTo>
                    <a:pt x="145113" y="322397"/>
                  </a:moveTo>
                  <a:cubicBezTo>
                    <a:pt x="136584" y="318820"/>
                    <a:pt x="128476" y="314349"/>
                    <a:pt x="120929" y="309060"/>
                  </a:cubicBezTo>
                  <a:cubicBezTo>
                    <a:pt x="132008" y="304337"/>
                    <a:pt x="143581" y="300817"/>
                    <a:pt x="155441" y="298564"/>
                  </a:cubicBezTo>
                  <a:cubicBezTo>
                    <a:pt x="158396" y="309617"/>
                    <a:pt x="162621" y="320305"/>
                    <a:pt x="168037" y="330423"/>
                  </a:cubicBezTo>
                  <a:cubicBezTo>
                    <a:pt x="160170" y="328412"/>
                    <a:pt x="152499" y="325727"/>
                    <a:pt x="145113" y="322397"/>
                  </a:cubicBezTo>
                  <a:close/>
                  <a:moveTo>
                    <a:pt x="200659" y="333634"/>
                  </a:moveTo>
                  <a:lnTo>
                    <a:pt x="199400" y="333634"/>
                  </a:lnTo>
                  <a:cubicBezTo>
                    <a:pt x="193228" y="332770"/>
                    <a:pt x="184159" y="319433"/>
                    <a:pt x="177232" y="294736"/>
                  </a:cubicBezTo>
                  <a:cubicBezTo>
                    <a:pt x="184663" y="294118"/>
                    <a:pt x="192220" y="293624"/>
                    <a:pt x="200030" y="293624"/>
                  </a:cubicBezTo>
                  <a:cubicBezTo>
                    <a:pt x="207839" y="293624"/>
                    <a:pt x="215270" y="293624"/>
                    <a:pt x="222702" y="294736"/>
                  </a:cubicBezTo>
                  <a:cubicBezTo>
                    <a:pt x="215774" y="319433"/>
                    <a:pt x="206831" y="332770"/>
                    <a:pt x="200659" y="333758"/>
                  </a:cubicBezTo>
                  <a:close/>
                  <a:moveTo>
                    <a:pt x="200659" y="271891"/>
                  </a:moveTo>
                  <a:cubicBezTo>
                    <a:pt x="191213" y="271891"/>
                    <a:pt x="182018" y="272508"/>
                    <a:pt x="172949" y="273373"/>
                  </a:cubicBezTo>
                  <a:cubicBezTo>
                    <a:pt x="169840" y="255539"/>
                    <a:pt x="168113" y="237499"/>
                    <a:pt x="167785" y="219409"/>
                  </a:cubicBezTo>
                  <a:lnTo>
                    <a:pt x="233534" y="219409"/>
                  </a:lnTo>
                  <a:cubicBezTo>
                    <a:pt x="233167" y="237502"/>
                    <a:pt x="231399" y="255542"/>
                    <a:pt x="228244" y="273373"/>
                  </a:cubicBezTo>
                  <a:cubicBezTo>
                    <a:pt x="218671" y="272632"/>
                    <a:pt x="209350" y="272014"/>
                    <a:pt x="200030" y="272014"/>
                  </a:cubicBezTo>
                  <a:close/>
                  <a:moveTo>
                    <a:pt x="279004" y="309060"/>
                  </a:moveTo>
                  <a:cubicBezTo>
                    <a:pt x="265051" y="319112"/>
                    <a:pt x="249215" y="326371"/>
                    <a:pt x="232400" y="330423"/>
                  </a:cubicBezTo>
                  <a:cubicBezTo>
                    <a:pt x="237816" y="320305"/>
                    <a:pt x="242041" y="309617"/>
                    <a:pt x="244996" y="298564"/>
                  </a:cubicBezTo>
                  <a:cubicBezTo>
                    <a:pt x="256684" y="300852"/>
                    <a:pt x="268087" y="304371"/>
                    <a:pt x="279004" y="309060"/>
                  </a:cubicBezTo>
                  <a:close/>
                  <a:moveTo>
                    <a:pt x="254443" y="95923"/>
                  </a:moveTo>
                  <a:cubicBezTo>
                    <a:pt x="264455" y="100649"/>
                    <a:pt x="273775" y="106671"/>
                    <a:pt x="282153" y="113828"/>
                  </a:cubicBezTo>
                  <a:cubicBezTo>
                    <a:pt x="270596" y="119012"/>
                    <a:pt x="258466" y="122866"/>
                    <a:pt x="246004" y="125312"/>
                  </a:cubicBezTo>
                  <a:cubicBezTo>
                    <a:pt x="243064" y="112473"/>
                    <a:pt x="238538" y="100032"/>
                    <a:pt x="232526" y="88266"/>
                  </a:cubicBezTo>
                  <a:cubicBezTo>
                    <a:pt x="240061" y="90137"/>
                    <a:pt x="247399" y="92700"/>
                    <a:pt x="254443" y="95923"/>
                  </a:cubicBezTo>
                  <a:close/>
                  <a:moveTo>
                    <a:pt x="199400" y="83574"/>
                  </a:moveTo>
                  <a:lnTo>
                    <a:pt x="200533" y="83574"/>
                  </a:lnTo>
                  <a:cubicBezTo>
                    <a:pt x="207209" y="84315"/>
                    <a:pt x="217160" y="99751"/>
                    <a:pt x="224339" y="128400"/>
                  </a:cubicBezTo>
                  <a:cubicBezTo>
                    <a:pt x="216268" y="129290"/>
                    <a:pt x="208152" y="129743"/>
                    <a:pt x="200030" y="129758"/>
                  </a:cubicBezTo>
                  <a:cubicBezTo>
                    <a:pt x="191865" y="129743"/>
                    <a:pt x="183708" y="129290"/>
                    <a:pt x="175594" y="128400"/>
                  </a:cubicBezTo>
                  <a:cubicBezTo>
                    <a:pt x="182774" y="99998"/>
                    <a:pt x="192724" y="84562"/>
                    <a:pt x="199400" y="83821"/>
                  </a:cubicBezTo>
                  <a:close/>
                  <a:moveTo>
                    <a:pt x="200030" y="151368"/>
                  </a:moveTo>
                  <a:cubicBezTo>
                    <a:pt x="209583" y="151336"/>
                    <a:pt x="219127" y="150800"/>
                    <a:pt x="228622" y="149763"/>
                  </a:cubicBezTo>
                  <a:cubicBezTo>
                    <a:pt x="231117" y="165707"/>
                    <a:pt x="232548" y="181795"/>
                    <a:pt x="232904" y="197922"/>
                  </a:cubicBezTo>
                  <a:lnTo>
                    <a:pt x="167155" y="197922"/>
                  </a:lnTo>
                  <a:cubicBezTo>
                    <a:pt x="167422" y="181877"/>
                    <a:pt x="168810" y="165869"/>
                    <a:pt x="171312" y="150010"/>
                  </a:cubicBezTo>
                  <a:cubicBezTo>
                    <a:pt x="180848" y="151051"/>
                    <a:pt x="190434" y="151587"/>
                    <a:pt x="200030" y="151615"/>
                  </a:cubicBezTo>
                  <a:close/>
                  <a:moveTo>
                    <a:pt x="157582" y="90983"/>
                  </a:moveTo>
                  <a:cubicBezTo>
                    <a:pt x="160731" y="89872"/>
                    <a:pt x="164006" y="88884"/>
                    <a:pt x="167281" y="88020"/>
                  </a:cubicBezTo>
                  <a:cubicBezTo>
                    <a:pt x="161368" y="99814"/>
                    <a:pt x="156887" y="112248"/>
                    <a:pt x="153930" y="125065"/>
                  </a:cubicBezTo>
                  <a:cubicBezTo>
                    <a:pt x="141458" y="122657"/>
                    <a:pt x="129323" y="118802"/>
                    <a:pt x="117780" y="113581"/>
                  </a:cubicBezTo>
                  <a:cubicBezTo>
                    <a:pt x="129558" y="103769"/>
                    <a:pt x="143040" y="96115"/>
                    <a:pt x="157582" y="90983"/>
                  </a:cubicBezTo>
                  <a:close/>
                  <a:moveTo>
                    <a:pt x="200030" y="364629"/>
                  </a:moveTo>
                  <a:cubicBezTo>
                    <a:pt x="188320" y="364650"/>
                    <a:pt x="177694" y="371354"/>
                    <a:pt x="172823" y="381794"/>
                  </a:cubicBezTo>
                  <a:cubicBezTo>
                    <a:pt x="128640" y="375041"/>
                    <a:pt x="88619" y="352363"/>
                    <a:pt x="60596" y="318198"/>
                  </a:cubicBezTo>
                  <a:cubicBezTo>
                    <a:pt x="31290" y="282923"/>
                    <a:pt x="17674" y="237581"/>
                    <a:pt x="22809" y="192366"/>
                  </a:cubicBezTo>
                  <a:cubicBezTo>
                    <a:pt x="28482" y="142387"/>
                    <a:pt x="56072" y="97306"/>
                    <a:pt x="98383" y="68879"/>
                  </a:cubicBezTo>
                  <a:lnTo>
                    <a:pt x="85787" y="50974"/>
                  </a:lnTo>
                  <a:cubicBezTo>
                    <a:pt x="38309" y="83047"/>
                    <a:pt x="7449" y="133817"/>
                    <a:pt x="1271" y="190019"/>
                  </a:cubicBezTo>
                  <a:cubicBezTo>
                    <a:pt x="-4688" y="240856"/>
                    <a:pt x="10474" y="291905"/>
                    <a:pt x="43340" y="331658"/>
                  </a:cubicBezTo>
                  <a:cubicBezTo>
                    <a:pt x="75272" y="370754"/>
                    <a:pt x="121228" y="396418"/>
                    <a:pt x="171815" y="403404"/>
                  </a:cubicBezTo>
                  <a:cubicBezTo>
                    <a:pt x="177172" y="418690"/>
                    <a:pt x="194154" y="426825"/>
                    <a:pt x="209746" y="421574"/>
                  </a:cubicBezTo>
                  <a:cubicBezTo>
                    <a:pt x="225338" y="416323"/>
                    <a:pt x="233636" y="399674"/>
                    <a:pt x="228280" y="384387"/>
                  </a:cubicBezTo>
                  <a:cubicBezTo>
                    <a:pt x="224136" y="372560"/>
                    <a:pt x="212785" y="364622"/>
                    <a:pt x="200030" y="364629"/>
                  </a:cubicBezTo>
                  <a:close/>
                  <a:moveTo>
                    <a:pt x="200030" y="401675"/>
                  </a:moveTo>
                  <a:cubicBezTo>
                    <a:pt x="195648" y="401743"/>
                    <a:pt x="192039" y="398315"/>
                    <a:pt x="191970" y="394019"/>
                  </a:cubicBezTo>
                  <a:cubicBezTo>
                    <a:pt x="191901" y="389723"/>
                    <a:pt x="195398" y="386185"/>
                    <a:pt x="199780" y="386118"/>
                  </a:cubicBezTo>
                  <a:cubicBezTo>
                    <a:pt x="204162" y="386050"/>
                    <a:pt x="207770" y="389478"/>
                    <a:pt x="207839" y="393774"/>
                  </a:cubicBezTo>
                  <a:cubicBezTo>
                    <a:pt x="207840" y="393856"/>
                    <a:pt x="207840" y="393937"/>
                    <a:pt x="207839" y="394019"/>
                  </a:cubicBezTo>
                  <a:cubicBezTo>
                    <a:pt x="207771" y="398220"/>
                    <a:pt x="204314" y="401609"/>
                    <a:pt x="200030" y="401675"/>
                  </a:cubicBezTo>
                  <a:close/>
                </a:path>
              </a:pathLst>
            </a:custGeom>
            <a:solidFill>
              <a:schemeClr val="accent5"/>
            </a:solidFill>
            <a:ln w="12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Figtree" pitchFamily="2" charset="0"/>
              </a:endParaRPr>
            </a:p>
          </p:txBody>
        </p:sp>
      </p:grpSp>
      <p:sp>
        <p:nvSpPr>
          <p:cNvPr id="90" name="Chart">
            <a:extLst>
              <a:ext uri="{FF2B5EF4-FFF2-40B4-BE49-F238E27FC236}">
                <a16:creationId xmlns:a16="http://schemas.microsoft.com/office/drawing/2014/main" id="{3C808DFA-C5F7-410F-B958-D7C50709B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chart" sz="quarter" idx="68" hasCustomPrompt="1"/>
          </p:nvPr>
        </p:nvSpPr>
        <p:spPr>
          <a:xfrm>
            <a:off x="16059066" y="2001085"/>
            <a:ext cx="7315200" cy="41148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create a chart</a:t>
            </a:r>
          </a:p>
        </p:txBody>
      </p:sp>
      <p:sp>
        <p:nvSpPr>
          <p:cNvPr id="7" name="Chart Date">
            <a:extLst>
              <a:ext uri="{FF2B5EF4-FFF2-40B4-BE49-F238E27FC236}">
                <a16:creationId xmlns:a16="http://schemas.microsoft.com/office/drawing/2014/main" id="{DAE85896-1111-4543-B3EA-8582738D08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1" hasCustomPrompt="1"/>
          </p:nvPr>
        </p:nvSpPr>
        <p:spPr>
          <a:xfrm>
            <a:off x="16059066" y="1685482"/>
            <a:ext cx="7315200" cy="228600"/>
          </a:xfrm>
        </p:spPr>
        <p:txBody>
          <a:bodyPr lIns="0" rIns="365760">
            <a:noAutofit/>
          </a:bodyPr>
          <a:lstStyle>
            <a:lvl1pPr marL="3175" indent="0" algn="r">
              <a:buNone/>
              <a:tabLst/>
              <a:defRPr sz="1050" b="0" i="1">
                <a:solidFill>
                  <a:schemeClr val="bg1"/>
                </a:solidFill>
              </a:defRPr>
            </a:lvl1pPr>
            <a:lvl2pPr marL="914355" indent="0">
              <a:buNone/>
              <a:defRPr sz="1000">
                <a:solidFill>
                  <a:schemeClr val="bg1"/>
                </a:solidFill>
              </a:defRPr>
            </a:lvl2pPr>
            <a:lvl3pPr marL="1373186" indent="0">
              <a:buNone/>
              <a:defRPr sz="1000">
                <a:solidFill>
                  <a:schemeClr val="bg1"/>
                </a:solidFill>
              </a:defRPr>
            </a:lvl3pPr>
            <a:lvl4pPr marL="1835150" indent="0">
              <a:buNone/>
              <a:defRPr sz="1000">
                <a:solidFill>
                  <a:schemeClr val="bg1"/>
                </a:solidFill>
              </a:defRPr>
            </a:lvl4pPr>
            <a:lvl5pPr marL="3657418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Mmm</a:t>
            </a:r>
            <a:r>
              <a:rPr lang="en-US"/>
              <a:t xml:space="preserve"> YYYY (11 </a:t>
            </a:r>
            <a:r>
              <a:rPr lang="en-US" err="1"/>
              <a:t>pt</a:t>
            </a:r>
            <a:r>
              <a:rPr lang="en-US"/>
              <a:t xml:space="preserve"> Italic)</a:t>
            </a:r>
          </a:p>
        </p:txBody>
      </p:sp>
      <p:sp>
        <p:nvSpPr>
          <p:cNvPr id="123" name="Results Bulleted List">
            <a:extLst>
              <a:ext uri="{FF2B5EF4-FFF2-40B4-BE49-F238E27FC236}">
                <a16:creationId xmlns:a16="http://schemas.microsoft.com/office/drawing/2014/main" id="{36832F5F-2DBC-4327-ADA2-700BB4CCD5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8" hasCustomPrompt="1"/>
          </p:nvPr>
        </p:nvSpPr>
        <p:spPr>
          <a:xfrm>
            <a:off x="15740743" y="6663848"/>
            <a:ext cx="7975128" cy="4754880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 b="0" i="0">
                <a:solidFill>
                  <a:schemeClr val="bg1"/>
                </a:solidFill>
                <a:latin typeface="Figtree Light" pitchFamily="2" charset="0"/>
              </a:defRPr>
            </a:lvl1pPr>
            <a:lvl2pPr marL="40005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2pPr>
            <a:lvl3pPr marL="80168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3pPr>
            <a:lvl4pPr marL="1201738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 b="0" i="0">
                <a:solidFill>
                  <a:schemeClr val="bg1"/>
                </a:solidFill>
                <a:latin typeface="Figtree Light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" name="&quot;RESULTS&quot;">
            <a:extLst>
              <a:ext uri="{FF2B5EF4-FFF2-40B4-BE49-F238E27FC236}">
                <a16:creationId xmlns:a16="http://schemas.microsoft.com/office/drawing/2014/main" id="{BDE69417-172A-41FE-8CF0-69AA45011BC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099536" y="1038965"/>
            <a:ext cx="7251192" cy="620170"/>
          </a:xfrm>
          <a:prstGeom prst="rect">
            <a:avLst/>
          </a:prstGeom>
          <a:noFill/>
        </p:spPr>
        <p:txBody>
          <a:bodyPr wrap="square" lIns="137160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Tx/>
              <a:buSzPct val="100000"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ea typeface="Calibri"/>
                <a:cs typeface="Calibri"/>
                <a:sym typeface="Calibri"/>
              </a:rPr>
              <a:t>RESULTS</a:t>
            </a:r>
            <a:r>
              <a:rPr lang="en-US" sz="2800" b="1">
                <a:solidFill>
                  <a:schemeClr val="bg1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2800" b="1">
                <a:solidFill>
                  <a:schemeClr val="accent5"/>
                </a:solidFill>
                <a:latin typeface="Figtree Light" pitchFamily="2" charset="0"/>
                <a:ea typeface="Calibri"/>
                <a:cs typeface="Calibri"/>
                <a:sym typeface="Calibri"/>
              </a:rPr>
              <a:t xml:space="preserve"> </a:t>
            </a:r>
            <a:r>
              <a:rPr lang="de-DE" sz="2300">
                <a:solidFill>
                  <a:schemeClr val="accent5"/>
                </a:solidFill>
                <a:latin typeface="Figtree" pitchFamily="2" charset="0"/>
                <a:ea typeface="HGGothicE" panose="020B0909000000000000" pitchFamily="49" charset="-128"/>
                <a:cs typeface="Calibri"/>
                <a:sym typeface="Calibri"/>
              </a:rPr>
              <a:t>▼</a:t>
            </a:r>
            <a:endParaRPr lang="en-US" sz="2300" b="1">
              <a:solidFill>
                <a:schemeClr val="accent5"/>
              </a:solidFill>
              <a:latin typeface="Figtree" pitchFamily="2" charset="0"/>
              <a:cs typeface="Calibri"/>
            </a:endParaRPr>
          </a:p>
        </p:txBody>
      </p:sp>
      <p:sp>
        <p:nvSpPr>
          <p:cNvPr id="124" name="Solution Bulleted List">
            <a:extLst>
              <a:ext uri="{FF2B5EF4-FFF2-40B4-BE49-F238E27FC236}">
                <a16:creationId xmlns:a16="http://schemas.microsoft.com/office/drawing/2014/main" id="{8003FF54-213C-4E1E-A6A8-4CB140FEE2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79" hasCustomPrompt="1"/>
          </p:nvPr>
        </p:nvSpPr>
        <p:spPr>
          <a:xfrm>
            <a:off x="7526039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6033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4" name="Challenge Bulleted List">
            <a:extLst>
              <a:ext uri="{FF2B5EF4-FFF2-40B4-BE49-F238E27FC236}">
                <a16:creationId xmlns:a16="http://schemas.microsoft.com/office/drawing/2014/main" id="{CB17ED53-144B-4ADB-ACCB-378E124C8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9" hasCustomPrompt="1"/>
          </p:nvPr>
        </p:nvSpPr>
        <p:spPr>
          <a:xfrm>
            <a:off x="795801" y="6663848"/>
            <a:ext cx="6720840" cy="6197666"/>
          </a:xfrm>
        </p:spPr>
        <p:txBody>
          <a:bodyPr lIns="548640" tIns="228600" rIns="457200" bIns="228600"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None/>
              <a:defRPr sz="2200">
                <a:solidFill>
                  <a:schemeClr val="tx2"/>
                </a:solidFill>
                <a:latin typeface="Figtree" pitchFamily="2" charset="0"/>
              </a:defRPr>
            </a:lvl1pPr>
            <a:lvl2pPr marL="300038" indent="-2428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2pPr>
            <a:lvl3pPr marL="687388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3pPr>
            <a:lvl4pPr marL="1096963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4pPr>
            <a:lvl5pPr marL="1506538" indent="-2460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200">
                <a:solidFill>
                  <a:schemeClr val="tx2"/>
                </a:solidFill>
                <a:latin typeface="Figtree" pitchFamily="2" charset="0"/>
              </a:defRPr>
            </a:lvl5pPr>
          </a:lstStyle>
          <a:p>
            <a:pPr lvl="0"/>
            <a:r>
              <a:rPr lang="en-US"/>
              <a:t>Clear, concise, and compelling story-telling.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48" name="Table of &quot;CHALLENGE&quot; &amp; &quot;SOLUTION&quot;">
            <a:extLst>
              <a:ext uri="{FF2B5EF4-FFF2-40B4-BE49-F238E27FC236}">
                <a16:creationId xmlns:a16="http://schemas.microsoft.com/office/drawing/2014/main" id="{E1BBC372-9A6F-4BB6-A198-244CFF252019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2946816653"/>
              </p:ext>
            </p:extLst>
          </p:nvPr>
        </p:nvGraphicFramePr>
        <p:xfrm>
          <a:off x="795801" y="5705981"/>
          <a:ext cx="13441680" cy="708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0">
                  <a:extLst>
                    <a:ext uri="{9D8B030D-6E8A-4147-A177-3AD203B41FA5}">
                      <a16:colId xmlns:a16="http://schemas.microsoft.com/office/drawing/2014/main" val="3488762945"/>
                    </a:ext>
                  </a:extLst>
                </a:gridCol>
                <a:gridCol w="6720840">
                  <a:extLst>
                    <a:ext uri="{9D8B030D-6E8A-4147-A177-3AD203B41FA5}">
                      <a16:colId xmlns:a16="http://schemas.microsoft.com/office/drawing/2014/main" val="486700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00">
                        <a:latin typeface="Figtree" pitchFamily="2" charset="0"/>
                      </a:endParaRPr>
                    </a:p>
                  </a:txBody>
                  <a:tcPr marL="731520" marT="0" marB="27432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1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731520" marT="0" marB="27432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590600"/>
                  </a:ext>
                </a:extLst>
              </a:tr>
              <a:tr h="580809">
                <a:tc>
                  <a:txBody>
                    <a:bodyPr/>
                    <a:lstStyle/>
                    <a:p>
                      <a:r>
                        <a:rPr lang="de-DE" sz="24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CHALLENGE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4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r>
                        <a:rPr lang="de-DE" sz="2400">
                          <a:solidFill>
                            <a:schemeClr val="accent4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</a:t>
                      </a:r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400" b="1" i="0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>SOLUTION</a:t>
                      </a:r>
                      <a:r>
                        <a:rPr lang="de-DE" sz="2800" b="1">
                          <a:solidFill>
                            <a:srgbClr val="002B49"/>
                          </a:solidFill>
                          <a:latin typeface="Figtree" pitchFamily="2" charset="0"/>
                          <a:ea typeface="Calibri"/>
                          <a:cs typeface="Calibri"/>
                          <a:sym typeface="Calibri"/>
                        </a:rPr>
                        <a:t xml:space="preserve">  </a:t>
                      </a:r>
                      <a:r>
                        <a:rPr lang="de-DE" sz="2300">
                          <a:solidFill>
                            <a:schemeClr val="accent3"/>
                          </a:solidFill>
                          <a:latin typeface="Figtree" pitchFamily="2" charset="0"/>
                          <a:ea typeface="HGGothicE" panose="020B0909000000000000" pitchFamily="49" charset="-128"/>
                          <a:cs typeface="Calibri"/>
                          <a:sym typeface="Calibri"/>
                        </a:rPr>
                        <a:t>▼</a:t>
                      </a: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182880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512891"/>
                  </a:ext>
                </a:extLst>
              </a:tr>
              <a:tr h="6172200">
                <a:tc>
                  <a:txBody>
                    <a:bodyPr/>
                    <a:lstStyle/>
                    <a:p>
                      <a:endParaRPr lang="en-US" sz="2800">
                        <a:latin typeface="Figtree" pitchFamily="2" charset="0"/>
                      </a:endParaRPr>
                    </a:p>
                  </a:txBody>
                  <a:tcPr marL="548640" marT="0" marB="3657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2300" b="1">
                        <a:solidFill>
                          <a:schemeClr val="accent3"/>
                        </a:solidFill>
                        <a:latin typeface="Figtree" pitchFamily="2" charset="0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48640" marT="0" marB="3657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953418"/>
                  </a:ext>
                </a:extLst>
              </a:tr>
            </a:tbl>
          </a:graphicData>
        </a:graphic>
      </p:graphicFrame>
      <p:sp>
        <p:nvSpPr>
          <p:cNvPr id="2" name="Title">
            <a:extLst>
              <a:ext uri="{FF2B5EF4-FFF2-40B4-BE49-F238E27FC236}">
                <a16:creationId xmlns:a16="http://schemas.microsoft.com/office/drawing/2014/main" id="{4E058ED0-BD33-45D0-9A66-DF2F776A05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0" y="2524190"/>
            <a:ext cx="15060041" cy="2340864"/>
          </a:xfrm>
        </p:spPr>
        <p:txBody>
          <a:bodyPr rIns="914400" anchor="b"/>
          <a:lstStyle>
            <a:lvl1pPr marL="1270000" indent="0">
              <a:tabLst/>
              <a:defRPr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kumimoji="0" lang="en-US" sz="6599" b="1" i="0" u="none" strike="noStrike" kern="1200" cap="none" spc="-10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/>
                <a:ea typeface="+mj-ea"/>
                <a:cs typeface="+mj-cs"/>
              </a:rPr>
              <a:t>Title (Title Caps, 66 Pt Bold)</a:t>
            </a:r>
            <a:endParaRPr lang="en-US"/>
          </a:p>
        </p:txBody>
      </p:sp>
      <p:sp>
        <p:nvSpPr>
          <p:cNvPr id="52" name="Section">
            <a:extLst>
              <a:ext uri="{FF2B5EF4-FFF2-40B4-BE49-F238E27FC236}">
                <a16:creationId xmlns:a16="http://schemas.microsoft.com/office/drawing/2014/main" id="{25B887B7-63D4-4312-A5E0-AD5D0BBC2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8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bg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sp>
        <p:nvSpPr>
          <p:cNvPr id="87" name="Other Logo">
            <a:extLst>
              <a:ext uri="{FF2B5EF4-FFF2-40B4-BE49-F238E27FC236}">
                <a16:creationId xmlns:a16="http://schemas.microsoft.com/office/drawing/2014/main" id="{048FE6DB-DDA5-42EC-9201-A460A66B9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67" hasCustomPrompt="1"/>
          </p:nvPr>
        </p:nvSpPr>
        <p:spPr>
          <a:xfrm>
            <a:off x="1375270" y="446566"/>
            <a:ext cx="2331720" cy="2331720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marR="0" indent="0" algn="ctr" defTabSz="670871" rtl="0" eaLnBrk="1" fontAlgn="auto" latinLnBrk="0" hangingPunct="1">
              <a:lnSpc>
                <a:spcPct val="150000"/>
              </a:lnSpc>
              <a:spcBef>
                <a:spcPts val="1488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sz="2000"/>
            </a:lvl1pPr>
          </a:lstStyle>
          <a:p>
            <a:r>
              <a:rPr lang="en-US"/>
              <a:t>Click icon to browse, or select placeholder to paste</a:t>
            </a:r>
          </a:p>
        </p:txBody>
      </p:sp>
      <p:pic>
        <p:nvPicPr>
          <p:cNvPr id="92" name="Anglepoint Logo">
            <a:extLst>
              <a:ext uri="{FF2B5EF4-FFF2-40B4-BE49-F238E27FC236}">
                <a16:creationId xmlns:a16="http://schemas.microsoft.com/office/drawing/2014/main" id="{92E62252-6BEC-4DCD-88FD-13DA2FE94BF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2361" y="361766"/>
            <a:ext cx="1487736" cy="321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85864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433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pos="673">
          <p15:clr>
            <a:srgbClr val="FBAE40"/>
          </p15:clr>
        </p15:guide>
        <p15:guide id="3" pos="14689">
          <p15:clr>
            <a:srgbClr val="FBAE40"/>
          </p15:clr>
        </p15:guide>
        <p15:guide id="4" orient="horz" pos="7968">
          <p15:clr>
            <a:srgbClr val="FBAE40"/>
          </p15:clr>
        </p15:guide>
      </p15:sldGuideLst>
    </p:ext>
  </p:extLst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1F19-55C9-AA17-EF2F-A3B276CFCA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C318E27-1AFF-A25C-734D-DF1400AD8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573D6F79-21DF-CD48-261E-04872A1F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  <a:noFill/>
        </p:spPr>
        <p:txBody>
          <a:bodyPr rIns="246888" anchor="t" anchorCtr="0"/>
          <a:lstStyle>
            <a:lvl1pPr algn="r">
              <a:defRPr b="1" i="0">
                <a:solidFill>
                  <a:srgbClr val="4087A4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6" name="Subtitle">
            <a:extLst>
              <a:ext uri="{FF2B5EF4-FFF2-40B4-BE49-F238E27FC236}">
                <a16:creationId xmlns:a16="http://schemas.microsoft.com/office/drawing/2014/main" id="{249063C5-97CF-4324-2AF4-1613A35346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rgbClr val="4087A4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  <a:p>
            <a:pPr lvl="0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62BA60-1025-33BA-8CA1-C502B884F49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0CF5D96-C843-7FB5-16D5-7AE77E09727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4D9D221-073B-CECD-6DDB-11B5E6F52A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2BBE6E5D-7783-D292-148C-1EEF2D6518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797856B8-C221-FCA1-0103-1A04E2093C2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72B7C44-9EF9-80CB-FEBD-A721C270AB7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ED8210A7-44CC-1600-9CFC-7F4273CBE5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E786E2C4-9132-ECB8-8900-87F6948C3C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738804D1-74A6-05AC-6188-0DFDA19A0E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F862CB9F-EDA2-7B13-5FD1-68AE6068772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AB69E64A-997F-2123-F685-D94B430308B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2C8E0757-B3E5-DB26-CD9A-B9E778D80C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99A41F3-748F-A58B-FA83-E882F34449E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BABB12CC-B613-D6E3-60DA-CD0F49ECDD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13C6D054-D28B-1135-7A55-AC0FF2911A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AD19DD80-6124-B06D-AE7B-ABDEF02B94F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39435D0F-D016-C969-7864-6A6A4316519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6" name="Section">
            <a:extLst>
              <a:ext uri="{FF2B5EF4-FFF2-40B4-BE49-F238E27FC236}">
                <a16:creationId xmlns:a16="http://schemas.microsoft.com/office/drawing/2014/main" id="{05A6A6AA-1624-38D0-9812-5EB930C936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rgbClr val="4087A4">
                    <a:alpha val="75000"/>
                  </a:srgbClr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538D34DF-6006-EA71-014F-E269255383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Figtree" pitchFamily="2" charset="0"/>
              </a:defRPr>
            </a:lvl1pPr>
            <a:lvl2pPr>
              <a:defRPr>
                <a:solidFill>
                  <a:schemeClr val="bg1"/>
                </a:solidFill>
                <a:latin typeface="Figtree" pitchFamily="2" charset="0"/>
              </a:defRPr>
            </a:lvl2pPr>
            <a:lvl3pPr>
              <a:defRPr>
                <a:solidFill>
                  <a:schemeClr val="bg1"/>
                </a:solidFill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DF0956-AE90-EE4B-EAA5-BA7B439D96B3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263133-06E4-63A9-76E2-3551CBF2013C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27F69A6D-3C1F-2897-C224-BCF358BCEF23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7EF07D13-8819-4599-A581-0DBEB481B901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C4A3F926-92C8-CD6A-BB9D-8667EEAC0E43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E50C01B-2C05-10B8-4E39-7B6E52BE0A46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81AF8B78-5775-4876-494F-61A0913AAE3C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5551A2D-D579-2DAA-2610-2A7D36F0D342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6890003-2FAA-33E6-A116-87639397BB82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D6D2073-1FDD-238F-5F01-8BE8295EBCF8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0EFB3F4-A465-98CF-A886-571E4027A052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981155D7-7FA8-0A41-A404-3978361612F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219BAF8A-4C33-730A-C74B-D03B2DDBFCC5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E10C581-6A9C-2CEC-C78B-F364C4E9FD47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00AD47C7-B236-C1F0-A159-76EAE44EBF5F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3C633F-913F-C4B6-8D0A-5EA14F1742C9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6BF7B1D-4A8A-286F-8285-1191DA65EC2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8198488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ight Margin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6FFD33-7928-1556-E89A-EFCCE6E452A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17475200" y="10926"/>
            <a:ext cx="6911975" cy="136941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3BFB0DB-0691-2328-FBB0-3E7AA2CA8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168436" y="0"/>
            <a:ext cx="340197" cy="13716000"/>
          </a:xfrm>
          <a:prstGeom prst="rect">
            <a:avLst/>
          </a:prstGeom>
          <a:gradFill>
            <a:gsLst>
              <a:gs pos="8000">
                <a:srgbClr val="FFAD00"/>
              </a:gs>
              <a:gs pos="83000">
                <a:schemeClr val="accent3"/>
              </a:gs>
            </a:gsLst>
            <a:lin ang="5400000" scaled="0"/>
          </a:gra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E4786-A0D7-2E13-1A2F-A1D2E8F378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9A8968-8DB8-31F1-B5C0-B09FD5840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>
                    <a:lumMod val="60000"/>
                    <a:lumOff val="40000"/>
                  </a:schemeClr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9AE58EA-5B62-D4B0-594B-DFDF06CF228D}"/>
              </a:ext>
            </a:extLst>
          </p:cNvPr>
          <p:cNvGrpSpPr/>
          <p:nvPr userDrawn="1"/>
        </p:nvGrpSpPr>
        <p:grpSpPr>
          <a:xfrm>
            <a:off x="1159828" y="1247511"/>
            <a:ext cx="3960812" cy="856455"/>
            <a:chOff x="1159828" y="1247511"/>
            <a:chExt cx="3960812" cy="8564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E24DCE-1B7B-FC90-F96C-0B14829697A2}"/>
                </a:ext>
              </a:extLst>
            </p:cNvPr>
            <p:cNvGrpSpPr/>
            <p:nvPr userDrawn="1"/>
          </p:nvGrpSpPr>
          <p:grpSpPr>
            <a:xfrm>
              <a:off x="1159828" y="1247511"/>
              <a:ext cx="846711" cy="856455"/>
              <a:chOff x="22585681" y="228601"/>
              <a:chExt cx="316739" cy="320384"/>
            </a:xfrm>
            <a:solidFill>
              <a:srgbClr val="FFAD00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1DC57BC3-6640-AF0A-5B6F-2189B56C56CC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4C0D1910-B01A-0840-EDAB-857E280E49FF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CD19B006-DB43-B1A3-6E89-34FF78E138AF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9BEF4DE-5C28-2252-CC9F-EF6C679C7368}"/>
                </a:ext>
              </a:extLst>
            </p:cNvPr>
            <p:cNvGrpSpPr/>
            <p:nvPr userDrawn="1"/>
          </p:nvGrpSpPr>
          <p:grpSpPr>
            <a:xfrm>
              <a:off x="2261503" y="1414718"/>
              <a:ext cx="2859137" cy="625278"/>
              <a:chOff x="22997797" y="276636"/>
              <a:chExt cx="1069550" cy="233905"/>
            </a:xfrm>
            <a:solidFill>
              <a:srgbClr val="005F86"/>
            </a:solidFill>
          </p:grpSpPr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1848FA5-C81C-EBA1-2EA9-2398F57A117A}"/>
                  </a:ext>
                </a:extLst>
              </p:cNvPr>
              <p:cNvSpPr/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DD836F1-EA57-D0BE-9285-A9EDB22A06B6}"/>
                  </a:ext>
                </a:extLst>
              </p:cNvPr>
              <p:cNvSpPr/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179C8CD8-5AFC-B50A-6301-BA1BA6C9ABE8}"/>
                  </a:ext>
                </a:extLst>
              </p:cNvPr>
              <p:cNvSpPr/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982E481F-5F22-6B4E-281F-5AA43F5905C5}"/>
                  </a:ext>
                </a:extLst>
              </p:cNvPr>
              <p:cNvSpPr/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27335AC-D257-0D50-4ABD-0C7AD9AF88A2}"/>
                  </a:ext>
                </a:extLst>
              </p:cNvPr>
              <p:cNvSpPr/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B02F2D18-804E-51EE-89E8-F5C94903568B}"/>
                  </a:ext>
                </a:extLst>
              </p:cNvPr>
              <p:cNvSpPr/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4C84A2A7-DCE1-8570-2472-DCEA83A2C3AE}"/>
                  </a:ext>
                </a:extLst>
              </p:cNvPr>
              <p:cNvSpPr/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E88F9BA7-5FF0-DC44-34EA-A90F851CBDB9}"/>
                  </a:ext>
                </a:extLst>
              </p:cNvPr>
              <p:cNvSpPr/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6A77D826-43C8-22BA-74B9-848B60564EF2}"/>
                  </a:ext>
                </a:extLst>
              </p:cNvPr>
              <p:cNvSpPr/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912FEDF-5A48-0EBD-57B2-216963B600D8}"/>
                  </a:ext>
                </a:extLst>
              </p:cNvPr>
              <p:cNvSpPr/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2ECEEE8-E526-BF3A-5263-1246CBC5F2DA}"/>
                  </a:ext>
                </a:extLst>
              </p:cNvPr>
              <p:cNvSpPr/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0807448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(sentence, 32 italic, no punctuation)</a:t>
            </a:r>
          </a:p>
        </p:txBody>
      </p:sp>
      <p:pic>
        <p:nvPicPr>
          <p:cNvPr id="5" name="Anglepoint Logo">
            <a:extLst>
              <a:ext uri="{FF2B5EF4-FFF2-40B4-BE49-F238E27FC236}">
                <a16:creationId xmlns:a16="http://schemas.microsoft.com/office/drawing/2014/main" id="{0A06A33E-601C-6F80-7C8C-5E060EBFC8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85681" y="214087"/>
            <a:ext cx="1481667" cy="319402"/>
          </a:xfrm>
          <a:prstGeom prst="rect">
            <a:avLst/>
          </a:prstGeom>
        </p:spPr>
      </p:pic>
      <p:sp>
        <p:nvSpPr>
          <p:cNvPr id="6" name="Section">
            <a:extLst>
              <a:ext uri="{FF2B5EF4-FFF2-40B4-BE49-F238E27FC236}">
                <a16:creationId xmlns:a16="http://schemas.microsoft.com/office/drawing/2014/main" id="{EF7B80A7-B95C-23FE-C55F-7BCD02D30F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0" y="0"/>
            <a:ext cx="22273622" cy="524808"/>
          </a:xfrm>
          <a:prstGeom prst="rect">
            <a:avLst/>
          </a:prstGeom>
        </p:spPr>
        <p:txBody>
          <a:bodyPr lIns="91440" tIns="0" rIns="0" bIns="18288" anchor="b" anchorCtr="0">
            <a:normAutofit/>
          </a:bodyPr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400" b="0" i="0" cap="all" spc="100" baseline="0">
                <a:solidFill>
                  <a:schemeClr val="accent1"/>
                </a:solidFill>
                <a:latin typeface="Figtree" pitchFamily="2" charset="0"/>
                <a:cs typeface="Figtree" pitchFamily="2" charset="0"/>
              </a:defRPr>
            </a:lvl1pPr>
          </a:lstStyle>
          <a:p>
            <a:pPr lvl="0"/>
            <a:r>
              <a:rPr lang="en-US"/>
              <a:t>Optional SECTION (ALL CAPS, 14 pt REGULAR)</a:t>
            </a:r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954EDC53-3FD1-50E0-686D-A123C7F0E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anchor="t" anchorCtr="0"/>
          <a:lstStyle>
            <a:lvl1pPr algn="r">
              <a:defRPr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23" name="Slide Number Placeholder 7">
            <a:extLst>
              <a:ext uri="{FF2B5EF4-FFF2-40B4-BE49-F238E27FC236}">
                <a16:creationId xmlns:a16="http://schemas.microsoft.com/office/drawing/2014/main" id="{59F2A69E-FEA8-48C5-846D-DCD3C05E0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0FD9597-BA55-9068-DF02-3CCC6FAAD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tx2"/>
                </a:solidFill>
                <a:latin typeface="Figtree ExtraBold" pitchFamily="2" charset="0"/>
              </a:defRPr>
            </a:lvl1pPr>
          </a:lstStyle>
          <a:p>
            <a:r>
              <a:rPr lang="en-US"/>
              <a:t>Title (Title Caps, 66 Ex Bold)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0C2482B-3838-21DA-9FAE-330C9D8D8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068388" y="3403600"/>
            <a:ext cx="22250400" cy="9245600"/>
          </a:xfrm>
        </p:spPr>
        <p:txBody>
          <a:bodyPr/>
          <a:lstStyle>
            <a:lvl1pPr>
              <a:defRPr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</a:lstStyle>
          <a:p>
            <a:pPr lvl="0"/>
            <a:r>
              <a:rPr lang="en-US"/>
              <a:t>Primary Bullet (32, Regular)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9C608B-112E-8422-8DF7-93E81354FD96}"/>
              </a:ext>
            </a:extLst>
          </p:cNvPr>
          <p:cNvGrpSpPr/>
          <p:nvPr userDrawn="1"/>
        </p:nvGrpSpPr>
        <p:grpSpPr>
          <a:xfrm>
            <a:off x="22585681" y="214087"/>
            <a:ext cx="1481666" cy="320384"/>
            <a:chOff x="22585681" y="214087"/>
            <a:chExt cx="1481666" cy="32038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76C2788-2ED8-6D4D-6FE8-AE664B974D3B}"/>
                </a:ext>
              </a:extLst>
            </p:cNvPr>
            <p:cNvGrpSpPr/>
            <p:nvPr userDrawn="1"/>
          </p:nvGrpSpPr>
          <p:grpSpPr>
            <a:xfrm>
              <a:off x="22585681" y="214087"/>
              <a:ext cx="316739" cy="320384"/>
              <a:chOff x="22585681" y="214087"/>
              <a:chExt cx="316739" cy="320384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C76335D-C5BB-59DE-8B96-7E9D390925BA}"/>
                  </a:ext>
                </a:extLst>
              </p:cNvPr>
              <p:cNvSpPr/>
              <p:nvPr/>
            </p:nvSpPr>
            <p:spPr>
              <a:xfrm>
                <a:off x="22585681" y="313900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A3717F44-A84C-06B0-A601-0A0DE0CF462E}"/>
                  </a:ext>
                </a:extLst>
              </p:cNvPr>
              <p:cNvSpPr/>
              <p:nvPr/>
            </p:nvSpPr>
            <p:spPr>
              <a:xfrm>
                <a:off x="22617177" y="223152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F6E232F-8269-A5D4-EC27-2B72D6134328}"/>
                  </a:ext>
                </a:extLst>
              </p:cNvPr>
              <p:cNvSpPr/>
              <p:nvPr/>
            </p:nvSpPr>
            <p:spPr>
              <a:xfrm>
                <a:off x="22603869" y="214087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AD00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706DB86-C129-5AEC-3F5E-8EACC6C4C652}"/>
                </a:ext>
              </a:extLst>
            </p:cNvPr>
            <p:cNvGrpSpPr/>
            <p:nvPr userDrawn="1"/>
          </p:nvGrpSpPr>
          <p:grpSpPr>
            <a:xfrm>
              <a:off x="22997797" y="276636"/>
              <a:ext cx="1069550" cy="233905"/>
              <a:chOff x="22997797" y="276636"/>
              <a:chExt cx="1069550" cy="233905"/>
            </a:xfrm>
            <a:solidFill>
              <a:srgbClr val="005F86"/>
            </a:solidFill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2C32686-805E-0F5D-6D4B-EDA44643AACE}"/>
                  </a:ext>
                </a:extLst>
              </p:cNvPr>
              <p:cNvSpPr/>
              <p:nvPr/>
            </p:nvSpPr>
            <p:spPr>
              <a:xfrm>
                <a:off x="23159716" y="344857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3E480583-2D7C-F688-110F-4983E7A3ABD2}"/>
                  </a:ext>
                </a:extLst>
              </p:cNvPr>
              <p:cNvSpPr/>
              <p:nvPr/>
            </p:nvSpPr>
            <p:spPr>
              <a:xfrm>
                <a:off x="23274586" y="344483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E88C719-1107-3B50-B466-7228836205BA}"/>
                  </a:ext>
                </a:extLst>
              </p:cNvPr>
              <p:cNvSpPr/>
              <p:nvPr/>
            </p:nvSpPr>
            <p:spPr>
              <a:xfrm>
                <a:off x="23411682" y="289944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D1DB8F1-7FF0-A997-BDA8-7FA2336B9873}"/>
                  </a:ext>
                </a:extLst>
              </p:cNvPr>
              <p:cNvSpPr/>
              <p:nvPr/>
            </p:nvSpPr>
            <p:spPr>
              <a:xfrm>
                <a:off x="23848646" y="289944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EFA1905-0779-5061-7396-CFEA6F18673F}"/>
                  </a:ext>
                </a:extLst>
              </p:cNvPr>
              <p:cNvSpPr/>
              <p:nvPr/>
            </p:nvSpPr>
            <p:spPr>
              <a:xfrm>
                <a:off x="23460461" y="344925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F9B37A0-D5F9-99F9-CD57-8DF768E289A7}"/>
                  </a:ext>
                </a:extLst>
              </p:cNvPr>
              <p:cNvSpPr/>
              <p:nvPr/>
            </p:nvSpPr>
            <p:spPr>
              <a:xfrm>
                <a:off x="23586028" y="344927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FE9070F-8BD9-BDF8-9CF7-F1C68BEC32B5}"/>
                  </a:ext>
                </a:extLst>
              </p:cNvPr>
              <p:cNvSpPr/>
              <p:nvPr/>
            </p:nvSpPr>
            <p:spPr>
              <a:xfrm>
                <a:off x="23712008" y="344485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08BB778D-966F-FFD9-6BF7-EBC56BE84C45}"/>
                  </a:ext>
                </a:extLst>
              </p:cNvPr>
              <p:cNvSpPr/>
              <p:nvPr/>
            </p:nvSpPr>
            <p:spPr>
              <a:xfrm>
                <a:off x="23848646" y="347614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EC376585-F3AA-FBA9-C3ED-2DD46F0C80F9}"/>
                  </a:ext>
                </a:extLst>
              </p:cNvPr>
              <p:cNvSpPr/>
              <p:nvPr/>
            </p:nvSpPr>
            <p:spPr>
              <a:xfrm>
                <a:off x="23902767" y="344857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8DB69FD-3426-F9EC-306B-E88BF338B195}"/>
                  </a:ext>
                </a:extLst>
              </p:cNvPr>
              <p:cNvSpPr/>
              <p:nvPr/>
            </p:nvSpPr>
            <p:spPr>
              <a:xfrm>
                <a:off x="24014114" y="289501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73EE4CA4-7B7A-3D64-B715-A8367B047CC6}"/>
                  </a:ext>
                </a:extLst>
              </p:cNvPr>
              <p:cNvSpPr/>
              <p:nvPr/>
            </p:nvSpPr>
            <p:spPr>
              <a:xfrm>
                <a:off x="22997797" y="276636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grpFill/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1123770"/>
      </p:ext>
    </p:extLst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eft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36774FE-D575-7966-6B3B-803A19C13434}"/>
              </a:ext>
            </a:extLst>
          </p:cNvPr>
          <p:cNvSpPr/>
          <p:nvPr userDrawn="1"/>
        </p:nvSpPr>
        <p:spPr>
          <a:xfrm>
            <a:off x="0" y="-2"/>
            <a:ext cx="7024914" cy="13441681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839AF3C0-BCA5-40AB-8972-8F54022A2E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CF44DD6B-6E9F-4EAE-833D-8498D43B6C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ECAB251D-51E5-3B46-9951-7B5D149B8327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F2EBEF6A-EF71-484B-A7C1-4AD4CDA225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Section">
            <a:extLst>
              <a:ext uri="{FF2B5EF4-FFF2-40B4-BE49-F238E27FC236}">
                <a16:creationId xmlns:a16="http://schemas.microsoft.com/office/drawing/2014/main" id="{5623FE51-1BED-4DA1-BB40-A6FB8299C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3BB8C179-94D8-49B8-8880-65B2D4795F3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2525223" y="369812"/>
            <a:ext cx="1481667" cy="31940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032DB72-B759-1ED0-D257-AAFDB5F7C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84912"/>
            <a:ext cx="6333063" cy="2580706"/>
          </a:xfrm>
        </p:spPr>
        <p:txBody>
          <a:bodyPr anchor="b" anchorCtr="0">
            <a:spAutoFit/>
          </a:bodyPr>
          <a:lstStyle>
            <a:lvl1pPr>
              <a:lnSpc>
                <a:spcPct val="80000"/>
              </a:lnSpc>
              <a:defRPr b="1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E5AD81F-9078-885D-A1EB-486849169C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3836" y="3791846"/>
            <a:ext cx="5489227" cy="409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0" i="0">
                <a:solidFill>
                  <a:schemeClr val="accent1">
                    <a:lumMod val="40000"/>
                    <a:lumOff val="60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20C2557-F973-2B98-FC22-B40D3991069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8930" y="858371"/>
            <a:ext cx="2551611" cy="2551611"/>
          </a:xfrm>
        </p:spPr>
        <p:txBody>
          <a:bodyPr lIns="0" tIns="548640" rIns="0">
            <a:normAutofit/>
          </a:bodyPr>
          <a:lstStyle>
            <a:lvl1pPr marL="14288" indent="0" algn="ctr">
              <a:buFontTx/>
              <a:buNone/>
              <a:tabLst/>
              <a:defRPr sz="2400"/>
            </a:lvl1pPr>
          </a:lstStyle>
          <a:p>
            <a:r>
              <a:rPr lang="en-US"/>
              <a:t>Insert Publisher Logo</a:t>
            </a:r>
          </a:p>
        </p:txBody>
      </p:sp>
    </p:spTree>
    <p:extLst>
      <p:ext uri="{BB962C8B-B14F-4D97-AF65-F5344CB8AC3E}">
        <p14:creationId xmlns:p14="http://schemas.microsoft.com/office/powerpoint/2010/main" val="1808780155"/>
      </p:ext>
    </p:extLst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1-4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Headshot 4">
            <a:extLst>
              <a:ext uri="{FF2B5EF4-FFF2-40B4-BE49-F238E27FC236}">
                <a16:creationId xmlns:a16="http://schemas.microsoft.com/office/drawing/2014/main" id="{D05FD0B9-B742-4C35-805E-E87F27B1454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8235978" y="5680074"/>
            <a:ext cx="4636193" cy="6227064"/>
            <a:chOff x="18125007" y="5680074"/>
            <a:chExt cx="4636193" cy="6227064"/>
          </a:xfrm>
        </p:grpSpPr>
        <p:sp>
          <p:nvSpPr>
            <p:cNvPr id="64" name="Headshot 4 Title">
              <a:extLst>
                <a:ext uri="{FF2B5EF4-FFF2-40B4-BE49-F238E27FC236}">
                  <a16:creationId xmlns:a16="http://schemas.microsoft.com/office/drawing/2014/main" id="{20B932D0-1A8B-44BC-9869-9F1B816767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0" hasCustomPrompt="1"/>
            </p:nvPr>
          </p:nvSpPr>
          <p:spPr>
            <a:xfrm>
              <a:off x="1812500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5" name="Headshot 4 Name">
              <a:extLst>
                <a:ext uri="{FF2B5EF4-FFF2-40B4-BE49-F238E27FC236}">
                  <a16:creationId xmlns:a16="http://schemas.microsoft.com/office/drawing/2014/main" id="{1E568CFC-8CB7-49F5-BDEB-7269906FDE9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9" hasCustomPrompt="1"/>
            </p:nvPr>
          </p:nvSpPr>
          <p:spPr>
            <a:xfrm>
              <a:off x="1812500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66" name="Headshot 4 Image">
              <a:extLst>
                <a:ext uri="{FF2B5EF4-FFF2-40B4-BE49-F238E27FC236}">
                  <a16:creationId xmlns:a16="http://schemas.microsoft.com/office/drawing/2014/main" id="{412A36D4-2F79-47D0-9491-390F25BCF2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8" hasCustomPrompt="1"/>
            </p:nvPr>
          </p:nvSpPr>
          <p:spPr>
            <a:xfrm>
              <a:off x="18129706" y="5680074"/>
              <a:ext cx="4631494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60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3">
            <a:extLst>
              <a:ext uri="{FF2B5EF4-FFF2-40B4-BE49-F238E27FC236}">
                <a16:creationId xmlns:a16="http://schemas.microsoft.com/office/drawing/2014/main" id="{7EAD7FE4-B097-4B9B-9B1B-662FF51C3E6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662320" y="5680074"/>
            <a:ext cx="4636008" cy="6227064"/>
            <a:chOff x="12628463" y="5680074"/>
            <a:chExt cx="4636008" cy="6227064"/>
          </a:xfrm>
        </p:grpSpPr>
        <p:sp>
          <p:nvSpPr>
            <p:cNvPr id="68" name="Headshot 3 Title">
              <a:extLst>
                <a:ext uri="{FF2B5EF4-FFF2-40B4-BE49-F238E27FC236}">
                  <a16:creationId xmlns:a16="http://schemas.microsoft.com/office/drawing/2014/main" id="{2EEAA748-BC51-4483-9368-F5AB1080C09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8" hasCustomPrompt="1"/>
            </p:nvPr>
          </p:nvSpPr>
          <p:spPr>
            <a:xfrm>
              <a:off x="12628463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69" name="Headshot 3 Name">
              <a:extLst>
                <a:ext uri="{FF2B5EF4-FFF2-40B4-BE49-F238E27FC236}">
                  <a16:creationId xmlns:a16="http://schemas.microsoft.com/office/drawing/2014/main" id="{0C5D5FB7-1AC5-4740-BA56-E28A4CB13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7" hasCustomPrompt="1"/>
            </p:nvPr>
          </p:nvSpPr>
          <p:spPr>
            <a:xfrm>
              <a:off x="12628463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0" name="Headshot 3 Image">
              <a:extLst>
                <a:ext uri="{FF2B5EF4-FFF2-40B4-BE49-F238E27FC236}">
                  <a16:creationId xmlns:a16="http://schemas.microsoft.com/office/drawing/2014/main" id="{75D7E82C-28D7-44EF-8BF9-5ACD48E223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69" hasCustomPrompt="1"/>
            </p:nvPr>
          </p:nvSpPr>
          <p:spPr>
            <a:xfrm>
              <a:off x="12628463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2">
            <a:extLst>
              <a:ext uri="{FF2B5EF4-FFF2-40B4-BE49-F238E27FC236}">
                <a16:creationId xmlns:a16="http://schemas.microsoft.com/office/drawing/2014/main" id="{BD338BD0-2C92-404F-9D20-3F994F2960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88662" y="5680074"/>
            <a:ext cx="4636008" cy="6227064"/>
            <a:chOff x="7129437" y="5680074"/>
            <a:chExt cx="4636008" cy="6227064"/>
          </a:xfrm>
        </p:grpSpPr>
        <p:sp>
          <p:nvSpPr>
            <p:cNvPr id="72" name="Headshot 2 Title">
              <a:extLst>
                <a:ext uri="{FF2B5EF4-FFF2-40B4-BE49-F238E27FC236}">
                  <a16:creationId xmlns:a16="http://schemas.microsoft.com/office/drawing/2014/main" id="{A4E888AC-0862-4C56-8D57-731D358F90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6" hasCustomPrompt="1"/>
            </p:nvPr>
          </p:nvSpPr>
          <p:spPr>
            <a:xfrm>
              <a:off x="7129437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3" name="Headshot 2 Name">
              <a:extLst>
                <a:ext uri="{FF2B5EF4-FFF2-40B4-BE49-F238E27FC236}">
                  <a16:creationId xmlns:a16="http://schemas.microsoft.com/office/drawing/2014/main" id="{3EEBB013-B979-4C20-8375-21C53316CB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35" hasCustomPrompt="1"/>
            </p:nvPr>
          </p:nvSpPr>
          <p:spPr>
            <a:xfrm>
              <a:off x="7129437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4" name="Headshot 2 Image">
              <a:extLst>
                <a:ext uri="{FF2B5EF4-FFF2-40B4-BE49-F238E27FC236}">
                  <a16:creationId xmlns:a16="http://schemas.microsoft.com/office/drawing/2014/main" id="{CAAA4876-31CF-4A91-9E11-D482CF544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0" hasCustomPrompt="1"/>
            </p:nvPr>
          </p:nvSpPr>
          <p:spPr>
            <a:xfrm>
              <a:off x="7129437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5" name="Headshot 1">
            <a:extLst>
              <a:ext uri="{FF2B5EF4-FFF2-40B4-BE49-F238E27FC236}">
                <a16:creationId xmlns:a16="http://schemas.microsoft.com/office/drawing/2014/main" id="{5EC9A0CB-A4F9-44B2-8A25-48D40DC8E5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4" y="5680074"/>
            <a:ext cx="4636008" cy="6227064"/>
            <a:chOff x="1630411" y="5680074"/>
            <a:chExt cx="4636008" cy="6227064"/>
          </a:xfrm>
        </p:grpSpPr>
        <p:sp>
          <p:nvSpPr>
            <p:cNvPr id="76" name="Headshot 1 Title">
              <a:extLst>
                <a:ext uri="{FF2B5EF4-FFF2-40B4-BE49-F238E27FC236}">
                  <a16:creationId xmlns:a16="http://schemas.microsoft.com/office/drawing/2014/main" id="{0E18E760-9E4E-4D15-A6D3-65B5703343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630411" y="11111610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(18 pt regular)</a:t>
              </a:r>
            </a:p>
          </p:txBody>
        </p:sp>
        <p:sp>
          <p:nvSpPr>
            <p:cNvPr id="77" name="Headshot 1 Name">
              <a:extLst>
                <a:ext uri="{FF2B5EF4-FFF2-40B4-BE49-F238E27FC236}">
                  <a16:creationId xmlns:a16="http://schemas.microsoft.com/office/drawing/2014/main" id="{79591A9B-DB2A-426F-B599-31DAD9FF5CA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630411" y="10316082"/>
              <a:ext cx="4636008" cy="795528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20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(20 pt bold)</a:t>
              </a:r>
            </a:p>
          </p:txBody>
        </p:sp>
        <p:sp>
          <p:nvSpPr>
            <p:cNvPr id="78" name="Headshot 1 Image">
              <a:extLst>
                <a:ext uri="{FF2B5EF4-FFF2-40B4-BE49-F238E27FC236}">
                  <a16:creationId xmlns:a16="http://schemas.microsoft.com/office/drawing/2014/main" id="{B230C8B6-9F76-476B-9D4B-0D2E157BB2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71" hasCustomPrompt="1"/>
            </p:nvPr>
          </p:nvSpPr>
          <p:spPr>
            <a:xfrm>
              <a:off x="1630411" y="5680074"/>
              <a:ext cx="4636008" cy="4636008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36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515004" y="2388315"/>
            <a:ext cx="21356982" cy="2359152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515003" y="1913893"/>
            <a:ext cx="2136038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9" name="Anglepoint Logo">
            <a:extLst>
              <a:ext uri="{FF2B5EF4-FFF2-40B4-BE49-F238E27FC236}">
                <a16:creationId xmlns:a16="http://schemas.microsoft.com/office/drawing/2014/main" id="{D6FE01C8-6D5B-4516-84D1-AB14ED0CA84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17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- 5-8 Head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">
            <a:extLst>
              <a:ext uri="{FF2B5EF4-FFF2-40B4-BE49-F238E27FC236}">
                <a16:creationId xmlns:a16="http://schemas.microsoft.com/office/drawing/2014/main" id="{AD453CE4-1370-4592-8A3C-6BCDFE783B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4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37" name="Date">
            <a:extLst>
              <a:ext uri="{FF2B5EF4-FFF2-40B4-BE49-F238E27FC236}">
                <a16:creationId xmlns:a16="http://schemas.microsoft.com/office/drawing/2014/main" id="{5F340DBB-0F9C-4E40-BC58-31BA031D29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6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3E0C123E-1512-E94C-A7BA-23C97C449BAA}" type="datetime4">
              <a:rPr lang="en-US" smtClean="0"/>
              <a:t>June 16, 2026</a:t>
            </a:fld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C714588-32EA-4A9F-8A3D-A5B677FE0D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5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5" name="Headshot 9">
            <a:extLst>
              <a:ext uri="{FF2B5EF4-FFF2-40B4-BE49-F238E27FC236}">
                <a16:creationId xmlns:a16="http://schemas.microsoft.com/office/drawing/2014/main" id="{265D465F-465F-41F0-905B-A0718866370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7682610"/>
            <a:ext cx="3145536" cy="4224528"/>
            <a:chOff x="19719735" y="7682610"/>
            <a:chExt cx="3145536" cy="4224528"/>
          </a:xfrm>
        </p:grpSpPr>
        <p:sp>
          <p:nvSpPr>
            <p:cNvPr id="137" name="Headshot 9 Title">
              <a:extLst>
                <a:ext uri="{FF2B5EF4-FFF2-40B4-BE49-F238E27FC236}">
                  <a16:creationId xmlns:a16="http://schemas.microsoft.com/office/drawing/2014/main" id="{9B4EA6D6-E592-4893-8729-749BE936C1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6" hasCustomPrompt="1"/>
            </p:nvPr>
          </p:nvSpPr>
          <p:spPr>
            <a:xfrm>
              <a:off x="1971973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36" name="Headshot 9 Name">
              <a:extLst>
                <a:ext uri="{FF2B5EF4-FFF2-40B4-BE49-F238E27FC236}">
                  <a16:creationId xmlns:a16="http://schemas.microsoft.com/office/drawing/2014/main" id="{235AD1C0-3695-4688-B10E-37483D282F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5" hasCustomPrompt="1"/>
            </p:nvPr>
          </p:nvSpPr>
          <p:spPr>
            <a:xfrm>
              <a:off x="1971973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20" name="Headshot 9 Image">
              <a:extLst>
                <a:ext uri="{FF2B5EF4-FFF2-40B4-BE49-F238E27FC236}">
                  <a16:creationId xmlns:a16="http://schemas.microsoft.com/office/drawing/2014/main" id="{FE124FF8-6531-814A-8790-2179F5A3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5" hasCustomPrompt="1"/>
            </p:nvPr>
          </p:nvSpPr>
          <p:spPr>
            <a:xfrm>
              <a:off x="1971973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4" name="Headshot 8">
            <a:extLst>
              <a:ext uri="{FF2B5EF4-FFF2-40B4-BE49-F238E27FC236}">
                <a16:creationId xmlns:a16="http://schemas.microsoft.com/office/drawing/2014/main" id="{94E189EB-A124-410B-8446-E47E4CB3BD0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7682610"/>
            <a:ext cx="3145536" cy="4224528"/>
            <a:chOff x="16078821" y="7682610"/>
            <a:chExt cx="3145536" cy="4224528"/>
          </a:xfrm>
        </p:grpSpPr>
        <p:sp>
          <p:nvSpPr>
            <p:cNvPr id="129" name="Headshot 8 Title">
              <a:extLst>
                <a:ext uri="{FF2B5EF4-FFF2-40B4-BE49-F238E27FC236}">
                  <a16:creationId xmlns:a16="http://schemas.microsoft.com/office/drawing/2014/main" id="{425C8BBB-2629-403F-AE6C-77F2267462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4" hasCustomPrompt="1"/>
            </p:nvPr>
          </p:nvSpPr>
          <p:spPr>
            <a:xfrm>
              <a:off x="1607882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8" name="Headshot 8 Name">
              <a:extLst>
                <a:ext uri="{FF2B5EF4-FFF2-40B4-BE49-F238E27FC236}">
                  <a16:creationId xmlns:a16="http://schemas.microsoft.com/office/drawing/2014/main" id="{438637C9-22E4-43A3-B564-529C95070A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3" hasCustomPrompt="1"/>
            </p:nvPr>
          </p:nvSpPr>
          <p:spPr>
            <a:xfrm>
              <a:off x="1607882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9" name="Headshot 8 Image">
              <a:extLst>
                <a:ext uri="{FF2B5EF4-FFF2-40B4-BE49-F238E27FC236}">
                  <a16:creationId xmlns:a16="http://schemas.microsoft.com/office/drawing/2014/main" id="{4C5310C9-26B2-E043-B2F5-839DDD294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4" hasCustomPrompt="1"/>
            </p:nvPr>
          </p:nvSpPr>
          <p:spPr>
            <a:xfrm>
              <a:off x="1607882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3" name="Headshot 7">
            <a:extLst>
              <a:ext uri="{FF2B5EF4-FFF2-40B4-BE49-F238E27FC236}">
                <a16:creationId xmlns:a16="http://schemas.microsoft.com/office/drawing/2014/main" id="{42397F74-C421-4949-99F7-8C41FC9E20B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7682610"/>
            <a:ext cx="3145604" cy="4224528"/>
            <a:chOff x="12437839" y="7682610"/>
            <a:chExt cx="3145604" cy="4224528"/>
          </a:xfrm>
        </p:grpSpPr>
        <p:sp>
          <p:nvSpPr>
            <p:cNvPr id="125" name="Headshot 7 Title">
              <a:extLst>
                <a:ext uri="{FF2B5EF4-FFF2-40B4-BE49-F238E27FC236}">
                  <a16:creationId xmlns:a16="http://schemas.microsoft.com/office/drawing/2014/main" id="{7B729B38-71D9-4F4A-8902-E9E95C3D407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2" hasCustomPrompt="1"/>
            </p:nvPr>
          </p:nvSpPr>
          <p:spPr>
            <a:xfrm>
              <a:off x="12437839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4" name="Headshot 7 Name">
              <a:extLst>
                <a:ext uri="{FF2B5EF4-FFF2-40B4-BE49-F238E27FC236}">
                  <a16:creationId xmlns:a16="http://schemas.microsoft.com/office/drawing/2014/main" id="{193D88E1-E637-430A-B896-20C10D9C81A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1" hasCustomPrompt="1"/>
            </p:nvPr>
          </p:nvSpPr>
          <p:spPr>
            <a:xfrm>
              <a:off x="12437839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8" name="Headshot 7 Image">
              <a:extLst>
                <a:ext uri="{FF2B5EF4-FFF2-40B4-BE49-F238E27FC236}">
                  <a16:creationId xmlns:a16="http://schemas.microsoft.com/office/drawing/2014/main" id="{F4BD81BD-7377-EA4D-923F-88FE4E0D75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3" hasCustomPrompt="1"/>
            </p:nvPr>
          </p:nvSpPr>
          <p:spPr>
            <a:xfrm>
              <a:off x="12437907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2" name="Headshot 6">
            <a:extLst>
              <a:ext uri="{FF2B5EF4-FFF2-40B4-BE49-F238E27FC236}">
                <a16:creationId xmlns:a16="http://schemas.microsoft.com/office/drawing/2014/main" id="{18E1E0E5-C632-4067-9057-A7B2A5A316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96965" y="7682610"/>
            <a:ext cx="3145563" cy="4224528"/>
            <a:chOff x="8796965" y="7682610"/>
            <a:chExt cx="3145563" cy="4224528"/>
          </a:xfrm>
        </p:grpSpPr>
        <p:sp>
          <p:nvSpPr>
            <p:cNvPr id="121" name="Headshot 6 Title">
              <a:extLst>
                <a:ext uri="{FF2B5EF4-FFF2-40B4-BE49-F238E27FC236}">
                  <a16:creationId xmlns:a16="http://schemas.microsoft.com/office/drawing/2014/main" id="{DFC132F2-8063-488A-8CD0-655B62AE94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50" hasCustomPrompt="1"/>
            </p:nvPr>
          </p:nvSpPr>
          <p:spPr>
            <a:xfrm>
              <a:off x="879696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20" name="Headshot 6 Name">
              <a:extLst>
                <a:ext uri="{FF2B5EF4-FFF2-40B4-BE49-F238E27FC236}">
                  <a16:creationId xmlns:a16="http://schemas.microsoft.com/office/drawing/2014/main" id="{DE3AF9B2-2DA5-417F-ADDC-5122F2E4EC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9" hasCustomPrompt="1"/>
            </p:nvPr>
          </p:nvSpPr>
          <p:spPr>
            <a:xfrm>
              <a:off x="879696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4" name="Headshot 6 Image">
              <a:extLst>
                <a:ext uri="{FF2B5EF4-FFF2-40B4-BE49-F238E27FC236}">
                  <a16:creationId xmlns:a16="http://schemas.microsoft.com/office/drawing/2014/main" id="{A52E1C16-97C6-0C4C-A4C1-DB214BC0F9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5" hasCustomPrompt="1"/>
            </p:nvPr>
          </p:nvSpPr>
          <p:spPr>
            <a:xfrm>
              <a:off x="8796992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1" name="Headshot 5">
            <a:extLst>
              <a:ext uri="{FF2B5EF4-FFF2-40B4-BE49-F238E27FC236}">
                <a16:creationId xmlns:a16="http://schemas.microsoft.com/office/drawing/2014/main" id="{F2B03436-5AFC-46B4-9CC4-5B2EBEEC534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156091" y="7682610"/>
            <a:ext cx="3145536" cy="4224528"/>
            <a:chOff x="5156091" y="7682610"/>
            <a:chExt cx="3145536" cy="4224528"/>
          </a:xfrm>
        </p:grpSpPr>
        <p:sp>
          <p:nvSpPr>
            <p:cNvPr id="117" name="Headshot 5 Title">
              <a:extLst>
                <a:ext uri="{FF2B5EF4-FFF2-40B4-BE49-F238E27FC236}">
                  <a16:creationId xmlns:a16="http://schemas.microsoft.com/office/drawing/2014/main" id="{318FE40D-EEA5-4248-AED1-CF755C16C6F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8" hasCustomPrompt="1"/>
            </p:nvPr>
          </p:nvSpPr>
          <p:spPr>
            <a:xfrm>
              <a:off x="5156091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16" name="Headshot 5 Name">
              <a:extLst>
                <a:ext uri="{FF2B5EF4-FFF2-40B4-BE49-F238E27FC236}">
                  <a16:creationId xmlns:a16="http://schemas.microsoft.com/office/drawing/2014/main" id="{02E3585C-5813-45A9-A772-E8845DD802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47" hasCustomPrompt="1"/>
            </p:nvPr>
          </p:nvSpPr>
          <p:spPr>
            <a:xfrm>
              <a:off x="5156091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3" name="Headshot 5 Image">
              <a:extLst>
                <a:ext uri="{FF2B5EF4-FFF2-40B4-BE49-F238E27FC236}">
                  <a16:creationId xmlns:a16="http://schemas.microsoft.com/office/drawing/2014/main" id="{53CF112F-1D30-9D4F-BAB2-C745A662D1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4" hasCustomPrompt="1"/>
            </p:nvPr>
          </p:nvSpPr>
          <p:spPr>
            <a:xfrm>
              <a:off x="5156091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15" name="Headshot 4">
            <a:extLst>
              <a:ext uri="{FF2B5EF4-FFF2-40B4-BE49-F238E27FC236}">
                <a16:creationId xmlns:a16="http://schemas.microsoft.com/office/drawing/2014/main" id="{60271B7F-6D55-418F-8383-E830A376DDD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515005" y="7682610"/>
            <a:ext cx="3145536" cy="4224528"/>
            <a:chOff x="1515005" y="7682610"/>
            <a:chExt cx="3145536" cy="4224528"/>
          </a:xfrm>
        </p:grpSpPr>
        <p:sp>
          <p:nvSpPr>
            <p:cNvPr id="87" name="Headshot 4 Title">
              <a:extLst>
                <a:ext uri="{FF2B5EF4-FFF2-40B4-BE49-F238E27FC236}">
                  <a16:creationId xmlns:a16="http://schemas.microsoft.com/office/drawing/2014/main" id="{04C6C523-C73E-4677-8B82-DC1C371617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4" hasCustomPrompt="1"/>
            </p:nvPr>
          </p:nvSpPr>
          <p:spPr>
            <a:xfrm>
              <a:off x="1515005" y="1136764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86" name="Headshot 4 Name">
              <a:extLst>
                <a:ext uri="{FF2B5EF4-FFF2-40B4-BE49-F238E27FC236}">
                  <a16:creationId xmlns:a16="http://schemas.microsoft.com/office/drawing/2014/main" id="{5A43AAF7-BD7B-4D0F-8FC6-5D16B3A6BC7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body" sz="quarter" idx="33" hasCustomPrompt="1"/>
            </p:nvPr>
          </p:nvSpPr>
          <p:spPr>
            <a:xfrm>
              <a:off x="1515005" y="1082814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55" name="Headshot 4 Image">
              <a:extLst>
                <a:ext uri="{FF2B5EF4-FFF2-40B4-BE49-F238E27FC236}">
                  <a16:creationId xmlns:a16="http://schemas.microsoft.com/office/drawing/2014/main" id="{7400B20C-D969-964E-B2B7-D2EF3E9D42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28" hasCustomPrompt="1"/>
            </p:nvPr>
          </p:nvSpPr>
          <p:spPr>
            <a:xfrm>
              <a:off x="1515005" y="7682610"/>
              <a:ext cx="3145536" cy="3145536"/>
            </a:xfrm>
            <a:prstGeom prst="rect">
              <a:avLst/>
            </a:prstGeom>
          </p:spPr>
          <p:txBody>
            <a:bodyPr tIns="365760" anchor="t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6" name="Headshot 3">
            <a:extLst>
              <a:ext uri="{FF2B5EF4-FFF2-40B4-BE49-F238E27FC236}">
                <a16:creationId xmlns:a16="http://schemas.microsoft.com/office/drawing/2014/main" id="{63B34669-8FD3-47E7-A473-B2DA3DAA036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19735" y="2787880"/>
            <a:ext cx="3145536" cy="4224528"/>
            <a:chOff x="19719735" y="2787880"/>
            <a:chExt cx="3145536" cy="4224528"/>
          </a:xfrm>
        </p:grpSpPr>
        <p:sp>
          <p:nvSpPr>
            <p:cNvPr id="149" name="Headshot 3 Title">
              <a:extLst>
                <a:ext uri="{FF2B5EF4-FFF2-40B4-BE49-F238E27FC236}">
                  <a16:creationId xmlns:a16="http://schemas.microsoft.com/office/drawing/2014/main" id="{FA7E17B7-A75B-459E-BD36-412F61E3067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2" hasCustomPrompt="1"/>
            </p:nvPr>
          </p:nvSpPr>
          <p:spPr>
            <a:xfrm>
              <a:off x="19719735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8" name="Headshot 3 Name">
              <a:extLst>
                <a:ext uri="{FF2B5EF4-FFF2-40B4-BE49-F238E27FC236}">
                  <a16:creationId xmlns:a16="http://schemas.microsoft.com/office/drawing/2014/main" id="{604D779B-1F9A-469C-8BAC-1B180766BB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1" hasCustomPrompt="1"/>
            </p:nvPr>
          </p:nvSpPr>
          <p:spPr>
            <a:xfrm>
              <a:off x="19719735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7" name="Headshot 3 Image">
              <a:extLst>
                <a:ext uri="{FF2B5EF4-FFF2-40B4-BE49-F238E27FC236}">
                  <a16:creationId xmlns:a16="http://schemas.microsoft.com/office/drawing/2014/main" id="{BD059C14-E991-2640-98FB-741FA61927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2" hasCustomPrompt="1"/>
            </p:nvPr>
          </p:nvSpPr>
          <p:spPr>
            <a:xfrm>
              <a:off x="19719735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 defTabSz="1828708" rtl="0" eaLnBrk="1" latinLnBrk="0" hangingPunct="1">
                <a:lnSpc>
                  <a:spcPct val="15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lang="en-US" sz="2400" kern="1200" dirty="0">
                  <a:solidFill>
                    <a:schemeClr val="tx1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7" name="Headshot 2">
            <a:extLst>
              <a:ext uri="{FF2B5EF4-FFF2-40B4-BE49-F238E27FC236}">
                <a16:creationId xmlns:a16="http://schemas.microsoft.com/office/drawing/2014/main" id="{C69FD3A4-69FC-4C70-8C94-C3D893C0F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78821" y="2787880"/>
            <a:ext cx="3145536" cy="4224528"/>
            <a:chOff x="16078821" y="2787880"/>
            <a:chExt cx="3145536" cy="4224528"/>
          </a:xfrm>
        </p:grpSpPr>
        <p:sp>
          <p:nvSpPr>
            <p:cNvPr id="147" name="Headshot 2 Title">
              <a:extLst>
                <a:ext uri="{FF2B5EF4-FFF2-40B4-BE49-F238E27FC236}">
                  <a16:creationId xmlns:a16="http://schemas.microsoft.com/office/drawing/2014/main" id="{44F78D72-A4D7-412B-8D54-07450DA913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60" hasCustomPrompt="1"/>
            </p:nvPr>
          </p:nvSpPr>
          <p:spPr>
            <a:xfrm>
              <a:off x="16078821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6" name="Headshot 2 Name">
              <a:extLst>
                <a:ext uri="{FF2B5EF4-FFF2-40B4-BE49-F238E27FC236}">
                  <a16:creationId xmlns:a16="http://schemas.microsoft.com/office/drawing/2014/main" id="{C718CDDB-5D42-48CF-93CD-3607FB8BB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9" hasCustomPrompt="1"/>
            </p:nvPr>
          </p:nvSpPr>
          <p:spPr>
            <a:xfrm>
              <a:off x="16078821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16" name="Headshot 2 Image">
              <a:extLst>
                <a:ext uri="{FF2B5EF4-FFF2-40B4-BE49-F238E27FC236}">
                  <a16:creationId xmlns:a16="http://schemas.microsoft.com/office/drawing/2014/main" id="{5D53F939-BDBC-AD4F-B30F-7BB7432158E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1" hasCustomPrompt="1"/>
            </p:nvPr>
          </p:nvSpPr>
          <p:spPr>
            <a:xfrm>
              <a:off x="16078821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grpSp>
        <p:nvGrpSpPr>
          <p:cNvPr id="28" name="Headshot 1">
            <a:extLst>
              <a:ext uri="{FF2B5EF4-FFF2-40B4-BE49-F238E27FC236}">
                <a16:creationId xmlns:a16="http://schemas.microsoft.com/office/drawing/2014/main" id="{6E6A6396-277A-47B2-9450-1EC6050EFB4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437839" y="2787880"/>
            <a:ext cx="3145604" cy="4224528"/>
            <a:chOff x="12437839" y="2787880"/>
            <a:chExt cx="3145604" cy="4224528"/>
          </a:xfrm>
        </p:grpSpPr>
        <p:sp>
          <p:nvSpPr>
            <p:cNvPr id="145" name="Headshot 1 Title">
              <a:extLst>
                <a:ext uri="{FF2B5EF4-FFF2-40B4-BE49-F238E27FC236}">
                  <a16:creationId xmlns:a16="http://schemas.microsoft.com/office/drawing/2014/main" id="{79E2707B-5A69-40CC-8E44-FB933406F4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8" hasCustomPrompt="1"/>
            </p:nvPr>
          </p:nvSpPr>
          <p:spPr>
            <a:xfrm>
              <a:off x="12437839" y="6472912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tIns="0" anchor="t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 b="0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Title (16 pt regular)</a:t>
              </a:r>
            </a:p>
          </p:txBody>
        </p:sp>
        <p:sp>
          <p:nvSpPr>
            <p:cNvPr id="144" name="Headshot 1 Name">
              <a:extLst>
                <a:ext uri="{FF2B5EF4-FFF2-40B4-BE49-F238E27FC236}">
                  <a16:creationId xmlns:a16="http://schemas.microsoft.com/office/drawing/2014/main" id="{1C075D70-4DC9-4766-9792-C861DA6932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body" sz="quarter" idx="57" hasCustomPrompt="1"/>
            </p:nvPr>
          </p:nvSpPr>
          <p:spPr>
            <a:xfrm>
              <a:off x="12437839" y="5933416"/>
              <a:ext cx="3145536" cy="53949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</p:spPr>
          <p:txBody>
            <a:bodyPr bIns="45720" anchor="b" anchorCtr="0"/>
            <a:lstStyle>
              <a:lvl1pPr marL="0" indent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800" b="1" i="0">
                  <a:solidFill>
                    <a:schemeClr val="tx2"/>
                  </a:solidFill>
                  <a:latin typeface="Figtree" pitchFamily="2" charset="0"/>
                </a:defRPr>
              </a:lvl1pPr>
            </a:lstStyle>
            <a:p>
              <a:pPr lvl="0"/>
              <a:r>
                <a:rPr lang="en-US"/>
                <a:t>Name (18 pt bold)</a:t>
              </a:r>
            </a:p>
          </p:txBody>
        </p:sp>
        <p:sp>
          <p:nvSpPr>
            <p:cNvPr id="3" name="Headshot 1 Image">
              <a:extLst>
                <a:ext uri="{FF2B5EF4-FFF2-40B4-BE49-F238E27FC236}">
                  <a16:creationId xmlns:a16="http://schemas.microsoft.com/office/drawing/2014/main" id="{15685170-DFAB-6547-8534-9967010DFF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10" hasCustomPrompt="1"/>
            </p:nvPr>
          </p:nvSpPr>
          <p:spPr>
            <a:xfrm>
              <a:off x="12437907" y="2787880"/>
              <a:ext cx="3145536" cy="3145536"/>
            </a:xfrm>
            <a:prstGeom prst="rect">
              <a:avLst/>
            </a:prstGeom>
          </p:spPr>
          <p:txBody>
            <a:bodyPr tIns="365760" anchor="ctr" anchorCtr="0"/>
            <a:lstStyle>
              <a:lvl1pPr marL="0" indent="0" algn="ctr">
                <a:lnSpc>
                  <a:spcPct val="150000"/>
                </a:lnSpc>
                <a:spcBef>
                  <a:spcPts val="0"/>
                </a:spcBef>
                <a:buNone/>
                <a:defRPr sz="2400">
                  <a:latin typeface="Figtree" pitchFamily="2" charset="0"/>
                </a:defRPr>
              </a:lvl1pPr>
            </a:lstStyle>
            <a:p>
              <a:r>
                <a:rPr lang="en-US"/>
                <a:t>Click icon to browse or select placeholder to paste 500 pixel square headshot</a:t>
              </a:r>
            </a:p>
          </p:txBody>
        </p:sp>
      </p:grpSp>
      <p:sp>
        <p:nvSpPr>
          <p:cNvPr id="2" name="Title">
            <a:extLst>
              <a:ext uri="{FF2B5EF4-FFF2-40B4-BE49-F238E27FC236}">
                <a16:creationId xmlns:a16="http://schemas.microsoft.com/office/drawing/2014/main" id="{557B33AF-875E-4DDA-B91A-E2FC809F3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title" hasCustomPrompt="1"/>
          </p:nvPr>
        </p:nvSpPr>
        <p:spPr>
          <a:xfrm>
            <a:off x="1515004" y="2388315"/>
            <a:ext cx="10251934" cy="4622918"/>
          </a:xfrm>
        </p:spPr>
        <p:txBody>
          <a:bodyPr lIns="0" tIns="411480" rIns="0" bIns="0" anchor="t" anchorCtr="0">
            <a:noAutofit/>
          </a:bodyPr>
          <a:lstStyle>
            <a:lvl1pPr marL="0" indent="0">
              <a:lnSpc>
                <a:spcPct val="80000"/>
              </a:lnSpc>
              <a:defRPr sz="10500" b="1" i="0" cap="none" baseline="0">
                <a:latin typeface="Figtree" pitchFamily="2" charset="0"/>
              </a:defRPr>
            </a:lvl1pPr>
          </a:lstStyle>
          <a:p>
            <a:r>
              <a:rPr lang="en-US"/>
              <a:t>Title (105 Pt Bold)</a:t>
            </a:r>
          </a:p>
        </p:txBody>
      </p:sp>
      <p:sp>
        <p:nvSpPr>
          <p:cNvPr id="56" name="Subtitle">
            <a:extLst>
              <a:ext uri="{FF2B5EF4-FFF2-40B4-BE49-F238E27FC236}">
                <a16:creationId xmlns:a16="http://schemas.microsoft.com/office/drawing/2014/main" id="{324EFA29-2227-4C18-AC76-BEFC6F2343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16" hasCustomPrompt="1"/>
          </p:nvPr>
        </p:nvSpPr>
        <p:spPr>
          <a:xfrm>
            <a:off x="1515003" y="1913893"/>
            <a:ext cx="10250424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FC6CA76C-D78A-4270-9774-0BE6CEEB34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body" sz="quarter" idx="66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5" name="Anglepoint Logo">
            <a:extLst>
              <a:ext uri="{FF2B5EF4-FFF2-40B4-BE49-F238E27FC236}">
                <a16:creationId xmlns:a16="http://schemas.microsoft.com/office/drawing/2014/main" id="{3A46ADE1-A0F8-435B-8CB2-CD9BC2D3AEF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79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1" userDrawn="1">
          <p15:clr>
            <a:srgbClr val="FBAE40"/>
          </p15:clr>
        </p15:guide>
      </p15:sldGuideLst>
    </p:ext>
  </p:extLst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ackground">
            <a:extLst>
              <a:ext uri="{FF2B5EF4-FFF2-40B4-BE49-F238E27FC236}">
                <a16:creationId xmlns:a16="http://schemas.microsoft.com/office/drawing/2014/main" id="{7C08B935-896B-40EC-8D98-E5E8A5087B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24387048" cy="1372177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EF3C38E-FD23-A889-D445-8ABCDF83B456}"/>
              </a:ext>
            </a:extLst>
          </p:cNvPr>
          <p:cNvSpPr/>
          <p:nvPr userDrawn="1"/>
        </p:nvSpPr>
        <p:spPr>
          <a:xfrm>
            <a:off x="517" y="0"/>
            <a:ext cx="24386658" cy="13721779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73000"/>
                </a:schemeClr>
              </a:gs>
              <a:gs pos="87000">
                <a:srgbClr val="001C3B">
                  <a:alpha val="88000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EBFF5440-94F7-4579-96C0-93AE16AB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7256649"/>
      </p:ext>
    </p:extLst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1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A5F3BCE7-2230-48C6-9F7F-EB90130EF5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68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3" name="Date">
            <a:extLst>
              <a:ext uri="{FF2B5EF4-FFF2-40B4-BE49-F238E27FC236}">
                <a16:creationId xmlns:a16="http://schemas.microsoft.com/office/drawing/2014/main" id="{920E0566-C6B6-4063-8713-8F92FB697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70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79197C9B-6776-2944-90D9-A148B5F06E4E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5A03D63E-46B0-4461-8045-CCF3D3EED8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69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16 Logos">
            <a:extLst>
              <a:ext uri="{FF2B5EF4-FFF2-40B4-BE49-F238E27FC236}">
                <a16:creationId xmlns:a16="http://schemas.microsoft.com/office/drawing/2014/main" id="{79B3F21C-BE41-41AB-892C-3A1DB86F429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7812" y="1494333"/>
            <a:ext cx="10972800" cy="10058399"/>
            <a:chOff x="10826220" y="1494332"/>
            <a:chExt cx="10972800" cy="10058399"/>
          </a:xfrm>
        </p:grpSpPr>
        <p:sp>
          <p:nvSpPr>
            <p:cNvPr id="38" name="Logo 16">
              <a:extLst>
                <a:ext uri="{FF2B5EF4-FFF2-40B4-BE49-F238E27FC236}">
                  <a16:creationId xmlns:a16="http://schemas.microsoft.com/office/drawing/2014/main" id="{C4DCC261-E207-3F4E-BF2C-4D682046B6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4" hasCustomPrompt="1"/>
            </p:nvPr>
          </p:nvSpPr>
          <p:spPr>
            <a:xfrm>
              <a:off x="19970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7" name="Logo 15">
              <a:extLst>
                <a:ext uri="{FF2B5EF4-FFF2-40B4-BE49-F238E27FC236}">
                  <a16:creationId xmlns:a16="http://schemas.microsoft.com/office/drawing/2014/main" id="{6EF833F9-BAAF-6A45-B384-376431515C1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3" hasCustomPrompt="1"/>
            </p:nvPr>
          </p:nvSpPr>
          <p:spPr>
            <a:xfrm>
              <a:off x="16922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2" name="Logo 14">
              <a:extLst>
                <a:ext uri="{FF2B5EF4-FFF2-40B4-BE49-F238E27FC236}">
                  <a16:creationId xmlns:a16="http://schemas.microsoft.com/office/drawing/2014/main" id="{BFFE0A8A-E797-774B-BE30-A70A9846D0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7" hasCustomPrompt="1"/>
            </p:nvPr>
          </p:nvSpPr>
          <p:spPr>
            <a:xfrm>
              <a:off x="13874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0" name="Logo 13">
              <a:extLst>
                <a:ext uri="{FF2B5EF4-FFF2-40B4-BE49-F238E27FC236}">
                  <a16:creationId xmlns:a16="http://schemas.microsoft.com/office/drawing/2014/main" id="{7CCF94FD-D411-B04F-BD09-C15940DDF4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3" hasCustomPrompt="1"/>
            </p:nvPr>
          </p:nvSpPr>
          <p:spPr>
            <a:xfrm>
              <a:off x="10826220" y="9723931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4" name="Logo 12">
              <a:extLst>
                <a:ext uri="{FF2B5EF4-FFF2-40B4-BE49-F238E27FC236}">
                  <a16:creationId xmlns:a16="http://schemas.microsoft.com/office/drawing/2014/main" id="{D37503E6-E4C3-7A4C-A4C7-D39FE17B3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2" hasCustomPrompt="1"/>
            </p:nvPr>
          </p:nvSpPr>
          <p:spPr>
            <a:xfrm>
              <a:off x="19970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3" name="Logo 11">
              <a:extLst>
                <a:ext uri="{FF2B5EF4-FFF2-40B4-BE49-F238E27FC236}">
                  <a16:creationId xmlns:a16="http://schemas.microsoft.com/office/drawing/2014/main" id="{F1BA1056-F051-5948-A98A-CFE8AE801F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1" hasCustomPrompt="1"/>
            </p:nvPr>
          </p:nvSpPr>
          <p:spPr>
            <a:xfrm>
              <a:off x="16922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1" name="Logo 10">
              <a:extLst>
                <a:ext uri="{FF2B5EF4-FFF2-40B4-BE49-F238E27FC236}">
                  <a16:creationId xmlns:a16="http://schemas.microsoft.com/office/drawing/2014/main" id="{5611E84E-A7D3-F849-8827-5FE361B49F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6" hasCustomPrompt="1"/>
            </p:nvPr>
          </p:nvSpPr>
          <p:spPr>
            <a:xfrm>
              <a:off x="13874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9" name="Logo 9">
              <a:extLst>
                <a:ext uri="{FF2B5EF4-FFF2-40B4-BE49-F238E27FC236}">
                  <a16:creationId xmlns:a16="http://schemas.microsoft.com/office/drawing/2014/main" id="{075CD6DA-163D-4A41-A5B3-3C5CF67BA6A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2" hasCustomPrompt="1"/>
            </p:nvPr>
          </p:nvSpPr>
          <p:spPr>
            <a:xfrm>
              <a:off x="10826220" y="69807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31" name="Logo 8">
              <a:extLst>
                <a:ext uri="{FF2B5EF4-FFF2-40B4-BE49-F238E27FC236}">
                  <a16:creationId xmlns:a16="http://schemas.microsoft.com/office/drawing/2014/main" id="{903DD465-9A44-A844-8F88-FEB7E41392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0" hasCustomPrompt="1"/>
            </p:nvPr>
          </p:nvSpPr>
          <p:spPr>
            <a:xfrm>
              <a:off x="19970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29" name="Logo 7">
              <a:extLst>
                <a:ext uri="{FF2B5EF4-FFF2-40B4-BE49-F238E27FC236}">
                  <a16:creationId xmlns:a16="http://schemas.microsoft.com/office/drawing/2014/main" id="{D96CC5A6-7D99-D74E-945F-60453F9BF3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9" hasCustomPrompt="1"/>
            </p:nvPr>
          </p:nvSpPr>
          <p:spPr>
            <a:xfrm>
              <a:off x="16922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40" name="Logo 6">
              <a:extLst>
                <a:ext uri="{FF2B5EF4-FFF2-40B4-BE49-F238E27FC236}">
                  <a16:creationId xmlns:a16="http://schemas.microsoft.com/office/drawing/2014/main" id="{6122BB72-B8AF-FA40-8B44-8A3D9C4D461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45" hasCustomPrompt="1"/>
            </p:nvPr>
          </p:nvSpPr>
          <p:spPr>
            <a:xfrm>
              <a:off x="13874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78" name="Logo 5">
              <a:extLst>
                <a:ext uri="{FF2B5EF4-FFF2-40B4-BE49-F238E27FC236}">
                  <a16:creationId xmlns:a16="http://schemas.microsoft.com/office/drawing/2014/main" id="{EB0B61C2-C788-994D-81AF-E264B3CC30F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1" hasCustomPrompt="1"/>
            </p:nvPr>
          </p:nvSpPr>
          <p:spPr>
            <a:xfrm>
              <a:off x="10826220" y="42375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9970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6922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3874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lang="en-US" sz="1400" b="0" i="0" kern="1200" spc="-50" baseline="0" noProof="0" dirty="0">
                  <a:solidFill>
                    <a:schemeClr val="tx2"/>
                  </a:solidFill>
                  <a:latin typeface="Figtree" pitchFamily="2" charset="0"/>
                  <a:ea typeface="+mn-ea"/>
                  <a:cs typeface="+mn-cs"/>
                </a:defRPr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826220" y="1494332"/>
              <a:ext cx="1828800" cy="182880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50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4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6" name="Table Grid">
            <a:extLst>
              <a:ext uri="{FF2B5EF4-FFF2-40B4-BE49-F238E27FC236}">
                <a16:creationId xmlns:a16="http://schemas.microsoft.com/office/drawing/2014/main" id="{1D1159A7-972B-42DE-A689-D276F615250D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210432758"/>
              </p:ext>
            </p:extLst>
          </p:nvPr>
        </p:nvGraphicFramePr>
        <p:xfrm>
          <a:off x="10645276" y="1494332"/>
          <a:ext cx="11594592" cy="10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244144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2286000"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Figtree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55" name="Summary">
            <a:extLst>
              <a:ext uri="{FF2B5EF4-FFF2-40B4-BE49-F238E27FC236}">
                <a16:creationId xmlns:a16="http://schemas.microsoft.com/office/drawing/2014/main" id="{7BD18BE6-6A9D-E34F-B018-9E9313E0A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1"/>
            <a:ext cx="7490063" cy="2579547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52" name="TItle">
            <a:extLst>
              <a:ext uri="{FF2B5EF4-FFF2-40B4-BE49-F238E27FC236}">
                <a16:creationId xmlns:a16="http://schemas.microsoft.com/office/drawing/2014/main" id="{E399F675-24E5-E64C-8FFA-06E230294F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30F1B1FA-4C4F-4B71-9676-DD62E0FDF7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35" name="Section">
            <a:extLst>
              <a:ext uri="{FF2B5EF4-FFF2-40B4-BE49-F238E27FC236}">
                <a16:creationId xmlns:a16="http://schemas.microsoft.com/office/drawing/2014/main" id="{72135433-3B13-47F5-A915-305452A94B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28" name="Anglepoint Logo">
            <a:extLst>
              <a:ext uri="{FF2B5EF4-FFF2-40B4-BE49-F238E27FC236}">
                <a16:creationId xmlns:a16="http://schemas.microsoft.com/office/drawing/2014/main" id="{2FFC4614-BFFA-4A01-A35B-C3378606BF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22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- 36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>
            <a:extLst>
              <a:ext uri="{FF2B5EF4-FFF2-40B4-BE49-F238E27FC236}">
                <a16:creationId xmlns:a16="http://schemas.microsoft.com/office/drawing/2014/main" id="{5B8A8BF6-3F4D-4784-9E6D-8E9BDF765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2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60" name="Date">
            <a:extLst>
              <a:ext uri="{FF2B5EF4-FFF2-40B4-BE49-F238E27FC236}">
                <a16:creationId xmlns:a16="http://schemas.microsoft.com/office/drawing/2014/main" id="{A2E04D99-6587-4662-B6C1-212157175E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22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A3C12718-9207-184D-B12A-1B78602D3697}" type="datetime4">
              <a:rPr lang="en-US" smtClean="0"/>
              <a:t>June 16, 2026</a:t>
            </a:fld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4C71D475-E51F-4C3D-B254-B5DA39F534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1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36 Logos">
            <a:extLst>
              <a:ext uri="{FF2B5EF4-FFF2-40B4-BE49-F238E27FC236}">
                <a16:creationId xmlns:a16="http://schemas.microsoft.com/office/drawing/2014/main" id="{4212CCD6-ED0E-445F-9007-D145926BF86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54512" y="1490472"/>
            <a:ext cx="11064240" cy="9966960"/>
            <a:chOff x="10954512" y="1490472"/>
            <a:chExt cx="11064240" cy="9966960"/>
          </a:xfrm>
        </p:grpSpPr>
        <p:sp>
          <p:nvSpPr>
            <p:cNvPr id="175" name="Logo 36">
              <a:extLst>
                <a:ext uri="{FF2B5EF4-FFF2-40B4-BE49-F238E27FC236}">
                  <a16:creationId xmlns:a16="http://schemas.microsoft.com/office/drawing/2014/main" id="{660CBEBF-75FA-4847-BDEA-4CFD04FEEF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8" hasCustomPrompt="1"/>
            </p:nvPr>
          </p:nvSpPr>
          <p:spPr>
            <a:xfrm>
              <a:off x="2073859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6" name="Logo 35">
              <a:extLst>
                <a:ext uri="{FF2B5EF4-FFF2-40B4-BE49-F238E27FC236}">
                  <a16:creationId xmlns:a16="http://schemas.microsoft.com/office/drawing/2014/main" id="{2BDA7CEC-1A52-DA41-8FBF-61E16C1E69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9" hasCustomPrompt="1"/>
            </p:nvPr>
          </p:nvSpPr>
          <p:spPr>
            <a:xfrm>
              <a:off x="18781776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1" name="Logo 33">
              <a:extLst>
                <a:ext uri="{FF2B5EF4-FFF2-40B4-BE49-F238E27FC236}">
                  <a16:creationId xmlns:a16="http://schemas.microsoft.com/office/drawing/2014/main" id="{4F58847C-04DA-9040-9F18-C5BCDC350CA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4" hasCustomPrompt="1"/>
            </p:nvPr>
          </p:nvSpPr>
          <p:spPr>
            <a:xfrm>
              <a:off x="14868144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2" name="Logo 34">
              <a:extLst>
                <a:ext uri="{FF2B5EF4-FFF2-40B4-BE49-F238E27FC236}">
                  <a16:creationId xmlns:a16="http://schemas.microsoft.com/office/drawing/2014/main" id="{7F0CCB79-2AE2-6C46-80D8-3F6F3B91FC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5" hasCustomPrompt="1"/>
            </p:nvPr>
          </p:nvSpPr>
          <p:spPr>
            <a:xfrm>
              <a:off x="16824960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3" name="Logo 32">
              <a:extLst>
                <a:ext uri="{FF2B5EF4-FFF2-40B4-BE49-F238E27FC236}">
                  <a16:creationId xmlns:a16="http://schemas.microsoft.com/office/drawing/2014/main" id="{507ACBB8-E7BC-614A-8147-EFE89BE0F4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6" hasCustomPrompt="1"/>
            </p:nvPr>
          </p:nvSpPr>
          <p:spPr>
            <a:xfrm>
              <a:off x="12911328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4" name="Logo 31">
              <a:extLst>
                <a:ext uri="{FF2B5EF4-FFF2-40B4-BE49-F238E27FC236}">
                  <a16:creationId xmlns:a16="http://schemas.microsoft.com/office/drawing/2014/main" id="{55972CD3-242A-6045-9D09-95F866EADD71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7" hasCustomPrompt="1"/>
            </p:nvPr>
          </p:nvSpPr>
          <p:spPr>
            <a:xfrm>
              <a:off x="10954512" y="101772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9" name="Logo 30">
              <a:extLst>
                <a:ext uri="{FF2B5EF4-FFF2-40B4-BE49-F238E27FC236}">
                  <a16:creationId xmlns:a16="http://schemas.microsoft.com/office/drawing/2014/main" id="{02D4D70C-DBBE-1249-A76D-75173AC8C3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2" hasCustomPrompt="1"/>
            </p:nvPr>
          </p:nvSpPr>
          <p:spPr>
            <a:xfrm>
              <a:off x="2073859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70" name="Logo 29">
              <a:extLst>
                <a:ext uri="{FF2B5EF4-FFF2-40B4-BE49-F238E27FC236}">
                  <a16:creationId xmlns:a16="http://schemas.microsoft.com/office/drawing/2014/main" id="{9A85C014-60CC-F545-94DF-B20AC00BEC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3" hasCustomPrompt="1"/>
            </p:nvPr>
          </p:nvSpPr>
          <p:spPr>
            <a:xfrm>
              <a:off x="18781776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6" name="Logo 28">
              <a:extLst>
                <a:ext uri="{FF2B5EF4-FFF2-40B4-BE49-F238E27FC236}">
                  <a16:creationId xmlns:a16="http://schemas.microsoft.com/office/drawing/2014/main" id="{24B5EC1D-A08E-B84D-97FC-B87BF3F970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9" hasCustomPrompt="1"/>
            </p:nvPr>
          </p:nvSpPr>
          <p:spPr>
            <a:xfrm>
              <a:off x="16824960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5" name="Logo 27">
              <a:extLst>
                <a:ext uri="{FF2B5EF4-FFF2-40B4-BE49-F238E27FC236}">
                  <a16:creationId xmlns:a16="http://schemas.microsoft.com/office/drawing/2014/main" id="{FA7BCC87-160B-D042-B53B-A8FB3BC663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8" hasCustomPrompt="1"/>
            </p:nvPr>
          </p:nvSpPr>
          <p:spPr>
            <a:xfrm>
              <a:off x="14868144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7" name="Logo 26">
              <a:extLst>
                <a:ext uri="{FF2B5EF4-FFF2-40B4-BE49-F238E27FC236}">
                  <a16:creationId xmlns:a16="http://schemas.microsoft.com/office/drawing/2014/main" id="{FAB54517-A1D9-1D40-980F-2C0DC8682F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10" hasCustomPrompt="1"/>
            </p:nvPr>
          </p:nvSpPr>
          <p:spPr>
            <a:xfrm>
              <a:off x="12911328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8" name="Logo 25">
              <a:extLst>
                <a:ext uri="{FF2B5EF4-FFF2-40B4-BE49-F238E27FC236}">
                  <a16:creationId xmlns:a16="http://schemas.microsoft.com/office/drawing/2014/main" id="{C7006CFD-8C11-2349-834A-3A970023887C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11" hasCustomPrompt="1"/>
            </p:nvPr>
          </p:nvSpPr>
          <p:spPr>
            <a:xfrm>
              <a:off x="10954512" y="843991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3" name="Logo 24">
              <a:extLst>
                <a:ext uri="{FF2B5EF4-FFF2-40B4-BE49-F238E27FC236}">
                  <a16:creationId xmlns:a16="http://schemas.microsoft.com/office/drawing/2014/main" id="{3FCE5572-8608-B649-AE52-E5FF0160863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6" hasCustomPrompt="1"/>
            </p:nvPr>
          </p:nvSpPr>
          <p:spPr>
            <a:xfrm>
              <a:off x="2073859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4" name="Logo 23">
              <a:extLst>
                <a:ext uri="{FF2B5EF4-FFF2-40B4-BE49-F238E27FC236}">
                  <a16:creationId xmlns:a16="http://schemas.microsoft.com/office/drawing/2014/main" id="{9B5E44D9-DCA1-3440-A0C8-413A8E863D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7" hasCustomPrompt="1"/>
            </p:nvPr>
          </p:nvSpPr>
          <p:spPr>
            <a:xfrm>
              <a:off x="18781776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0" name="Logo 22">
              <a:extLst>
                <a:ext uri="{FF2B5EF4-FFF2-40B4-BE49-F238E27FC236}">
                  <a16:creationId xmlns:a16="http://schemas.microsoft.com/office/drawing/2014/main" id="{1B78A18A-B176-EC4D-A0DC-52A6B22F88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3" hasCustomPrompt="1"/>
            </p:nvPr>
          </p:nvSpPr>
          <p:spPr>
            <a:xfrm>
              <a:off x="16824960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9" name="Logo 21">
              <a:extLst>
                <a:ext uri="{FF2B5EF4-FFF2-40B4-BE49-F238E27FC236}">
                  <a16:creationId xmlns:a16="http://schemas.microsoft.com/office/drawing/2014/main" id="{0FB41EE3-4790-2E4D-B4B7-6D43EE5215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2" hasCustomPrompt="1"/>
            </p:nvPr>
          </p:nvSpPr>
          <p:spPr>
            <a:xfrm>
              <a:off x="14868144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1" name="Logo 20">
              <a:extLst>
                <a:ext uri="{FF2B5EF4-FFF2-40B4-BE49-F238E27FC236}">
                  <a16:creationId xmlns:a16="http://schemas.microsoft.com/office/drawing/2014/main" id="{5022F9FE-BF47-7F4F-BE90-87AA109A22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4" hasCustomPrompt="1"/>
            </p:nvPr>
          </p:nvSpPr>
          <p:spPr>
            <a:xfrm>
              <a:off x="12911328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62" name="Logo 19">
              <a:extLst>
                <a:ext uri="{FF2B5EF4-FFF2-40B4-BE49-F238E27FC236}">
                  <a16:creationId xmlns:a16="http://schemas.microsoft.com/office/drawing/2014/main" id="{6357F317-8CE8-5049-A694-D71F547F1ABF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105" hasCustomPrompt="1"/>
            </p:nvPr>
          </p:nvSpPr>
          <p:spPr>
            <a:xfrm>
              <a:off x="10954512" y="670255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7" name="Logo 18">
              <a:extLst>
                <a:ext uri="{FF2B5EF4-FFF2-40B4-BE49-F238E27FC236}">
                  <a16:creationId xmlns:a16="http://schemas.microsoft.com/office/drawing/2014/main" id="{FBC112E6-2B16-F64D-B75D-C477AA95EA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0" hasCustomPrompt="1"/>
            </p:nvPr>
          </p:nvSpPr>
          <p:spPr>
            <a:xfrm>
              <a:off x="2073859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8" name="Logo 17">
              <a:extLst>
                <a:ext uri="{FF2B5EF4-FFF2-40B4-BE49-F238E27FC236}">
                  <a16:creationId xmlns:a16="http://schemas.microsoft.com/office/drawing/2014/main" id="{7267B1CF-13A7-B44E-820B-BEE887E985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101" hasCustomPrompt="1"/>
            </p:nvPr>
          </p:nvSpPr>
          <p:spPr>
            <a:xfrm>
              <a:off x="18781776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4" name="Logo 16">
              <a:extLst>
                <a:ext uri="{FF2B5EF4-FFF2-40B4-BE49-F238E27FC236}">
                  <a16:creationId xmlns:a16="http://schemas.microsoft.com/office/drawing/2014/main" id="{E7E64A57-ECDE-A342-867B-042B7C9191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7" hasCustomPrompt="1"/>
            </p:nvPr>
          </p:nvSpPr>
          <p:spPr>
            <a:xfrm>
              <a:off x="16824960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3" name="Logo 15">
              <a:extLst>
                <a:ext uri="{FF2B5EF4-FFF2-40B4-BE49-F238E27FC236}">
                  <a16:creationId xmlns:a16="http://schemas.microsoft.com/office/drawing/2014/main" id="{4F691854-B126-4A4E-9239-9A46E562D5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6" hasCustomPrompt="1"/>
            </p:nvPr>
          </p:nvSpPr>
          <p:spPr>
            <a:xfrm>
              <a:off x="14868144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5" name="Logo 14">
              <a:extLst>
                <a:ext uri="{FF2B5EF4-FFF2-40B4-BE49-F238E27FC236}">
                  <a16:creationId xmlns:a16="http://schemas.microsoft.com/office/drawing/2014/main" id="{02A9F77A-7CA6-EA4F-AAE5-4BF88C3EA50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8" hasCustomPrompt="1"/>
            </p:nvPr>
          </p:nvSpPr>
          <p:spPr>
            <a:xfrm>
              <a:off x="12911328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6" name="Logo 13">
              <a:extLst>
                <a:ext uri="{FF2B5EF4-FFF2-40B4-BE49-F238E27FC236}">
                  <a16:creationId xmlns:a16="http://schemas.microsoft.com/office/drawing/2014/main" id="{9EBE77F3-1DEE-894B-B1CF-109497D4B4D2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9" hasCustomPrompt="1"/>
            </p:nvPr>
          </p:nvSpPr>
          <p:spPr>
            <a:xfrm>
              <a:off x="10954512" y="496519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1" name="Logo 12">
              <a:extLst>
                <a:ext uri="{FF2B5EF4-FFF2-40B4-BE49-F238E27FC236}">
                  <a16:creationId xmlns:a16="http://schemas.microsoft.com/office/drawing/2014/main" id="{AB4D57C0-84AF-B249-BBF3-4185942BCD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4" hasCustomPrompt="1"/>
            </p:nvPr>
          </p:nvSpPr>
          <p:spPr>
            <a:xfrm>
              <a:off x="2073859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2" name="Logo 11">
              <a:extLst>
                <a:ext uri="{FF2B5EF4-FFF2-40B4-BE49-F238E27FC236}">
                  <a16:creationId xmlns:a16="http://schemas.microsoft.com/office/drawing/2014/main" id="{FA1FC1CD-8FAF-1F42-B5AF-7367370283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5" hasCustomPrompt="1"/>
            </p:nvPr>
          </p:nvSpPr>
          <p:spPr>
            <a:xfrm>
              <a:off x="18781776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8" name="Logo 10">
              <a:extLst>
                <a:ext uri="{FF2B5EF4-FFF2-40B4-BE49-F238E27FC236}">
                  <a16:creationId xmlns:a16="http://schemas.microsoft.com/office/drawing/2014/main" id="{E5765C17-3BB0-F643-9A16-1F07226F1E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1" hasCustomPrompt="1"/>
            </p:nvPr>
          </p:nvSpPr>
          <p:spPr>
            <a:xfrm>
              <a:off x="16824960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7" name="Logo 9">
              <a:extLst>
                <a:ext uri="{FF2B5EF4-FFF2-40B4-BE49-F238E27FC236}">
                  <a16:creationId xmlns:a16="http://schemas.microsoft.com/office/drawing/2014/main" id="{C9F38A16-7B94-D546-956A-FCD6554974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0" hasCustomPrompt="1"/>
            </p:nvPr>
          </p:nvSpPr>
          <p:spPr>
            <a:xfrm>
              <a:off x="14868144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49" name="Logo 8">
              <a:extLst>
                <a:ext uri="{FF2B5EF4-FFF2-40B4-BE49-F238E27FC236}">
                  <a16:creationId xmlns:a16="http://schemas.microsoft.com/office/drawing/2014/main" id="{2247F788-44F3-9443-A099-7C3A250534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92" hasCustomPrompt="1"/>
            </p:nvPr>
          </p:nvSpPr>
          <p:spPr>
            <a:xfrm>
              <a:off x="12911328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150" name="Logo 7">
              <a:extLst>
                <a:ext uri="{FF2B5EF4-FFF2-40B4-BE49-F238E27FC236}">
                  <a16:creationId xmlns:a16="http://schemas.microsoft.com/office/drawing/2014/main" id="{86FF229B-B2D4-BA4F-821A-87E08A737F0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93" hasCustomPrompt="1"/>
            </p:nvPr>
          </p:nvSpPr>
          <p:spPr>
            <a:xfrm>
              <a:off x="10954512" y="322783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3" name="Logo 6">
              <a:extLst>
                <a:ext uri="{FF2B5EF4-FFF2-40B4-BE49-F238E27FC236}">
                  <a16:creationId xmlns:a16="http://schemas.microsoft.com/office/drawing/2014/main" id="{77BBD705-D6ED-4A4B-9158-2301211CA9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8" hasCustomPrompt="1"/>
            </p:nvPr>
          </p:nvSpPr>
          <p:spPr>
            <a:xfrm>
              <a:off x="2073859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91" name="Logo 5">
              <a:extLst>
                <a:ext uri="{FF2B5EF4-FFF2-40B4-BE49-F238E27FC236}">
                  <a16:creationId xmlns:a16="http://schemas.microsoft.com/office/drawing/2014/main" id="{B1AFEDBF-4AF3-4D44-A638-F894CF5D9E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>
              <p:ph type="pic" sz="quarter" idx="89" hasCustomPrompt="1"/>
            </p:nvPr>
          </p:nvSpPr>
          <p:spPr>
            <a:xfrm>
              <a:off x="18781776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3" name="Logo 4">
              <a:extLst>
                <a:ext uri="{FF2B5EF4-FFF2-40B4-BE49-F238E27FC236}">
                  <a16:creationId xmlns:a16="http://schemas.microsoft.com/office/drawing/2014/main" id="{EC150C69-32C0-0448-9444-220674283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5" hasCustomPrompt="1"/>
            </p:nvPr>
          </p:nvSpPr>
          <p:spPr>
            <a:xfrm>
              <a:off x="16824960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2" name="Logo 3">
              <a:extLst>
                <a:ext uri="{FF2B5EF4-FFF2-40B4-BE49-F238E27FC236}">
                  <a16:creationId xmlns:a16="http://schemas.microsoft.com/office/drawing/2014/main" id="{486CC6F0-6F3B-114B-9023-0942BF5C2F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4" hasCustomPrompt="1"/>
            </p:nvPr>
          </p:nvSpPr>
          <p:spPr>
            <a:xfrm>
              <a:off x="14868144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4" name="Logo 2">
              <a:extLst>
                <a:ext uri="{FF2B5EF4-FFF2-40B4-BE49-F238E27FC236}">
                  <a16:creationId xmlns:a16="http://schemas.microsoft.com/office/drawing/2014/main" id="{BE00895A-BA3C-6541-B0A5-3D929B322A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>
              <p:ph type="pic" sz="quarter" idx="66" hasCustomPrompt="1"/>
            </p:nvPr>
          </p:nvSpPr>
          <p:spPr>
            <a:xfrm>
              <a:off x="12911328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  <p:sp>
          <p:nvSpPr>
            <p:cNvPr id="85" name="Logo 1">
              <a:extLst>
                <a:ext uri="{FF2B5EF4-FFF2-40B4-BE49-F238E27FC236}">
                  <a16:creationId xmlns:a16="http://schemas.microsoft.com/office/drawing/2014/main" id="{922D5804-503A-4B4B-8851-668397C5BAE6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>
              <p:ph type="pic" sz="quarter" idx="67" hasCustomPrompt="1"/>
            </p:nvPr>
          </p:nvSpPr>
          <p:spPr>
            <a:xfrm>
              <a:off x="10954512" y="1490472"/>
              <a:ext cx="1280160" cy="1280160"/>
            </a:xfrm>
            <a:prstGeom prst="rect">
              <a:avLst/>
            </a:prstGeom>
            <a:noFill/>
          </p:spPr>
          <p:txBody>
            <a:bodyPr anchor="ctr"/>
            <a:lstStyle>
              <a:lvl1pPr marL="0" marR="0" indent="0" algn="ctr" defTabSz="670871" rtl="0" eaLnBrk="1" fontAlgn="auto" latinLnBrk="0" hangingPunct="1">
                <a:lnSpc>
                  <a:spcPct val="125000"/>
                </a:lnSpc>
                <a:spcBef>
                  <a:spcPts val="1488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 sz="1200"/>
              </a:lvl1pPr>
            </a:lstStyle>
            <a:p>
              <a:r>
                <a:rPr lang="en-US"/>
                <a:t>Click icon to browse, or select placeholder to paste</a:t>
              </a:r>
            </a:p>
          </p:txBody>
        </p:sp>
      </p:grpSp>
      <p:graphicFrame>
        <p:nvGraphicFramePr>
          <p:cNvPr id="114" name="Table Grid">
            <a:extLst>
              <a:ext uri="{FF2B5EF4-FFF2-40B4-BE49-F238E27FC236}">
                <a16:creationId xmlns:a16="http://schemas.microsoft.com/office/drawing/2014/main" id="{6F4AA393-5C76-4570-B2AB-097E4D70E7F4}"/>
              </a:ext>
            </a:extLst>
          </p:cNvPr>
          <p:cNvGraphicFramePr>
            <a:graphicFrameLocks noGrp="1" noDrilldown="1" noMove="1" noResize="1"/>
          </p:cNvGraphicFramePr>
          <p:nvPr userDrawn="1">
            <p:extLst>
              <p:ext uri="{D42A27DB-BD31-4B8C-83A1-F6EECF244321}">
                <p14:modId xmlns:p14="http://schemas.microsoft.com/office/powerpoint/2010/main" val="1560338155"/>
              </p:ext>
            </p:extLst>
          </p:nvPr>
        </p:nvGraphicFramePr>
        <p:xfrm>
          <a:off x="10781372" y="1490472"/>
          <a:ext cx="11411712" cy="996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">
                  <a:extLst>
                    <a:ext uri="{9D8B030D-6E8A-4147-A177-3AD203B41FA5}">
                      <a16:colId xmlns:a16="http://schemas.microsoft.com/office/drawing/2014/main" val="2799599681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1246895404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4080972086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65500348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3789383639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20106149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646839733"/>
                    </a:ext>
                  </a:extLst>
                </a:gridCol>
                <a:gridCol w="173736">
                  <a:extLst>
                    <a:ext uri="{9D8B030D-6E8A-4147-A177-3AD203B41FA5}">
                      <a16:colId xmlns:a16="http://schemas.microsoft.com/office/drawing/2014/main" val="1617671806"/>
                    </a:ext>
                  </a:extLst>
                </a:gridCol>
              </a:tblGrid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38971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033660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934005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818968"/>
                  </a:ext>
                </a:extLst>
              </a:tr>
              <a:tr h="17373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4624100"/>
                  </a:ext>
                </a:extLst>
              </a:tr>
              <a:tr h="1508760"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latin typeface="Figtree" pitchFamily="2" charset="0"/>
                      </a:endParaRP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B49">
                          <a:alpha val="2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85626"/>
                  </a:ext>
                </a:extLst>
              </a:tr>
            </a:tbl>
          </a:graphicData>
        </a:graphic>
      </p:graphicFrame>
      <p:sp>
        <p:nvSpPr>
          <p:cNvPr id="62" name="Summary">
            <a:extLst>
              <a:ext uri="{FF2B5EF4-FFF2-40B4-BE49-F238E27FC236}">
                <a16:creationId xmlns:a16="http://schemas.microsoft.com/office/drawing/2014/main" id="{23889D11-F35F-4EB7-AABE-8E237FE1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60" hasCustomPrompt="1"/>
          </p:nvPr>
        </p:nvSpPr>
        <p:spPr>
          <a:xfrm>
            <a:off x="1815733" y="8968942"/>
            <a:ext cx="7490063" cy="2578608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None/>
              <a:defRPr sz="2400" baseline="0">
                <a:solidFill>
                  <a:schemeClr val="tx2"/>
                </a:solidFill>
                <a:latin typeface="Figtree" pitchFamily="2" charset="0"/>
              </a:defRPr>
            </a:lvl1pPr>
            <a:lvl2pPr>
              <a:defRPr sz="3200">
                <a:solidFill>
                  <a:schemeClr val="tx2"/>
                </a:solidFill>
                <a:latin typeface="TT Norms Pro" panose="02000503030000020003" pitchFamily="2" charset="0"/>
              </a:defRPr>
            </a:lvl2pPr>
            <a:lvl3pPr>
              <a:defRPr sz="2400">
                <a:solidFill>
                  <a:schemeClr val="tx2"/>
                </a:solidFill>
                <a:latin typeface="TT Norms Pro" panose="02000503030000020003" pitchFamily="2" charset="0"/>
              </a:defRPr>
            </a:lvl3pPr>
            <a:lvl4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4pPr>
            <a:lvl5pPr>
              <a:defRPr sz="2000">
                <a:solidFill>
                  <a:schemeClr val="tx2"/>
                </a:solidFill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summary (24 pt normal).</a:t>
            </a:r>
          </a:p>
        </p:txBody>
      </p:sp>
      <p:sp>
        <p:nvSpPr>
          <p:cNvPr id="80" name="Title">
            <a:extLst>
              <a:ext uri="{FF2B5EF4-FFF2-40B4-BE49-F238E27FC236}">
                <a16:creationId xmlns:a16="http://schemas.microsoft.com/office/drawing/2014/main" id="{8B9AE492-9C11-4741-BC03-29AD5F33E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1815735" y="4825392"/>
            <a:ext cx="7489630" cy="3894266"/>
          </a:xfrm>
          <a:prstGeom prst="rect">
            <a:avLst/>
          </a:prstGeom>
        </p:spPr>
        <p:txBody>
          <a:bodyPr vert="horz" lIns="0" tIns="201168" rIns="0" bIns="0" rtlCol="0" anchor="b" anchorCtr="0">
            <a:noAutofit/>
          </a:bodyPr>
          <a:lstStyle>
            <a:lvl1pPr marL="0" indent="0" algn="l">
              <a:lnSpc>
                <a:spcPct val="80000"/>
              </a:lnSpc>
              <a:defRPr sz="10500" b="1" kern="100" spc="0" baseline="0">
                <a:solidFill>
                  <a:schemeClr val="tx2"/>
                </a:solidFill>
                <a:latin typeface="Figtree" pitchFamily="2" charset="0"/>
              </a:defRPr>
            </a:lvl1pPr>
          </a:lstStyle>
          <a:p>
            <a:r>
              <a:rPr lang="en-US"/>
              <a:t>Collage Title</a:t>
            </a:r>
            <a:br>
              <a:rPr lang="en-US"/>
            </a:br>
            <a:r>
              <a:rPr lang="en-US"/>
              <a:t>(105 pt bold)</a:t>
            </a:r>
          </a:p>
        </p:txBody>
      </p:sp>
      <p:sp>
        <p:nvSpPr>
          <p:cNvPr id="63" name="Subtitle">
            <a:extLst>
              <a:ext uri="{FF2B5EF4-FFF2-40B4-BE49-F238E27FC236}">
                <a16:creationId xmlns:a16="http://schemas.microsoft.com/office/drawing/2014/main" id="{92EB8B40-464C-4EDD-BABB-5D3CC826C6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804298" y="2167509"/>
            <a:ext cx="7680960" cy="457200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 sz="2000" b="1" i="0" cap="all" spc="400" baseline="0">
                <a:solidFill>
                  <a:schemeClr val="accent1"/>
                </a:solidFill>
                <a:latin typeface="Figtree" pitchFamily="2" charset="0"/>
              </a:defRPr>
            </a:lvl1pPr>
            <a:lvl2pPr>
              <a:defRPr>
                <a:latin typeface="TT Norms Pro" panose="02000503030000020003" pitchFamily="2" charset="0"/>
              </a:defRPr>
            </a:lvl2pPr>
            <a:lvl3pPr>
              <a:defRPr>
                <a:latin typeface="TT Norms Pro" panose="02000503030000020003" pitchFamily="2" charset="0"/>
              </a:defRPr>
            </a:lvl3pPr>
            <a:lvl4pPr>
              <a:defRPr>
                <a:latin typeface="TT Norms Pro" panose="02000503030000020003" pitchFamily="2" charset="0"/>
              </a:defRPr>
            </a:lvl4pPr>
            <a:lvl5pPr>
              <a:defRPr>
                <a:latin typeface="TT Norms Pro" panose="02000503030000020003" pitchFamily="2" charset="0"/>
              </a:defRPr>
            </a:lvl5pPr>
          </a:lstStyle>
          <a:p>
            <a:pPr lvl="0"/>
            <a:r>
              <a:rPr lang="en-US"/>
              <a:t>OPTIONAL Subtitle (ALL CAPS, 20 PT BOLD)</a:t>
            </a:r>
          </a:p>
        </p:txBody>
      </p:sp>
      <p:sp>
        <p:nvSpPr>
          <p:cNvPr id="57" name="Section">
            <a:extLst>
              <a:ext uri="{FF2B5EF4-FFF2-40B4-BE49-F238E27FC236}">
                <a16:creationId xmlns:a16="http://schemas.microsoft.com/office/drawing/2014/main" id="{A4A54137-431B-4FC7-8E36-155E8EA908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48" name="Anglepoint Logo">
            <a:extLst>
              <a:ext uri="{FF2B5EF4-FFF2-40B4-BE49-F238E27FC236}">
                <a16:creationId xmlns:a16="http://schemas.microsoft.com/office/drawing/2014/main" id="{68C5BB45-53EA-46F2-8FF2-DF4A339BFB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88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ooter">
            <a:extLst>
              <a:ext uri="{FF2B5EF4-FFF2-40B4-BE49-F238E27FC236}">
                <a16:creationId xmlns:a16="http://schemas.microsoft.com/office/drawing/2014/main" id="{1F8E4EC8-42F3-4930-8A9E-F10CA0FCFB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F23C72B1-3A0F-43F2-B633-035973D3A9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7"/>
          </p:nvPr>
        </p:nvSpPr>
        <p:spPr>
          <a:xfrm>
            <a:off x="0" y="13441680"/>
            <a:ext cx="1143000" cy="274320"/>
          </a:xfrm>
        </p:spPr>
        <p:txBody>
          <a:bodyPr/>
          <a:lstStyle/>
          <a:p>
            <a:fld id="{89BA8AFE-4D41-2A48-8224-86E8DA7FD081}" type="datetime4">
              <a:rPr lang="en-US" smtClean="0"/>
              <a:t>June 16, 2026</a:t>
            </a:fld>
            <a:endParaRPr lang="en-US"/>
          </a:p>
        </p:txBody>
      </p:sp>
      <p:sp>
        <p:nvSpPr>
          <p:cNvPr id="46" name="Slide Number">
            <a:extLst>
              <a:ext uri="{FF2B5EF4-FFF2-40B4-BE49-F238E27FC236}">
                <a16:creationId xmlns:a16="http://schemas.microsoft.com/office/drawing/2014/main" id="{D2A05F00-D7EC-47FF-BBC8-79A84EFD12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6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9" name="Bulleted List">
            <a:extLst>
              <a:ext uri="{FF2B5EF4-FFF2-40B4-BE49-F238E27FC236}">
                <a16:creationId xmlns:a16="http://schemas.microsoft.com/office/drawing/2014/main" id="{8BE21E82-4310-41C2-AA35-62D035B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" y="3200402"/>
            <a:ext cx="24387429" cy="10241277"/>
          </a:xfrm>
          <a:prstGeom prst="rect">
            <a:avLst/>
          </a:prstGeom>
        </p:spPr>
        <p:txBody>
          <a:bodyPr/>
          <a:lstStyle>
            <a:lvl1pPr marL="1376364" indent="-455614">
              <a:spcBef>
                <a:spcPts val="2000"/>
              </a:spcBef>
              <a:spcAft>
                <a:spcPts val="600"/>
              </a:spcAft>
              <a:defRPr sz="3600" b="0" i="0" spc="-50" baseline="0">
                <a:solidFill>
                  <a:schemeClr val="tx2"/>
                </a:solidFill>
                <a:latin typeface="Figtree" pitchFamily="2" charset="0"/>
              </a:defRPr>
            </a:lvl1pPr>
            <a:lvl2pPr marL="1828800" indent="-455614">
              <a:spcAft>
                <a:spcPts val="600"/>
              </a:spcAft>
              <a:defRPr sz="3200" b="0" i="0" spc="-40" baseline="0">
                <a:solidFill>
                  <a:schemeClr val="tx2"/>
                </a:solidFill>
                <a:latin typeface="Figtree" pitchFamily="2" charset="0"/>
              </a:defRPr>
            </a:lvl2pPr>
            <a:lvl3pPr marL="2290764" indent="-455614">
              <a:spcAft>
                <a:spcPts val="600"/>
              </a:spcAft>
              <a:defRPr sz="2800" b="0" i="0" spc="-30" baseline="0">
                <a:solidFill>
                  <a:schemeClr val="tx2"/>
                </a:solidFill>
                <a:latin typeface="Figtree" pitchFamily="2" charset="0"/>
              </a:defRPr>
            </a:lvl3pPr>
            <a:lvl4pPr marL="2743200" indent="-455614">
              <a:spcAft>
                <a:spcPts val="600"/>
              </a:spcAft>
              <a:defRPr sz="2400"/>
            </a:lvl4pPr>
            <a:lvl5pPr marL="3205164" indent="-455614">
              <a:spcAft>
                <a:spcPts val="600"/>
              </a:spcAft>
              <a:defRPr sz="2400"/>
            </a:lvl5pPr>
          </a:lstStyle>
          <a:p>
            <a:pPr lvl="0"/>
            <a:r>
              <a:rPr lang="en-US"/>
              <a:t>Primary bullet (36 pt regular; 20 pt before, 6 pt after; .9 line spacing)</a:t>
            </a:r>
          </a:p>
          <a:p>
            <a:pPr lvl="1"/>
            <a:r>
              <a:rPr lang="en-US"/>
              <a:t>Optional second level (32 pt regular; 10 pt before, 6 pt after; .9 line spacing)</a:t>
            </a:r>
          </a:p>
          <a:p>
            <a:pPr lvl="2"/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5D572776-D84F-184C-9CA3-5691F5005A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5" y="2011680"/>
            <a:ext cx="24387429" cy="484188"/>
          </a:xfrm>
          <a:prstGeom prst="rect">
            <a:avLst/>
          </a:prstGeom>
        </p:spPr>
        <p:txBody>
          <a:bodyPr>
            <a:noAutofit/>
          </a:bodyPr>
          <a:lstStyle>
            <a:lvl1pPr marL="914355" indent="0">
              <a:spcBef>
                <a:spcPts val="0"/>
              </a:spcBef>
              <a:buNone/>
              <a:defRPr sz="3200" b="0" i="1" spc="-50" baseline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/>
              <a:t>Optional subtitle (sentence caps, 32 pt italic, no punctuation)</a:t>
            </a:r>
          </a:p>
        </p:txBody>
      </p:sp>
      <p:sp>
        <p:nvSpPr>
          <p:cNvPr id="22" name="Title">
            <a:extLst>
              <a:ext uri="{FF2B5EF4-FFF2-40B4-BE49-F238E27FC236}">
                <a16:creationId xmlns:a16="http://schemas.microsoft.com/office/drawing/2014/main" id="{2DF8B1A3-0AE8-4095-AA4B-921707C2F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 (Title Caps, 66 Pt Bold)</a:t>
            </a:r>
          </a:p>
        </p:txBody>
      </p:sp>
      <p:sp>
        <p:nvSpPr>
          <p:cNvPr id="9" name="Section">
            <a:extLst>
              <a:ext uri="{FF2B5EF4-FFF2-40B4-BE49-F238E27FC236}">
                <a16:creationId xmlns:a16="http://schemas.microsoft.com/office/drawing/2014/main" id="{6FEA3620-BED7-40BA-913E-EB0495D67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3" y="-1"/>
            <a:ext cx="21930609" cy="713232"/>
          </a:xfrm>
          <a:prstGeom prst="rect">
            <a:avLst/>
          </a:prstGeom>
        </p:spPr>
        <p:txBody>
          <a:bodyPr lIns="91440" rIns="91440" bIns="0" anchor="b" anchorCtr="0"/>
          <a:lstStyle>
            <a:lvl1pPr marL="457177" indent="457200" algn="r">
              <a:lnSpc>
                <a:spcPct val="90000"/>
              </a:lnSpc>
              <a:spcBef>
                <a:spcPts val="0"/>
              </a:spcBef>
              <a:buNone/>
              <a:tabLst/>
              <a:defRPr sz="1800" b="0" i="0" cap="all" spc="100" baseline="0">
                <a:solidFill>
                  <a:schemeClr val="accent1"/>
                </a:solidFill>
                <a:latin typeface="Figtree Light" pitchFamily="2" charset="0"/>
                <a:cs typeface="Figtree Light" pitchFamily="2" charset="0"/>
              </a:defRPr>
            </a:lvl1pPr>
          </a:lstStyle>
          <a:p>
            <a:pPr lvl="0"/>
            <a:r>
              <a:rPr lang="en-US"/>
              <a:t>Optional SECTION (ALL CAPS, 18 pt Light)</a:t>
            </a:r>
          </a:p>
        </p:txBody>
      </p:sp>
      <p:pic>
        <p:nvPicPr>
          <p:cNvPr id="12" name="Anglepoint Logo">
            <a:extLst>
              <a:ext uri="{FF2B5EF4-FFF2-40B4-BE49-F238E27FC236}">
                <a16:creationId xmlns:a16="http://schemas.microsoft.com/office/drawing/2014/main" id="{B3F7E1DD-397C-4ED4-8567-AD570F650F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525223" y="369493"/>
            <a:ext cx="1481667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926"/>
      </p:ext>
    </p:extLst>
  </p:cSld>
  <p:clrMapOvr>
    <a:masterClrMapping/>
  </p:clrMapOvr>
</p:sldLayout>
</file>

<file path=ppt/slideLayouts/slideLayout1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03B9E0-569A-BCF7-F01A-17916B72B832}"/>
              </a:ext>
            </a:extLst>
          </p:cNvPr>
          <p:cNvSpPr/>
          <p:nvPr userDrawn="1"/>
        </p:nvSpPr>
        <p:spPr>
          <a:xfrm>
            <a:off x="-1033" y="-234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A1756-61BE-6C11-557A-62DC85FC23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1"/>
          <a:stretch/>
        </p:blipFill>
        <p:spPr>
          <a:xfrm>
            <a:off x="2343149" y="0"/>
            <a:ext cx="18137471" cy="13716000"/>
          </a:xfrm>
          <a:prstGeom prst="rect">
            <a:avLst/>
          </a:prstGeom>
          <a:effectLst>
            <a:softEdge rad="177800"/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893086-938B-4B7E-0747-B2451441464E}"/>
              </a:ext>
            </a:extLst>
          </p:cNvPr>
          <p:cNvSpPr/>
          <p:nvPr userDrawn="1"/>
        </p:nvSpPr>
        <p:spPr>
          <a:xfrm>
            <a:off x="516" y="0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12" name="Rectangle Separator">
            <a:extLst>
              <a:ext uri="{FF2B5EF4-FFF2-40B4-BE49-F238E27FC236}">
                <a16:creationId xmlns:a16="http://schemas.microsoft.com/office/drawing/2014/main" id="{073100E6-EAE8-40A8-892C-F49D79E8DD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388250705"/>
      </p:ext>
    </p:extLst>
  </p:cSld>
  <p:clrMapOvr>
    <a:masterClrMapping/>
  </p:clrMapOvr>
</p:sldLayout>
</file>

<file path=ppt/slideLayouts/slideLayout1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Short Name -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49C4154-A04C-7012-713E-19BB62F1C9F3}"/>
              </a:ext>
            </a:extLst>
          </p:cNvPr>
          <p:cNvSpPr/>
          <p:nvPr userDrawn="1"/>
        </p:nvSpPr>
        <p:spPr>
          <a:xfrm>
            <a:off x="3098" y="-8787"/>
            <a:ext cx="24386659" cy="13716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pic>
        <p:nvPicPr>
          <p:cNvPr id="27" name="Anglepoint Logo">
            <a:extLst>
              <a:ext uri="{FF2B5EF4-FFF2-40B4-BE49-F238E27FC236}">
                <a16:creationId xmlns:a16="http://schemas.microsoft.com/office/drawing/2014/main" id="{6FDC6A4A-D56B-3047-B055-2CB0511913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19435" y="12066004"/>
            <a:ext cx="1948304" cy="42083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8761E2-8B1B-3A8E-9465-9D313A7C2798}"/>
              </a:ext>
            </a:extLst>
          </p:cNvPr>
          <p:cNvSpPr/>
          <p:nvPr userDrawn="1"/>
        </p:nvSpPr>
        <p:spPr>
          <a:xfrm>
            <a:off x="4130" y="-8787"/>
            <a:ext cx="24386659" cy="13716000"/>
          </a:xfrm>
          <a:prstGeom prst="rect">
            <a:avLst/>
          </a:prstGeom>
          <a:gradFill flip="none" rotWithShape="1">
            <a:gsLst>
              <a:gs pos="16000">
                <a:schemeClr val="tx2">
                  <a:alpha val="49935"/>
                </a:schemeClr>
              </a:gs>
              <a:gs pos="87000">
                <a:srgbClr val="001C3B">
                  <a:alpha val="93913"/>
                </a:srgbClr>
              </a:gs>
            </a:gsLst>
            <a:lin ang="3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900" b="0" i="0">
              <a:latin typeface="Figtree" pitchFamily="2" charset="0"/>
            </a:endParaRP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FBD870E0-025F-DF4A-A3B7-2BD6EF605D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-516" y="7808727"/>
            <a:ext cx="24387175" cy="496302"/>
          </a:xfrm>
          <a:prstGeom prst="rect">
            <a:avLst/>
          </a:prstGeom>
        </p:spPr>
        <p:txBody>
          <a:bodyPr lIns="0" rIns="0"/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bg1"/>
                </a:solidFill>
                <a:latin typeface="Figtree Light" pitchFamily="2" charset="0"/>
              </a:defRPr>
            </a:lvl1pPr>
            <a:lvl2pPr marL="914355" indent="0" algn="ctr">
              <a:buNone/>
              <a:defRPr/>
            </a:lvl2pPr>
            <a:lvl3pPr marL="1828708" indent="0" algn="ctr">
              <a:buNone/>
              <a:defRPr/>
            </a:lvl3pPr>
            <a:lvl4pPr marL="2743063" indent="0" algn="ctr">
              <a:buNone/>
              <a:defRPr/>
            </a:lvl4pPr>
            <a:lvl5pPr marL="3657417" indent="0" algn="ctr">
              <a:buNone/>
              <a:defRPr/>
            </a:lvl5pPr>
          </a:lstStyle>
          <a:p>
            <a:pPr lvl="0"/>
            <a:r>
              <a:rPr lang="en-US"/>
              <a:t>OPTIONAL Subtitle (ALL CAPS, 28 Pt LIGHT)</a:t>
            </a:r>
          </a:p>
        </p:txBody>
      </p:sp>
      <p:sp>
        <p:nvSpPr>
          <p:cNvPr id="11" name="Section">
            <a:extLst>
              <a:ext uri="{FF2B5EF4-FFF2-40B4-BE49-F238E27FC236}">
                <a16:creationId xmlns:a16="http://schemas.microsoft.com/office/drawing/2014/main" id="{3CD156F3-C1A7-4768-B48C-3885DB243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0" y="6140765"/>
            <a:ext cx="24387175" cy="1664208"/>
          </a:xfrm>
        </p:spPr>
        <p:txBody>
          <a:bodyPr>
            <a:noAutofit/>
          </a:bodyPr>
          <a:lstStyle>
            <a:lvl1pPr marL="0" algn="ctr">
              <a:defRPr sz="10500" cap="all" baseline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r>
              <a:rPr lang="en-US"/>
              <a:t>SHORT SECTION NAME</a:t>
            </a:r>
          </a:p>
        </p:txBody>
      </p:sp>
      <p:sp>
        <p:nvSpPr>
          <p:cNvPr id="8" name="Rectangle Separator">
            <a:extLst>
              <a:ext uri="{FF2B5EF4-FFF2-40B4-BE49-F238E27FC236}">
                <a16:creationId xmlns:a16="http://schemas.microsoft.com/office/drawing/2014/main" id="{AE9D4D81-93A6-403B-8E10-8FD8E5041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6200000" flipH="1">
            <a:off x="12179871" y="3404873"/>
            <a:ext cx="27432" cy="4572000"/>
          </a:xfrm>
          <a:prstGeom prst="rect">
            <a:avLst/>
          </a:pr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9" name="Agenda Item #">
            <a:extLst>
              <a:ext uri="{FF2B5EF4-FFF2-40B4-BE49-F238E27FC236}">
                <a16:creationId xmlns:a16="http://schemas.microsoft.com/office/drawing/2014/main" id="{48370C73-7610-1C41-9340-49A61F5331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9267417" y="3638360"/>
            <a:ext cx="5852340" cy="166786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7999" b="0" i="0" cap="all" baseline="0">
                <a:solidFill>
                  <a:schemeClr val="bg1"/>
                </a:solidFill>
                <a:latin typeface="Figtree Light" pitchFamily="2" charset="0"/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01669029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3.xml.rels><?xml version="1.0" encoding="UTF-8"?>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4.xml.rels><?xml version="1.0" encoding="UTF-8"?>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/Relationships>
</file>

<file path=ppt/slideMasters/_rels/slideMaster5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9.xml"/><Relationship Id="rId26" Type="http://schemas.openxmlformats.org/officeDocument/2006/relationships/slideLayout" Target="../slideLayouts/slideLayout117.xml"/><Relationship Id="rId39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112.xml"/><Relationship Id="rId34" Type="http://schemas.openxmlformats.org/officeDocument/2006/relationships/slideLayout" Target="../slideLayouts/slideLayout125.xml"/><Relationship Id="rId42" Type="http://schemas.openxmlformats.org/officeDocument/2006/relationships/slideLayout" Target="../slideLayouts/slideLayout133.xml"/><Relationship Id="rId47" Type="http://schemas.openxmlformats.org/officeDocument/2006/relationships/slideLayout" Target="../slideLayouts/slideLayout138.xml"/><Relationship Id="rId50" Type="http://schemas.openxmlformats.org/officeDocument/2006/relationships/slideLayout" Target="../slideLayouts/slideLayout141.xml"/><Relationship Id="rId7" Type="http://schemas.openxmlformats.org/officeDocument/2006/relationships/slideLayout" Target="../slideLayouts/slideLayout98.xml"/><Relationship Id="rId2" Type="http://schemas.openxmlformats.org/officeDocument/2006/relationships/slideLayout" Target="../slideLayouts/slideLayout93.xml"/><Relationship Id="rId16" Type="http://schemas.openxmlformats.org/officeDocument/2006/relationships/slideLayout" Target="../slideLayouts/slideLayout107.xml"/><Relationship Id="rId29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115.xml"/><Relationship Id="rId32" Type="http://schemas.openxmlformats.org/officeDocument/2006/relationships/slideLayout" Target="../slideLayouts/slideLayout123.xml"/><Relationship Id="rId37" Type="http://schemas.openxmlformats.org/officeDocument/2006/relationships/slideLayout" Target="../slideLayouts/slideLayout128.xml"/><Relationship Id="rId40" Type="http://schemas.openxmlformats.org/officeDocument/2006/relationships/slideLayout" Target="../slideLayouts/slideLayout131.xml"/><Relationship Id="rId45" Type="http://schemas.openxmlformats.org/officeDocument/2006/relationships/slideLayout" Target="../slideLayouts/slideLayout136.xml"/><Relationship Id="rId53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19" Type="http://schemas.openxmlformats.org/officeDocument/2006/relationships/slideLayout" Target="../slideLayouts/slideLayout110.xml"/><Relationship Id="rId31" Type="http://schemas.openxmlformats.org/officeDocument/2006/relationships/slideLayout" Target="../slideLayouts/slideLayout122.xml"/><Relationship Id="rId44" Type="http://schemas.openxmlformats.org/officeDocument/2006/relationships/slideLayout" Target="../slideLayouts/slideLayout135.xml"/><Relationship Id="rId52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5.xml"/><Relationship Id="rId22" Type="http://schemas.openxmlformats.org/officeDocument/2006/relationships/slideLayout" Target="../slideLayouts/slideLayout113.xml"/><Relationship Id="rId27" Type="http://schemas.openxmlformats.org/officeDocument/2006/relationships/slideLayout" Target="../slideLayouts/slideLayout118.xml"/><Relationship Id="rId30" Type="http://schemas.openxmlformats.org/officeDocument/2006/relationships/slideLayout" Target="../slideLayouts/slideLayout121.xml"/><Relationship Id="rId35" Type="http://schemas.openxmlformats.org/officeDocument/2006/relationships/slideLayout" Target="../slideLayouts/slideLayout126.xml"/><Relationship Id="rId43" Type="http://schemas.openxmlformats.org/officeDocument/2006/relationships/slideLayout" Target="../slideLayouts/slideLayout134.xml"/><Relationship Id="rId48" Type="http://schemas.openxmlformats.org/officeDocument/2006/relationships/slideLayout" Target="../slideLayouts/slideLayout139.xml"/><Relationship Id="rId8" Type="http://schemas.openxmlformats.org/officeDocument/2006/relationships/slideLayout" Target="../slideLayouts/slideLayout99.xml"/><Relationship Id="rId51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8.xml"/><Relationship Id="rId25" Type="http://schemas.openxmlformats.org/officeDocument/2006/relationships/slideLayout" Target="../slideLayouts/slideLayout116.xml"/><Relationship Id="rId33" Type="http://schemas.openxmlformats.org/officeDocument/2006/relationships/slideLayout" Target="../slideLayouts/slideLayout124.xml"/><Relationship Id="rId38" Type="http://schemas.openxmlformats.org/officeDocument/2006/relationships/slideLayout" Target="../slideLayouts/slideLayout129.xml"/><Relationship Id="rId46" Type="http://schemas.openxmlformats.org/officeDocument/2006/relationships/slideLayout" Target="../slideLayouts/slideLayout137.xml"/><Relationship Id="rId20" Type="http://schemas.openxmlformats.org/officeDocument/2006/relationships/slideLayout" Target="../slideLayouts/slideLayout111.xml"/><Relationship Id="rId41" Type="http://schemas.openxmlformats.org/officeDocument/2006/relationships/slideLayout" Target="../slideLayouts/slideLayout132.xml"/><Relationship Id="rId54" Type="http://schemas.openxmlformats.org/officeDocument/2006/relationships/theme" Target="../theme/theme50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5" Type="http://schemas.openxmlformats.org/officeDocument/2006/relationships/slideLayout" Target="../slideLayouts/slideLayout106.xml"/><Relationship Id="rId23" Type="http://schemas.openxmlformats.org/officeDocument/2006/relationships/slideLayout" Target="../slideLayouts/slideLayout114.xml"/><Relationship Id="rId28" Type="http://schemas.openxmlformats.org/officeDocument/2006/relationships/slideLayout" Target="../slideLayouts/slideLayout119.xml"/><Relationship Id="rId36" Type="http://schemas.openxmlformats.org/officeDocument/2006/relationships/slideLayout" Target="../slideLayouts/slideLayout127.xml"/><Relationship Id="rId49" Type="http://schemas.openxmlformats.org/officeDocument/2006/relationships/slideLayout" Target="../slideLayouts/slideLayout140.xml"/></Relationships>
</file>

<file path=ppt/slideMasters/_rels/slideMaster10.xml.rels><?xml version="1.0" encoding="UTF-8"?><Relationships xmlns="http://schemas.openxmlformats.org/package/2006/relationships"><Relationship Id="rId13" Type="http://schemas.openxmlformats.org/officeDocument/2006/relationships/slideLayout" Target="../slideLayouts/slideLayout1310.xml"/><Relationship Id="rId18" Type="http://schemas.openxmlformats.org/officeDocument/2006/relationships/slideLayout" Target="../slideLayouts/slideLayout180.xml"/><Relationship Id="rId26" Type="http://schemas.openxmlformats.org/officeDocument/2006/relationships/slideLayout" Target="../slideLayouts/slideLayout260.xml"/><Relationship Id="rId39" Type="http://schemas.openxmlformats.org/officeDocument/2006/relationships/slideLayout" Target="../slideLayouts/slideLayout390.xml"/><Relationship Id="rId21" Type="http://schemas.openxmlformats.org/officeDocument/2006/relationships/slideLayout" Target="../slideLayouts/slideLayout210.xml"/><Relationship Id="rId34" Type="http://schemas.openxmlformats.org/officeDocument/2006/relationships/slideLayout" Target="../slideLayouts/slideLayout340.xml"/><Relationship Id="rId42" Type="http://schemas.openxmlformats.org/officeDocument/2006/relationships/slideLayout" Target="../slideLayouts/slideLayout420.xml"/><Relationship Id="rId7" Type="http://schemas.openxmlformats.org/officeDocument/2006/relationships/slideLayout" Target="../slideLayouts/slideLayout710.xml"/><Relationship Id="rId2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160.xml"/><Relationship Id="rId29" Type="http://schemas.openxmlformats.org/officeDocument/2006/relationships/slideLayout" Target="../slideLayouts/slideLayout290.xml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610.xml"/><Relationship Id="rId11" Type="http://schemas.openxmlformats.org/officeDocument/2006/relationships/slideLayout" Target="../slideLayouts/slideLayout1110.xml"/><Relationship Id="rId24" Type="http://schemas.openxmlformats.org/officeDocument/2006/relationships/slideLayout" Target="../slideLayouts/slideLayout240.xml"/><Relationship Id="rId32" Type="http://schemas.openxmlformats.org/officeDocument/2006/relationships/slideLayout" Target="../slideLayouts/slideLayout320.xml"/><Relationship Id="rId37" Type="http://schemas.openxmlformats.org/officeDocument/2006/relationships/slideLayout" Target="../slideLayouts/slideLayout370.xml"/><Relationship Id="rId40" Type="http://schemas.openxmlformats.org/officeDocument/2006/relationships/slideLayout" Target="../slideLayouts/slideLayout400.xml"/><Relationship Id="rId45" Type="http://schemas.openxmlformats.org/officeDocument/2006/relationships/slideLayout" Target="../slideLayouts/slideLayout450.xml"/><Relationship Id="rId5" Type="http://schemas.openxmlformats.org/officeDocument/2006/relationships/slideLayout" Target="../slideLayouts/slideLayout510.xml"/><Relationship Id="rId15" Type="http://schemas.openxmlformats.org/officeDocument/2006/relationships/slideLayout" Target="../slideLayouts/slideLayout150.xml"/><Relationship Id="rId23" Type="http://schemas.openxmlformats.org/officeDocument/2006/relationships/slideLayout" Target="../slideLayouts/slideLayout230.xml"/><Relationship Id="rId28" Type="http://schemas.openxmlformats.org/officeDocument/2006/relationships/slideLayout" Target="../slideLayouts/slideLayout280.xml"/><Relationship Id="rId36" Type="http://schemas.openxmlformats.org/officeDocument/2006/relationships/slideLayout" Target="../slideLayouts/slideLayout360.xml"/><Relationship Id="rId10" Type="http://schemas.openxmlformats.org/officeDocument/2006/relationships/slideLayout" Target="../slideLayouts/slideLayout1010.xml"/><Relationship Id="rId19" Type="http://schemas.openxmlformats.org/officeDocument/2006/relationships/slideLayout" Target="../slideLayouts/slideLayout190.xml"/><Relationship Id="rId31" Type="http://schemas.openxmlformats.org/officeDocument/2006/relationships/slideLayout" Target="../slideLayouts/slideLayout310.xml"/><Relationship Id="rId44" Type="http://schemas.openxmlformats.org/officeDocument/2006/relationships/slideLayout" Target="../slideLayouts/slideLayout440.xml"/><Relationship Id="rId4" Type="http://schemas.openxmlformats.org/officeDocument/2006/relationships/slideLayout" Target="../slideLayouts/slideLayout410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6.xml"/><Relationship Id="rId22" Type="http://schemas.openxmlformats.org/officeDocument/2006/relationships/slideLayout" Target="../slideLayouts/slideLayout220.xml"/><Relationship Id="rId27" Type="http://schemas.openxmlformats.org/officeDocument/2006/relationships/slideLayout" Target="../slideLayouts/slideLayout270.xml"/><Relationship Id="rId30" Type="http://schemas.openxmlformats.org/officeDocument/2006/relationships/slideLayout" Target="../slideLayouts/slideLayout300.xml"/><Relationship Id="rId35" Type="http://schemas.openxmlformats.org/officeDocument/2006/relationships/slideLayout" Target="../slideLayouts/slideLayout350.xml"/><Relationship Id="rId43" Type="http://schemas.openxmlformats.org/officeDocument/2006/relationships/slideLayout" Target="../slideLayouts/slideLayout430.xml"/><Relationship Id="rId8" Type="http://schemas.openxmlformats.org/officeDocument/2006/relationships/slideLayout" Target="../slideLayouts/slideLayout810.xml"/><Relationship Id="rId3" Type="http://schemas.openxmlformats.org/officeDocument/2006/relationships/slideLayout" Target="../slideLayouts/slideLayout311.xml"/><Relationship Id="rId12" Type="http://schemas.openxmlformats.org/officeDocument/2006/relationships/slideLayout" Target="../slideLayouts/slideLayout1210.xml"/><Relationship Id="rId17" Type="http://schemas.openxmlformats.org/officeDocument/2006/relationships/slideLayout" Target="../slideLayouts/slideLayout170.xml"/><Relationship Id="rId25" Type="http://schemas.openxmlformats.org/officeDocument/2006/relationships/slideLayout" Target="../slideLayouts/slideLayout250.xml"/><Relationship Id="rId33" Type="http://schemas.openxmlformats.org/officeDocument/2006/relationships/slideLayout" Target="../slideLayouts/slideLayout330.xml"/><Relationship Id="rId38" Type="http://schemas.openxmlformats.org/officeDocument/2006/relationships/slideLayout" Target="../slideLayouts/slideLayout380.xml"/><Relationship Id="rId46" Type="http://schemas.openxmlformats.org/officeDocument/2006/relationships/theme" Target="../theme/theme10.xml"/><Relationship Id="rId20" Type="http://schemas.openxmlformats.org/officeDocument/2006/relationships/slideLayout" Target="../slideLayouts/slideLayout200.xml"/><Relationship Id="rId41" Type="http://schemas.openxmlformats.org/officeDocument/2006/relationships/slideLayout" Target="../slideLayouts/slideLayout4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">
            <a:extLst>
              <a:ext uri="{FF2B5EF4-FFF2-40B4-BE49-F238E27FC236}">
                <a16:creationId xmlns:a16="http://schemas.microsoft.com/office/drawing/2014/main" id="{DBE6A256-2B4B-43E4-999B-C73BB7F33C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175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91440" tIns="45720" rIns="91440" bIns="27432" rtlCol="0" anchor="ctr"/>
          <a:lstStyle>
            <a:lvl1pPr algn="ctr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A671710-BDED-456B-A520-7C41D3814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lvl1pPr algn="l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June 25, 2026</a:t>
            </a:fld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588294-F5EF-41F5-BB56-2B38F9E1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244175" y="13441680"/>
            <a:ext cx="1143000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lvl1pPr algn="r">
              <a:defRPr sz="1400" b="1">
                <a:solidFill>
                  <a:schemeClr val="accent2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10748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934" r:id="rId2"/>
    <p:sldLayoutId id="2147483935" r:id="rId3"/>
    <p:sldLayoutId id="2147483936" r:id="rId4"/>
    <p:sldLayoutId id="2147483938" r:id="rId5"/>
    <p:sldLayoutId id="2147483939" r:id="rId6"/>
    <p:sldLayoutId id="2147483945" r:id="rId7"/>
    <p:sldLayoutId id="2147483946" r:id="rId8"/>
    <p:sldLayoutId id="2147483947" r:id="rId9"/>
    <p:sldLayoutId id="2147483948" r:id="rId10"/>
    <p:sldLayoutId id="2147483835" r:id="rId11"/>
    <p:sldLayoutId id="2147483841" r:id="rId12"/>
    <p:sldLayoutId id="2147483844" r:id="rId13"/>
    <p:sldLayoutId id="2147483690" r:id="rId14"/>
    <p:sldLayoutId id="2147483748" r:id="rId15"/>
    <p:sldLayoutId id="2147483749" r:id="rId16"/>
    <p:sldLayoutId id="2147483704" r:id="rId17"/>
    <p:sldLayoutId id="2147483675" r:id="rId18"/>
    <p:sldLayoutId id="2147483758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46" r:id="rId26"/>
    <p:sldLayoutId id="2147483734" r:id="rId27"/>
    <p:sldLayoutId id="2147483747" r:id="rId28"/>
    <p:sldLayoutId id="2147483759" r:id="rId29"/>
    <p:sldLayoutId id="2147483852" r:id="rId30"/>
    <p:sldLayoutId id="2147483853" r:id="rId31"/>
    <p:sldLayoutId id="2147483897" r:id="rId32"/>
    <p:sldLayoutId id="2147483898" r:id="rId33"/>
    <p:sldLayoutId id="2147483954" r:id="rId34"/>
    <p:sldLayoutId id="2147483760" r:id="rId35"/>
    <p:sldLayoutId id="2147483762" r:id="rId36"/>
    <p:sldLayoutId id="2147483766" r:id="rId37"/>
    <p:sldLayoutId id="2147483950" r:id="rId38"/>
    <p:sldLayoutId id="2147483953" r:id="rId39"/>
    <p:sldLayoutId id="2147483955" r:id="rId40"/>
    <p:sldLayoutId id="2147483997" r:id="rId41"/>
    <p:sldLayoutId id="2147484003" r:id="rId42"/>
    <p:sldLayoutId id="2147484058" r:id="rId43"/>
    <p:sldLayoutId id="2147484060" r:id="rId44"/>
    <p:sldLayoutId id="2147484061" r:id="rId45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kern="1200" spc="-100" baseline="0" dirty="0">
          <a:solidFill>
            <a:schemeClr val="tx2"/>
          </a:solidFill>
          <a:latin typeface="Figtree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">
            <a:extLst>
              <a:ext uri="{FF2B5EF4-FFF2-40B4-BE49-F238E27FC236}">
                <a16:creationId xmlns:a16="http://schemas.microsoft.com/office/drawing/2014/main" id="{2A671710-BDED-456B-A520-7C41D3814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lvl1pPr algn="l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June 25, 2026</a:t>
            </a:fld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588294-F5EF-41F5-BB56-2B38F9E1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244175" y="13441680"/>
            <a:ext cx="1143000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lvl1pPr algn="r">
              <a:defRPr sz="1400" b="1">
                <a:solidFill>
                  <a:srgbClr val="FFB81C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10748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26" r:id="rId4"/>
    <p:sldLayoutId id="2147483908" r:id="rId5"/>
    <p:sldLayoutId id="2147483927" r:id="rId6"/>
    <p:sldLayoutId id="2147483928" r:id="rId7"/>
    <p:sldLayoutId id="2147483929" r:id="rId8"/>
    <p:sldLayoutId id="2147483930" r:id="rId9"/>
    <p:sldLayoutId id="2147483931" r:id="rId10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kern="1200" spc="-100" baseline="0" dirty="0">
          <a:solidFill>
            <a:schemeClr val="tx2"/>
          </a:solidFill>
          <a:latin typeface="Figtree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Title (Title Caps, 64 Pt Bold)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D97EDF2-D424-9E26-3F28-EC4857A2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vert="horz" wrap="none" lIns="91440" tIns="91440" rIns="0" bIns="27432" rtlCol="0" anchor="t" anchorCtr="0"/>
          <a:lstStyle>
            <a:lvl1pPr algn="r">
              <a:defRPr sz="900" b="0" i="0">
                <a:solidFill>
                  <a:schemeClr val="accent1">
                    <a:alpha val="75000"/>
                  </a:schemeClr>
                </a:solidFill>
                <a:latin typeface="Figtree Light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1E34730-BAAA-4E25-5DED-AC559B8F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vert="horz" wrap="none" lIns="0" tIns="36576" rIns="246888" bIns="0" rtlCol="0" anchor="t" anchorCtr="0"/>
          <a:lstStyle>
            <a:lvl1pPr algn="r">
              <a:defRPr sz="1400"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88DCA6C2-6FD6-024C-EAE2-A0061773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60491"/>
            <a:ext cx="1485900" cy="452745"/>
          </a:xfrm>
          <a:prstGeom prst="rect">
            <a:avLst/>
          </a:prstGeom>
        </p:spPr>
        <p:txBody>
          <a:bodyPr vert="horz" lIns="274320" tIns="91440" rIns="91440" bIns="27432" rtlCol="0" anchor="t" anchorCtr="0"/>
          <a:lstStyle>
            <a:lvl1pPr algn="l">
              <a:defRPr sz="90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fld id="{6085DBF9-15AD-9345-A5D1-F8EEB8193C27}" type="datetime4">
              <a:rPr lang="en-US" smtClean="0"/>
              <a:pPr/>
              <a:t>June 25,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80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5" r:id="rId5"/>
    <p:sldLayoutId id="2147483966" r:id="rId6"/>
    <p:sldLayoutId id="2147483967" r:id="rId7"/>
    <p:sldLayoutId id="2147483968" r:id="rId8"/>
    <p:sldLayoutId id="2147483970" r:id="rId9"/>
    <p:sldLayoutId id="2147483971" r:id="rId10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400" b="1" kern="1200" spc="-100" baseline="0" dirty="0">
          <a:solidFill>
            <a:schemeClr val="tx2"/>
          </a:solidFill>
          <a:latin typeface="Figtree ExtraBold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5362">
          <p15:clr>
            <a:srgbClr val="F26B43"/>
          </p15:clr>
        </p15:guide>
        <p15:guide id="3" pos="648">
          <p15:clr>
            <a:srgbClr val="F26B43"/>
          </p15:clr>
        </p15:guide>
        <p15:guide id="4" pos="5336">
          <p15:clr>
            <a:srgbClr val="F26B43"/>
          </p15:clr>
        </p15:guide>
        <p15:guide id="5" pos="10025">
          <p15:clr>
            <a:srgbClr val="F26B43"/>
          </p15:clr>
        </p15:guide>
        <p15:guide id="6" pos="14714">
          <p15:clr>
            <a:srgbClr val="F26B43"/>
          </p15:clr>
        </p15:guide>
        <p15:guide id="7" orient="horz">
          <p15:clr>
            <a:srgbClr val="F26B43"/>
          </p15:clr>
        </p15:guide>
        <p15:guide id="8" orient="horz" pos="8640">
          <p15:clr>
            <a:srgbClr val="F26B43"/>
          </p15:clr>
        </p15:guide>
        <p15:guide id="9" orient="horz" pos="648">
          <p15:clr>
            <a:srgbClr val="F26B43"/>
          </p15:clr>
        </p15:guide>
        <p15:guide id="10" orient="horz" pos="2484">
          <p15:clr>
            <a:srgbClr val="F26B43"/>
          </p15:clr>
        </p15:guide>
        <p15:guide id="11" orient="horz" pos="4320">
          <p15:clr>
            <a:srgbClr val="F26B43"/>
          </p15:clr>
        </p15:guide>
        <p15:guide id="12" orient="horz" pos="6156">
          <p15:clr>
            <a:srgbClr val="F26B43"/>
          </p15:clr>
        </p15:guide>
        <p15:guide id="13" orient="horz" pos="79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 (Title Caps, 64 Pt Bold)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D97EDF2-D424-9E26-3F28-EC4857A2D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vert="horz" wrap="none" lIns="91440" tIns="91440" rIns="0" bIns="27432" rtlCol="0" anchor="t" anchorCtr="0"/>
          <a:lstStyle>
            <a:lvl1pPr algn="r">
              <a:defRPr sz="900" b="0" i="0">
                <a:solidFill>
                  <a:schemeClr val="accent1">
                    <a:alpha val="75000"/>
                  </a:schemeClr>
                </a:solidFill>
                <a:latin typeface="Figtree Light" pitchFamily="2" charset="0"/>
              </a:defRPr>
            </a:lvl1pPr>
          </a:lstStyle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1E34730-BAAA-4E25-5DED-AC559B8FD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vert="horz" wrap="none" lIns="0" tIns="36576" rIns="246888" bIns="0" rtlCol="0" anchor="t" anchorCtr="0"/>
          <a:lstStyle>
            <a:lvl1pPr algn="r">
              <a:defRPr sz="1400"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88DCA6C2-6FD6-024C-EAE2-A0061773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60491"/>
            <a:ext cx="1485900" cy="452745"/>
          </a:xfrm>
          <a:prstGeom prst="rect">
            <a:avLst/>
          </a:prstGeom>
        </p:spPr>
        <p:txBody>
          <a:bodyPr vert="horz" lIns="274320" tIns="91440" rIns="91440" bIns="27432" rtlCol="0" anchor="t" anchorCtr="0"/>
          <a:lstStyle>
            <a:lvl1pPr algn="l">
              <a:defRPr sz="900">
                <a:solidFill>
                  <a:schemeClr val="bg2"/>
                </a:solidFill>
                <a:latin typeface="Figtree" pitchFamily="2" charset="0"/>
              </a:defRPr>
            </a:lvl1pPr>
          </a:lstStyle>
          <a:p>
            <a:fld id="{6085DBF9-15AD-9345-A5D1-F8EEB8193C27}" type="datetime4">
              <a:rPr lang="en-US" smtClean="0"/>
              <a:pPr/>
              <a:t>June 25,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8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  <p:sldLayoutId id="2147483976" r:id="rId2"/>
    <p:sldLayoutId id="2147483977" r:id="rId3"/>
    <p:sldLayoutId id="2147483978" r:id="rId4"/>
    <p:sldLayoutId id="2147483979" r:id="rId5"/>
    <p:sldLayoutId id="2147483980" r:id="rId6"/>
    <p:sldLayoutId id="2147483985" r:id="rId7"/>
    <p:sldLayoutId id="2147483986" r:id="rId8"/>
    <p:sldLayoutId id="2147483987" r:id="rId9"/>
    <p:sldLayoutId id="2147483988" r:id="rId10"/>
    <p:sldLayoutId id="2147483989" r:id="rId11"/>
    <p:sldLayoutId id="2147483990" r:id="rId12"/>
    <p:sldLayoutId id="2147483991" r:id="rId13"/>
    <p:sldLayoutId id="2147483993" r:id="rId14"/>
    <p:sldLayoutId id="2147483994" r:id="rId15"/>
    <p:sldLayoutId id="2147483995" r:id="rId16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400" b="1" kern="1200" spc="-100" baseline="0" dirty="0">
          <a:solidFill>
            <a:schemeClr val="tx2"/>
          </a:solidFill>
          <a:latin typeface="Figtree ExtraBold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8388" y="3297381"/>
            <a:ext cx="22250400" cy="9351817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lvl="0"/>
            <a:r>
              <a:rPr lang="en-US"/>
              <a:t>Primary Bullet (32 Regular)</a:t>
            </a:r>
          </a:p>
          <a:p>
            <a:pPr lvl="1"/>
            <a:r>
              <a:rPr lang="en-US"/>
              <a:t>Optional Second Level (28 Regular)</a:t>
            </a:r>
          </a:p>
          <a:p>
            <a:pPr lvl="2"/>
            <a:r>
              <a:rPr lang="en-US"/>
              <a:t>Optional Third Level (24 Regular)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Ex Bold)</a:t>
            </a:r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4ADD4BC1-A759-22DE-E287-64B4FC5B3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3298905"/>
            <a:ext cx="1267326" cy="417095"/>
          </a:xfrm>
          <a:prstGeom prst="rect">
            <a:avLst/>
          </a:prstGeom>
        </p:spPr>
        <p:txBody>
          <a:bodyPr vert="horz" lIns="274320" tIns="45720" rIns="91440" bIns="27432" rtlCol="0" anchor="t" anchorCtr="0"/>
          <a:lstStyle>
            <a:lvl1pPr algn="l">
              <a:defRPr sz="80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June 16, 2026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CE0067C-FBAF-D5DB-76DF-85ADE5C34E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531559" y="13263254"/>
            <a:ext cx="3187055" cy="452746"/>
          </a:xfrm>
          <a:prstGeom prst="rect">
            <a:avLst/>
          </a:prstGeom>
          <a:noFill/>
        </p:spPr>
        <p:txBody>
          <a:bodyPr tIns="91440" bIns="274320" anchor="t" anchorCtr="0"/>
          <a:lstStyle>
            <a:lvl1pPr algn="r">
              <a:defRPr sz="800" b="0" i="0">
                <a:solidFill>
                  <a:schemeClr val="accent1">
                    <a:alpha val="75000"/>
                  </a:schemeClr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/>
              <a:t>© 2025 Anglepoint Group, Inc. Confidential.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4891C2-9A40-E986-64DB-9B3577BCE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718740" y="13263254"/>
            <a:ext cx="668433" cy="452746"/>
          </a:xfrm>
          <a:prstGeom prst="rect">
            <a:avLst/>
          </a:prstGeom>
        </p:spPr>
        <p:txBody>
          <a:bodyPr rIns="246888" anchor="t" anchorCtr="0"/>
          <a:lstStyle>
            <a:lvl1pPr algn="r">
              <a:defRPr sz="1400" b="1" i="0">
                <a:solidFill>
                  <a:schemeClr val="accent1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62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  <p:sldLayoutId id="2147484022" r:id="rId18"/>
    <p:sldLayoutId id="2147484023" r:id="rId19"/>
    <p:sldLayoutId id="2147484024" r:id="rId20"/>
    <p:sldLayoutId id="2147484025" r:id="rId21"/>
    <p:sldLayoutId id="2147484026" r:id="rId22"/>
    <p:sldLayoutId id="2147484027" r:id="rId23"/>
    <p:sldLayoutId id="2147484028" r:id="rId24"/>
    <p:sldLayoutId id="2147484029" r:id="rId25"/>
    <p:sldLayoutId id="2147484030" r:id="rId26"/>
    <p:sldLayoutId id="2147484031" r:id="rId27"/>
    <p:sldLayoutId id="2147484032" r:id="rId28"/>
    <p:sldLayoutId id="2147484033" r:id="rId29"/>
    <p:sldLayoutId id="2147484034" r:id="rId30"/>
    <p:sldLayoutId id="2147484035" r:id="rId31"/>
    <p:sldLayoutId id="2147484036" r:id="rId32"/>
    <p:sldLayoutId id="2147484037" r:id="rId33"/>
    <p:sldLayoutId id="2147484038" r:id="rId34"/>
    <p:sldLayoutId id="2147484039" r:id="rId35"/>
    <p:sldLayoutId id="2147484040" r:id="rId36"/>
    <p:sldLayoutId id="2147484041" r:id="rId37"/>
    <p:sldLayoutId id="2147484042" r:id="rId38"/>
    <p:sldLayoutId id="2147484043" r:id="rId39"/>
    <p:sldLayoutId id="2147484044" r:id="rId40"/>
    <p:sldLayoutId id="2147484045" r:id="rId41"/>
    <p:sldLayoutId id="2147484046" r:id="rId42"/>
    <p:sldLayoutId id="2147484047" r:id="rId43"/>
    <p:sldLayoutId id="2147484048" r:id="rId44"/>
    <p:sldLayoutId id="2147484049" r:id="rId45"/>
    <p:sldLayoutId id="2147484050" r:id="rId46"/>
    <p:sldLayoutId id="2147484051" r:id="rId47"/>
    <p:sldLayoutId id="2147484052" r:id="rId48"/>
    <p:sldLayoutId id="2147484053" r:id="rId49"/>
    <p:sldLayoutId id="2147484054" r:id="rId50"/>
    <p:sldLayoutId id="2147484055" r:id="rId51"/>
    <p:sldLayoutId id="2147484056" r:id="rId52"/>
    <p:sldLayoutId id="2147484057" r:id="rId53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i="0" kern="1200" spc="-200" baseline="0" dirty="0">
          <a:solidFill>
            <a:schemeClr val="tx2"/>
          </a:solidFill>
          <a:latin typeface="Figtree ExtraBold" pitchFamily="2" charset="0"/>
          <a:ea typeface="+mj-ea"/>
          <a:cs typeface="+mj-cs"/>
        </a:defRPr>
      </a:lvl1pPr>
    </p:titleStyle>
    <p:bodyStyle>
      <a:lvl1pPr marL="344488" indent="-331788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tabLst/>
        <a:defRPr lang="en-US" sz="32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979488" indent="-290513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tabLst/>
        <a:defRPr lang="en-US" sz="28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544638" indent="-274638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tabLst/>
        <a:defRPr lang="en-US" sz="24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672">
          <p15:clr>
            <a:srgbClr val="F26B43"/>
          </p15:clr>
        </p15:guide>
        <p15:guide id="6" pos="673">
          <p15:clr>
            <a:srgbClr val="F26B43"/>
          </p15:clr>
        </p15:guide>
        <p15:guide id="7" pos="14689">
          <p15:clr>
            <a:srgbClr val="F26B43"/>
          </p15:clr>
        </p15:guide>
        <p15:guide id="8" orient="horz" pos="7968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00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7" name="Footer">
            <a:extLst>
              <a:ext uri="{FF2B5EF4-FFF2-40B4-BE49-F238E27FC236}">
                <a16:creationId xmlns:a16="http://schemas.microsoft.com/office/drawing/2014/main" id="{DBE6A256-2B4B-43E4-999B-C73BB7F33C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3175" y="13441680"/>
            <a:ext cx="24387048" cy="274320"/>
          </a:xfrm>
          <a:prstGeom prst="rect">
            <a:avLst/>
          </a:prstGeom>
          <a:solidFill>
            <a:schemeClr val="tx2"/>
          </a:solidFill>
        </p:spPr>
        <p:txBody>
          <a:bodyPr vert="horz" wrap="none" lIns="91440" tIns="45720" rIns="91440" bIns="27432" rtlCol="0" anchor="ctr"/>
          <a:lstStyle>
            <a:lvl1pPr algn="ctr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© 2026 Anglepoint Group, Inc. Confidential. Distribution prohibited. All rights reserved.</a:t>
            </a:r>
          </a:p>
        </p:txBody>
      </p:sp>
      <p:sp>
        <p:nvSpPr>
          <p:cNvPr id="10004" name="Date">
            <a:extLst>
              <a:ext uri="{FF2B5EF4-FFF2-40B4-BE49-F238E27FC236}">
                <a16:creationId xmlns:a16="http://schemas.microsoft.com/office/drawing/2014/main" id="{2A671710-BDED-456B-A520-7C41D3814B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13441680"/>
            <a:ext cx="1143000" cy="274320"/>
          </a:xfrm>
          <a:prstGeom prst="rect">
            <a:avLst/>
          </a:prstGeom>
        </p:spPr>
        <p:txBody>
          <a:bodyPr vert="horz" lIns="91440" tIns="45720" rIns="91440" bIns="27432" rtlCol="0" anchor="ctr"/>
          <a:lstStyle>
            <a:lvl1pPr algn="l">
              <a:defRPr sz="80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fld id="{428AE20B-2251-6844-B319-B0F43E1F5CC3}" type="datetime4">
              <a:rPr lang="en-US" smtClean="0"/>
              <a:pPr/>
              <a:t>June 16, 2026</a:t>
            </a:fld>
            <a:endParaRPr lang="en-US"/>
          </a:p>
        </p:txBody>
      </p:sp>
      <p:sp>
        <p:nvSpPr>
          <p:cNvPr id="10008" name="Slide Number">
            <a:extLst>
              <a:ext uri="{FF2B5EF4-FFF2-40B4-BE49-F238E27FC236}">
                <a16:creationId xmlns:a16="http://schemas.microsoft.com/office/drawing/2014/main" id="{89588294-F5EF-41F5-BB56-2B38F9E18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244175" y="13441680"/>
            <a:ext cx="1143000" cy="274320"/>
          </a:xfrm>
          <a:prstGeom prst="rect">
            <a:avLst/>
          </a:prstGeom>
        </p:spPr>
        <p:txBody>
          <a:bodyPr vert="horz" wrap="none" lIns="0" tIns="36576" rIns="91440" bIns="0" rtlCol="0" anchor="ctr"/>
          <a:lstStyle>
            <a:lvl1pPr algn="r">
              <a:defRPr sz="1400" b="1">
                <a:solidFill>
                  <a:schemeClr val="accent2"/>
                </a:solidFill>
                <a:latin typeface="Figtree" pitchFamily="2" charset="0"/>
              </a:defRPr>
            </a:lvl1pPr>
          </a:lstStyle>
          <a:p>
            <a:fld id="{65CC2327-6B8B-47BD-B581-B21CDA88CC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09" name="Bulleted List">
            <a:extLst>
              <a:ext uri="{FF2B5EF4-FFF2-40B4-BE49-F238E27FC236}">
                <a16:creationId xmlns:a16="http://schemas.microsoft.com/office/drawing/2014/main" id="{279D4800-7781-4CCD-85E3-B2A16D49F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3175" y="3200399"/>
            <a:ext cx="24383873" cy="10241280"/>
          </a:xfrm>
          <a:prstGeom prst="rect">
            <a:avLst/>
          </a:prstGeom>
        </p:spPr>
        <p:txBody>
          <a:bodyPr vert="horz" lIns="91440" tIns="45720" rIns="228600" bIns="45720" rtlCol="0">
            <a:normAutofit/>
          </a:bodyPr>
          <a:lstStyle/>
          <a:p>
            <a:pPr marL="1371600" marR="0" lvl="0" indent="-457200" algn="l" defTabSz="1828708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-5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TT Norms Pro" panose="02000503030000020003" pitchFamily="2" charset="0"/>
                <a:ea typeface="+mn-ea"/>
                <a:cs typeface="+mn-cs"/>
              </a:rPr>
              <a:t>Primary bullet (36 pt regular; 20 pt before, 6 pt after; .9 line spacing)</a:t>
            </a:r>
          </a:p>
          <a:p>
            <a:pPr marL="1828800" lvl="1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second level (32 pt regular; 10 pt before, 6 pt after; .9 line spacing)</a:t>
            </a:r>
          </a:p>
          <a:p>
            <a:pPr marL="2290764" lvl="2" indent="-455614" algn="l" defTabSz="1828708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Optional third level (28 pt regular; 10 pt before, 6 pt after; .9 line spacing)</a:t>
            </a:r>
          </a:p>
        </p:txBody>
      </p:sp>
      <p:sp>
        <p:nvSpPr>
          <p:cNvPr id="10003" name="Title">
            <a:extLst>
              <a:ext uri="{FF2B5EF4-FFF2-40B4-BE49-F238E27FC236}">
                <a16:creationId xmlns:a16="http://schemas.microsoft.com/office/drawing/2014/main" id="{6E05DF29-7E72-43DE-9028-DB2C457047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0" y="822960"/>
            <a:ext cx="24387048" cy="11704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 (Title Caps, 66 Pt Bold)</a:t>
            </a:r>
          </a:p>
        </p:txBody>
      </p:sp>
    </p:spTree>
    <p:extLst>
      <p:ext uri="{BB962C8B-B14F-4D97-AF65-F5344CB8AC3E}">
        <p14:creationId xmlns:p14="http://schemas.microsoft.com/office/powerpoint/2010/main" val="107480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933" r:id="rId1"/>
    <p:sldLayoutId id="2147493934" r:id="rId2"/>
    <p:sldLayoutId id="2147493935" r:id="rId3"/>
    <p:sldLayoutId id="2147493936" r:id="rId4"/>
    <p:sldLayoutId id="2147493938" r:id="rId5"/>
    <p:sldLayoutId id="2147493939" r:id="rId6"/>
    <p:sldLayoutId id="2147493945" r:id="rId7"/>
    <p:sldLayoutId id="2147493946" r:id="rId8"/>
    <p:sldLayoutId id="2147493947" r:id="rId9"/>
    <p:sldLayoutId id="2147493948" r:id="rId10"/>
    <p:sldLayoutId id="2147493835" r:id="rId11"/>
    <p:sldLayoutId id="2147493841" r:id="rId12"/>
    <p:sldLayoutId id="2147493844" r:id="rId13"/>
    <p:sldLayoutId id="2147493690" r:id="rId14"/>
    <p:sldLayoutId id="2147493748" r:id="rId15"/>
    <p:sldLayoutId id="2147493749" r:id="rId16"/>
    <p:sldLayoutId id="2147493704" r:id="rId17"/>
    <p:sldLayoutId id="2147493675" r:id="rId18"/>
    <p:sldLayoutId id="2147493758" r:id="rId19"/>
    <p:sldLayoutId id="2147493751" r:id="rId20"/>
    <p:sldLayoutId id="2147493752" r:id="rId21"/>
    <p:sldLayoutId id="2147493753" r:id="rId22"/>
    <p:sldLayoutId id="2147493754" r:id="rId23"/>
    <p:sldLayoutId id="2147493755" r:id="rId24"/>
    <p:sldLayoutId id="2147493756" r:id="rId25"/>
    <p:sldLayoutId id="2147493746" r:id="rId26"/>
    <p:sldLayoutId id="2147493734" r:id="rId27"/>
    <p:sldLayoutId id="2147493747" r:id="rId28"/>
    <p:sldLayoutId id="2147493759" r:id="rId29"/>
    <p:sldLayoutId id="2147493852" r:id="rId30"/>
    <p:sldLayoutId id="2147493853" r:id="rId31"/>
    <p:sldLayoutId id="2147493897" r:id="rId32"/>
    <p:sldLayoutId id="2147493898" r:id="rId33"/>
    <p:sldLayoutId id="2147493954" r:id="rId34"/>
    <p:sldLayoutId id="2147493760" r:id="rId35"/>
    <p:sldLayoutId id="2147493762" r:id="rId36"/>
    <p:sldLayoutId id="2147493766" r:id="rId37"/>
    <p:sldLayoutId id="2147493950" r:id="rId38"/>
    <p:sldLayoutId id="2147493953" r:id="rId39"/>
    <p:sldLayoutId id="2147493955" r:id="rId40"/>
    <p:sldLayoutId id="2147493997" r:id="rId41"/>
    <p:sldLayoutId id="2147494003" r:id="rId42"/>
    <p:sldLayoutId id="2147494058" r:id="rId43"/>
    <p:sldLayoutId id="2147494059" r:id="rId44"/>
    <p:sldLayoutId id="2147494060" r:id="rId45"/>
  </p:sldLayoutIdLst>
  <p:hf hdr="0" dt="0"/>
  <p:txStyles>
    <p:titleStyle>
      <a:lvl1pPr marL="914400" indent="0" algn="l" defTabSz="1828708" rtl="0" eaLnBrk="1" latinLnBrk="0" hangingPunct="1">
        <a:lnSpc>
          <a:spcPct val="90000"/>
        </a:lnSpc>
        <a:spcBef>
          <a:spcPct val="0"/>
        </a:spcBef>
        <a:buNone/>
        <a:tabLst/>
        <a:defRPr lang="en-US" sz="6599" b="1" kern="1200" spc="-100" baseline="0" dirty="0">
          <a:solidFill>
            <a:schemeClr val="tx2"/>
          </a:solidFill>
          <a:latin typeface="Figtree" pitchFamily="2" charset="0"/>
          <a:ea typeface="+mj-ea"/>
          <a:cs typeface="+mj-cs"/>
        </a:defRPr>
      </a:lvl1pPr>
    </p:titleStyle>
    <p:bodyStyle>
      <a:lvl1pPr marL="1371600" indent="-457200" algn="l" defTabSz="1828708" rtl="0" eaLnBrk="1" latinLnBrk="0" hangingPunct="1">
        <a:lnSpc>
          <a:spcPct val="90000"/>
        </a:lnSpc>
        <a:spcBef>
          <a:spcPts val="2000"/>
        </a:spcBef>
        <a:spcAft>
          <a:spcPts val="600"/>
        </a:spcAft>
        <a:buFont typeface="Arial" panose="020B0604020202020204" pitchFamily="34" charset="0"/>
        <a:buChar char="•"/>
        <a:defRPr lang="en-US" sz="3600" b="0" i="0" kern="1200" spc="-50" baseline="0" noProof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1pPr>
      <a:lvl2pPr marL="1371532" indent="-457177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3200" b="0" i="0" kern="1200" spc="-4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2pPr>
      <a:lvl3pPr marL="1830386" indent="-457200" algn="l" defTabSz="1828708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2"/>
          </a:solidFill>
          <a:latin typeface="Figtree" pitchFamily="2" charset="0"/>
          <a:ea typeface="+mn-ea"/>
          <a:cs typeface="+mn-cs"/>
        </a:defRPr>
      </a:lvl3pPr>
      <a:lvl4pPr marL="2292350" indent="-457200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TT Norms Pro" panose="020B0604020202020204" charset="0"/>
          <a:ea typeface="+mn-ea"/>
          <a:cs typeface="+mn-cs"/>
        </a:defRPr>
      </a:lvl4pPr>
      <a:lvl5pPr marL="4114595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5028948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6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2" indent="-457177" algn="l" defTabSz="182870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1pPr>
      <a:lvl2pPr marL="91435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8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2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5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3" algn="l" defTabSz="1828708" rtl="0" eaLnBrk="1" latinLnBrk="0" hangingPunct="1">
        <a:defRPr sz="3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jpe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8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31.xml.rels><?xml version="1.0" encoding="UTF-8"?>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6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17DDD-DD0D-494A-B923-818D821B9D4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" y="5650992"/>
            <a:ext cx="24387174" cy="2409400"/>
          </a:xfrm>
        </p:spPr>
        <p:txBody>
          <a:bodyPr lIns="1828800" tIns="0" rIns="2743200" bIns="45720" anchor="b">
            <a:normAutofit fontScale="92500"/>
          </a:bodyPr>
          <a:lstStyle/>
          <a:p>
            <a:pPr marL="23495"/>
            <a:r>
              <a:rPr lang="en-US">
                <a:latin typeface="Figtree ExtraBold" pitchFamily="2" charset="0"/>
                <a:cs typeface="Helvetica"/>
              </a:rPr>
              <a:t>Service Overview &amp; Impact Report</a:t>
            </a:r>
            <a:endParaRPr lang="en-US">
              <a:latin typeface="Figtree ExtraBold" pitchFamily="2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FD8265F-055C-8F47-9DB7-0EC06DDE36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011680" y="1412541"/>
            <a:ext cx="3164328" cy="998735"/>
          </a:xfrm>
          <a:ln>
            <a:solidFill>
              <a:schemeClr val="accent2"/>
            </a:solidFill>
          </a:ln>
        </p:spPr>
        <p:txBody>
          <a:bodyPr/>
          <a:lstStyle/>
          <a:p>
            <a:r>
              <a:rPr lang="en-US"/>
              <a:t>JUNE 2026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3815088-6B83-0244-A24A-EF2CD45BE5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3495"/>
            <a:r>
              <a:rPr lang="en-US">
                <a:latin typeface="Figtree" pitchFamily="2" charset="0"/>
              </a:rPr>
              <a:t>General Mills</a:t>
            </a:r>
          </a:p>
          <a:p>
            <a:pPr marL="2349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78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7B8EF-D154-1787-59B5-671E40E93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Presenters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A1564E-576C-D915-EFD3-EA098F6B6F2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3D335-5598-7ED5-41EA-5AD27A099D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D34571-39F9-AA98-7861-0E16B60773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Anglepoint Team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DF80919-0B55-01D0-8842-966B14C6BD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002EC582-C70C-6B23-3E29-BCA512061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741" y="3852875"/>
            <a:ext cx="5083474" cy="635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4CF50BC4-4E66-A8FF-458E-63B9BE6DD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3891" y="3852875"/>
            <a:ext cx="5083474" cy="6358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12EAC5-956A-F240-2799-FE19AC4EE3DC}"/>
              </a:ext>
            </a:extLst>
          </p:cNvPr>
          <p:cNvSpPr/>
          <p:nvPr/>
        </p:nvSpPr>
        <p:spPr>
          <a:xfrm>
            <a:off x="11383891" y="10499271"/>
            <a:ext cx="5066329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Natalie Castro</a:t>
            </a: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/>
            </a:r>
            <a:endParaRPr lang="en-US" sz="2800">
              <a:solidFill>
                <a:schemeClr val="tx2"/>
              </a:solidFill>
              <a:latin typeface="Figtree" pitchFamily="2" charset="0"/>
            </a:endParaRP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>
                <a:solidFill>
                  <a:schemeClr val="accent1"/>
                </a:solidFill>
                <a:latin typeface="Figtree" pitchFamily="2" charset="0"/>
              </a:rPr>
              <a:t xml:space="preserve">Senior </a:t>
            </a:r>
            <a:r>
              <a:rPr lang="en-US" sz="1800">
                <a:solidFill>
                  <a:schemeClr val="accent1"/>
                </a:solidFill>
                <a:latin typeface="Figtree" pitchFamily="2" charset="0"/>
              </a:rPr>
              <a:t>Client Success Manager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9A7954-D998-D311-E3C4-B6D9C2FE65BB}"/>
              </a:ext>
            </a:extLst>
          </p:cNvPr>
          <p:cNvSpPr/>
          <p:nvPr/>
        </p:nvSpPr>
        <p:spPr>
          <a:xfrm>
            <a:off x="4595741" y="10499271"/>
            <a:ext cx="5083474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Lina Vergara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1800">
                <a:solidFill>
                  <a:schemeClr val="accent1"/>
                </a:solidFill>
                <a:latin typeface="Figtree" pitchFamily="2" charset="0"/>
              </a:rPr>
              <a:t>VP, Account Management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B2E79-4524-D803-206C-A15E423473EF}"/>
              </a:ext>
            </a:extLst>
          </p:cNvPr>
          <p:cNvSpPr/>
          <p:nvPr/>
        </p:nvSpPr>
        <p:spPr>
          <a:xfrm>
            <a:off x="18054476" y="10402855"/>
            <a:ext cx="5201039" cy="14221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Ashlee Gohdes</a:t>
            </a:r>
          </a:p>
          <a:p>
            <a:pPr algn="ctr">
              <a:lnSpc>
                <a:spcPct val="90000"/>
              </a:lnSpc>
              <a:spcAft>
                <a:spcPts val="300"/>
              </a:spcAft>
            </a:pPr>
            <a:r>
              <a:rPr lang="en-US" sz="1800">
                <a:solidFill>
                  <a:schemeClr val="accent1"/>
                </a:solidFill>
                <a:latin typeface="Figtree" pitchFamily="2" charset="0"/>
              </a:rPr>
              <a:t>VP, Client Success</a:t>
            </a:r>
          </a:p>
        </p:txBody>
      </p:sp>
      <p:sp>
        <p:nvSpPr>
          <p:cNvPr id="15" name="Freeform 54">
            <a:extLst>
              <a:ext uri="{FF2B5EF4-FFF2-40B4-BE49-F238E27FC236}">
                <a16:creationId xmlns:a16="http://schemas.microsoft.com/office/drawing/2014/main" id="{180303DF-9621-2934-3523-D6C4C9C5E8BC}"/>
              </a:ext>
            </a:extLst>
          </p:cNvPr>
          <p:cNvSpPr/>
          <p:nvPr/>
        </p:nvSpPr>
        <p:spPr>
          <a:xfrm>
            <a:off x="10348091" y="869034"/>
            <a:ext cx="6899151" cy="2758245"/>
          </a:xfrm>
          <a:custGeom>
            <a:avLst/>
            <a:gdLst>
              <a:gd name="connsiteX0" fmla="*/ 341971 w 5828371"/>
              <a:gd name="connsiteY0" fmla="*/ 0 h 3672468"/>
              <a:gd name="connsiteX1" fmla="*/ 0 w 5828371"/>
              <a:gd name="connsiteY1" fmla="*/ 0 h 3672468"/>
              <a:gd name="connsiteX2" fmla="*/ 0 w 5828371"/>
              <a:gd name="connsiteY2" fmla="*/ 2512741 h 3672468"/>
              <a:gd name="connsiteX3" fmla="*/ 3419708 w 5828371"/>
              <a:gd name="connsiteY3" fmla="*/ 2512741 h 3672468"/>
              <a:gd name="connsiteX4" fmla="*/ 4579435 w 5828371"/>
              <a:gd name="connsiteY4" fmla="*/ 3672468 h 3672468"/>
              <a:gd name="connsiteX5" fmla="*/ 4579435 w 5828371"/>
              <a:gd name="connsiteY5" fmla="*/ 2490439 h 3672468"/>
              <a:gd name="connsiteX6" fmla="*/ 5828371 w 5828371"/>
              <a:gd name="connsiteY6" fmla="*/ 2490439 h 3672468"/>
              <a:gd name="connsiteX7" fmla="*/ 5828371 w 5828371"/>
              <a:gd name="connsiteY7" fmla="*/ 22302 h 3672468"/>
              <a:gd name="connsiteX8" fmla="*/ 2014654 w 5828371"/>
              <a:gd name="connsiteY8" fmla="*/ 22302 h 3672468"/>
              <a:gd name="connsiteX9" fmla="*/ 2014654 w 5828371"/>
              <a:gd name="connsiteY9" fmla="*/ 37170 h 3672468"/>
              <a:gd name="connsiteX0" fmla="*/ 341971 w 5828371"/>
              <a:gd name="connsiteY0" fmla="*/ 156214 h 3828682"/>
              <a:gd name="connsiteX1" fmla="*/ 0 w 5828371"/>
              <a:gd name="connsiteY1" fmla="*/ 156214 h 3828682"/>
              <a:gd name="connsiteX2" fmla="*/ 0 w 5828371"/>
              <a:gd name="connsiteY2" fmla="*/ 2668955 h 3828682"/>
              <a:gd name="connsiteX3" fmla="*/ 3419708 w 5828371"/>
              <a:gd name="connsiteY3" fmla="*/ 2668955 h 3828682"/>
              <a:gd name="connsiteX4" fmla="*/ 4579435 w 5828371"/>
              <a:gd name="connsiteY4" fmla="*/ 3828682 h 3828682"/>
              <a:gd name="connsiteX5" fmla="*/ 4579435 w 5828371"/>
              <a:gd name="connsiteY5" fmla="*/ 2646653 h 3828682"/>
              <a:gd name="connsiteX6" fmla="*/ 5828371 w 5828371"/>
              <a:gd name="connsiteY6" fmla="*/ 2646653 h 3828682"/>
              <a:gd name="connsiteX7" fmla="*/ 5828371 w 5828371"/>
              <a:gd name="connsiteY7" fmla="*/ 178516 h 3828682"/>
              <a:gd name="connsiteX8" fmla="*/ 2014654 w 5828371"/>
              <a:gd name="connsiteY8" fmla="*/ 178516 h 3828682"/>
              <a:gd name="connsiteX9" fmla="*/ 1234069 w 5828371"/>
              <a:gd name="connsiteY9" fmla="*/ 96 h 3828682"/>
              <a:gd name="connsiteX0" fmla="*/ 341971 w 5828371"/>
              <a:gd name="connsiteY0" fmla="*/ 0 h 3672468"/>
              <a:gd name="connsiteX1" fmla="*/ 0 w 5828371"/>
              <a:gd name="connsiteY1" fmla="*/ 0 h 3672468"/>
              <a:gd name="connsiteX2" fmla="*/ 0 w 5828371"/>
              <a:gd name="connsiteY2" fmla="*/ 2512741 h 3672468"/>
              <a:gd name="connsiteX3" fmla="*/ 3419708 w 5828371"/>
              <a:gd name="connsiteY3" fmla="*/ 2512741 h 3672468"/>
              <a:gd name="connsiteX4" fmla="*/ 4579435 w 5828371"/>
              <a:gd name="connsiteY4" fmla="*/ 3672468 h 3672468"/>
              <a:gd name="connsiteX5" fmla="*/ 4579435 w 5828371"/>
              <a:gd name="connsiteY5" fmla="*/ 2490439 h 3672468"/>
              <a:gd name="connsiteX6" fmla="*/ 5828371 w 5828371"/>
              <a:gd name="connsiteY6" fmla="*/ 2490439 h 3672468"/>
              <a:gd name="connsiteX7" fmla="*/ 5828371 w 5828371"/>
              <a:gd name="connsiteY7" fmla="*/ 22302 h 3672468"/>
              <a:gd name="connsiteX8" fmla="*/ 2014654 w 5828371"/>
              <a:gd name="connsiteY8" fmla="*/ 22302 h 3672468"/>
              <a:gd name="connsiteX9" fmla="*/ 1761893 w 5828371"/>
              <a:gd name="connsiteY9" fmla="*/ 520390 h 3672468"/>
              <a:gd name="connsiteX0" fmla="*/ 341971 w 5828371"/>
              <a:gd name="connsiteY0" fmla="*/ 0 h 3672468"/>
              <a:gd name="connsiteX1" fmla="*/ 0 w 5828371"/>
              <a:gd name="connsiteY1" fmla="*/ 0 h 3672468"/>
              <a:gd name="connsiteX2" fmla="*/ 0 w 5828371"/>
              <a:gd name="connsiteY2" fmla="*/ 2512741 h 3672468"/>
              <a:gd name="connsiteX3" fmla="*/ 3419708 w 5828371"/>
              <a:gd name="connsiteY3" fmla="*/ 2512741 h 3672468"/>
              <a:gd name="connsiteX4" fmla="*/ 4579435 w 5828371"/>
              <a:gd name="connsiteY4" fmla="*/ 3672468 h 3672468"/>
              <a:gd name="connsiteX5" fmla="*/ 4579435 w 5828371"/>
              <a:gd name="connsiteY5" fmla="*/ 2490439 h 3672468"/>
              <a:gd name="connsiteX6" fmla="*/ 5828371 w 5828371"/>
              <a:gd name="connsiteY6" fmla="*/ 2490439 h 3672468"/>
              <a:gd name="connsiteX7" fmla="*/ 5828371 w 5828371"/>
              <a:gd name="connsiteY7" fmla="*/ 22302 h 3672468"/>
              <a:gd name="connsiteX8" fmla="*/ 2014654 w 5828371"/>
              <a:gd name="connsiteY8" fmla="*/ 22302 h 3672468"/>
              <a:gd name="connsiteX0" fmla="*/ 349405 w 5835805"/>
              <a:gd name="connsiteY0" fmla="*/ 0 h 3672468"/>
              <a:gd name="connsiteX1" fmla="*/ 0 w 5835805"/>
              <a:gd name="connsiteY1" fmla="*/ 37170 h 3672468"/>
              <a:gd name="connsiteX2" fmla="*/ 7434 w 5835805"/>
              <a:gd name="connsiteY2" fmla="*/ 2512741 h 3672468"/>
              <a:gd name="connsiteX3" fmla="*/ 3427142 w 5835805"/>
              <a:gd name="connsiteY3" fmla="*/ 2512741 h 3672468"/>
              <a:gd name="connsiteX4" fmla="*/ 4586869 w 5835805"/>
              <a:gd name="connsiteY4" fmla="*/ 3672468 h 3672468"/>
              <a:gd name="connsiteX5" fmla="*/ 4586869 w 5835805"/>
              <a:gd name="connsiteY5" fmla="*/ 2490439 h 3672468"/>
              <a:gd name="connsiteX6" fmla="*/ 5835805 w 5835805"/>
              <a:gd name="connsiteY6" fmla="*/ 2490439 h 3672468"/>
              <a:gd name="connsiteX7" fmla="*/ 5835805 w 5835805"/>
              <a:gd name="connsiteY7" fmla="*/ 22302 h 3672468"/>
              <a:gd name="connsiteX8" fmla="*/ 2022088 w 5835805"/>
              <a:gd name="connsiteY8" fmla="*/ 22302 h 3672468"/>
              <a:gd name="connsiteX0" fmla="*/ 334537 w 5835805"/>
              <a:gd name="connsiteY0" fmla="*/ 7434 h 3650166"/>
              <a:gd name="connsiteX1" fmla="*/ 0 w 5835805"/>
              <a:gd name="connsiteY1" fmla="*/ 14868 h 3650166"/>
              <a:gd name="connsiteX2" fmla="*/ 7434 w 5835805"/>
              <a:gd name="connsiteY2" fmla="*/ 2490439 h 3650166"/>
              <a:gd name="connsiteX3" fmla="*/ 3427142 w 5835805"/>
              <a:gd name="connsiteY3" fmla="*/ 2490439 h 3650166"/>
              <a:gd name="connsiteX4" fmla="*/ 4586869 w 5835805"/>
              <a:gd name="connsiteY4" fmla="*/ 3650166 h 3650166"/>
              <a:gd name="connsiteX5" fmla="*/ 4586869 w 5835805"/>
              <a:gd name="connsiteY5" fmla="*/ 2468137 h 3650166"/>
              <a:gd name="connsiteX6" fmla="*/ 5835805 w 5835805"/>
              <a:gd name="connsiteY6" fmla="*/ 2468137 h 3650166"/>
              <a:gd name="connsiteX7" fmla="*/ 5835805 w 5835805"/>
              <a:gd name="connsiteY7" fmla="*/ 0 h 3650166"/>
              <a:gd name="connsiteX8" fmla="*/ 2022088 w 5835805"/>
              <a:gd name="connsiteY8" fmla="*/ 0 h 3650166"/>
              <a:gd name="connsiteX0" fmla="*/ 334537 w 5835805"/>
              <a:gd name="connsiteY0" fmla="*/ 7434 h 3650166"/>
              <a:gd name="connsiteX1" fmla="*/ 0 w 5835805"/>
              <a:gd name="connsiteY1" fmla="*/ 3145 h 3650166"/>
              <a:gd name="connsiteX2" fmla="*/ 7434 w 5835805"/>
              <a:gd name="connsiteY2" fmla="*/ 2490439 h 3650166"/>
              <a:gd name="connsiteX3" fmla="*/ 3427142 w 5835805"/>
              <a:gd name="connsiteY3" fmla="*/ 2490439 h 3650166"/>
              <a:gd name="connsiteX4" fmla="*/ 4586869 w 5835805"/>
              <a:gd name="connsiteY4" fmla="*/ 3650166 h 3650166"/>
              <a:gd name="connsiteX5" fmla="*/ 4586869 w 5835805"/>
              <a:gd name="connsiteY5" fmla="*/ 2468137 h 3650166"/>
              <a:gd name="connsiteX6" fmla="*/ 5835805 w 5835805"/>
              <a:gd name="connsiteY6" fmla="*/ 2468137 h 3650166"/>
              <a:gd name="connsiteX7" fmla="*/ 5835805 w 5835805"/>
              <a:gd name="connsiteY7" fmla="*/ 0 h 3650166"/>
              <a:gd name="connsiteX8" fmla="*/ 2022088 w 5835805"/>
              <a:gd name="connsiteY8" fmla="*/ 0 h 3650166"/>
              <a:gd name="connsiteX0" fmla="*/ 337899 w 5835805"/>
              <a:gd name="connsiteY0" fmla="*/ 4073 h 3650166"/>
              <a:gd name="connsiteX1" fmla="*/ 0 w 5835805"/>
              <a:gd name="connsiteY1" fmla="*/ 3145 h 3650166"/>
              <a:gd name="connsiteX2" fmla="*/ 7434 w 5835805"/>
              <a:gd name="connsiteY2" fmla="*/ 2490439 h 3650166"/>
              <a:gd name="connsiteX3" fmla="*/ 3427142 w 5835805"/>
              <a:gd name="connsiteY3" fmla="*/ 2490439 h 3650166"/>
              <a:gd name="connsiteX4" fmla="*/ 4586869 w 5835805"/>
              <a:gd name="connsiteY4" fmla="*/ 3650166 h 3650166"/>
              <a:gd name="connsiteX5" fmla="*/ 4586869 w 5835805"/>
              <a:gd name="connsiteY5" fmla="*/ 2468137 h 3650166"/>
              <a:gd name="connsiteX6" fmla="*/ 5835805 w 5835805"/>
              <a:gd name="connsiteY6" fmla="*/ 2468137 h 3650166"/>
              <a:gd name="connsiteX7" fmla="*/ 5835805 w 5835805"/>
              <a:gd name="connsiteY7" fmla="*/ 0 h 3650166"/>
              <a:gd name="connsiteX8" fmla="*/ 2022088 w 5835805"/>
              <a:gd name="connsiteY8" fmla="*/ 0 h 3650166"/>
              <a:gd name="connsiteX0" fmla="*/ 337899 w 5835805"/>
              <a:gd name="connsiteY0" fmla="*/ 4073 h 5094695"/>
              <a:gd name="connsiteX1" fmla="*/ 0 w 5835805"/>
              <a:gd name="connsiteY1" fmla="*/ 3145 h 5094695"/>
              <a:gd name="connsiteX2" fmla="*/ 7434 w 5835805"/>
              <a:gd name="connsiteY2" fmla="*/ 2490439 h 5094695"/>
              <a:gd name="connsiteX3" fmla="*/ 3427142 w 5835805"/>
              <a:gd name="connsiteY3" fmla="*/ 2490439 h 5094695"/>
              <a:gd name="connsiteX4" fmla="*/ 4605157 w 5835805"/>
              <a:gd name="connsiteY4" fmla="*/ 5094695 h 5094695"/>
              <a:gd name="connsiteX5" fmla="*/ 4586869 w 5835805"/>
              <a:gd name="connsiteY5" fmla="*/ 2468137 h 5094695"/>
              <a:gd name="connsiteX6" fmla="*/ 5835805 w 5835805"/>
              <a:gd name="connsiteY6" fmla="*/ 2468137 h 5094695"/>
              <a:gd name="connsiteX7" fmla="*/ 5835805 w 5835805"/>
              <a:gd name="connsiteY7" fmla="*/ 0 h 5094695"/>
              <a:gd name="connsiteX8" fmla="*/ 2022088 w 5835805"/>
              <a:gd name="connsiteY8" fmla="*/ 0 h 5094695"/>
              <a:gd name="connsiteX0" fmla="*/ 337899 w 5835805"/>
              <a:gd name="connsiteY0" fmla="*/ 4073 h 5094695"/>
              <a:gd name="connsiteX1" fmla="*/ 0 w 5835805"/>
              <a:gd name="connsiteY1" fmla="*/ 3145 h 5094695"/>
              <a:gd name="connsiteX2" fmla="*/ 7434 w 5835805"/>
              <a:gd name="connsiteY2" fmla="*/ 2490439 h 5094695"/>
              <a:gd name="connsiteX3" fmla="*/ 3427142 w 5835805"/>
              <a:gd name="connsiteY3" fmla="*/ 2490439 h 5094695"/>
              <a:gd name="connsiteX4" fmla="*/ 4605157 w 5835805"/>
              <a:gd name="connsiteY4" fmla="*/ 5094695 h 5094695"/>
              <a:gd name="connsiteX5" fmla="*/ 4586869 w 5835805"/>
              <a:gd name="connsiteY5" fmla="*/ 2468137 h 5094695"/>
              <a:gd name="connsiteX6" fmla="*/ 5835805 w 5835805"/>
              <a:gd name="connsiteY6" fmla="*/ 2468137 h 5094695"/>
              <a:gd name="connsiteX7" fmla="*/ 5835805 w 5835805"/>
              <a:gd name="connsiteY7" fmla="*/ 0 h 5094695"/>
              <a:gd name="connsiteX8" fmla="*/ 4217777 w 5835805"/>
              <a:gd name="connsiteY8" fmla="*/ 0 h 5094695"/>
              <a:gd name="connsiteX0" fmla="*/ 337899 w 5835805"/>
              <a:gd name="connsiteY0" fmla="*/ 4073 h 5094695"/>
              <a:gd name="connsiteX1" fmla="*/ 0 w 5835805"/>
              <a:gd name="connsiteY1" fmla="*/ 3145 h 5094695"/>
              <a:gd name="connsiteX2" fmla="*/ 7434 w 5835805"/>
              <a:gd name="connsiteY2" fmla="*/ 2490439 h 5094695"/>
              <a:gd name="connsiteX3" fmla="*/ 3427142 w 5835805"/>
              <a:gd name="connsiteY3" fmla="*/ 2490439 h 5094695"/>
              <a:gd name="connsiteX4" fmla="*/ 4605157 w 5835805"/>
              <a:gd name="connsiteY4" fmla="*/ 5094695 h 5094695"/>
              <a:gd name="connsiteX5" fmla="*/ 4586869 w 5835805"/>
              <a:gd name="connsiteY5" fmla="*/ 2468137 h 5094695"/>
              <a:gd name="connsiteX6" fmla="*/ 5835805 w 5835805"/>
              <a:gd name="connsiteY6" fmla="*/ 2468137 h 5094695"/>
              <a:gd name="connsiteX7" fmla="*/ 5835805 w 5835805"/>
              <a:gd name="connsiteY7" fmla="*/ 0 h 5094695"/>
              <a:gd name="connsiteX8" fmla="*/ 3448712 w 5835805"/>
              <a:gd name="connsiteY8" fmla="*/ 7473 h 5094695"/>
              <a:gd name="connsiteX0" fmla="*/ 337899 w 5835805"/>
              <a:gd name="connsiteY0" fmla="*/ 4074 h 5094696"/>
              <a:gd name="connsiteX1" fmla="*/ 0 w 5835805"/>
              <a:gd name="connsiteY1" fmla="*/ 3146 h 5094696"/>
              <a:gd name="connsiteX2" fmla="*/ 7434 w 5835805"/>
              <a:gd name="connsiteY2" fmla="*/ 2490440 h 5094696"/>
              <a:gd name="connsiteX3" fmla="*/ 3427142 w 5835805"/>
              <a:gd name="connsiteY3" fmla="*/ 2490440 h 5094696"/>
              <a:gd name="connsiteX4" fmla="*/ 4605157 w 5835805"/>
              <a:gd name="connsiteY4" fmla="*/ 5094696 h 5094696"/>
              <a:gd name="connsiteX5" fmla="*/ 4586869 w 5835805"/>
              <a:gd name="connsiteY5" fmla="*/ 2468138 h 5094696"/>
              <a:gd name="connsiteX6" fmla="*/ 5835805 w 5835805"/>
              <a:gd name="connsiteY6" fmla="*/ 2468138 h 5094696"/>
              <a:gd name="connsiteX7" fmla="*/ 5835805 w 5835805"/>
              <a:gd name="connsiteY7" fmla="*/ 1 h 5094696"/>
              <a:gd name="connsiteX8" fmla="*/ 3448712 w 5835805"/>
              <a:gd name="connsiteY8" fmla="*/ 0 h 5094696"/>
              <a:gd name="connsiteX0" fmla="*/ 337899 w 5835805"/>
              <a:gd name="connsiteY0" fmla="*/ 4074 h 5094696"/>
              <a:gd name="connsiteX1" fmla="*/ 0 w 5835805"/>
              <a:gd name="connsiteY1" fmla="*/ 3146 h 5094696"/>
              <a:gd name="connsiteX2" fmla="*/ 7434 w 5835805"/>
              <a:gd name="connsiteY2" fmla="*/ 2490440 h 5094696"/>
              <a:gd name="connsiteX3" fmla="*/ 3427142 w 5835805"/>
              <a:gd name="connsiteY3" fmla="*/ 2490440 h 5094696"/>
              <a:gd name="connsiteX4" fmla="*/ 4605157 w 5835805"/>
              <a:gd name="connsiteY4" fmla="*/ 5094696 h 5094696"/>
              <a:gd name="connsiteX5" fmla="*/ 4586869 w 5835805"/>
              <a:gd name="connsiteY5" fmla="*/ 2468138 h 5094696"/>
              <a:gd name="connsiteX6" fmla="*/ 5835805 w 5835805"/>
              <a:gd name="connsiteY6" fmla="*/ 2468138 h 5094696"/>
              <a:gd name="connsiteX7" fmla="*/ 5835805 w 5835805"/>
              <a:gd name="connsiteY7" fmla="*/ 1 h 5094696"/>
              <a:gd name="connsiteX8" fmla="*/ 3054396 w 5835805"/>
              <a:gd name="connsiteY8" fmla="*/ 0 h 5094696"/>
              <a:gd name="connsiteX0" fmla="*/ 337899 w 5835805"/>
              <a:gd name="connsiteY0" fmla="*/ 4074 h 3780535"/>
              <a:gd name="connsiteX1" fmla="*/ 0 w 5835805"/>
              <a:gd name="connsiteY1" fmla="*/ 3146 h 3780535"/>
              <a:gd name="connsiteX2" fmla="*/ 7434 w 5835805"/>
              <a:gd name="connsiteY2" fmla="*/ 2490440 h 3780535"/>
              <a:gd name="connsiteX3" fmla="*/ 3427142 w 5835805"/>
              <a:gd name="connsiteY3" fmla="*/ 2490440 h 3780535"/>
              <a:gd name="connsiteX4" fmla="*/ 4568325 w 5835805"/>
              <a:gd name="connsiteY4" fmla="*/ 3780535 h 3780535"/>
              <a:gd name="connsiteX5" fmla="*/ 4586869 w 5835805"/>
              <a:gd name="connsiteY5" fmla="*/ 2468138 h 3780535"/>
              <a:gd name="connsiteX6" fmla="*/ 5835805 w 5835805"/>
              <a:gd name="connsiteY6" fmla="*/ 2468138 h 3780535"/>
              <a:gd name="connsiteX7" fmla="*/ 5835805 w 5835805"/>
              <a:gd name="connsiteY7" fmla="*/ 1 h 3780535"/>
              <a:gd name="connsiteX8" fmla="*/ 3054396 w 5835805"/>
              <a:gd name="connsiteY8" fmla="*/ 0 h 3780535"/>
              <a:gd name="connsiteX0" fmla="*/ 337899 w 5835805"/>
              <a:gd name="connsiteY0" fmla="*/ 4074 h 3799902"/>
              <a:gd name="connsiteX1" fmla="*/ 0 w 5835805"/>
              <a:gd name="connsiteY1" fmla="*/ 3146 h 3799902"/>
              <a:gd name="connsiteX2" fmla="*/ 7434 w 5835805"/>
              <a:gd name="connsiteY2" fmla="*/ 2490440 h 3799902"/>
              <a:gd name="connsiteX3" fmla="*/ 3427142 w 5835805"/>
              <a:gd name="connsiteY3" fmla="*/ 2490440 h 3799902"/>
              <a:gd name="connsiteX4" fmla="*/ 4599264 w 5835805"/>
              <a:gd name="connsiteY4" fmla="*/ 3799902 h 3799902"/>
              <a:gd name="connsiteX5" fmla="*/ 4586869 w 5835805"/>
              <a:gd name="connsiteY5" fmla="*/ 2468138 h 3799902"/>
              <a:gd name="connsiteX6" fmla="*/ 5835805 w 5835805"/>
              <a:gd name="connsiteY6" fmla="*/ 2468138 h 3799902"/>
              <a:gd name="connsiteX7" fmla="*/ 5835805 w 5835805"/>
              <a:gd name="connsiteY7" fmla="*/ 1 h 3799902"/>
              <a:gd name="connsiteX8" fmla="*/ 3054396 w 5835805"/>
              <a:gd name="connsiteY8" fmla="*/ 0 h 3799902"/>
              <a:gd name="connsiteX0" fmla="*/ 337899 w 5835805"/>
              <a:gd name="connsiteY0" fmla="*/ 4074 h 3748258"/>
              <a:gd name="connsiteX1" fmla="*/ 0 w 5835805"/>
              <a:gd name="connsiteY1" fmla="*/ 3146 h 3748258"/>
              <a:gd name="connsiteX2" fmla="*/ 7434 w 5835805"/>
              <a:gd name="connsiteY2" fmla="*/ 2490440 h 3748258"/>
              <a:gd name="connsiteX3" fmla="*/ 3427142 w 5835805"/>
              <a:gd name="connsiteY3" fmla="*/ 2490440 h 3748258"/>
              <a:gd name="connsiteX4" fmla="*/ 4578638 w 5835805"/>
              <a:gd name="connsiteY4" fmla="*/ 3748258 h 3748258"/>
              <a:gd name="connsiteX5" fmla="*/ 4586869 w 5835805"/>
              <a:gd name="connsiteY5" fmla="*/ 2468138 h 3748258"/>
              <a:gd name="connsiteX6" fmla="*/ 5835805 w 5835805"/>
              <a:gd name="connsiteY6" fmla="*/ 2468138 h 3748258"/>
              <a:gd name="connsiteX7" fmla="*/ 5835805 w 5835805"/>
              <a:gd name="connsiteY7" fmla="*/ 1 h 3748258"/>
              <a:gd name="connsiteX8" fmla="*/ 3054396 w 5835805"/>
              <a:gd name="connsiteY8" fmla="*/ 0 h 3748258"/>
              <a:gd name="connsiteX0" fmla="*/ 337899 w 5835805"/>
              <a:gd name="connsiteY0" fmla="*/ 4074 h 3786991"/>
              <a:gd name="connsiteX1" fmla="*/ 0 w 5835805"/>
              <a:gd name="connsiteY1" fmla="*/ 3146 h 3786991"/>
              <a:gd name="connsiteX2" fmla="*/ 7434 w 5835805"/>
              <a:gd name="connsiteY2" fmla="*/ 2490440 h 3786991"/>
              <a:gd name="connsiteX3" fmla="*/ 3427142 w 5835805"/>
              <a:gd name="connsiteY3" fmla="*/ 2490440 h 3786991"/>
              <a:gd name="connsiteX4" fmla="*/ 4583795 w 5835805"/>
              <a:gd name="connsiteY4" fmla="*/ 3786991 h 3786991"/>
              <a:gd name="connsiteX5" fmla="*/ 4586869 w 5835805"/>
              <a:gd name="connsiteY5" fmla="*/ 2468138 h 3786991"/>
              <a:gd name="connsiteX6" fmla="*/ 5835805 w 5835805"/>
              <a:gd name="connsiteY6" fmla="*/ 2468138 h 3786991"/>
              <a:gd name="connsiteX7" fmla="*/ 5835805 w 5835805"/>
              <a:gd name="connsiteY7" fmla="*/ 1 h 3786991"/>
              <a:gd name="connsiteX8" fmla="*/ 3054396 w 5835805"/>
              <a:gd name="connsiteY8" fmla="*/ 0 h 3786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35805" h="3786991">
                <a:moveTo>
                  <a:pt x="337899" y="4074"/>
                </a:moveTo>
                <a:lnTo>
                  <a:pt x="0" y="3146"/>
                </a:lnTo>
                <a:lnTo>
                  <a:pt x="7434" y="2490440"/>
                </a:lnTo>
                <a:lnTo>
                  <a:pt x="3427142" y="2490440"/>
                </a:lnTo>
                <a:lnTo>
                  <a:pt x="4583795" y="3786991"/>
                </a:lnTo>
                <a:cubicBezTo>
                  <a:pt x="4586539" y="3360284"/>
                  <a:pt x="4584125" y="2894845"/>
                  <a:pt x="4586869" y="2468138"/>
                </a:cubicBezTo>
                <a:lnTo>
                  <a:pt x="5835805" y="2468138"/>
                </a:lnTo>
                <a:lnTo>
                  <a:pt x="5835805" y="1"/>
                </a:lnTo>
                <a:lnTo>
                  <a:pt x="3054396" y="0"/>
                </a:lnTo>
              </a:path>
            </a:pathLst>
          </a:custGeom>
          <a:solidFill>
            <a:schemeClr val="bg1">
              <a:alpha val="79000"/>
            </a:schemeClr>
          </a:solidFill>
          <a:ln w="1270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457200" rIns="365760" bIns="45720" rtlCol="0" anchor="t" anchorCtr="0"/>
          <a:lstStyle/>
          <a:p>
            <a:r>
              <a:rPr lang="en-GB" sz="2000" b="1">
                <a:solidFill>
                  <a:schemeClr val="tx2"/>
                </a:solidFill>
                <a:latin typeface="Figtree" pitchFamily="2" charset="0"/>
              </a:rPr>
              <a:t xml:space="preserve">Slide info: </a:t>
            </a:r>
            <a:r>
              <a:rPr lang="en-GB" sz="2000">
                <a:solidFill>
                  <a:schemeClr val="tx2"/>
                </a:solidFill>
                <a:latin typeface="Figtree" pitchFamily="2" charset="0"/>
              </a:rPr>
              <a:t xml:space="preserve">Update with correct Presenters/Anglepoint support on the call.  Be sure to always introduce all member from the AP team. 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AB1871-2312-91EC-815F-CE7EAA31FFFD}"/>
              </a:ext>
            </a:extLst>
          </p:cNvPr>
          <p:cNvSpPr/>
          <p:nvPr/>
        </p:nvSpPr>
        <p:spPr>
          <a:xfrm>
            <a:off x="16817494" y="471211"/>
            <a:ext cx="795646" cy="795646"/>
          </a:xfrm>
          <a:prstGeom prst="ellipse">
            <a:avLst/>
          </a:prstGeom>
          <a:solidFill>
            <a:schemeClr val="accent4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lang="en-US" sz="4000" b="1">
                <a:latin typeface="Figtree" pitchFamily="2" charset="0"/>
              </a:rPr>
              <a:t>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F0BBC0-856E-469D-A028-F10B66A73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54476" y="3934125"/>
            <a:ext cx="5179634" cy="634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8451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A86A3B04-EED3-B6C0-427D-F24C75E8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4207" y="3774672"/>
            <a:ext cx="9499380" cy="4622316"/>
          </a:xfrm>
        </p:spPr>
        <p:txBody>
          <a:bodyPr/>
          <a:lstStyle/>
          <a:p>
            <a:r>
              <a:rPr lang="en-US" sz="6600"/>
              <a:t>AGENDA</a:t>
            </a:r>
            <a:br>
              <a:rPr lang="en-US"/>
            </a:b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32B89-1110-EB0E-0EE7-3C9A7E4F5E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64CCA-4D6D-23BE-F240-19BB54AAB62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02591-7D18-9ABF-F9D9-F130A0E91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87769"/>
              </p:ext>
            </p:extLst>
          </p:nvPr>
        </p:nvGraphicFramePr>
        <p:xfrm>
          <a:off x="12193587" y="3038142"/>
          <a:ext cx="9266712" cy="609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840">
                  <a:extLst>
                    <a:ext uri="{9D8B030D-6E8A-4147-A177-3AD203B41FA5}">
                      <a16:colId xmlns:a16="http://schemas.microsoft.com/office/drawing/2014/main" val="3406831296"/>
                    </a:ext>
                  </a:extLst>
                </a:gridCol>
                <a:gridCol w="8389872">
                  <a:extLst>
                    <a:ext uri="{9D8B030D-6E8A-4147-A177-3AD203B41FA5}">
                      <a16:colId xmlns:a16="http://schemas.microsoft.com/office/drawing/2014/main" val="1673293130"/>
                    </a:ext>
                  </a:extLst>
                </a:gridCol>
              </a:tblGrid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01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ITAM STRATEGY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499490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02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SERVICE OVERVIEW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772201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03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IMPACT HIGHLIGHTS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247529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04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SAP EXPANSION</a:t>
                      </a:r>
                      <a:endParaRPr kumimoji="0" lang="en-US" sz="2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Helvetica"/>
                      </a:endParaRP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754593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05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90 DAYS TO SUCCESS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062945"/>
                  </a:ext>
                </a:extLst>
              </a:tr>
              <a:tr h="1015896"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06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2000"/>
                        </a:spcBef>
                        <a:spcAft>
                          <a:spcPts val="600"/>
                        </a:spcAft>
                        <a:buClr>
                          <a:srgbClr val="F8D03F"/>
                        </a:buClr>
                        <a:buSzPct val="110000"/>
                        <a:buFont typeface="TT Norms Pro" panose="020B0604020202020204" charset="0"/>
                        <a:buNone/>
                        <a:tabLst/>
                        <a:defRPr/>
                      </a:pPr>
                      <a:r>
                        <a:rPr kumimoji="0" lang="en-US" sz="2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NEXT STEPS</a:t>
                      </a:r>
                    </a:p>
                  </a:txBody>
                  <a:tcPr marL="0" marR="0" marT="274284" marB="27428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193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8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C2DE-2168-FC5B-9141-BC7414B9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38E6E2-1BF8-7841-3DF7-B8A6816C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Culture &amp; Values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BCCCE8A-5178-2FBE-E008-4D0D6C44333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087A4"/>
                </a:solidFill>
                <a:effectLst/>
                <a:uLnTx/>
                <a:uFillTx/>
                <a:ea typeface="+mn-ea"/>
                <a:cs typeface="+mn-cs"/>
              </a:rPr>
              <a:t>© 2026 Anglepoint Group, Inc. Confidential.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5F86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491CD12-A440-3689-40CD-6678702BAC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marL="0" marR="0" lvl="0" indent="0" algn="r" defTabSz="4571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CC2327-6B8B-47BD-B581-B21CDA88CCF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rgbClr val="4087A4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rgbClr val="4087A4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A1DC2F53-8D0D-700E-004A-F91468D53E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The core of Anglepoint DNA</a:t>
            </a:r>
          </a:p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33B906E-4FF4-9259-9777-36BDF29F6A4E}"/>
              </a:ext>
            </a:extLst>
          </p:cNvPr>
          <p:cNvGrpSpPr/>
          <p:nvPr/>
        </p:nvGrpSpPr>
        <p:grpSpPr>
          <a:xfrm>
            <a:off x="11075342" y="415358"/>
            <a:ext cx="7265049" cy="3156068"/>
            <a:chOff x="11555461" y="703418"/>
            <a:chExt cx="7265049" cy="3156068"/>
          </a:xfrm>
        </p:grpSpPr>
        <p:sp>
          <p:nvSpPr>
            <p:cNvPr id="15" name="Freeform 54">
              <a:extLst>
                <a:ext uri="{FF2B5EF4-FFF2-40B4-BE49-F238E27FC236}">
                  <a16:creationId xmlns:a16="http://schemas.microsoft.com/office/drawing/2014/main" id="{915BA5F1-4E63-E473-2209-777F66B9AE1A}"/>
                </a:ext>
              </a:extLst>
            </p:cNvPr>
            <p:cNvSpPr/>
            <p:nvPr/>
          </p:nvSpPr>
          <p:spPr>
            <a:xfrm>
              <a:off x="11555461" y="1101241"/>
              <a:ext cx="6899151" cy="2758245"/>
            </a:xfrm>
            <a:custGeom>
              <a:avLst/>
              <a:gdLst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9" fmla="*/ 2014654 w 5828371"/>
                <a:gd name="connsiteY9" fmla="*/ 37170 h 3672468"/>
                <a:gd name="connsiteX0" fmla="*/ 341971 w 5828371"/>
                <a:gd name="connsiteY0" fmla="*/ 156214 h 3828682"/>
                <a:gd name="connsiteX1" fmla="*/ 0 w 5828371"/>
                <a:gd name="connsiteY1" fmla="*/ 156214 h 3828682"/>
                <a:gd name="connsiteX2" fmla="*/ 0 w 5828371"/>
                <a:gd name="connsiteY2" fmla="*/ 2668955 h 3828682"/>
                <a:gd name="connsiteX3" fmla="*/ 3419708 w 5828371"/>
                <a:gd name="connsiteY3" fmla="*/ 2668955 h 3828682"/>
                <a:gd name="connsiteX4" fmla="*/ 4579435 w 5828371"/>
                <a:gd name="connsiteY4" fmla="*/ 3828682 h 3828682"/>
                <a:gd name="connsiteX5" fmla="*/ 4579435 w 5828371"/>
                <a:gd name="connsiteY5" fmla="*/ 2646653 h 3828682"/>
                <a:gd name="connsiteX6" fmla="*/ 5828371 w 5828371"/>
                <a:gd name="connsiteY6" fmla="*/ 2646653 h 3828682"/>
                <a:gd name="connsiteX7" fmla="*/ 5828371 w 5828371"/>
                <a:gd name="connsiteY7" fmla="*/ 178516 h 3828682"/>
                <a:gd name="connsiteX8" fmla="*/ 2014654 w 5828371"/>
                <a:gd name="connsiteY8" fmla="*/ 178516 h 3828682"/>
                <a:gd name="connsiteX9" fmla="*/ 1234069 w 5828371"/>
                <a:gd name="connsiteY9" fmla="*/ 96 h 3828682"/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9" fmla="*/ 1761893 w 5828371"/>
                <a:gd name="connsiteY9" fmla="*/ 520390 h 3672468"/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0" fmla="*/ 349405 w 5835805"/>
                <a:gd name="connsiteY0" fmla="*/ 0 h 3672468"/>
                <a:gd name="connsiteX1" fmla="*/ 0 w 5835805"/>
                <a:gd name="connsiteY1" fmla="*/ 37170 h 3672468"/>
                <a:gd name="connsiteX2" fmla="*/ 7434 w 5835805"/>
                <a:gd name="connsiteY2" fmla="*/ 2512741 h 3672468"/>
                <a:gd name="connsiteX3" fmla="*/ 3427142 w 5835805"/>
                <a:gd name="connsiteY3" fmla="*/ 2512741 h 3672468"/>
                <a:gd name="connsiteX4" fmla="*/ 4586869 w 5835805"/>
                <a:gd name="connsiteY4" fmla="*/ 3672468 h 3672468"/>
                <a:gd name="connsiteX5" fmla="*/ 4586869 w 5835805"/>
                <a:gd name="connsiteY5" fmla="*/ 2490439 h 3672468"/>
                <a:gd name="connsiteX6" fmla="*/ 5835805 w 5835805"/>
                <a:gd name="connsiteY6" fmla="*/ 2490439 h 3672468"/>
                <a:gd name="connsiteX7" fmla="*/ 5835805 w 5835805"/>
                <a:gd name="connsiteY7" fmla="*/ 22302 h 3672468"/>
                <a:gd name="connsiteX8" fmla="*/ 2022088 w 5835805"/>
                <a:gd name="connsiteY8" fmla="*/ 22302 h 3672468"/>
                <a:gd name="connsiteX0" fmla="*/ 334537 w 5835805"/>
                <a:gd name="connsiteY0" fmla="*/ 7434 h 3650166"/>
                <a:gd name="connsiteX1" fmla="*/ 0 w 5835805"/>
                <a:gd name="connsiteY1" fmla="*/ 14868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4537 w 5835805"/>
                <a:gd name="connsiteY0" fmla="*/ 7434 h 3650166"/>
                <a:gd name="connsiteX1" fmla="*/ 0 w 5835805"/>
                <a:gd name="connsiteY1" fmla="*/ 3145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7899 w 5835805"/>
                <a:gd name="connsiteY0" fmla="*/ 4073 h 3650166"/>
                <a:gd name="connsiteX1" fmla="*/ 0 w 5835805"/>
                <a:gd name="connsiteY1" fmla="*/ 3145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2022088 w 5835805"/>
                <a:gd name="connsiteY8" fmla="*/ 0 h 5094695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4217777 w 5835805"/>
                <a:gd name="connsiteY8" fmla="*/ 0 h 5094695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3448712 w 5835805"/>
                <a:gd name="connsiteY8" fmla="*/ 7473 h 5094695"/>
                <a:gd name="connsiteX0" fmla="*/ 337899 w 5835805"/>
                <a:gd name="connsiteY0" fmla="*/ 4074 h 5094696"/>
                <a:gd name="connsiteX1" fmla="*/ 0 w 5835805"/>
                <a:gd name="connsiteY1" fmla="*/ 3146 h 5094696"/>
                <a:gd name="connsiteX2" fmla="*/ 7434 w 5835805"/>
                <a:gd name="connsiteY2" fmla="*/ 2490440 h 5094696"/>
                <a:gd name="connsiteX3" fmla="*/ 3427142 w 5835805"/>
                <a:gd name="connsiteY3" fmla="*/ 2490440 h 5094696"/>
                <a:gd name="connsiteX4" fmla="*/ 4605157 w 5835805"/>
                <a:gd name="connsiteY4" fmla="*/ 5094696 h 5094696"/>
                <a:gd name="connsiteX5" fmla="*/ 4586869 w 5835805"/>
                <a:gd name="connsiteY5" fmla="*/ 2468138 h 5094696"/>
                <a:gd name="connsiteX6" fmla="*/ 5835805 w 5835805"/>
                <a:gd name="connsiteY6" fmla="*/ 2468138 h 5094696"/>
                <a:gd name="connsiteX7" fmla="*/ 5835805 w 5835805"/>
                <a:gd name="connsiteY7" fmla="*/ 1 h 5094696"/>
                <a:gd name="connsiteX8" fmla="*/ 3448712 w 5835805"/>
                <a:gd name="connsiteY8" fmla="*/ 0 h 5094696"/>
                <a:gd name="connsiteX0" fmla="*/ 337899 w 5835805"/>
                <a:gd name="connsiteY0" fmla="*/ 4074 h 5094696"/>
                <a:gd name="connsiteX1" fmla="*/ 0 w 5835805"/>
                <a:gd name="connsiteY1" fmla="*/ 3146 h 5094696"/>
                <a:gd name="connsiteX2" fmla="*/ 7434 w 5835805"/>
                <a:gd name="connsiteY2" fmla="*/ 2490440 h 5094696"/>
                <a:gd name="connsiteX3" fmla="*/ 3427142 w 5835805"/>
                <a:gd name="connsiteY3" fmla="*/ 2490440 h 5094696"/>
                <a:gd name="connsiteX4" fmla="*/ 4605157 w 5835805"/>
                <a:gd name="connsiteY4" fmla="*/ 5094696 h 5094696"/>
                <a:gd name="connsiteX5" fmla="*/ 4586869 w 5835805"/>
                <a:gd name="connsiteY5" fmla="*/ 2468138 h 5094696"/>
                <a:gd name="connsiteX6" fmla="*/ 5835805 w 5835805"/>
                <a:gd name="connsiteY6" fmla="*/ 2468138 h 5094696"/>
                <a:gd name="connsiteX7" fmla="*/ 5835805 w 5835805"/>
                <a:gd name="connsiteY7" fmla="*/ 1 h 5094696"/>
                <a:gd name="connsiteX8" fmla="*/ 3054396 w 5835805"/>
                <a:gd name="connsiteY8" fmla="*/ 0 h 5094696"/>
                <a:gd name="connsiteX0" fmla="*/ 337899 w 5835805"/>
                <a:gd name="connsiteY0" fmla="*/ 4074 h 3780535"/>
                <a:gd name="connsiteX1" fmla="*/ 0 w 5835805"/>
                <a:gd name="connsiteY1" fmla="*/ 3146 h 3780535"/>
                <a:gd name="connsiteX2" fmla="*/ 7434 w 5835805"/>
                <a:gd name="connsiteY2" fmla="*/ 2490440 h 3780535"/>
                <a:gd name="connsiteX3" fmla="*/ 3427142 w 5835805"/>
                <a:gd name="connsiteY3" fmla="*/ 2490440 h 3780535"/>
                <a:gd name="connsiteX4" fmla="*/ 4568325 w 5835805"/>
                <a:gd name="connsiteY4" fmla="*/ 3780535 h 3780535"/>
                <a:gd name="connsiteX5" fmla="*/ 4586869 w 5835805"/>
                <a:gd name="connsiteY5" fmla="*/ 2468138 h 3780535"/>
                <a:gd name="connsiteX6" fmla="*/ 5835805 w 5835805"/>
                <a:gd name="connsiteY6" fmla="*/ 2468138 h 3780535"/>
                <a:gd name="connsiteX7" fmla="*/ 5835805 w 5835805"/>
                <a:gd name="connsiteY7" fmla="*/ 1 h 3780535"/>
                <a:gd name="connsiteX8" fmla="*/ 3054396 w 5835805"/>
                <a:gd name="connsiteY8" fmla="*/ 0 h 3780535"/>
                <a:gd name="connsiteX0" fmla="*/ 337899 w 5835805"/>
                <a:gd name="connsiteY0" fmla="*/ 4074 h 3799902"/>
                <a:gd name="connsiteX1" fmla="*/ 0 w 5835805"/>
                <a:gd name="connsiteY1" fmla="*/ 3146 h 3799902"/>
                <a:gd name="connsiteX2" fmla="*/ 7434 w 5835805"/>
                <a:gd name="connsiteY2" fmla="*/ 2490440 h 3799902"/>
                <a:gd name="connsiteX3" fmla="*/ 3427142 w 5835805"/>
                <a:gd name="connsiteY3" fmla="*/ 2490440 h 3799902"/>
                <a:gd name="connsiteX4" fmla="*/ 4599264 w 5835805"/>
                <a:gd name="connsiteY4" fmla="*/ 3799902 h 3799902"/>
                <a:gd name="connsiteX5" fmla="*/ 4586869 w 5835805"/>
                <a:gd name="connsiteY5" fmla="*/ 2468138 h 3799902"/>
                <a:gd name="connsiteX6" fmla="*/ 5835805 w 5835805"/>
                <a:gd name="connsiteY6" fmla="*/ 2468138 h 3799902"/>
                <a:gd name="connsiteX7" fmla="*/ 5835805 w 5835805"/>
                <a:gd name="connsiteY7" fmla="*/ 1 h 3799902"/>
                <a:gd name="connsiteX8" fmla="*/ 3054396 w 5835805"/>
                <a:gd name="connsiteY8" fmla="*/ 0 h 3799902"/>
                <a:gd name="connsiteX0" fmla="*/ 337899 w 5835805"/>
                <a:gd name="connsiteY0" fmla="*/ 4074 h 3748258"/>
                <a:gd name="connsiteX1" fmla="*/ 0 w 5835805"/>
                <a:gd name="connsiteY1" fmla="*/ 3146 h 3748258"/>
                <a:gd name="connsiteX2" fmla="*/ 7434 w 5835805"/>
                <a:gd name="connsiteY2" fmla="*/ 2490440 h 3748258"/>
                <a:gd name="connsiteX3" fmla="*/ 3427142 w 5835805"/>
                <a:gd name="connsiteY3" fmla="*/ 2490440 h 3748258"/>
                <a:gd name="connsiteX4" fmla="*/ 4578638 w 5835805"/>
                <a:gd name="connsiteY4" fmla="*/ 3748258 h 3748258"/>
                <a:gd name="connsiteX5" fmla="*/ 4586869 w 5835805"/>
                <a:gd name="connsiteY5" fmla="*/ 2468138 h 3748258"/>
                <a:gd name="connsiteX6" fmla="*/ 5835805 w 5835805"/>
                <a:gd name="connsiteY6" fmla="*/ 2468138 h 3748258"/>
                <a:gd name="connsiteX7" fmla="*/ 5835805 w 5835805"/>
                <a:gd name="connsiteY7" fmla="*/ 1 h 3748258"/>
                <a:gd name="connsiteX8" fmla="*/ 3054396 w 5835805"/>
                <a:gd name="connsiteY8" fmla="*/ 0 h 3748258"/>
                <a:gd name="connsiteX0" fmla="*/ 337899 w 5835805"/>
                <a:gd name="connsiteY0" fmla="*/ 4074 h 3786991"/>
                <a:gd name="connsiteX1" fmla="*/ 0 w 5835805"/>
                <a:gd name="connsiteY1" fmla="*/ 3146 h 3786991"/>
                <a:gd name="connsiteX2" fmla="*/ 7434 w 5835805"/>
                <a:gd name="connsiteY2" fmla="*/ 2490440 h 3786991"/>
                <a:gd name="connsiteX3" fmla="*/ 3427142 w 5835805"/>
                <a:gd name="connsiteY3" fmla="*/ 2490440 h 3786991"/>
                <a:gd name="connsiteX4" fmla="*/ 4583795 w 5835805"/>
                <a:gd name="connsiteY4" fmla="*/ 3786991 h 3786991"/>
                <a:gd name="connsiteX5" fmla="*/ 4586869 w 5835805"/>
                <a:gd name="connsiteY5" fmla="*/ 2468138 h 3786991"/>
                <a:gd name="connsiteX6" fmla="*/ 5835805 w 5835805"/>
                <a:gd name="connsiteY6" fmla="*/ 2468138 h 3786991"/>
                <a:gd name="connsiteX7" fmla="*/ 5835805 w 5835805"/>
                <a:gd name="connsiteY7" fmla="*/ 1 h 3786991"/>
                <a:gd name="connsiteX8" fmla="*/ 3054396 w 5835805"/>
                <a:gd name="connsiteY8" fmla="*/ 0 h 378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35805" h="3786991">
                  <a:moveTo>
                    <a:pt x="337899" y="4074"/>
                  </a:moveTo>
                  <a:lnTo>
                    <a:pt x="0" y="3146"/>
                  </a:lnTo>
                  <a:lnTo>
                    <a:pt x="7434" y="2490440"/>
                  </a:lnTo>
                  <a:lnTo>
                    <a:pt x="3427142" y="2490440"/>
                  </a:lnTo>
                  <a:lnTo>
                    <a:pt x="4583795" y="3786991"/>
                  </a:lnTo>
                  <a:cubicBezTo>
                    <a:pt x="4586539" y="3360284"/>
                    <a:pt x="4584125" y="2894845"/>
                    <a:pt x="4586869" y="2468138"/>
                  </a:cubicBezTo>
                  <a:lnTo>
                    <a:pt x="5835805" y="2468138"/>
                  </a:lnTo>
                  <a:lnTo>
                    <a:pt x="5835805" y="1"/>
                  </a:lnTo>
                  <a:lnTo>
                    <a:pt x="3054396" y="0"/>
                  </a:lnTo>
                </a:path>
              </a:pathLst>
            </a:custGeom>
            <a:solidFill>
              <a:schemeClr val="bg1">
                <a:alpha val="79000"/>
              </a:schemeClr>
            </a:solidFill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457200" rIns="365760" bIns="45720" rtlCol="0" anchor="t" anchorCtr="0"/>
            <a:lstStyle/>
            <a:p>
              <a:pPr>
                <a:defRPr/>
              </a:pPr>
              <a:r>
                <a:rPr kumimoji="0" lang="en-GB" sz="2000" b="1" i="0" u="none" strike="noStrike" kern="1200" cap="none" spc="0" normalizeH="0" baseline="0" noProof="0">
                  <a:ln>
                    <a:noFill/>
                  </a:ln>
                  <a:solidFill>
                    <a:srgbClr val="00194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 xml:space="preserve">Slide info: </a:t>
              </a:r>
              <a:r>
                <a:rPr kumimoji="0" lang="en-GB" sz="2000" b="0" i="0" u="none" strike="noStrike" kern="1200" cap="none" spc="0" normalizeH="0" baseline="0" noProof="0">
                  <a:ln>
                    <a:noFill/>
                  </a:ln>
                  <a:solidFill>
                    <a:srgbClr val="001941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 xml:space="preserve">This </a:t>
              </a:r>
              <a:r>
                <a:rPr lang="en-GB" sz="2000">
                  <a:solidFill>
                    <a:srgbClr val="001941"/>
                  </a:solidFill>
                  <a:latin typeface="Figtree" pitchFamily="2" charset="0"/>
                </a:rPr>
                <a:t>slide shows are culture and values at Anglepoint.  Please move to the appendix if the audience is not new. </a:t>
              </a:r>
              <a:endParaRPr lang="en-GB" sz="2000" b="0" i="0" u="none" strike="noStrike" kern="1200" cap="none" spc="0" normalizeH="0" baseline="0" noProof="0">
                <a:ln>
                  <a:noFill/>
                </a:ln>
                <a:solidFill>
                  <a:srgbClr val="001941"/>
                </a:solidFill>
                <a:effectLst/>
                <a:uLnTx/>
                <a:uFillTx/>
                <a:latin typeface="Figtree" pitchFamily="2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DF1E259-87DF-34CA-AD0B-51BDDEB49ABE}"/>
                </a:ext>
              </a:extLst>
            </p:cNvPr>
            <p:cNvSpPr/>
            <p:nvPr/>
          </p:nvSpPr>
          <p:spPr>
            <a:xfrm>
              <a:off x="18024864" y="703418"/>
              <a:ext cx="795646" cy="795646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37160" rtlCol="0" anchor="ctr"/>
            <a:lstStyle/>
            <a:p>
              <a:pPr marL="0" marR="0" lvl="0" indent="0" algn="ctr" defTabSz="45713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gtree" pitchFamily="2" charset="0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FE662D-6086-797C-477E-35970D81B1F3}"/>
                </a:ext>
              </a:extLst>
            </p:cNvPr>
            <p:cNvSpPr txBox="1"/>
            <p:nvPr/>
          </p:nvSpPr>
          <p:spPr>
            <a:xfrm>
              <a:off x="11978207" y="1150507"/>
              <a:ext cx="3082609" cy="3485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131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0" u="none" strike="noStrike" kern="1200" cap="none" spc="0" normalizeH="0" baseline="0" noProof="0">
                  <a:ln>
                    <a:noFill/>
                  </a:ln>
                  <a:solidFill>
                    <a:srgbClr val="D12742"/>
                  </a:solidFill>
                  <a:effectLst/>
                  <a:uLnTx/>
                  <a:uFillTx/>
                  <a:latin typeface="Figtree ExtraBold" pitchFamily="2" charset="0"/>
                  <a:ea typeface="+mn-ea"/>
                  <a:cs typeface="+mn-cs"/>
                </a:rPr>
                <a:t>DELETE ME WHEN DONE</a:t>
              </a:r>
            </a:p>
          </p:txBody>
        </p:sp>
      </p:grpSp>
      <p:sp>
        <p:nvSpPr>
          <p:cNvPr id="2" name="Freeform 18">
            <a:extLst>
              <a:ext uri="{FF2B5EF4-FFF2-40B4-BE49-F238E27FC236}">
                <a16:creationId xmlns:a16="http://schemas.microsoft.com/office/drawing/2014/main" id="{92EEC42F-9C4A-6F8E-689A-A09CB440B663}"/>
              </a:ext>
            </a:extLst>
          </p:cNvPr>
          <p:cNvSpPr/>
          <p:nvPr/>
        </p:nvSpPr>
        <p:spPr>
          <a:xfrm>
            <a:off x="16306121" y="3545344"/>
            <a:ext cx="8081054" cy="4110515"/>
          </a:xfrm>
          <a:custGeom>
            <a:avLst/>
            <a:gdLst>
              <a:gd name="connsiteX0" fmla="*/ 0 w 8081054"/>
              <a:gd name="connsiteY0" fmla="*/ 0 h 3352997"/>
              <a:gd name="connsiteX1" fmla="*/ 7088160 w 8081054"/>
              <a:gd name="connsiteY1" fmla="*/ 0 h 3352997"/>
              <a:gd name="connsiteX2" fmla="*/ 8081054 w 8081054"/>
              <a:gd name="connsiteY2" fmla="*/ 1016619 h 3352997"/>
              <a:gd name="connsiteX3" fmla="*/ 8081054 w 8081054"/>
              <a:gd name="connsiteY3" fmla="*/ 3352997 h 3352997"/>
              <a:gd name="connsiteX4" fmla="*/ 0 w 8081054"/>
              <a:gd name="connsiteY4" fmla="*/ 3352997 h 335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1054" h="3352997">
                <a:moveTo>
                  <a:pt x="0" y="0"/>
                </a:moveTo>
                <a:lnTo>
                  <a:pt x="7088160" y="0"/>
                </a:lnTo>
                <a:lnTo>
                  <a:pt x="8081054" y="1016619"/>
                </a:lnTo>
                <a:lnTo>
                  <a:pt x="8081054" y="3352997"/>
                </a:lnTo>
                <a:lnTo>
                  <a:pt x="0" y="3352997"/>
                </a:lnTo>
                <a:close/>
              </a:path>
            </a:pathLst>
          </a:cu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wrap="square" lIns="1188720" tIns="1005840" rtlCol="0" anchor="t">
            <a:noAutofit/>
          </a:bodyPr>
          <a:lstStyle/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Improve</a:t>
            </a:r>
          </a:p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Everything</a:t>
            </a:r>
          </a:p>
          <a:p>
            <a:pPr>
              <a:lnSpc>
                <a:spcPct val="75000"/>
              </a:lnSpc>
            </a:pPr>
            <a:endParaRPr lang="en-US" sz="2150" spc="-50">
              <a:solidFill>
                <a:srgbClr val="FFFFFF"/>
              </a:solidFill>
              <a:latin typeface="TTNormsPro-Medium" panose="02000803030000020003" pitchFamily="50" charset="0"/>
            </a:endParaRPr>
          </a:p>
          <a:p>
            <a:pPr>
              <a:lnSpc>
                <a:spcPct val="75000"/>
              </a:lnSpc>
            </a:pPr>
            <a:r>
              <a:rPr lang="en-US" sz="2150" spc="-50">
                <a:solidFill>
                  <a:srgbClr val="FFFFFF"/>
                </a:solidFill>
                <a:latin typeface="TTNormsPro-Medium" panose="02000803030000020003" pitchFamily="50" charset="0"/>
              </a:rPr>
              <a:t xml:space="preserve"> From our </a:t>
            </a:r>
            <a:r>
              <a:rPr kumimoji="0" lang="en-US" sz="2150" b="0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TNormsPro-Medium" panose="02000803030000020003" pitchFamily="50" charset="0"/>
              </a:rPr>
              <a:t>teams &amp; results, to our communities &amp; selves</a:t>
            </a:r>
          </a:p>
          <a:p>
            <a:pPr>
              <a:lnSpc>
                <a:spcPct val="75000"/>
              </a:lnSpc>
            </a:pPr>
            <a:endParaRPr lang="en-US" sz="8000" b="1">
              <a:solidFill>
                <a:schemeClr val="bg1"/>
              </a:solidFill>
              <a:latin typeface="Figtree ExtraBold" pitchFamily="2" charset="0"/>
            </a:endParaRPr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1F785B1A-2B1A-DCFF-1047-F4C19C7B8BEA}"/>
              </a:ext>
            </a:extLst>
          </p:cNvPr>
          <p:cNvSpPr txBox="1">
            <a:spLocks/>
          </p:cNvSpPr>
          <p:nvPr/>
        </p:nvSpPr>
        <p:spPr>
          <a:xfrm>
            <a:off x="23718740" y="13263254"/>
            <a:ext cx="668433" cy="452746"/>
          </a:xfrm>
          <a:prstGeom prst="rect">
            <a:avLst/>
          </a:prstGeom>
          <a:noFill/>
        </p:spPr>
        <p:txBody>
          <a:bodyPr rIns="246888" anchor="t" anchorCtr="0"/>
          <a:lstStyle>
            <a:defPPr>
              <a:defRPr lang="en-US"/>
            </a:defPPr>
            <a:lvl1pPr marL="0" algn="r" defTabSz="457131" rtl="0" eaLnBrk="1" latinLnBrk="0" hangingPunct="1">
              <a:defRPr sz="1400" b="1" i="0" kern="1200">
                <a:solidFill>
                  <a:srgbClr val="4087A4"/>
                </a:solidFill>
                <a:latin typeface="TT Norms Pro" panose="02000503030000020003" pitchFamily="2" charset="0"/>
                <a:ea typeface="+mn-ea"/>
                <a:cs typeface="+mn-cs"/>
              </a:defRPr>
            </a:lvl1pPr>
            <a:lvl2pPr marL="45713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64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9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25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656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789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920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051" algn="l" defTabSz="457131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CC2327-6B8B-47BD-B581-B21CDA88CCFB}" type="slidenum">
              <a:rPr lang="en-US" smtClean="0">
                <a:latin typeface="Figtree" pitchFamily="2" charset="0"/>
              </a:rPr>
              <a:pPr/>
              <a:t>5</a:t>
            </a:fld>
            <a:endParaRPr lang="en-US">
              <a:latin typeface="Figtree" pitchFamily="2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51CF32C0-8EFC-2C32-3530-6AF0632A556D}"/>
              </a:ext>
            </a:extLst>
          </p:cNvPr>
          <p:cNvSpPr/>
          <p:nvPr/>
        </p:nvSpPr>
        <p:spPr>
          <a:xfrm>
            <a:off x="0" y="3545344"/>
            <a:ext cx="8083296" cy="4110515"/>
          </a:xfrm>
          <a:custGeom>
            <a:avLst/>
            <a:gdLst>
              <a:gd name="connsiteX0" fmla="*/ 0 w 8083296"/>
              <a:gd name="connsiteY0" fmla="*/ 0 h 3352997"/>
              <a:gd name="connsiteX1" fmla="*/ 7091614 w 8083296"/>
              <a:gd name="connsiteY1" fmla="*/ 0 h 3352997"/>
              <a:gd name="connsiteX2" fmla="*/ 8083296 w 8083296"/>
              <a:gd name="connsiteY2" fmla="*/ 1016618 h 3352997"/>
              <a:gd name="connsiteX3" fmla="*/ 8083296 w 8083296"/>
              <a:gd name="connsiteY3" fmla="*/ 3352997 h 3352997"/>
              <a:gd name="connsiteX4" fmla="*/ 0 w 8083296"/>
              <a:gd name="connsiteY4" fmla="*/ 3352997 h 335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3296" h="3352997">
                <a:moveTo>
                  <a:pt x="0" y="0"/>
                </a:moveTo>
                <a:lnTo>
                  <a:pt x="7091614" y="0"/>
                </a:lnTo>
                <a:lnTo>
                  <a:pt x="8083296" y="1016618"/>
                </a:lnTo>
                <a:lnTo>
                  <a:pt x="8083296" y="3352997"/>
                </a:lnTo>
                <a:lnTo>
                  <a:pt x="0" y="3352997"/>
                </a:lnTo>
                <a:close/>
              </a:path>
            </a:pathLst>
          </a:custGeom>
          <a:solidFill>
            <a:schemeClr val="accent2"/>
          </a:solidFill>
          <a:ln w="127000" cap="flat">
            <a:noFill/>
            <a:prstDash val="solid"/>
            <a:miter/>
          </a:ln>
        </p:spPr>
        <p:txBody>
          <a:bodyPr wrap="square" lIns="1188720" tIns="1005840" rtlCol="0" anchor="t">
            <a:noAutofit/>
          </a:bodyPr>
          <a:lstStyle/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Prioritize</a:t>
            </a:r>
          </a:p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People</a:t>
            </a:r>
          </a:p>
          <a:p>
            <a:pPr>
              <a:lnSpc>
                <a:spcPct val="75000"/>
              </a:lnSpc>
            </a:pPr>
            <a:endParaRPr kumimoji="0" lang="en-US" sz="2150" b="0" i="0" u="none" strike="noStrike" kern="1200" cap="none" spc="-5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TNormsPro-Medium" panose="02000803030000020003" pitchFamily="50" charset="0"/>
            </a:endParaRPr>
          </a:p>
          <a:p>
            <a:pPr>
              <a:lnSpc>
                <a:spcPct val="75000"/>
              </a:lnSpc>
            </a:pPr>
            <a:r>
              <a:rPr kumimoji="0" lang="en-US" sz="2150" b="0" i="0" u="none" strike="noStrike" kern="1200" cap="none" spc="-5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TNormsPro-Medium" panose="02000803030000020003" pitchFamily="50" charset="0"/>
              </a:rPr>
              <a:t>Value every individual, their passion &amp; purpose</a:t>
            </a:r>
          </a:p>
          <a:p>
            <a:pPr>
              <a:lnSpc>
                <a:spcPct val="75000"/>
              </a:lnSpc>
            </a:pPr>
            <a:endParaRPr lang="en-US" sz="8000" b="1">
              <a:solidFill>
                <a:schemeClr val="tx2"/>
              </a:solidFill>
              <a:latin typeface="Figtree ExtraBold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C6EC0-D842-6ADE-02DF-22704866E3BD}"/>
              </a:ext>
            </a:extLst>
          </p:cNvPr>
          <p:cNvSpPr/>
          <p:nvPr/>
        </p:nvSpPr>
        <p:spPr>
          <a:xfrm>
            <a:off x="0" y="7701031"/>
            <a:ext cx="8083296" cy="6014969"/>
          </a:xfrm>
          <a:prstGeom prst="rect">
            <a:avLst/>
          </a:prstGeom>
          <a:solidFill>
            <a:schemeClr val="accent2">
              <a:alpha val="80000"/>
            </a:schemeClr>
          </a:solidFill>
          <a:ln w="127000" cap="flat">
            <a:noFill/>
            <a:prstDash val="solid"/>
            <a:miter/>
          </a:ln>
        </p:spPr>
        <p:txBody>
          <a:bodyPr lIns="2103120" tIns="914400" rIns="548640" rtlCol="0" anchor="t"/>
          <a:lstStyle/>
          <a:p>
            <a:pPr defTabSz="1828708">
              <a:lnSpc>
                <a:spcPct val="125000"/>
              </a:lnSpc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Relationships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Be a genuinely good human.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Proactively listen &amp; communicate.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Keep commitments.</a:t>
            </a:r>
          </a:p>
          <a:p>
            <a:pPr marR="0" lvl="0" indent="0" defTabSz="1828708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b="1">
              <a:solidFill>
                <a:schemeClr val="bg1"/>
              </a:solidFill>
              <a:latin typeface="Figtree ExtraBold" pitchFamily="2" charset="0"/>
            </a:endParaRPr>
          </a:p>
          <a:p>
            <a:pPr marR="0" lvl="0" indent="0" defTabSz="1828708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Respectfulness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Be authentic &amp; considerate.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Champion diversity &amp; inclusivity. 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Dissolve division &amp; bias.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828B58-392D-B99F-3583-84AE94278621}"/>
              </a:ext>
            </a:extLst>
          </p:cNvPr>
          <p:cNvSpPr/>
          <p:nvPr/>
        </p:nvSpPr>
        <p:spPr>
          <a:xfrm>
            <a:off x="8153061" y="7662931"/>
            <a:ext cx="8083296" cy="6014969"/>
          </a:xfrm>
          <a:prstGeom prst="rect">
            <a:avLst/>
          </a:prstGeom>
          <a:solidFill>
            <a:srgbClr val="1FA087">
              <a:alpha val="77000"/>
            </a:srgbClr>
          </a:solidFill>
          <a:ln w="127000" cap="flat">
            <a:solidFill>
              <a:srgbClr val="1FA087"/>
            </a:solidFill>
            <a:prstDash val="solid"/>
            <a:miter/>
          </a:ln>
        </p:spPr>
        <p:txBody>
          <a:bodyPr lIns="2011680" tIns="914400" rIns="548640" rtlCol="0" anchor="t"/>
          <a:lstStyle/>
          <a:p>
            <a:pPr defTabSz="1828708">
              <a:lnSpc>
                <a:spcPct val="125000"/>
              </a:lnSpc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Client Success</a:t>
            </a: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Learn what the client values.</a:t>
            </a: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Ease their pain.</a:t>
            </a:r>
            <a:endParaRPr lang="en-US" i="1">
              <a:solidFill>
                <a:schemeClr val="bg1"/>
              </a:solidFill>
              <a:latin typeface="Figtree" pitchFamily="2" charset="0"/>
            </a:endParaRP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Achieve outcomes.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  <a:p>
            <a:pPr marR="0" lvl="0" indent="0" defTabSz="1828708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b="1">
              <a:solidFill>
                <a:srgbClr val="002B49"/>
              </a:solidFill>
              <a:latin typeface="Figtree ExtraBold" pitchFamily="2" charset="0"/>
            </a:endParaRPr>
          </a:p>
          <a:p>
            <a:pPr marR="0" lvl="0" indent="0" defTabSz="1828708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Team Success</a:t>
            </a:r>
          </a:p>
          <a:p>
            <a:pPr defTabSz="1828708">
              <a:lnSpc>
                <a:spcPct val="125000"/>
              </a:lnSpc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 xml:space="preserve">Client 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success = team win = individual win. </a:t>
            </a: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 xml:space="preserve">Check your ego at the 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door.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Cultivate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 excellence.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A139A5C-49B5-D359-1BC5-6CCCDE51652F}"/>
              </a:ext>
            </a:extLst>
          </p:cNvPr>
          <p:cNvGrpSpPr/>
          <p:nvPr/>
        </p:nvGrpSpPr>
        <p:grpSpPr>
          <a:xfrm>
            <a:off x="9378647" y="8734997"/>
            <a:ext cx="325328" cy="2258618"/>
            <a:chOff x="1278002" y="9074618"/>
            <a:chExt cx="325328" cy="225861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B24B40D-296F-AEE2-2986-2E6ED1741052}"/>
                </a:ext>
              </a:extLst>
            </p:cNvPr>
            <p:cNvCxnSpPr>
              <a:cxnSpLocks/>
            </p:cNvCxnSpPr>
            <p:nvPr/>
          </p:nvCxnSpPr>
          <p:spPr>
            <a:xfrm>
              <a:off x="1440666" y="9413235"/>
              <a:ext cx="0" cy="1618488"/>
            </a:xfrm>
            <a:prstGeom prst="line">
              <a:avLst/>
            </a:prstGeom>
            <a:solidFill>
              <a:srgbClr val="FFFFFF"/>
            </a:solidFill>
            <a:ln w="50800" cap="flat">
              <a:solidFill>
                <a:schemeClr val="tx2"/>
              </a:solidFill>
              <a:prstDash val="sysDash"/>
              <a:miter/>
            </a:ln>
          </p:spPr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97C7849-2E43-0E97-33AC-F2EE4ED5B62C}"/>
                </a:ext>
              </a:extLst>
            </p:cNvPr>
            <p:cNvSpPr/>
            <p:nvPr/>
          </p:nvSpPr>
          <p:spPr>
            <a:xfrm>
              <a:off x="1278002" y="9074618"/>
              <a:ext cx="325328" cy="325328"/>
            </a:xfrm>
            <a:prstGeom prst="ellipse">
              <a:avLst/>
            </a:prstGeom>
            <a:noFill/>
            <a:ln w="1270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E9F02D9-80C3-39B6-523C-8C3AD1241DF6}"/>
                </a:ext>
              </a:extLst>
            </p:cNvPr>
            <p:cNvSpPr/>
            <p:nvPr/>
          </p:nvSpPr>
          <p:spPr>
            <a:xfrm>
              <a:off x="1278002" y="11007908"/>
              <a:ext cx="325328" cy="325328"/>
            </a:xfrm>
            <a:prstGeom prst="ellipse">
              <a:avLst/>
            </a:prstGeom>
            <a:noFill/>
            <a:ln w="1270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8D85C07-E34F-7B69-F74A-DA898D9438C1}"/>
              </a:ext>
            </a:extLst>
          </p:cNvPr>
          <p:cNvSpPr/>
          <p:nvPr/>
        </p:nvSpPr>
        <p:spPr>
          <a:xfrm>
            <a:off x="16306122" y="7701031"/>
            <a:ext cx="8081053" cy="6014969"/>
          </a:xfrm>
          <a:prstGeom prst="rect">
            <a:avLst/>
          </a:prstGeom>
          <a:solidFill>
            <a:schemeClr val="accent1">
              <a:alpha val="85000"/>
            </a:schemeClr>
          </a:solidFill>
          <a:ln w="127000" cap="flat">
            <a:noFill/>
            <a:prstDash val="solid"/>
            <a:miter/>
          </a:ln>
        </p:spPr>
        <p:txBody>
          <a:bodyPr lIns="2103120" tIns="914400" rIns="548640" rtlCol="0" anchor="t"/>
          <a:lstStyle/>
          <a:p>
            <a:pPr defTabSz="1828708">
              <a:lnSpc>
                <a:spcPct val="125000"/>
              </a:lnSpc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Innovation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Do it better, do it faster.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Intelligently automate &amp; streamline.</a:t>
            </a:r>
          </a:p>
          <a:p>
            <a:pPr defTabSz="1828708">
              <a:lnSpc>
                <a:spcPct val="125000"/>
              </a:lnSpc>
              <a:defRPr/>
            </a:pP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>Productively challenge the status quo.</a:t>
            </a:r>
          </a:p>
          <a:p>
            <a:pPr marR="0" lvl="0" indent="0" defTabSz="1828708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b="1">
              <a:solidFill>
                <a:srgbClr val="002B49"/>
              </a:solidFill>
              <a:latin typeface="Figtree ExtraBold" pitchFamily="2" charset="0"/>
            </a:endParaRPr>
          </a:p>
          <a:p>
            <a:pPr marR="0" lvl="0" indent="0" defTabSz="1828708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>
                <a:solidFill>
                  <a:schemeClr val="bg1"/>
                </a:solidFill>
                <a:latin typeface="Figtree ExtraBold" pitchFamily="2" charset="0"/>
              </a:rPr>
              <a:t>Growth</a:t>
            </a: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 xml:space="preserve">Give &amp; 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receive 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candid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 feedback.</a:t>
            </a:r>
            <a:endParaRPr kumimoji="0" lang="en-US" sz="1800" b="0" i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gtree" pitchFamily="2" charset="0"/>
              <a:ea typeface="+mn-ea"/>
              <a:cs typeface="+mn-cs"/>
            </a:endParaRPr>
          </a:p>
          <a:p>
            <a:pPr defTabSz="1828708">
              <a:lnSpc>
                <a:spcPct val="125000"/>
              </a:lnSpc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 xml:space="preserve">Be </a:t>
            </a:r>
            <a:r>
              <a:rPr lang="en-US" i="1">
                <a:solidFill>
                  <a:schemeClr val="bg1"/>
                </a:solidFill>
                <a:latin typeface="Figtree" pitchFamily="2" charset="0"/>
              </a:rPr>
              <a:t xml:space="preserve">vulnerable, defy </a:t>
            </a: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groupthink.</a:t>
            </a:r>
          </a:p>
          <a:p>
            <a:pPr marL="0" marR="0" lvl="0" indent="0" defTabSz="1828708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igtree" pitchFamily="2" charset="0"/>
                <a:ea typeface="+mn-ea"/>
                <a:cs typeface="+mn-cs"/>
              </a:rPr>
              <a:t>Embrace dialectics.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3C8FB5-D2C3-19F1-BF21-B28B2342DDCE}"/>
              </a:ext>
            </a:extLst>
          </p:cNvPr>
          <p:cNvGrpSpPr/>
          <p:nvPr/>
        </p:nvGrpSpPr>
        <p:grpSpPr>
          <a:xfrm>
            <a:off x="17609304" y="8734997"/>
            <a:ext cx="325328" cy="2258618"/>
            <a:chOff x="1278002" y="9074618"/>
            <a:chExt cx="325328" cy="225861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3AFD65-52F9-2661-2823-56A0301B7DA6}"/>
                </a:ext>
              </a:extLst>
            </p:cNvPr>
            <p:cNvCxnSpPr>
              <a:cxnSpLocks/>
            </p:cNvCxnSpPr>
            <p:nvPr/>
          </p:nvCxnSpPr>
          <p:spPr>
            <a:xfrm>
              <a:off x="1440666" y="9413235"/>
              <a:ext cx="0" cy="1618488"/>
            </a:xfrm>
            <a:prstGeom prst="line">
              <a:avLst/>
            </a:prstGeom>
            <a:solidFill>
              <a:srgbClr val="FFFFFF"/>
            </a:solidFill>
            <a:ln w="50800" cap="flat">
              <a:solidFill>
                <a:srgbClr val="082C49"/>
              </a:solidFill>
              <a:prstDash val="sysDash"/>
              <a:miter/>
            </a:ln>
          </p:spPr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D86715-B729-4416-9665-4A0B456159B2}"/>
                </a:ext>
              </a:extLst>
            </p:cNvPr>
            <p:cNvSpPr/>
            <p:nvPr/>
          </p:nvSpPr>
          <p:spPr>
            <a:xfrm>
              <a:off x="1278002" y="9074618"/>
              <a:ext cx="325328" cy="325328"/>
            </a:xfrm>
            <a:prstGeom prst="ellipse">
              <a:avLst/>
            </a:prstGeom>
            <a:noFill/>
            <a:ln w="127000" cap="flat">
              <a:solidFill>
                <a:srgbClr val="082C49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E817F70-C014-C3D1-0D75-197F131BE6F8}"/>
                </a:ext>
              </a:extLst>
            </p:cNvPr>
            <p:cNvSpPr/>
            <p:nvPr/>
          </p:nvSpPr>
          <p:spPr>
            <a:xfrm>
              <a:off x="1278002" y="11007908"/>
              <a:ext cx="325328" cy="325328"/>
            </a:xfrm>
            <a:prstGeom prst="ellipse">
              <a:avLst/>
            </a:prstGeom>
            <a:noFill/>
            <a:ln w="127000" cap="flat">
              <a:solidFill>
                <a:srgbClr val="082C49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7F4AF87D-5196-E60C-ADD2-66D32CD611B4}"/>
              </a:ext>
            </a:extLst>
          </p:cNvPr>
          <p:cNvSpPr/>
          <p:nvPr/>
        </p:nvSpPr>
        <p:spPr>
          <a:xfrm>
            <a:off x="16323273" y="12963316"/>
            <a:ext cx="8063901" cy="752684"/>
          </a:xfrm>
          <a:prstGeom prst="rect">
            <a:avLst/>
          </a:prstGeom>
          <a:solidFill>
            <a:schemeClr val="accent1"/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A975FE-C9D2-3EB8-1ECF-286953A616DF}"/>
              </a:ext>
            </a:extLst>
          </p:cNvPr>
          <p:cNvSpPr txBox="1"/>
          <p:nvPr/>
        </p:nvSpPr>
        <p:spPr>
          <a:xfrm>
            <a:off x="17670302" y="13216548"/>
            <a:ext cx="38202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Octavian </a:t>
            </a:r>
            <a:r>
              <a:rPr lang="en-US" sz="1000" b="1" cap="all" spc="100" err="1">
                <a:solidFill>
                  <a:schemeClr val="bg1"/>
                </a:solidFill>
                <a:latin typeface="Figtree" pitchFamily="2" charset="0"/>
              </a:rPr>
              <a:t>Papacica</a:t>
            </a: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   </a:t>
            </a:r>
            <a:r>
              <a:rPr lang="en-US" sz="1000" cap="all" spc="100">
                <a:solidFill>
                  <a:schemeClr val="bg1"/>
                </a:solidFill>
                <a:latin typeface="Figtree" pitchFamily="2" charset="0"/>
              </a:rPr>
              <a:t>|</a:t>
            </a: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 </a:t>
            </a:r>
            <a:r>
              <a:rPr lang="en-US" sz="1000" cap="all" spc="100">
                <a:solidFill>
                  <a:schemeClr val="bg1"/>
                </a:solidFill>
                <a:latin typeface="Figtree Light" pitchFamily="2" charset="0"/>
              </a:rPr>
              <a:t>Value Award: growth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039576-25CE-7C07-EC53-30543BDD8028}"/>
              </a:ext>
            </a:extLst>
          </p:cNvPr>
          <p:cNvSpPr/>
          <p:nvPr/>
        </p:nvSpPr>
        <p:spPr>
          <a:xfrm>
            <a:off x="8151940" y="12963316"/>
            <a:ext cx="8083296" cy="752684"/>
          </a:xfrm>
          <a:prstGeom prst="rect">
            <a:avLst/>
          </a:prstGeom>
          <a:solidFill>
            <a:srgbClr val="0A1625">
              <a:alpha val="50000"/>
            </a:srgb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97B567-60EF-046B-0865-7969047422C8}"/>
              </a:ext>
            </a:extLst>
          </p:cNvPr>
          <p:cNvSpPr txBox="1"/>
          <p:nvPr/>
        </p:nvSpPr>
        <p:spPr>
          <a:xfrm>
            <a:off x="9019386" y="13216548"/>
            <a:ext cx="46810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Roxana Leonte-Andone   </a:t>
            </a:r>
            <a:r>
              <a:rPr lang="en-US" sz="1000" cap="all" spc="100">
                <a:solidFill>
                  <a:schemeClr val="bg1"/>
                </a:solidFill>
                <a:latin typeface="Figtree" pitchFamily="2" charset="0"/>
              </a:rPr>
              <a:t>|</a:t>
            </a: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 </a:t>
            </a:r>
            <a:r>
              <a:rPr lang="en-US" sz="1000" cap="all" spc="100">
                <a:solidFill>
                  <a:schemeClr val="bg1"/>
                </a:solidFill>
                <a:latin typeface="Figtree Light" pitchFamily="2" charset="0"/>
              </a:rPr>
              <a:t>Value Award: team Success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8B06D8-3175-0FFC-FE3C-476537192B0A}"/>
              </a:ext>
            </a:extLst>
          </p:cNvPr>
          <p:cNvSpPr/>
          <p:nvPr/>
        </p:nvSpPr>
        <p:spPr>
          <a:xfrm>
            <a:off x="0" y="12963316"/>
            <a:ext cx="8083296" cy="752684"/>
          </a:xfrm>
          <a:prstGeom prst="rect">
            <a:avLst/>
          </a:prstGeom>
          <a:solidFill>
            <a:schemeClr val="accent2">
              <a:lumMod val="50000"/>
              <a:alpha val="55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A6E43A-6FDE-3A47-8545-A1DFA97DE612}"/>
              </a:ext>
            </a:extLst>
          </p:cNvPr>
          <p:cNvSpPr txBox="1"/>
          <p:nvPr/>
        </p:nvSpPr>
        <p:spPr>
          <a:xfrm>
            <a:off x="1364308" y="13216548"/>
            <a:ext cx="38843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HENRY JIMENEZ  </a:t>
            </a:r>
            <a:r>
              <a:rPr lang="en-US" sz="1000" cap="all" spc="100">
                <a:solidFill>
                  <a:schemeClr val="bg1"/>
                </a:solidFill>
                <a:latin typeface="Figtree" pitchFamily="2" charset="0"/>
              </a:rPr>
              <a:t>|</a:t>
            </a:r>
            <a:r>
              <a:rPr lang="en-US" sz="1000" b="1" cap="all" spc="100">
                <a:solidFill>
                  <a:schemeClr val="bg1"/>
                </a:solidFill>
                <a:latin typeface="Figtree" pitchFamily="2" charset="0"/>
              </a:rPr>
              <a:t xml:space="preserve"> </a:t>
            </a:r>
            <a:r>
              <a:rPr lang="en-US" sz="1000" cap="all" spc="100">
                <a:solidFill>
                  <a:schemeClr val="bg1"/>
                </a:solidFill>
                <a:latin typeface="Figtree Light" pitchFamily="2" charset="0"/>
              </a:rPr>
              <a:t>Value Award: Relationships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829FE3A-EB2D-1528-1128-0B2217F2EF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4414" b="3210"/>
          <a:stretch/>
        </p:blipFill>
        <p:spPr>
          <a:xfrm>
            <a:off x="5620910" y="10598515"/>
            <a:ext cx="2462386" cy="3117486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51A5F4C-F626-3038-5CA0-E63069269BBC}"/>
              </a:ext>
            </a:extLst>
          </p:cNvPr>
          <p:cNvGrpSpPr/>
          <p:nvPr/>
        </p:nvGrpSpPr>
        <p:grpSpPr>
          <a:xfrm>
            <a:off x="1289535" y="8734997"/>
            <a:ext cx="329184" cy="2258618"/>
            <a:chOff x="1383763" y="8734997"/>
            <a:chExt cx="329184" cy="2258618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9F2C5E-E0CE-E2EE-B3DC-CBD9800BDDCF}"/>
                </a:ext>
              </a:extLst>
            </p:cNvPr>
            <p:cNvCxnSpPr>
              <a:cxnSpLocks/>
            </p:cNvCxnSpPr>
            <p:nvPr/>
          </p:nvCxnSpPr>
          <p:spPr>
            <a:xfrm>
              <a:off x="1544435" y="9073614"/>
              <a:ext cx="0" cy="1618488"/>
            </a:xfrm>
            <a:prstGeom prst="line">
              <a:avLst/>
            </a:prstGeom>
            <a:solidFill>
              <a:srgbClr val="FFFFFF"/>
            </a:solidFill>
            <a:ln w="50800" cap="flat">
              <a:solidFill>
                <a:srgbClr val="082C49"/>
              </a:solidFill>
              <a:prstDash val="sysDash"/>
              <a:miter/>
            </a:ln>
          </p:spPr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C48C62-1A1A-D6D5-DCC0-036D298A6A7F}"/>
                </a:ext>
              </a:extLst>
            </p:cNvPr>
            <p:cNvSpPr/>
            <p:nvPr/>
          </p:nvSpPr>
          <p:spPr>
            <a:xfrm>
              <a:off x="1383763" y="8734997"/>
              <a:ext cx="329184" cy="325328"/>
            </a:xfrm>
            <a:prstGeom prst="ellipse">
              <a:avLst/>
            </a:prstGeom>
            <a:noFill/>
            <a:ln w="127000" cap="flat">
              <a:solidFill>
                <a:srgbClr val="082C49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62715C6-D4AF-E3D0-2409-A5E1D3AAB670}"/>
                </a:ext>
              </a:extLst>
            </p:cNvPr>
            <p:cNvSpPr/>
            <p:nvPr/>
          </p:nvSpPr>
          <p:spPr>
            <a:xfrm>
              <a:off x="1383763" y="10668287"/>
              <a:ext cx="329184" cy="325328"/>
            </a:xfrm>
            <a:prstGeom prst="ellipse">
              <a:avLst/>
            </a:prstGeom>
            <a:noFill/>
            <a:ln w="127000" cap="flat">
              <a:solidFill>
                <a:srgbClr val="082C49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en-US">
                <a:latin typeface="Figtree" pitchFamily="2" charset="0"/>
              </a:endParaRPr>
            </a:p>
          </p:txBody>
        </p:sp>
      </p:grpSp>
      <p:pic>
        <p:nvPicPr>
          <p:cNvPr id="38" name="Picture 37" descr="A person in a suit  Description automatically generated">
            <a:extLst>
              <a:ext uri="{FF2B5EF4-FFF2-40B4-BE49-F238E27FC236}">
                <a16:creationId xmlns:a16="http://schemas.microsoft.com/office/drawing/2014/main" id="{FA7B7957-5AEE-B868-0457-B954F1CA99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5086" y="10946572"/>
            <a:ext cx="2262086" cy="2786891"/>
          </a:xfrm>
          <a:prstGeom prst="rect">
            <a:avLst/>
          </a:prstGeom>
        </p:spPr>
      </p:pic>
      <p:pic>
        <p:nvPicPr>
          <p:cNvPr id="39" name="Picture 38" descr="A person smiling at camera  Description automatically generated">
            <a:extLst>
              <a:ext uri="{FF2B5EF4-FFF2-40B4-BE49-F238E27FC236}">
                <a16:creationId xmlns:a16="http://schemas.microsoft.com/office/drawing/2014/main" id="{3CD14CF1-F3DA-248A-BE8A-0FE95E5584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075940" y="10874367"/>
            <a:ext cx="2159296" cy="2841634"/>
          </a:xfrm>
          <a:prstGeom prst="rect">
            <a:avLst/>
          </a:prstGeom>
        </p:spPr>
      </p:pic>
      <p:sp>
        <p:nvSpPr>
          <p:cNvPr id="40" name="Freeform 17">
            <a:extLst>
              <a:ext uri="{FF2B5EF4-FFF2-40B4-BE49-F238E27FC236}">
                <a16:creationId xmlns:a16="http://schemas.microsoft.com/office/drawing/2014/main" id="{77095909-AF6E-CEDF-6679-E2E1AC41F97C}"/>
              </a:ext>
            </a:extLst>
          </p:cNvPr>
          <p:cNvSpPr/>
          <p:nvPr/>
        </p:nvSpPr>
        <p:spPr>
          <a:xfrm>
            <a:off x="8153061" y="3545344"/>
            <a:ext cx="8083296" cy="4110515"/>
          </a:xfrm>
          <a:custGeom>
            <a:avLst/>
            <a:gdLst>
              <a:gd name="connsiteX0" fmla="*/ 0 w 8083296"/>
              <a:gd name="connsiteY0" fmla="*/ 0 h 3352997"/>
              <a:gd name="connsiteX1" fmla="*/ 7120972 w 8083296"/>
              <a:gd name="connsiteY1" fmla="*/ 0 h 3352997"/>
              <a:gd name="connsiteX2" fmla="*/ 8083296 w 8083296"/>
              <a:gd name="connsiteY2" fmla="*/ 986522 h 3352997"/>
              <a:gd name="connsiteX3" fmla="*/ 8083296 w 8083296"/>
              <a:gd name="connsiteY3" fmla="*/ 3352997 h 3352997"/>
              <a:gd name="connsiteX4" fmla="*/ 0 w 8083296"/>
              <a:gd name="connsiteY4" fmla="*/ 3352997 h 335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3296" h="3352997">
                <a:moveTo>
                  <a:pt x="0" y="0"/>
                </a:moveTo>
                <a:lnTo>
                  <a:pt x="7120972" y="0"/>
                </a:lnTo>
                <a:lnTo>
                  <a:pt x="8083296" y="986522"/>
                </a:lnTo>
                <a:lnTo>
                  <a:pt x="8083296" y="3352997"/>
                </a:lnTo>
                <a:lnTo>
                  <a:pt x="0" y="3352997"/>
                </a:lnTo>
                <a:close/>
              </a:path>
            </a:pathLst>
          </a:custGeom>
          <a:solidFill>
            <a:srgbClr val="1FA087"/>
          </a:solidFill>
          <a:ln w="127000" cap="flat">
            <a:solidFill>
              <a:srgbClr val="1FA087"/>
            </a:solidFill>
            <a:prstDash val="solid"/>
            <a:miter/>
          </a:ln>
        </p:spPr>
        <p:txBody>
          <a:bodyPr wrap="square" lIns="1188720" tIns="1005840" rtlCol="0" anchor="t">
            <a:noAutofit/>
          </a:bodyPr>
          <a:lstStyle/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Deliver</a:t>
            </a:r>
          </a:p>
          <a:p>
            <a:pPr>
              <a:lnSpc>
                <a:spcPct val="75000"/>
              </a:lnSpc>
            </a:pPr>
            <a:r>
              <a:rPr lang="en-US" sz="8000" b="1">
                <a:solidFill>
                  <a:schemeClr val="bg1"/>
                </a:solidFill>
                <a:latin typeface="Figtree ExtraBold" pitchFamily="2" charset="0"/>
              </a:rPr>
              <a:t>Value</a:t>
            </a:r>
          </a:p>
          <a:p>
            <a:pPr>
              <a:lnSpc>
                <a:spcPct val="75000"/>
              </a:lnSpc>
            </a:pPr>
            <a:endParaRPr kumimoji="0" lang="en-US" sz="2150" b="0" i="0" u="none" strike="noStrike" kern="1200" cap="none" spc="-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TNormsPro-Medium" panose="02000803030000020003" pitchFamily="50" charset="0"/>
            </a:endParaRPr>
          </a:p>
          <a:p>
            <a:pPr>
              <a:lnSpc>
                <a:spcPct val="75000"/>
              </a:lnSpc>
            </a:pPr>
            <a:r>
              <a:rPr kumimoji="0" lang="en-US" sz="2150" b="0" i="0" u="none" strike="noStrike" kern="1200" cap="none" spc="-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TNormsPro-Medium" panose="02000803030000020003" pitchFamily="50" charset="0"/>
              </a:rPr>
              <a:t>Produce a positive result in every interaction</a:t>
            </a:r>
          </a:p>
          <a:p>
            <a:pPr lvl="4">
              <a:lnSpc>
                <a:spcPct val="75000"/>
              </a:lnSpc>
            </a:pPr>
            <a:endParaRPr lang="en-US" sz="8000" b="1">
              <a:solidFill>
                <a:schemeClr val="bg1"/>
              </a:solidFill>
              <a:latin typeface="Figtree Extra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85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60FFEF6-50DC-2244-C0EB-EDE5BA284E89}"/>
              </a:ext>
            </a:extLst>
          </p:cNvPr>
          <p:cNvSpPr/>
          <p:nvPr/>
        </p:nvSpPr>
        <p:spPr>
          <a:xfrm flipH="1">
            <a:off x="17344102" y="0"/>
            <a:ext cx="7043068" cy="13716000"/>
          </a:xfrm>
          <a:prstGeom prst="rect">
            <a:avLst/>
          </a:prstGeom>
          <a:solidFill>
            <a:schemeClr val="tx2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C35C57F-5517-EBFA-8F19-C073B1B2E990}"/>
              </a:ext>
            </a:extLst>
          </p:cNvPr>
          <p:cNvCxnSpPr>
            <a:cxnSpLocks/>
          </p:cNvCxnSpPr>
          <p:nvPr/>
        </p:nvCxnSpPr>
        <p:spPr>
          <a:xfrm>
            <a:off x="14118944" y="16235971"/>
            <a:ext cx="895088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18F35F-7FBA-1740-837A-711A4F80E1EC}"/>
              </a:ext>
            </a:extLst>
          </p:cNvPr>
          <p:cNvGrpSpPr/>
          <p:nvPr/>
        </p:nvGrpSpPr>
        <p:grpSpPr>
          <a:xfrm>
            <a:off x="16926554" y="0"/>
            <a:ext cx="814521" cy="13716000"/>
            <a:chOff x="16926554" y="0"/>
            <a:chExt cx="814521" cy="13716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2B1F451-C226-A2B8-B214-A3B016827CF1}"/>
                </a:ext>
              </a:extLst>
            </p:cNvPr>
            <p:cNvSpPr/>
            <p:nvPr/>
          </p:nvSpPr>
          <p:spPr>
            <a:xfrm>
              <a:off x="17168436" y="0"/>
              <a:ext cx="340197" cy="13716000"/>
            </a:xfrm>
            <a:prstGeom prst="rect">
              <a:avLst/>
            </a:prstGeom>
            <a:gradFill>
              <a:gsLst>
                <a:gs pos="8000">
                  <a:schemeClr val="accent2"/>
                </a:gs>
                <a:gs pos="56000">
                  <a:schemeClr val="accent3"/>
                </a:gs>
              </a:gsLst>
              <a:lin ang="5400000" scaled="0"/>
            </a:gra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>
                <a:latin typeface="Figtree" pitchFamily="2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5104C58-22A2-CD22-845D-E48E6FABB629}"/>
                </a:ext>
              </a:extLst>
            </p:cNvPr>
            <p:cNvGrpSpPr/>
            <p:nvPr/>
          </p:nvGrpSpPr>
          <p:grpSpPr>
            <a:xfrm>
              <a:off x="16926554" y="9849989"/>
              <a:ext cx="814521" cy="1410992"/>
              <a:chOff x="16665236" y="9849990"/>
              <a:chExt cx="944296" cy="1635803"/>
            </a:xfrm>
          </p:grpSpPr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F1EC2D1-20B0-7224-0267-2041CEBC5925}"/>
                  </a:ext>
                </a:extLst>
              </p:cNvPr>
              <p:cNvSpPr/>
              <p:nvPr/>
            </p:nvSpPr>
            <p:spPr>
              <a:xfrm>
                <a:off x="16945674" y="10241121"/>
                <a:ext cx="394402" cy="1244672"/>
              </a:xfrm>
              <a:custGeom>
                <a:avLst/>
                <a:gdLst>
                  <a:gd name="connsiteX0" fmla="*/ 0 w 461342"/>
                  <a:gd name="connsiteY0" fmla="*/ 0 h 1374166"/>
                  <a:gd name="connsiteX1" fmla="*/ 461342 w 461342"/>
                  <a:gd name="connsiteY1" fmla="*/ 360319 h 1374166"/>
                  <a:gd name="connsiteX2" fmla="*/ 461342 w 461342"/>
                  <a:gd name="connsiteY2" fmla="*/ 1013848 h 1374166"/>
                  <a:gd name="connsiteX3" fmla="*/ 0 w 461342"/>
                  <a:gd name="connsiteY3" fmla="*/ 1374166 h 1374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1342" h="1374166">
                    <a:moveTo>
                      <a:pt x="0" y="0"/>
                    </a:moveTo>
                    <a:lnTo>
                      <a:pt x="461342" y="360319"/>
                    </a:lnTo>
                    <a:lnTo>
                      <a:pt x="461342" y="1013848"/>
                    </a:lnTo>
                    <a:lnTo>
                      <a:pt x="0" y="1374166"/>
                    </a:lnTo>
                    <a:close/>
                  </a:path>
                </a:pathLst>
              </a:custGeom>
              <a:solidFill>
                <a:schemeClr val="tx2">
                  <a:alpha val="30000"/>
                </a:schemeClr>
              </a:solidFill>
              <a:ln w="25400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52" name="Triangle 51">
                <a:extLst>
                  <a:ext uri="{FF2B5EF4-FFF2-40B4-BE49-F238E27FC236}">
                    <a16:creationId xmlns:a16="http://schemas.microsoft.com/office/drawing/2014/main" id="{5EBDE44D-A403-5F02-2F76-92D0E705BC39}"/>
                  </a:ext>
                </a:extLst>
              </p:cNvPr>
              <p:cNvSpPr/>
              <p:nvPr/>
            </p:nvSpPr>
            <p:spPr>
              <a:xfrm rot="5400000">
                <a:off x="16355987" y="10159239"/>
                <a:ext cx="1562794" cy="944296"/>
              </a:xfrm>
              <a:prstGeom prst="triangle">
                <a:avLst/>
              </a:prstGeom>
              <a:solidFill>
                <a:schemeClr val="bg1"/>
              </a:solidFill>
              <a:ln w="254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>
                  <a:latin typeface="Figtree" pitchFamily="2" charset="0"/>
                </a:endParaRPr>
              </a:p>
            </p:txBody>
          </p:sp>
        </p:grp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06B0A-1D59-F33B-7659-A2C5BA950D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accent1">
                    <a:lumMod val="60000"/>
                    <a:lumOff val="40000"/>
                    <a:alpha val="75000"/>
                  </a:schemeClr>
                </a:solidFill>
              </a:rPr>
              <a:t>© 2026 Anglepoint Group, Inc.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292A3-D82E-EC56-6DA7-9B85FFA946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pPr/>
              <a:t>7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8F3402A-59BA-5E81-758B-B832DDA42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22960"/>
            <a:ext cx="24387048" cy="1170432"/>
          </a:xfrm>
        </p:spPr>
        <p:txBody>
          <a:bodyPr/>
          <a:lstStyle/>
          <a:p>
            <a:r>
              <a:rPr lang="en-US"/>
              <a:t>SAM Charter Statement: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F8A6FB-8E90-934B-E5B2-B626A4E87597}"/>
              </a:ext>
            </a:extLst>
          </p:cNvPr>
          <p:cNvGraphicFramePr>
            <a:graphicFrameLocks noGrp="1"/>
          </p:cNvGraphicFramePr>
          <p:nvPr/>
        </p:nvGraphicFramePr>
        <p:xfrm>
          <a:off x="18817923" y="1146629"/>
          <a:ext cx="4478129" cy="11109281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478129">
                  <a:extLst>
                    <a:ext uri="{9D8B030D-6E8A-4147-A177-3AD203B41FA5}">
                      <a16:colId xmlns:a16="http://schemas.microsoft.com/office/drawing/2014/main" val="495052241"/>
                    </a:ext>
                  </a:extLst>
                </a:gridCol>
              </a:tblGrid>
              <a:tr h="696926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sz="20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CLIENT MISSION:</a:t>
                      </a:r>
                    </a:p>
                  </a:txBody>
                  <a:tcPr marL="0" marT="18288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60924"/>
                  </a:ext>
                </a:extLst>
              </a:tr>
              <a:tr h="4140013">
                <a:tc>
                  <a:txBody>
                    <a:bodyPr/>
                    <a:lstStyle/>
                    <a:p>
                      <a:pPr algn="l">
                        <a:lnSpc>
                          <a:spcPct val="85000"/>
                        </a:lnSpc>
                      </a:pPr>
                      <a:r>
                        <a:rPr lang="en-US" sz="4400" b="1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“Nourishing lives. Protecting every dollar.”</a:t>
                      </a:r>
                    </a:p>
                  </a:txBody>
                  <a:tcPr marL="0" marR="0" marT="182880" marB="91440" anchor="b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3811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3C7133-3B18-D436-60EE-226202386B8B}"/>
              </a:ext>
            </a:extLst>
          </p:cNvPr>
          <p:cNvSpPr txBox="1"/>
          <p:nvPr/>
        </p:nvSpPr>
        <p:spPr>
          <a:xfrm>
            <a:off x="1091123" y="3149495"/>
            <a:ext cx="13415754" cy="9100458"/>
          </a:xfrm>
          <a:prstGeom prst="rect">
            <a:avLst/>
          </a:prstGeom>
          <a:noFill/>
        </p:spPr>
        <p:txBody>
          <a:bodyPr wrap="square" lIns="0" rtlCol="0" anchor="b" anchorCtr="0">
            <a:normAutofit/>
          </a:bodyPr>
          <a:lstStyle/>
          <a:p>
            <a:pPr>
              <a:lnSpc>
                <a:spcPct val="110000"/>
              </a:lnSpc>
              <a:spcAft>
                <a:spcPts val="2400"/>
              </a:spcAft>
            </a:pPr>
            <a:r>
              <a:rPr lang="en-US" sz="5400">
                <a:solidFill>
                  <a:schemeClr val="accent2"/>
                </a:solidFill>
                <a:latin typeface="Figtree" pitchFamily="2" charset="0"/>
              </a:rPr>
              <a:t>●●●●●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5400">
                <a:solidFill>
                  <a:schemeClr val="tx2"/>
                </a:solidFill>
                <a:latin typeface="Figtree" pitchFamily="2" charset="0"/>
              </a:rPr>
              <a:t>“The Software Asset Management (SAM) Service exists to govern the Software Asset Lifecycle and provide actionable asset intelligence to decision-makers in order to optimize costs, minimize risks, and maximize negotiation leverage related to material software assets</a:t>
            </a:r>
            <a:r>
              <a:rPr lang="en-US" sz="5400" baseline="30000">
                <a:solidFill>
                  <a:schemeClr val="tx2"/>
                </a:solidFill>
                <a:latin typeface="Figtree" pitchFamily="2" charset="0"/>
              </a:rPr>
              <a:t>1</a:t>
            </a:r>
            <a:r>
              <a:rPr lang="en-US" sz="5400">
                <a:solidFill>
                  <a:schemeClr val="tx2"/>
                </a:solidFill>
                <a:latin typeface="Figtree" pitchFamily="2" charset="0"/>
              </a:rPr>
              <a:t xml:space="preserve"> across General Mills.”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D20F88-45FB-4F9C-5B55-2EE0F21E16FA}"/>
              </a:ext>
            </a:extLst>
          </p:cNvPr>
          <p:cNvGrpSpPr/>
          <p:nvPr/>
        </p:nvGrpSpPr>
        <p:grpSpPr>
          <a:xfrm>
            <a:off x="9647882" y="1580688"/>
            <a:ext cx="7265049" cy="3156068"/>
            <a:chOff x="11555461" y="703418"/>
            <a:chExt cx="7265049" cy="3156068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47C3BB9-C6E7-A3C1-490E-3F377EE82B01}"/>
                </a:ext>
              </a:extLst>
            </p:cNvPr>
            <p:cNvSpPr/>
            <p:nvPr/>
          </p:nvSpPr>
          <p:spPr>
            <a:xfrm>
              <a:off x="18024864" y="703418"/>
              <a:ext cx="795646" cy="795646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37160" rtlCol="0" anchor="ctr"/>
            <a:lstStyle/>
            <a:p>
              <a:pPr algn="ctr"/>
              <a:r>
                <a:rPr lang="en-US" sz="4000" b="1">
                  <a:latin typeface="Figtree" pitchFamily="2" charset="0"/>
                </a:rPr>
                <a:t>!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D8FDD7E-5D46-4B5D-82B9-A5C05552A9B5}"/>
              </a:ext>
            </a:extLst>
          </p:cNvPr>
          <p:cNvGrpSpPr/>
          <p:nvPr/>
        </p:nvGrpSpPr>
        <p:grpSpPr>
          <a:xfrm>
            <a:off x="22585681" y="214087"/>
            <a:ext cx="1481666" cy="320384"/>
            <a:chOff x="22585681" y="228601"/>
            <a:chExt cx="1481666" cy="32038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93851CA-A97D-BF99-8021-AEB3D903FDA7}"/>
                </a:ext>
              </a:extLst>
            </p:cNvPr>
            <p:cNvGrpSpPr/>
            <p:nvPr userDrawn="1"/>
          </p:nvGrpSpPr>
          <p:grpSpPr>
            <a:xfrm>
              <a:off x="22585681" y="228601"/>
              <a:ext cx="316739" cy="320384"/>
              <a:chOff x="22585681" y="228601"/>
              <a:chExt cx="316739" cy="320384"/>
            </a:xfrm>
          </p:grpSpPr>
          <p:sp>
            <p:nvSpPr>
              <p:cNvPr id="28" name="Freeform 20">
                <a:extLst>
                  <a:ext uri="{FF2B5EF4-FFF2-40B4-BE49-F238E27FC236}">
                    <a16:creationId xmlns:a16="http://schemas.microsoft.com/office/drawing/2014/main" id="{A240A133-8191-46CB-5869-EC9AC5033D05}"/>
                  </a:ext>
                </a:extLst>
              </p:cNvPr>
              <p:cNvSpPr/>
              <p:nvPr/>
            </p:nvSpPr>
            <p:spPr>
              <a:xfrm>
                <a:off x="22585681" y="328414"/>
                <a:ext cx="79850" cy="79850"/>
              </a:xfrm>
              <a:custGeom>
                <a:avLst/>
                <a:gdLst>
                  <a:gd name="connsiteX0" fmla="*/ 79850 w 79850"/>
                  <a:gd name="connsiteY0" fmla="*/ 39925 h 79850"/>
                  <a:gd name="connsiteX1" fmla="*/ 39925 w 79850"/>
                  <a:gd name="connsiteY1" fmla="*/ 79851 h 79850"/>
                  <a:gd name="connsiteX2" fmla="*/ 0 w 79850"/>
                  <a:gd name="connsiteY2" fmla="*/ 39925 h 79850"/>
                  <a:gd name="connsiteX3" fmla="*/ 39925 w 79850"/>
                  <a:gd name="connsiteY3" fmla="*/ 0 h 79850"/>
                  <a:gd name="connsiteX4" fmla="*/ 79850 w 79850"/>
                  <a:gd name="connsiteY4" fmla="*/ 39925 h 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850" h="79850">
                    <a:moveTo>
                      <a:pt x="79850" y="39925"/>
                    </a:moveTo>
                    <a:cubicBezTo>
                      <a:pt x="79850" y="61975"/>
                      <a:pt x="61975" y="79851"/>
                      <a:pt x="39925" y="79851"/>
                    </a:cubicBezTo>
                    <a:cubicBezTo>
                      <a:pt x="17875" y="79851"/>
                      <a:pt x="0" y="61975"/>
                      <a:pt x="0" y="39925"/>
                    </a:cubicBezTo>
                    <a:cubicBezTo>
                      <a:pt x="0" y="17875"/>
                      <a:pt x="17875" y="0"/>
                      <a:pt x="39925" y="0"/>
                    </a:cubicBezTo>
                    <a:cubicBezTo>
                      <a:pt x="61975" y="0"/>
                      <a:pt x="79850" y="17875"/>
                      <a:pt x="79850" y="39925"/>
                    </a:cubicBez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9" name="Freeform 21">
                <a:extLst>
                  <a:ext uri="{FF2B5EF4-FFF2-40B4-BE49-F238E27FC236}">
                    <a16:creationId xmlns:a16="http://schemas.microsoft.com/office/drawing/2014/main" id="{DDCF070E-4284-E4A3-7B8E-BF346F3FB864}"/>
                  </a:ext>
                </a:extLst>
              </p:cNvPr>
              <p:cNvSpPr/>
              <p:nvPr/>
            </p:nvSpPr>
            <p:spPr>
              <a:xfrm>
                <a:off x="22603869" y="228601"/>
                <a:ext cx="298551" cy="320384"/>
              </a:xfrm>
              <a:custGeom>
                <a:avLst/>
                <a:gdLst>
                  <a:gd name="connsiteX0" fmla="*/ 263506 w 298551"/>
                  <a:gd name="connsiteY0" fmla="*/ 41256 h 320384"/>
                  <a:gd name="connsiteX1" fmla="*/ 266611 w 298551"/>
                  <a:gd name="connsiteY1" fmla="*/ 50128 h 320384"/>
                  <a:gd name="connsiteX2" fmla="*/ 298551 w 298551"/>
                  <a:gd name="connsiteY2" fmla="*/ 0 h 320384"/>
                  <a:gd name="connsiteX3" fmla="*/ 245318 w 298551"/>
                  <a:gd name="connsiteY3" fmla="*/ 28391 h 320384"/>
                  <a:gd name="connsiteX4" fmla="*/ 253747 w 298551"/>
                  <a:gd name="connsiteY4" fmla="*/ 31497 h 320384"/>
                  <a:gd name="connsiteX5" fmla="*/ 280807 w 298551"/>
                  <a:gd name="connsiteY5" fmla="*/ 16414 h 320384"/>
                  <a:gd name="connsiteX6" fmla="*/ 0 w 298551"/>
                  <a:gd name="connsiteY6" fmla="*/ 239552 h 320384"/>
                  <a:gd name="connsiteX7" fmla="*/ 211603 w 298551"/>
                  <a:gd name="connsiteY7" fmla="*/ 301214 h 320384"/>
                  <a:gd name="connsiteX8" fmla="*/ 273266 w 298551"/>
                  <a:gd name="connsiteY8" fmla="*/ 90054 h 320384"/>
                  <a:gd name="connsiteX9" fmla="*/ 248423 w 298551"/>
                  <a:gd name="connsiteY9" fmla="*/ 56339 h 320384"/>
                  <a:gd name="connsiteX10" fmla="*/ 263506 w 298551"/>
                  <a:gd name="connsiteY10" fmla="*/ 41256 h 320384"/>
                  <a:gd name="connsiteX11" fmla="*/ 257295 w 298551"/>
                  <a:gd name="connsiteY11" fmla="*/ 240439 h 320384"/>
                  <a:gd name="connsiteX12" fmla="*/ 173009 w 298551"/>
                  <a:gd name="connsiteY12" fmla="*/ 280808 h 320384"/>
                  <a:gd name="connsiteX13" fmla="*/ 128648 w 298551"/>
                  <a:gd name="connsiteY13" fmla="*/ 218702 h 320384"/>
                  <a:gd name="connsiteX14" fmla="*/ 220919 w 298551"/>
                  <a:gd name="connsiteY14" fmla="*/ 82956 h 320384"/>
                  <a:gd name="connsiteX15" fmla="*/ 257295 w 298551"/>
                  <a:gd name="connsiteY15" fmla="*/ 240439 h 320384"/>
                  <a:gd name="connsiteX16" fmla="*/ 257295 w 298551"/>
                  <a:gd name="connsiteY16" fmla="*/ 240439 h 320384"/>
                  <a:gd name="connsiteX17" fmla="*/ 257295 w 298551"/>
                  <a:gd name="connsiteY17" fmla="*/ 240439 h 320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8551" h="320384">
                    <a:moveTo>
                      <a:pt x="263506" y="41256"/>
                    </a:moveTo>
                    <a:lnTo>
                      <a:pt x="266611" y="50128"/>
                    </a:lnTo>
                    <a:lnTo>
                      <a:pt x="298551" y="0"/>
                    </a:lnTo>
                    <a:lnTo>
                      <a:pt x="245318" y="28391"/>
                    </a:lnTo>
                    <a:lnTo>
                      <a:pt x="253747" y="31497"/>
                    </a:lnTo>
                    <a:lnTo>
                      <a:pt x="280807" y="16414"/>
                    </a:lnTo>
                    <a:lnTo>
                      <a:pt x="0" y="239552"/>
                    </a:lnTo>
                    <a:cubicBezTo>
                      <a:pt x="41256" y="314966"/>
                      <a:pt x="136189" y="342470"/>
                      <a:pt x="211603" y="301214"/>
                    </a:cubicBezTo>
                    <a:cubicBezTo>
                      <a:pt x="287018" y="259958"/>
                      <a:pt x="314522" y="165468"/>
                      <a:pt x="273266" y="90054"/>
                    </a:cubicBezTo>
                    <a:cubicBezTo>
                      <a:pt x="266611" y="77632"/>
                      <a:pt x="258183" y="66098"/>
                      <a:pt x="248423" y="56339"/>
                    </a:cubicBezTo>
                    <a:cubicBezTo>
                      <a:pt x="253747" y="50572"/>
                      <a:pt x="259070" y="45692"/>
                      <a:pt x="263506" y="41256"/>
                    </a:cubicBezTo>
                    <a:close/>
                    <a:moveTo>
                      <a:pt x="257295" y="240439"/>
                    </a:moveTo>
                    <a:cubicBezTo>
                      <a:pt x="245318" y="275041"/>
                      <a:pt x="207611" y="293229"/>
                      <a:pt x="173009" y="280808"/>
                    </a:cubicBezTo>
                    <a:cubicBezTo>
                      <a:pt x="146392" y="271492"/>
                      <a:pt x="128648" y="246649"/>
                      <a:pt x="128648" y="218702"/>
                    </a:cubicBezTo>
                    <a:cubicBezTo>
                      <a:pt x="128648" y="182325"/>
                      <a:pt x="153934" y="141069"/>
                      <a:pt x="220919" y="82956"/>
                    </a:cubicBezTo>
                    <a:cubicBezTo>
                      <a:pt x="220919" y="82956"/>
                      <a:pt x="288792" y="146393"/>
                      <a:pt x="257295" y="240439"/>
                    </a:cubicBezTo>
                    <a:lnTo>
                      <a:pt x="257295" y="240439"/>
                    </a:lnTo>
                    <a:lnTo>
                      <a:pt x="257295" y="240439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30" name="Freeform 22">
                <a:extLst>
                  <a:ext uri="{FF2B5EF4-FFF2-40B4-BE49-F238E27FC236}">
                    <a16:creationId xmlns:a16="http://schemas.microsoft.com/office/drawing/2014/main" id="{1A4A7226-3869-9DB4-6AA6-CA4E18759EA1}"/>
                  </a:ext>
                </a:extLst>
              </p:cNvPr>
              <p:cNvSpPr/>
              <p:nvPr/>
            </p:nvSpPr>
            <p:spPr>
              <a:xfrm>
                <a:off x="22617177" y="237666"/>
                <a:ext cx="220919" cy="59695"/>
              </a:xfrm>
              <a:custGeom>
                <a:avLst/>
                <a:gdLst>
                  <a:gd name="connsiteX0" fmla="*/ 187205 w 220919"/>
                  <a:gd name="connsiteY0" fmla="*/ 55703 h 59695"/>
                  <a:gd name="connsiteX1" fmla="*/ 220919 w 220919"/>
                  <a:gd name="connsiteY1" fmla="*/ 34409 h 59695"/>
                  <a:gd name="connsiteX2" fmla="*/ 1774 w 220919"/>
                  <a:gd name="connsiteY2" fmla="*/ 57477 h 59695"/>
                  <a:gd name="connsiteX3" fmla="*/ 0 w 220919"/>
                  <a:gd name="connsiteY3" fmla="*/ 59695 h 59695"/>
                  <a:gd name="connsiteX4" fmla="*/ 187205 w 220919"/>
                  <a:gd name="connsiteY4" fmla="*/ 55703 h 59695"/>
                  <a:gd name="connsiteX5" fmla="*/ 187205 w 220919"/>
                  <a:gd name="connsiteY5" fmla="*/ 55703 h 59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0919" h="59695">
                    <a:moveTo>
                      <a:pt x="187205" y="55703"/>
                    </a:moveTo>
                    <a:lnTo>
                      <a:pt x="220919" y="34409"/>
                    </a:lnTo>
                    <a:cubicBezTo>
                      <a:pt x="153934" y="-19268"/>
                      <a:pt x="55895" y="-9065"/>
                      <a:pt x="1774" y="57477"/>
                    </a:cubicBezTo>
                    <a:cubicBezTo>
                      <a:pt x="1331" y="58364"/>
                      <a:pt x="444" y="58808"/>
                      <a:pt x="0" y="59695"/>
                    </a:cubicBezTo>
                    <a:cubicBezTo>
                      <a:pt x="54564" y="16665"/>
                      <a:pt x="130866" y="15334"/>
                      <a:pt x="187205" y="55703"/>
                    </a:cubicBezTo>
                    <a:lnTo>
                      <a:pt x="187205" y="55703"/>
                    </a:lnTo>
                    <a:close/>
                  </a:path>
                </a:pathLst>
              </a:custGeom>
              <a:solidFill>
                <a:srgbClr val="FFB81C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C3A128C-63AD-09FA-F750-F9B68493A8D0}"/>
                </a:ext>
              </a:extLst>
            </p:cNvPr>
            <p:cNvGrpSpPr/>
            <p:nvPr userDrawn="1"/>
          </p:nvGrpSpPr>
          <p:grpSpPr>
            <a:xfrm>
              <a:off x="22997797" y="291150"/>
              <a:ext cx="1069550" cy="233905"/>
              <a:chOff x="22997797" y="291150"/>
              <a:chExt cx="1069550" cy="233905"/>
            </a:xfrm>
          </p:grpSpPr>
          <p:sp>
            <p:nvSpPr>
              <p:cNvPr id="16" name="Freeform 9">
                <a:extLst>
                  <a:ext uri="{FF2B5EF4-FFF2-40B4-BE49-F238E27FC236}">
                    <a16:creationId xmlns:a16="http://schemas.microsoft.com/office/drawing/2014/main" id="{6FDF4922-EE88-989E-3B70-1CD896927EF1}"/>
                  </a:ext>
                </a:extLst>
              </p:cNvPr>
              <p:cNvSpPr/>
              <p:nvPr/>
            </p:nvSpPr>
            <p:spPr>
              <a:xfrm>
                <a:off x="23159716" y="359371"/>
                <a:ext cx="90497" cy="108337"/>
              </a:xfrm>
              <a:custGeom>
                <a:avLst/>
                <a:gdLst>
                  <a:gd name="connsiteX0" fmla="*/ 0 w 90497"/>
                  <a:gd name="connsiteY0" fmla="*/ 2757 h 108337"/>
                  <a:gd name="connsiteX1" fmla="*/ 24399 w 90497"/>
                  <a:gd name="connsiteY1" fmla="*/ 2757 h 108337"/>
                  <a:gd name="connsiteX2" fmla="*/ 24399 w 90497"/>
                  <a:gd name="connsiteY2" fmla="*/ 12517 h 108337"/>
                  <a:gd name="connsiteX3" fmla="*/ 52790 w 90497"/>
                  <a:gd name="connsiteY3" fmla="*/ 96 h 108337"/>
                  <a:gd name="connsiteX4" fmla="*/ 83843 w 90497"/>
                  <a:gd name="connsiteY4" fmla="*/ 14291 h 108337"/>
                  <a:gd name="connsiteX5" fmla="*/ 90497 w 90497"/>
                  <a:gd name="connsiteY5" fmla="*/ 43570 h 108337"/>
                  <a:gd name="connsiteX6" fmla="*/ 90497 w 90497"/>
                  <a:gd name="connsiteY6" fmla="*/ 107894 h 108337"/>
                  <a:gd name="connsiteX7" fmla="*/ 66098 w 90497"/>
                  <a:gd name="connsiteY7" fmla="*/ 107894 h 108337"/>
                  <a:gd name="connsiteX8" fmla="*/ 66098 w 90497"/>
                  <a:gd name="connsiteY8" fmla="*/ 49780 h 108337"/>
                  <a:gd name="connsiteX9" fmla="*/ 47023 w 90497"/>
                  <a:gd name="connsiteY9" fmla="*/ 22276 h 108337"/>
                  <a:gd name="connsiteX10" fmla="*/ 24842 w 90497"/>
                  <a:gd name="connsiteY10" fmla="*/ 57766 h 108337"/>
                  <a:gd name="connsiteX11" fmla="*/ 24842 w 90497"/>
                  <a:gd name="connsiteY11" fmla="*/ 108338 h 108337"/>
                  <a:gd name="connsiteX12" fmla="*/ 444 w 90497"/>
                  <a:gd name="connsiteY12" fmla="*/ 108338 h 108337"/>
                  <a:gd name="connsiteX13" fmla="*/ 0 w 90497"/>
                  <a:gd name="connsiteY13" fmla="*/ 2757 h 108337"/>
                  <a:gd name="connsiteX14" fmla="*/ 0 w 90497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7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5895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7" name="Freeform 10">
                <a:extLst>
                  <a:ext uri="{FF2B5EF4-FFF2-40B4-BE49-F238E27FC236}">
                    <a16:creationId xmlns:a16="http://schemas.microsoft.com/office/drawing/2014/main" id="{4616D5F1-A6CF-2C76-321C-26A5311F7349}"/>
                  </a:ext>
                </a:extLst>
              </p:cNvPr>
              <p:cNvSpPr/>
              <p:nvPr/>
            </p:nvSpPr>
            <p:spPr>
              <a:xfrm>
                <a:off x="23274586" y="358997"/>
                <a:ext cx="106936" cy="166058"/>
              </a:xfrm>
              <a:custGeom>
                <a:avLst/>
                <a:gdLst>
                  <a:gd name="connsiteX0" fmla="*/ 82538 w 106936"/>
                  <a:gd name="connsiteY0" fmla="*/ 3131 h 166058"/>
                  <a:gd name="connsiteX1" fmla="*/ 106936 w 106936"/>
                  <a:gd name="connsiteY1" fmla="*/ 3131 h 166058"/>
                  <a:gd name="connsiteX2" fmla="*/ 106936 w 106936"/>
                  <a:gd name="connsiteY2" fmla="*/ 100282 h 166058"/>
                  <a:gd name="connsiteX3" fmla="*/ 89635 w 106936"/>
                  <a:gd name="connsiteY3" fmla="*/ 154847 h 166058"/>
                  <a:gd name="connsiteX4" fmla="*/ 54590 w 106936"/>
                  <a:gd name="connsiteY4" fmla="*/ 165937 h 166058"/>
                  <a:gd name="connsiteX5" fmla="*/ 19988 w 106936"/>
                  <a:gd name="connsiteY5" fmla="*/ 153073 h 166058"/>
                  <a:gd name="connsiteX6" fmla="*/ 4462 w 106936"/>
                  <a:gd name="connsiteY6" fmla="*/ 120245 h 166058"/>
                  <a:gd name="connsiteX7" fmla="*/ 28417 w 106936"/>
                  <a:gd name="connsiteY7" fmla="*/ 120245 h 166058"/>
                  <a:gd name="connsiteX8" fmla="*/ 36402 w 106936"/>
                  <a:gd name="connsiteY8" fmla="*/ 136659 h 166058"/>
                  <a:gd name="connsiteX9" fmla="*/ 55477 w 106936"/>
                  <a:gd name="connsiteY9" fmla="*/ 143757 h 166058"/>
                  <a:gd name="connsiteX10" fmla="*/ 74553 w 106936"/>
                  <a:gd name="connsiteY10" fmla="*/ 136659 h 166058"/>
                  <a:gd name="connsiteX11" fmla="*/ 82538 w 106936"/>
                  <a:gd name="connsiteY11" fmla="*/ 110042 h 166058"/>
                  <a:gd name="connsiteX12" fmla="*/ 82538 w 106936"/>
                  <a:gd name="connsiteY12" fmla="*/ 96290 h 166058"/>
                  <a:gd name="connsiteX13" fmla="*/ 50597 w 106936"/>
                  <a:gd name="connsiteY13" fmla="*/ 111373 h 166058"/>
                  <a:gd name="connsiteX14" fmla="*/ 15996 w 106936"/>
                  <a:gd name="connsiteY14" fmla="*/ 97177 h 166058"/>
                  <a:gd name="connsiteX15" fmla="*/ 26 w 106936"/>
                  <a:gd name="connsiteY15" fmla="*/ 55477 h 166058"/>
                  <a:gd name="connsiteX16" fmla="*/ 15552 w 106936"/>
                  <a:gd name="connsiteY16" fmla="*/ 14665 h 166058"/>
                  <a:gd name="connsiteX17" fmla="*/ 51485 w 106936"/>
                  <a:gd name="connsiteY17" fmla="*/ 26 h 166058"/>
                  <a:gd name="connsiteX18" fmla="*/ 82981 w 106936"/>
                  <a:gd name="connsiteY18" fmla="*/ 14221 h 166058"/>
                  <a:gd name="connsiteX19" fmla="*/ 82538 w 106936"/>
                  <a:gd name="connsiteY19" fmla="*/ 3131 h 166058"/>
                  <a:gd name="connsiteX20" fmla="*/ 82538 w 106936"/>
                  <a:gd name="connsiteY20" fmla="*/ 3131 h 166058"/>
                  <a:gd name="connsiteX21" fmla="*/ 35515 w 106936"/>
                  <a:gd name="connsiteY21" fmla="*/ 29748 h 166058"/>
                  <a:gd name="connsiteX22" fmla="*/ 24868 w 106936"/>
                  <a:gd name="connsiteY22" fmla="*/ 56365 h 166058"/>
                  <a:gd name="connsiteX23" fmla="*/ 35515 w 106936"/>
                  <a:gd name="connsiteY23" fmla="*/ 82981 h 166058"/>
                  <a:gd name="connsiteX24" fmla="*/ 54146 w 106936"/>
                  <a:gd name="connsiteY24" fmla="*/ 90079 h 166058"/>
                  <a:gd name="connsiteX25" fmla="*/ 74553 w 106936"/>
                  <a:gd name="connsiteY25" fmla="*/ 81651 h 166058"/>
                  <a:gd name="connsiteX26" fmla="*/ 83868 w 106936"/>
                  <a:gd name="connsiteY26" fmla="*/ 56808 h 166058"/>
                  <a:gd name="connsiteX27" fmla="*/ 74109 w 106936"/>
                  <a:gd name="connsiteY27" fmla="*/ 30191 h 166058"/>
                  <a:gd name="connsiteX28" fmla="*/ 54590 w 106936"/>
                  <a:gd name="connsiteY28" fmla="*/ 22650 h 166058"/>
                  <a:gd name="connsiteX29" fmla="*/ 35515 w 106936"/>
                  <a:gd name="connsiteY29" fmla="*/ 29748 h 166058"/>
                  <a:gd name="connsiteX30" fmla="*/ 35515 w 106936"/>
                  <a:gd name="connsiteY30" fmla="*/ 29748 h 166058"/>
                  <a:gd name="connsiteX31" fmla="*/ 35515 w 106936"/>
                  <a:gd name="connsiteY31" fmla="*/ 29748 h 16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06936" h="166058">
                    <a:moveTo>
                      <a:pt x="82538" y="3131"/>
                    </a:moveTo>
                    <a:lnTo>
                      <a:pt x="106936" y="3131"/>
                    </a:lnTo>
                    <a:lnTo>
                      <a:pt x="106936" y="100282"/>
                    </a:lnTo>
                    <a:cubicBezTo>
                      <a:pt x="106936" y="125125"/>
                      <a:pt x="104275" y="142869"/>
                      <a:pt x="89635" y="154847"/>
                    </a:cubicBezTo>
                    <a:cubicBezTo>
                      <a:pt x="79876" y="162832"/>
                      <a:pt x="67455" y="166825"/>
                      <a:pt x="54590" y="165937"/>
                    </a:cubicBezTo>
                    <a:cubicBezTo>
                      <a:pt x="41725" y="166381"/>
                      <a:pt x="29304" y="161945"/>
                      <a:pt x="19988" y="153073"/>
                    </a:cubicBezTo>
                    <a:cubicBezTo>
                      <a:pt x="11560" y="144200"/>
                      <a:pt x="6236" y="132666"/>
                      <a:pt x="4462" y="120245"/>
                    </a:cubicBezTo>
                    <a:lnTo>
                      <a:pt x="28417" y="120245"/>
                    </a:lnTo>
                    <a:cubicBezTo>
                      <a:pt x="29304" y="126456"/>
                      <a:pt x="31966" y="132223"/>
                      <a:pt x="36402" y="136659"/>
                    </a:cubicBezTo>
                    <a:cubicBezTo>
                      <a:pt x="41282" y="141539"/>
                      <a:pt x="48379" y="144200"/>
                      <a:pt x="55477" y="143757"/>
                    </a:cubicBezTo>
                    <a:cubicBezTo>
                      <a:pt x="62575" y="144200"/>
                      <a:pt x="69673" y="141539"/>
                      <a:pt x="74553" y="136659"/>
                    </a:cubicBezTo>
                    <a:cubicBezTo>
                      <a:pt x="80763" y="129117"/>
                      <a:pt x="83868" y="119801"/>
                      <a:pt x="82538" y="110042"/>
                    </a:cubicBezTo>
                    <a:lnTo>
                      <a:pt x="82538" y="96290"/>
                    </a:lnTo>
                    <a:cubicBezTo>
                      <a:pt x="74996" y="106049"/>
                      <a:pt x="63019" y="111816"/>
                      <a:pt x="50597" y="111373"/>
                    </a:cubicBezTo>
                    <a:cubicBezTo>
                      <a:pt x="37289" y="111816"/>
                      <a:pt x="24868" y="106937"/>
                      <a:pt x="15996" y="97177"/>
                    </a:cubicBezTo>
                    <a:cubicBezTo>
                      <a:pt x="5349" y="85643"/>
                      <a:pt x="26" y="71004"/>
                      <a:pt x="26" y="55477"/>
                    </a:cubicBezTo>
                    <a:cubicBezTo>
                      <a:pt x="-418" y="40395"/>
                      <a:pt x="4905" y="25755"/>
                      <a:pt x="15552" y="14665"/>
                    </a:cubicBezTo>
                    <a:cubicBezTo>
                      <a:pt x="24868" y="4905"/>
                      <a:pt x="37733" y="-418"/>
                      <a:pt x="51485" y="26"/>
                    </a:cubicBezTo>
                    <a:cubicBezTo>
                      <a:pt x="63462" y="-418"/>
                      <a:pt x="74996" y="4905"/>
                      <a:pt x="82981" y="14221"/>
                    </a:cubicBezTo>
                    <a:lnTo>
                      <a:pt x="82538" y="3131"/>
                    </a:lnTo>
                    <a:lnTo>
                      <a:pt x="82538" y="3131"/>
                    </a:lnTo>
                    <a:close/>
                    <a:moveTo>
                      <a:pt x="35515" y="29748"/>
                    </a:moveTo>
                    <a:cubicBezTo>
                      <a:pt x="28417" y="36846"/>
                      <a:pt x="24424" y="46605"/>
                      <a:pt x="24868" y="56365"/>
                    </a:cubicBezTo>
                    <a:cubicBezTo>
                      <a:pt x="24424" y="66124"/>
                      <a:pt x="28417" y="75884"/>
                      <a:pt x="35515" y="82981"/>
                    </a:cubicBezTo>
                    <a:cubicBezTo>
                      <a:pt x="40838" y="87418"/>
                      <a:pt x="47492" y="90079"/>
                      <a:pt x="54146" y="90079"/>
                    </a:cubicBezTo>
                    <a:cubicBezTo>
                      <a:pt x="61688" y="90523"/>
                      <a:pt x="69229" y="87418"/>
                      <a:pt x="74553" y="81651"/>
                    </a:cubicBezTo>
                    <a:cubicBezTo>
                      <a:pt x="80763" y="74996"/>
                      <a:pt x="83868" y="66124"/>
                      <a:pt x="83868" y="56808"/>
                    </a:cubicBezTo>
                    <a:cubicBezTo>
                      <a:pt x="84312" y="47049"/>
                      <a:pt x="80763" y="37289"/>
                      <a:pt x="74109" y="30191"/>
                    </a:cubicBezTo>
                    <a:cubicBezTo>
                      <a:pt x="68786" y="24868"/>
                      <a:pt x="61688" y="22206"/>
                      <a:pt x="54590" y="22650"/>
                    </a:cubicBezTo>
                    <a:cubicBezTo>
                      <a:pt x="47049" y="22206"/>
                      <a:pt x="40394" y="24868"/>
                      <a:pt x="35515" y="29748"/>
                    </a:cubicBezTo>
                    <a:lnTo>
                      <a:pt x="35515" y="29748"/>
                    </a:lnTo>
                    <a:lnTo>
                      <a:pt x="35515" y="2974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8" name="Freeform 11">
                <a:extLst>
                  <a:ext uri="{FF2B5EF4-FFF2-40B4-BE49-F238E27FC236}">
                    <a16:creationId xmlns:a16="http://schemas.microsoft.com/office/drawing/2014/main" id="{FD8A008C-1D53-1FED-53D0-3E5E938F3AB6}"/>
                  </a:ext>
                </a:extLst>
              </p:cNvPr>
              <p:cNvSpPr/>
              <p:nvPr/>
            </p:nvSpPr>
            <p:spPr>
              <a:xfrm>
                <a:off x="23411682" y="304458"/>
                <a:ext cx="24404" cy="163249"/>
              </a:xfrm>
              <a:custGeom>
                <a:avLst/>
                <a:gdLst>
                  <a:gd name="connsiteX0" fmla="*/ 24405 w 24404"/>
                  <a:gd name="connsiteY0" fmla="*/ 0 h 163249"/>
                  <a:gd name="connsiteX1" fmla="*/ 24405 w 24404"/>
                  <a:gd name="connsiteY1" fmla="*/ 163250 h 163249"/>
                  <a:gd name="connsiteX2" fmla="*/ 6 w 24404"/>
                  <a:gd name="connsiteY2" fmla="*/ 163250 h 163249"/>
                  <a:gd name="connsiteX3" fmla="*/ 6 w 24404"/>
                  <a:gd name="connsiteY3" fmla="*/ 19519 h 163249"/>
                  <a:gd name="connsiteX4" fmla="*/ 24405 w 24404"/>
                  <a:gd name="connsiteY4" fmla="*/ 0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404" h="163249">
                    <a:moveTo>
                      <a:pt x="24405" y="0"/>
                    </a:moveTo>
                    <a:lnTo>
                      <a:pt x="24405" y="163250"/>
                    </a:lnTo>
                    <a:lnTo>
                      <a:pt x="6" y="163250"/>
                    </a:lnTo>
                    <a:lnTo>
                      <a:pt x="6" y="19519"/>
                    </a:lnTo>
                    <a:cubicBezTo>
                      <a:pt x="-438" y="19519"/>
                      <a:pt x="24405" y="0"/>
                      <a:pt x="244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19" name="Freeform 12">
                <a:extLst>
                  <a:ext uri="{FF2B5EF4-FFF2-40B4-BE49-F238E27FC236}">
                    <a16:creationId xmlns:a16="http://schemas.microsoft.com/office/drawing/2014/main" id="{571B8BDB-12C7-8695-F7CA-D4A18D532109}"/>
                  </a:ext>
                </a:extLst>
              </p:cNvPr>
              <p:cNvSpPr/>
              <p:nvPr/>
            </p:nvSpPr>
            <p:spPr>
              <a:xfrm>
                <a:off x="23848646" y="304458"/>
                <a:ext cx="24398" cy="33714"/>
              </a:xfrm>
              <a:custGeom>
                <a:avLst/>
                <a:gdLst>
                  <a:gd name="connsiteX0" fmla="*/ 24399 w 24398"/>
                  <a:gd name="connsiteY0" fmla="*/ 0 h 33714"/>
                  <a:gd name="connsiteX1" fmla="*/ 24399 w 24398"/>
                  <a:gd name="connsiteY1" fmla="*/ 33715 h 33714"/>
                  <a:gd name="connsiteX2" fmla="*/ 0 w 24398"/>
                  <a:gd name="connsiteY2" fmla="*/ 33715 h 33714"/>
                  <a:gd name="connsiteX3" fmla="*/ 0 w 24398"/>
                  <a:gd name="connsiteY3" fmla="*/ 19519 h 33714"/>
                  <a:gd name="connsiteX4" fmla="*/ 24399 w 24398"/>
                  <a:gd name="connsiteY4" fmla="*/ 0 h 33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33714">
                    <a:moveTo>
                      <a:pt x="24399" y="0"/>
                    </a:moveTo>
                    <a:lnTo>
                      <a:pt x="24399" y="33715"/>
                    </a:lnTo>
                    <a:lnTo>
                      <a:pt x="0" y="33715"/>
                    </a:lnTo>
                    <a:lnTo>
                      <a:pt x="0" y="19519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1" name="Freeform 13">
                <a:extLst>
                  <a:ext uri="{FF2B5EF4-FFF2-40B4-BE49-F238E27FC236}">
                    <a16:creationId xmlns:a16="http://schemas.microsoft.com/office/drawing/2014/main" id="{07912024-3B21-F457-7B93-680AB33836E0}"/>
                  </a:ext>
                </a:extLst>
              </p:cNvPr>
              <p:cNvSpPr/>
              <p:nvPr/>
            </p:nvSpPr>
            <p:spPr>
              <a:xfrm>
                <a:off x="23460461" y="359439"/>
                <a:ext cx="100382" cy="111477"/>
              </a:xfrm>
              <a:custGeom>
                <a:avLst/>
                <a:gdLst>
                  <a:gd name="connsiteX0" fmla="*/ 99837 w 100382"/>
                  <a:gd name="connsiteY0" fmla="*/ 84314 h 111477"/>
                  <a:gd name="connsiteX1" fmla="*/ 82092 w 100382"/>
                  <a:gd name="connsiteY1" fmla="*/ 103390 h 111477"/>
                  <a:gd name="connsiteX2" fmla="*/ 51039 w 100382"/>
                  <a:gd name="connsiteY2" fmla="*/ 111375 h 111477"/>
                  <a:gd name="connsiteX3" fmla="*/ 15550 w 100382"/>
                  <a:gd name="connsiteY3" fmla="*/ 98066 h 111477"/>
                  <a:gd name="connsiteX4" fmla="*/ 24 w 100382"/>
                  <a:gd name="connsiteY4" fmla="*/ 57698 h 111477"/>
                  <a:gd name="connsiteX5" fmla="*/ 16881 w 100382"/>
                  <a:gd name="connsiteY5" fmla="*/ 14223 h 111477"/>
                  <a:gd name="connsiteX6" fmla="*/ 51927 w 100382"/>
                  <a:gd name="connsiteY6" fmla="*/ 28 h 111477"/>
                  <a:gd name="connsiteX7" fmla="*/ 85641 w 100382"/>
                  <a:gd name="connsiteY7" fmla="*/ 13780 h 111477"/>
                  <a:gd name="connsiteX8" fmla="*/ 100280 w 100382"/>
                  <a:gd name="connsiteY8" fmla="*/ 58141 h 111477"/>
                  <a:gd name="connsiteX9" fmla="*/ 100280 w 100382"/>
                  <a:gd name="connsiteY9" fmla="*/ 61247 h 111477"/>
                  <a:gd name="connsiteX10" fmla="*/ 24866 w 100382"/>
                  <a:gd name="connsiteY10" fmla="*/ 61247 h 111477"/>
                  <a:gd name="connsiteX11" fmla="*/ 33738 w 100382"/>
                  <a:gd name="connsiteY11" fmla="*/ 82540 h 111477"/>
                  <a:gd name="connsiteX12" fmla="*/ 52370 w 100382"/>
                  <a:gd name="connsiteY12" fmla="*/ 89194 h 111477"/>
                  <a:gd name="connsiteX13" fmla="*/ 69227 w 100382"/>
                  <a:gd name="connsiteY13" fmla="*/ 83871 h 111477"/>
                  <a:gd name="connsiteX14" fmla="*/ 78987 w 100382"/>
                  <a:gd name="connsiteY14" fmla="*/ 72337 h 111477"/>
                  <a:gd name="connsiteX15" fmla="*/ 99837 w 100382"/>
                  <a:gd name="connsiteY15" fmla="*/ 84314 h 111477"/>
                  <a:gd name="connsiteX16" fmla="*/ 99837 w 100382"/>
                  <a:gd name="connsiteY16" fmla="*/ 84314 h 111477"/>
                  <a:gd name="connsiteX17" fmla="*/ 75882 w 100382"/>
                  <a:gd name="connsiteY17" fmla="*/ 41284 h 111477"/>
                  <a:gd name="connsiteX18" fmla="*/ 68340 w 100382"/>
                  <a:gd name="connsiteY18" fmla="*/ 27088 h 111477"/>
                  <a:gd name="connsiteX19" fmla="*/ 34626 w 100382"/>
                  <a:gd name="connsiteY19" fmla="*/ 27975 h 111477"/>
                  <a:gd name="connsiteX20" fmla="*/ 27084 w 100382"/>
                  <a:gd name="connsiteY20" fmla="*/ 41284 h 111477"/>
                  <a:gd name="connsiteX21" fmla="*/ 75882 w 100382"/>
                  <a:gd name="connsiteY21" fmla="*/ 41284 h 111477"/>
                  <a:gd name="connsiteX22" fmla="*/ 75882 w 100382"/>
                  <a:gd name="connsiteY22" fmla="*/ 41284 h 111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0382" h="111477">
                    <a:moveTo>
                      <a:pt x="99837" y="84314"/>
                    </a:moveTo>
                    <a:cubicBezTo>
                      <a:pt x="95401" y="92299"/>
                      <a:pt x="89634" y="98510"/>
                      <a:pt x="82092" y="103390"/>
                    </a:cubicBezTo>
                    <a:cubicBezTo>
                      <a:pt x="72776" y="108713"/>
                      <a:pt x="62130" y="111818"/>
                      <a:pt x="51039" y="111375"/>
                    </a:cubicBezTo>
                    <a:cubicBezTo>
                      <a:pt x="37731" y="112262"/>
                      <a:pt x="24866" y="107382"/>
                      <a:pt x="15550" y="98066"/>
                    </a:cubicBezTo>
                    <a:cubicBezTo>
                      <a:pt x="5347" y="87420"/>
                      <a:pt x="-420" y="72780"/>
                      <a:pt x="24" y="57698"/>
                    </a:cubicBezTo>
                    <a:cubicBezTo>
                      <a:pt x="-420" y="41728"/>
                      <a:pt x="5791" y="26201"/>
                      <a:pt x="16881" y="14223"/>
                    </a:cubicBezTo>
                    <a:cubicBezTo>
                      <a:pt x="26197" y="4908"/>
                      <a:pt x="39062" y="-416"/>
                      <a:pt x="51927" y="28"/>
                    </a:cubicBezTo>
                    <a:cubicBezTo>
                      <a:pt x="64791" y="-416"/>
                      <a:pt x="76769" y="4464"/>
                      <a:pt x="85641" y="13780"/>
                    </a:cubicBezTo>
                    <a:cubicBezTo>
                      <a:pt x="96288" y="26201"/>
                      <a:pt x="101168" y="42171"/>
                      <a:pt x="100280" y="58141"/>
                    </a:cubicBezTo>
                    <a:lnTo>
                      <a:pt x="100280" y="61247"/>
                    </a:lnTo>
                    <a:lnTo>
                      <a:pt x="24866" y="61247"/>
                    </a:lnTo>
                    <a:cubicBezTo>
                      <a:pt x="25310" y="69232"/>
                      <a:pt x="28415" y="76773"/>
                      <a:pt x="33738" y="82540"/>
                    </a:cubicBezTo>
                    <a:cubicBezTo>
                      <a:pt x="38618" y="87420"/>
                      <a:pt x="45716" y="89638"/>
                      <a:pt x="52370" y="89194"/>
                    </a:cubicBezTo>
                    <a:cubicBezTo>
                      <a:pt x="58581" y="89638"/>
                      <a:pt x="64348" y="87420"/>
                      <a:pt x="69227" y="83871"/>
                    </a:cubicBezTo>
                    <a:cubicBezTo>
                      <a:pt x="73220" y="80766"/>
                      <a:pt x="76325" y="76773"/>
                      <a:pt x="78987" y="72337"/>
                    </a:cubicBezTo>
                    <a:lnTo>
                      <a:pt x="99837" y="84314"/>
                    </a:lnTo>
                    <a:lnTo>
                      <a:pt x="99837" y="84314"/>
                    </a:lnTo>
                    <a:close/>
                    <a:moveTo>
                      <a:pt x="75882" y="41284"/>
                    </a:moveTo>
                    <a:cubicBezTo>
                      <a:pt x="74994" y="35961"/>
                      <a:pt x="72333" y="31081"/>
                      <a:pt x="68340" y="27088"/>
                    </a:cubicBezTo>
                    <a:cubicBezTo>
                      <a:pt x="58581" y="18660"/>
                      <a:pt x="43942" y="19103"/>
                      <a:pt x="34626" y="27975"/>
                    </a:cubicBezTo>
                    <a:cubicBezTo>
                      <a:pt x="31077" y="31524"/>
                      <a:pt x="28415" y="36404"/>
                      <a:pt x="27084" y="41284"/>
                    </a:cubicBezTo>
                    <a:lnTo>
                      <a:pt x="75882" y="41284"/>
                    </a:lnTo>
                    <a:lnTo>
                      <a:pt x="75882" y="41284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2" name="Freeform 14">
                <a:extLst>
                  <a:ext uri="{FF2B5EF4-FFF2-40B4-BE49-F238E27FC236}">
                    <a16:creationId xmlns:a16="http://schemas.microsoft.com/office/drawing/2014/main" id="{C402F8E9-99FB-CE70-EF15-1E0569B47802}"/>
                  </a:ext>
                </a:extLst>
              </p:cNvPr>
              <p:cNvSpPr/>
              <p:nvPr/>
            </p:nvSpPr>
            <p:spPr>
              <a:xfrm>
                <a:off x="23586028" y="359441"/>
                <a:ext cx="106910" cy="165493"/>
              </a:xfrm>
              <a:custGeom>
                <a:avLst/>
                <a:gdLst>
                  <a:gd name="connsiteX0" fmla="*/ 24399 w 106910"/>
                  <a:gd name="connsiteY0" fmla="*/ 165494 h 165493"/>
                  <a:gd name="connsiteX1" fmla="*/ 0 w 106910"/>
                  <a:gd name="connsiteY1" fmla="*/ 165494 h 165493"/>
                  <a:gd name="connsiteX2" fmla="*/ 0 w 106910"/>
                  <a:gd name="connsiteY2" fmla="*/ 2687 h 165493"/>
                  <a:gd name="connsiteX3" fmla="*/ 24399 w 106910"/>
                  <a:gd name="connsiteY3" fmla="*/ 2687 h 165493"/>
                  <a:gd name="connsiteX4" fmla="*/ 24399 w 106910"/>
                  <a:gd name="connsiteY4" fmla="*/ 14221 h 165493"/>
                  <a:gd name="connsiteX5" fmla="*/ 55452 w 106910"/>
                  <a:gd name="connsiteY5" fmla="*/ 26 h 165493"/>
                  <a:gd name="connsiteX6" fmla="*/ 106911 w 106910"/>
                  <a:gd name="connsiteY6" fmla="*/ 54590 h 165493"/>
                  <a:gd name="connsiteX7" fmla="*/ 55895 w 106910"/>
                  <a:gd name="connsiteY7" fmla="*/ 110929 h 165493"/>
                  <a:gd name="connsiteX8" fmla="*/ 24399 w 106910"/>
                  <a:gd name="connsiteY8" fmla="*/ 95403 h 165493"/>
                  <a:gd name="connsiteX9" fmla="*/ 24399 w 106910"/>
                  <a:gd name="connsiteY9" fmla="*/ 165494 h 165493"/>
                  <a:gd name="connsiteX10" fmla="*/ 24399 w 106910"/>
                  <a:gd name="connsiteY10" fmla="*/ 165494 h 165493"/>
                  <a:gd name="connsiteX11" fmla="*/ 23068 w 106910"/>
                  <a:gd name="connsiteY11" fmla="*/ 56365 h 165493"/>
                  <a:gd name="connsiteX12" fmla="*/ 52790 w 106910"/>
                  <a:gd name="connsiteY12" fmla="*/ 89636 h 165493"/>
                  <a:gd name="connsiteX13" fmla="*/ 82068 w 106910"/>
                  <a:gd name="connsiteY13" fmla="*/ 56365 h 165493"/>
                  <a:gd name="connsiteX14" fmla="*/ 52790 w 106910"/>
                  <a:gd name="connsiteY14" fmla="*/ 22650 h 165493"/>
                  <a:gd name="connsiteX15" fmla="*/ 23068 w 106910"/>
                  <a:gd name="connsiteY15" fmla="*/ 56365 h 165493"/>
                  <a:gd name="connsiteX16" fmla="*/ 23068 w 106910"/>
                  <a:gd name="connsiteY16" fmla="*/ 56365 h 165493"/>
                  <a:gd name="connsiteX17" fmla="*/ 23068 w 106910"/>
                  <a:gd name="connsiteY17" fmla="*/ 56365 h 16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6910" h="165493">
                    <a:moveTo>
                      <a:pt x="24399" y="165494"/>
                    </a:moveTo>
                    <a:lnTo>
                      <a:pt x="0" y="165494"/>
                    </a:lnTo>
                    <a:lnTo>
                      <a:pt x="0" y="2687"/>
                    </a:lnTo>
                    <a:lnTo>
                      <a:pt x="24399" y="2687"/>
                    </a:lnTo>
                    <a:lnTo>
                      <a:pt x="24399" y="14221"/>
                    </a:lnTo>
                    <a:cubicBezTo>
                      <a:pt x="31940" y="4905"/>
                      <a:pt x="43474" y="-418"/>
                      <a:pt x="55452" y="26"/>
                    </a:cubicBezTo>
                    <a:cubicBezTo>
                      <a:pt x="83399" y="26"/>
                      <a:pt x="106911" y="21319"/>
                      <a:pt x="106911" y="54590"/>
                    </a:cubicBezTo>
                    <a:cubicBezTo>
                      <a:pt x="106911" y="90079"/>
                      <a:pt x="80738" y="110929"/>
                      <a:pt x="55895" y="110929"/>
                    </a:cubicBezTo>
                    <a:cubicBezTo>
                      <a:pt x="43474" y="110486"/>
                      <a:pt x="31940" y="105162"/>
                      <a:pt x="24399" y="95403"/>
                    </a:cubicBezTo>
                    <a:lnTo>
                      <a:pt x="24399" y="165494"/>
                    </a:lnTo>
                    <a:lnTo>
                      <a:pt x="24399" y="165494"/>
                    </a:lnTo>
                    <a:close/>
                    <a:moveTo>
                      <a:pt x="23068" y="56365"/>
                    </a:moveTo>
                    <a:cubicBezTo>
                      <a:pt x="23068" y="78545"/>
                      <a:pt x="37263" y="89636"/>
                      <a:pt x="52790" y="89636"/>
                    </a:cubicBezTo>
                    <a:cubicBezTo>
                      <a:pt x="70534" y="89636"/>
                      <a:pt x="82068" y="74553"/>
                      <a:pt x="82068" y="56365"/>
                    </a:cubicBezTo>
                    <a:cubicBezTo>
                      <a:pt x="82068" y="38176"/>
                      <a:pt x="70534" y="22650"/>
                      <a:pt x="52790" y="22650"/>
                    </a:cubicBezTo>
                    <a:cubicBezTo>
                      <a:pt x="37263" y="22206"/>
                      <a:pt x="23068" y="33297"/>
                      <a:pt x="23068" y="56365"/>
                    </a:cubicBezTo>
                    <a:lnTo>
                      <a:pt x="23068" y="56365"/>
                    </a:lnTo>
                    <a:lnTo>
                      <a:pt x="23068" y="56365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3" name="Freeform 15">
                <a:extLst>
                  <a:ext uri="{FF2B5EF4-FFF2-40B4-BE49-F238E27FC236}">
                    <a16:creationId xmlns:a16="http://schemas.microsoft.com/office/drawing/2014/main" id="{484C5145-D0DE-DB9B-DFA3-D5E4257B0C70}"/>
                  </a:ext>
                </a:extLst>
              </p:cNvPr>
              <p:cNvSpPr/>
              <p:nvPr/>
            </p:nvSpPr>
            <p:spPr>
              <a:xfrm>
                <a:off x="23712008" y="358999"/>
                <a:ext cx="112689" cy="112707"/>
              </a:xfrm>
              <a:custGeom>
                <a:avLst/>
                <a:gdLst>
                  <a:gd name="connsiteX0" fmla="*/ 112683 w 112689"/>
                  <a:gd name="connsiteY0" fmla="*/ 55919 h 112707"/>
                  <a:gd name="connsiteX1" fmla="*/ 57232 w 112689"/>
                  <a:gd name="connsiteY1" fmla="*/ 112702 h 112707"/>
                  <a:gd name="connsiteX2" fmla="*/ 6 w 112689"/>
                  <a:gd name="connsiteY2" fmla="*/ 57250 h 112707"/>
                  <a:gd name="connsiteX3" fmla="*/ 55457 w 112689"/>
                  <a:gd name="connsiteY3" fmla="*/ 24 h 112707"/>
                  <a:gd name="connsiteX4" fmla="*/ 56345 w 112689"/>
                  <a:gd name="connsiteY4" fmla="*/ 24 h 112707"/>
                  <a:gd name="connsiteX5" fmla="*/ 112683 w 112689"/>
                  <a:gd name="connsiteY5" fmla="*/ 53258 h 112707"/>
                  <a:gd name="connsiteX6" fmla="*/ 112683 w 112689"/>
                  <a:gd name="connsiteY6" fmla="*/ 55919 h 112707"/>
                  <a:gd name="connsiteX7" fmla="*/ 112683 w 112689"/>
                  <a:gd name="connsiteY7" fmla="*/ 55919 h 112707"/>
                  <a:gd name="connsiteX8" fmla="*/ 87398 w 112689"/>
                  <a:gd name="connsiteY8" fmla="*/ 56363 h 112707"/>
                  <a:gd name="connsiteX9" fmla="*/ 56345 w 112689"/>
                  <a:gd name="connsiteY9" fmla="*/ 22648 h 112707"/>
                  <a:gd name="connsiteX10" fmla="*/ 25292 w 112689"/>
                  <a:gd name="connsiteY10" fmla="*/ 56363 h 112707"/>
                  <a:gd name="connsiteX11" fmla="*/ 56345 w 112689"/>
                  <a:gd name="connsiteY11" fmla="*/ 89634 h 112707"/>
                  <a:gd name="connsiteX12" fmla="*/ 87398 w 112689"/>
                  <a:gd name="connsiteY12" fmla="*/ 56363 h 1127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689" h="112707">
                    <a:moveTo>
                      <a:pt x="112683" y="55919"/>
                    </a:moveTo>
                    <a:cubicBezTo>
                      <a:pt x="113127" y="86972"/>
                      <a:pt x="88285" y="112702"/>
                      <a:pt x="57232" y="112702"/>
                    </a:cubicBezTo>
                    <a:cubicBezTo>
                      <a:pt x="26179" y="113145"/>
                      <a:pt x="449" y="88303"/>
                      <a:pt x="6" y="57250"/>
                    </a:cubicBezTo>
                    <a:cubicBezTo>
                      <a:pt x="-438" y="26197"/>
                      <a:pt x="24405" y="467"/>
                      <a:pt x="55457" y="24"/>
                    </a:cubicBezTo>
                    <a:cubicBezTo>
                      <a:pt x="55901" y="24"/>
                      <a:pt x="55901" y="24"/>
                      <a:pt x="56345" y="24"/>
                    </a:cubicBezTo>
                    <a:cubicBezTo>
                      <a:pt x="86510" y="-863"/>
                      <a:pt x="111796" y="23092"/>
                      <a:pt x="112683" y="53258"/>
                    </a:cubicBezTo>
                    <a:cubicBezTo>
                      <a:pt x="112683" y="54588"/>
                      <a:pt x="112683" y="55476"/>
                      <a:pt x="112683" y="55919"/>
                    </a:cubicBezTo>
                    <a:lnTo>
                      <a:pt x="112683" y="55919"/>
                    </a:lnTo>
                    <a:close/>
                    <a:moveTo>
                      <a:pt x="87398" y="56363"/>
                    </a:moveTo>
                    <a:cubicBezTo>
                      <a:pt x="87398" y="32408"/>
                      <a:pt x="71871" y="22648"/>
                      <a:pt x="56345" y="22648"/>
                    </a:cubicBezTo>
                    <a:cubicBezTo>
                      <a:pt x="40818" y="22648"/>
                      <a:pt x="25292" y="32408"/>
                      <a:pt x="25292" y="56363"/>
                    </a:cubicBezTo>
                    <a:cubicBezTo>
                      <a:pt x="25292" y="76769"/>
                      <a:pt x="37269" y="89634"/>
                      <a:pt x="56345" y="89634"/>
                    </a:cubicBezTo>
                    <a:cubicBezTo>
                      <a:pt x="75420" y="89634"/>
                      <a:pt x="87398" y="76769"/>
                      <a:pt x="87398" y="56363"/>
                    </a:cubicBez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4" name="Freeform 16">
                <a:extLst>
                  <a:ext uri="{FF2B5EF4-FFF2-40B4-BE49-F238E27FC236}">
                    <a16:creationId xmlns:a16="http://schemas.microsoft.com/office/drawing/2014/main" id="{7BE12F26-B974-6395-DCA6-65E46E8BF25E}"/>
                  </a:ext>
                </a:extLst>
              </p:cNvPr>
              <p:cNvSpPr/>
              <p:nvPr/>
            </p:nvSpPr>
            <p:spPr>
              <a:xfrm>
                <a:off x="23848646" y="362128"/>
                <a:ext cx="24398" cy="105136"/>
              </a:xfrm>
              <a:custGeom>
                <a:avLst/>
                <a:gdLst>
                  <a:gd name="connsiteX0" fmla="*/ 24399 w 24398"/>
                  <a:gd name="connsiteY0" fmla="*/ 0 h 105136"/>
                  <a:gd name="connsiteX1" fmla="*/ 24399 w 24398"/>
                  <a:gd name="connsiteY1" fmla="*/ 105136 h 105136"/>
                  <a:gd name="connsiteX2" fmla="*/ 0 w 24398"/>
                  <a:gd name="connsiteY2" fmla="*/ 105136 h 105136"/>
                  <a:gd name="connsiteX3" fmla="*/ 0 w 24398"/>
                  <a:gd name="connsiteY3" fmla="*/ 0 h 105136"/>
                  <a:gd name="connsiteX4" fmla="*/ 24399 w 24398"/>
                  <a:gd name="connsiteY4" fmla="*/ 0 h 105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398" h="105136">
                    <a:moveTo>
                      <a:pt x="24399" y="0"/>
                    </a:moveTo>
                    <a:lnTo>
                      <a:pt x="24399" y="105136"/>
                    </a:lnTo>
                    <a:lnTo>
                      <a:pt x="0" y="105136"/>
                    </a:lnTo>
                    <a:lnTo>
                      <a:pt x="0" y="0"/>
                    </a:lnTo>
                    <a:lnTo>
                      <a:pt x="24399" y="0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5" name="Freeform 17">
                <a:extLst>
                  <a:ext uri="{FF2B5EF4-FFF2-40B4-BE49-F238E27FC236}">
                    <a16:creationId xmlns:a16="http://schemas.microsoft.com/office/drawing/2014/main" id="{2403BBA4-2D03-C532-CC7F-1F8CCE46E632}"/>
                  </a:ext>
                </a:extLst>
              </p:cNvPr>
              <p:cNvSpPr/>
              <p:nvPr/>
            </p:nvSpPr>
            <p:spPr>
              <a:xfrm>
                <a:off x="23902767" y="359371"/>
                <a:ext cx="90496" cy="108337"/>
              </a:xfrm>
              <a:custGeom>
                <a:avLst/>
                <a:gdLst>
                  <a:gd name="connsiteX0" fmla="*/ 0 w 90496"/>
                  <a:gd name="connsiteY0" fmla="*/ 2757 h 108337"/>
                  <a:gd name="connsiteX1" fmla="*/ 24399 w 90496"/>
                  <a:gd name="connsiteY1" fmla="*/ 2757 h 108337"/>
                  <a:gd name="connsiteX2" fmla="*/ 24399 w 90496"/>
                  <a:gd name="connsiteY2" fmla="*/ 12517 h 108337"/>
                  <a:gd name="connsiteX3" fmla="*/ 52790 w 90496"/>
                  <a:gd name="connsiteY3" fmla="*/ 96 h 108337"/>
                  <a:gd name="connsiteX4" fmla="*/ 83843 w 90496"/>
                  <a:gd name="connsiteY4" fmla="*/ 14291 h 108337"/>
                  <a:gd name="connsiteX5" fmla="*/ 90497 w 90496"/>
                  <a:gd name="connsiteY5" fmla="*/ 43570 h 108337"/>
                  <a:gd name="connsiteX6" fmla="*/ 90497 w 90496"/>
                  <a:gd name="connsiteY6" fmla="*/ 107894 h 108337"/>
                  <a:gd name="connsiteX7" fmla="*/ 66098 w 90496"/>
                  <a:gd name="connsiteY7" fmla="*/ 107894 h 108337"/>
                  <a:gd name="connsiteX8" fmla="*/ 66098 w 90496"/>
                  <a:gd name="connsiteY8" fmla="*/ 49780 h 108337"/>
                  <a:gd name="connsiteX9" fmla="*/ 47023 w 90496"/>
                  <a:gd name="connsiteY9" fmla="*/ 22276 h 108337"/>
                  <a:gd name="connsiteX10" fmla="*/ 24842 w 90496"/>
                  <a:gd name="connsiteY10" fmla="*/ 57766 h 108337"/>
                  <a:gd name="connsiteX11" fmla="*/ 24842 w 90496"/>
                  <a:gd name="connsiteY11" fmla="*/ 108338 h 108337"/>
                  <a:gd name="connsiteX12" fmla="*/ 444 w 90496"/>
                  <a:gd name="connsiteY12" fmla="*/ 108338 h 108337"/>
                  <a:gd name="connsiteX13" fmla="*/ 0 w 90496"/>
                  <a:gd name="connsiteY13" fmla="*/ 2757 h 108337"/>
                  <a:gd name="connsiteX14" fmla="*/ 0 w 90496"/>
                  <a:gd name="connsiteY14" fmla="*/ 2757 h 1083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496" h="108337">
                    <a:moveTo>
                      <a:pt x="0" y="2757"/>
                    </a:moveTo>
                    <a:lnTo>
                      <a:pt x="24399" y="2757"/>
                    </a:lnTo>
                    <a:lnTo>
                      <a:pt x="24399" y="12517"/>
                    </a:lnTo>
                    <a:cubicBezTo>
                      <a:pt x="31497" y="4088"/>
                      <a:pt x="42143" y="-348"/>
                      <a:pt x="52790" y="96"/>
                    </a:cubicBezTo>
                    <a:cubicBezTo>
                      <a:pt x="64768" y="-792"/>
                      <a:pt x="76745" y="4532"/>
                      <a:pt x="83843" y="14291"/>
                    </a:cubicBezTo>
                    <a:cubicBezTo>
                      <a:pt x="87835" y="20058"/>
                      <a:pt x="90497" y="27156"/>
                      <a:pt x="90497" y="43570"/>
                    </a:cubicBezTo>
                    <a:lnTo>
                      <a:pt x="90497" y="107894"/>
                    </a:lnTo>
                    <a:lnTo>
                      <a:pt x="66098" y="107894"/>
                    </a:lnTo>
                    <a:lnTo>
                      <a:pt x="66098" y="49780"/>
                    </a:lnTo>
                    <a:cubicBezTo>
                      <a:pt x="66098" y="23164"/>
                      <a:pt x="56339" y="22276"/>
                      <a:pt x="47023" y="22276"/>
                    </a:cubicBezTo>
                    <a:cubicBezTo>
                      <a:pt x="35933" y="22276"/>
                      <a:pt x="24842" y="23607"/>
                      <a:pt x="24842" y="57766"/>
                    </a:cubicBezTo>
                    <a:lnTo>
                      <a:pt x="24842" y="108338"/>
                    </a:lnTo>
                    <a:lnTo>
                      <a:pt x="444" y="108338"/>
                    </a:lnTo>
                    <a:lnTo>
                      <a:pt x="0" y="2757"/>
                    </a:lnTo>
                    <a:lnTo>
                      <a:pt x="0" y="2757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6" name="Freeform 18">
                <a:extLst>
                  <a:ext uri="{FF2B5EF4-FFF2-40B4-BE49-F238E27FC236}">
                    <a16:creationId xmlns:a16="http://schemas.microsoft.com/office/drawing/2014/main" id="{173BA2AC-8C1D-D403-E2CE-6B7E8331BADB}"/>
                  </a:ext>
                </a:extLst>
              </p:cNvPr>
              <p:cNvSpPr/>
              <p:nvPr/>
            </p:nvSpPr>
            <p:spPr>
              <a:xfrm>
                <a:off x="24014114" y="304015"/>
                <a:ext cx="53233" cy="163249"/>
              </a:xfrm>
              <a:custGeom>
                <a:avLst/>
                <a:gdLst>
                  <a:gd name="connsiteX0" fmla="*/ 34602 w 53233"/>
                  <a:gd name="connsiteY0" fmla="*/ 80738 h 163249"/>
                  <a:gd name="connsiteX1" fmla="*/ 34602 w 53233"/>
                  <a:gd name="connsiteY1" fmla="*/ 163250 h 163249"/>
                  <a:gd name="connsiteX2" fmla="*/ 10203 w 53233"/>
                  <a:gd name="connsiteY2" fmla="*/ 163250 h 163249"/>
                  <a:gd name="connsiteX3" fmla="*/ 10203 w 53233"/>
                  <a:gd name="connsiteY3" fmla="*/ 80738 h 163249"/>
                  <a:gd name="connsiteX4" fmla="*/ 0 w 53233"/>
                  <a:gd name="connsiteY4" fmla="*/ 80738 h 163249"/>
                  <a:gd name="connsiteX5" fmla="*/ 0 w 53233"/>
                  <a:gd name="connsiteY5" fmla="*/ 58113 h 163249"/>
                  <a:gd name="connsiteX6" fmla="*/ 10203 w 53233"/>
                  <a:gd name="connsiteY6" fmla="*/ 58113 h 163249"/>
                  <a:gd name="connsiteX7" fmla="*/ 10203 w 53233"/>
                  <a:gd name="connsiteY7" fmla="*/ 19519 h 163249"/>
                  <a:gd name="connsiteX8" fmla="*/ 34602 w 53233"/>
                  <a:gd name="connsiteY8" fmla="*/ 0 h 163249"/>
                  <a:gd name="connsiteX9" fmla="*/ 34602 w 53233"/>
                  <a:gd name="connsiteY9" fmla="*/ 58113 h 163249"/>
                  <a:gd name="connsiteX10" fmla="*/ 53234 w 53233"/>
                  <a:gd name="connsiteY10" fmla="*/ 58113 h 163249"/>
                  <a:gd name="connsiteX11" fmla="*/ 53234 w 53233"/>
                  <a:gd name="connsiteY11" fmla="*/ 80738 h 163249"/>
                  <a:gd name="connsiteX12" fmla="*/ 34602 w 53233"/>
                  <a:gd name="connsiteY12" fmla="*/ 80738 h 163249"/>
                  <a:gd name="connsiteX13" fmla="*/ 34602 w 53233"/>
                  <a:gd name="connsiteY13" fmla="*/ 80738 h 163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233" h="163249">
                    <a:moveTo>
                      <a:pt x="34602" y="80738"/>
                    </a:moveTo>
                    <a:lnTo>
                      <a:pt x="34602" y="163250"/>
                    </a:lnTo>
                    <a:lnTo>
                      <a:pt x="10203" y="163250"/>
                    </a:lnTo>
                    <a:lnTo>
                      <a:pt x="10203" y="80738"/>
                    </a:lnTo>
                    <a:lnTo>
                      <a:pt x="0" y="80738"/>
                    </a:lnTo>
                    <a:lnTo>
                      <a:pt x="0" y="58113"/>
                    </a:lnTo>
                    <a:lnTo>
                      <a:pt x="10203" y="58113"/>
                    </a:lnTo>
                    <a:lnTo>
                      <a:pt x="10203" y="19519"/>
                    </a:lnTo>
                    <a:lnTo>
                      <a:pt x="34602" y="0"/>
                    </a:lnTo>
                    <a:lnTo>
                      <a:pt x="34602" y="58113"/>
                    </a:lnTo>
                    <a:lnTo>
                      <a:pt x="53234" y="58113"/>
                    </a:lnTo>
                    <a:lnTo>
                      <a:pt x="53234" y="80738"/>
                    </a:lnTo>
                    <a:lnTo>
                      <a:pt x="34602" y="80738"/>
                    </a:lnTo>
                    <a:lnTo>
                      <a:pt x="34602" y="8073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  <p:sp>
            <p:nvSpPr>
              <p:cNvPr id="27" name="Freeform 19">
                <a:extLst>
                  <a:ext uri="{FF2B5EF4-FFF2-40B4-BE49-F238E27FC236}">
                    <a16:creationId xmlns:a16="http://schemas.microsoft.com/office/drawing/2014/main" id="{C39F136F-EF36-EEF9-13E4-4543A51936A5}"/>
                  </a:ext>
                </a:extLst>
              </p:cNvPr>
              <p:cNvSpPr/>
              <p:nvPr/>
            </p:nvSpPr>
            <p:spPr>
              <a:xfrm>
                <a:off x="22997797" y="291150"/>
                <a:ext cx="141956" cy="176558"/>
              </a:xfrm>
              <a:custGeom>
                <a:avLst/>
                <a:gdLst>
                  <a:gd name="connsiteX0" fmla="*/ 141956 w 141956"/>
                  <a:gd name="connsiteY0" fmla="*/ 176558 h 176558"/>
                  <a:gd name="connsiteX1" fmla="*/ 70978 w 141956"/>
                  <a:gd name="connsiteY1" fmla="*/ 0 h 176558"/>
                  <a:gd name="connsiteX2" fmla="*/ 70978 w 141956"/>
                  <a:gd name="connsiteY2" fmla="*/ 0 h 176558"/>
                  <a:gd name="connsiteX3" fmla="*/ 0 w 141956"/>
                  <a:gd name="connsiteY3" fmla="*/ 176558 h 176558"/>
                  <a:gd name="connsiteX4" fmla="*/ 27504 w 141956"/>
                  <a:gd name="connsiteY4" fmla="*/ 176558 h 176558"/>
                  <a:gd name="connsiteX5" fmla="*/ 70978 w 141956"/>
                  <a:gd name="connsiteY5" fmla="*/ 64324 h 176558"/>
                  <a:gd name="connsiteX6" fmla="*/ 114452 w 141956"/>
                  <a:gd name="connsiteY6" fmla="*/ 176558 h 176558"/>
                  <a:gd name="connsiteX7" fmla="*/ 141956 w 141956"/>
                  <a:gd name="connsiteY7" fmla="*/ 176558 h 176558"/>
                  <a:gd name="connsiteX8" fmla="*/ 141956 w 141956"/>
                  <a:gd name="connsiteY8" fmla="*/ 176558 h 176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1956" h="176558">
                    <a:moveTo>
                      <a:pt x="141956" y="176558"/>
                    </a:moveTo>
                    <a:lnTo>
                      <a:pt x="70978" y="0"/>
                    </a:lnTo>
                    <a:lnTo>
                      <a:pt x="70978" y="0"/>
                    </a:lnTo>
                    <a:lnTo>
                      <a:pt x="0" y="176558"/>
                    </a:lnTo>
                    <a:lnTo>
                      <a:pt x="27504" y="176558"/>
                    </a:lnTo>
                    <a:lnTo>
                      <a:pt x="70978" y="64324"/>
                    </a:lnTo>
                    <a:lnTo>
                      <a:pt x="114452" y="176558"/>
                    </a:lnTo>
                    <a:lnTo>
                      <a:pt x="141956" y="176558"/>
                    </a:lnTo>
                    <a:lnTo>
                      <a:pt x="141956" y="176558"/>
                    </a:lnTo>
                    <a:close/>
                  </a:path>
                </a:pathLst>
              </a:custGeom>
              <a:solidFill>
                <a:schemeClr val="bg1"/>
              </a:solidFill>
              <a:ln w="44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Figtree" pitchFamily="2" charset="0"/>
                </a:endParaRPr>
              </a:p>
            </p:txBody>
          </p:sp>
        </p:grp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508075E-FD99-1B15-91F1-5835186F0EBC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355581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C8D09397-8414-9103-628B-F7C62B943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Managed Publishers Dashboard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5221908-A8FF-D36D-231A-DE0D66F2E9AA}"/>
              </a:ext>
            </a:extLst>
          </p:cNvPr>
          <p:cNvGraphicFramePr>
            <a:graphicFrameLocks noGrp="1"/>
          </p:cNvGraphicFramePr>
          <p:nvPr/>
        </p:nvGraphicFramePr>
        <p:xfrm>
          <a:off x="1134496" y="3369733"/>
          <a:ext cx="22118183" cy="92215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724">
                  <a:extLst>
                    <a:ext uri="{9D8B030D-6E8A-4147-A177-3AD203B41FA5}">
                      <a16:colId xmlns:a16="http://schemas.microsoft.com/office/drawing/2014/main" val="2650925326"/>
                    </a:ext>
                  </a:extLst>
                </a:gridCol>
                <a:gridCol w="4380116">
                  <a:extLst>
                    <a:ext uri="{9D8B030D-6E8A-4147-A177-3AD203B41FA5}">
                      <a16:colId xmlns:a16="http://schemas.microsoft.com/office/drawing/2014/main" val="1527579800"/>
                    </a:ext>
                  </a:extLst>
                </a:gridCol>
                <a:gridCol w="1045028">
                  <a:extLst>
                    <a:ext uri="{9D8B030D-6E8A-4147-A177-3AD203B41FA5}">
                      <a16:colId xmlns:a16="http://schemas.microsoft.com/office/drawing/2014/main" val="2879119118"/>
                    </a:ext>
                  </a:extLst>
                </a:gridCol>
                <a:gridCol w="2925840">
                  <a:extLst>
                    <a:ext uri="{9D8B030D-6E8A-4147-A177-3AD203B41FA5}">
                      <a16:colId xmlns:a16="http://schemas.microsoft.com/office/drawing/2014/main" val="1015526705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2270615618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3226002109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4098311820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524889091"/>
                    </a:ext>
                  </a:extLst>
                </a:gridCol>
                <a:gridCol w="2628295">
                  <a:extLst>
                    <a:ext uri="{9D8B030D-6E8A-4147-A177-3AD203B41FA5}">
                      <a16:colId xmlns:a16="http://schemas.microsoft.com/office/drawing/2014/main" val="1180747055"/>
                    </a:ext>
                  </a:extLst>
                </a:gridCol>
              </a:tblGrid>
              <a:tr h="904297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1" i="0">
                        <a:solidFill>
                          <a:schemeClr val="tx2"/>
                        </a:solidFill>
                        <a:latin typeface="Figtree ExtraBold" pitchFamily="2" charset="0"/>
                      </a:endParaRP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b="1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Microsoft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Oracle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IBM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VMware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Adobe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Micro Focus</a:t>
                      </a:r>
                    </a:p>
                  </a:txBody>
                  <a:tcPr marL="0" marR="0" marT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709273"/>
                  </a:ext>
                </a:extLst>
              </a:tr>
              <a:tr h="1208473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1.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Overall Publisher Health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i="0" u="none" strike="noStrike">
                          <a:solidFill>
                            <a:srgbClr val="00B478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200" b="1" i="0" u="none" strike="noStrike">
                          <a:solidFill>
                            <a:srgbClr val="00B478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012700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2.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Average Annual Spend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3200" b="1" i="0" kern="1200" baseline="30000">
                          <a:solidFill>
                            <a:schemeClr val="bg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$</a:t>
                      </a:r>
                      <a:r>
                        <a:rPr lang="en-GB" sz="3200" b="1" i="0" kern="1200">
                          <a:solidFill>
                            <a:schemeClr val="bg1"/>
                          </a:solidFill>
                          <a:latin typeface="Figtree" pitchFamily="2" charset="0"/>
                          <a:ea typeface="+mn-ea"/>
                          <a:cs typeface="+mn-cs"/>
                        </a:rPr>
                        <a:t>18.5 M</a:t>
                      </a: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6.77M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156.9M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1.2M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916K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200" b="1" i="0" u="none" strike="noStrike" kern="1200" cap="none" spc="0" normalizeH="0" baseline="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$</a:t>
                      </a:r>
                      <a:r>
                        <a:rPr kumimoji="0" lang="en-US" sz="3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21.4M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3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594522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3.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EEP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565357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4.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ELP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71827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5.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ROAR Completion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2B49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i="0" u="none" strike="noStrike">
                        <a:solidFill>
                          <a:schemeClr val="bg1"/>
                        </a:solidFill>
                        <a:effectLst/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159973"/>
                  </a:ext>
                </a:extLst>
              </a:tr>
              <a:tr h="1155630">
                <a:tc>
                  <a:txBody>
                    <a:bodyPr/>
                    <a:lstStyle/>
                    <a:p>
                      <a:pPr algn="l"/>
                      <a:r>
                        <a:rPr lang="en-US" sz="3200" b="1" i="0">
                          <a:solidFill>
                            <a:schemeClr val="bg1"/>
                          </a:solidFill>
                          <a:latin typeface="Figtree ExtraBold" pitchFamily="2" charset="0"/>
                        </a:rPr>
                        <a:t>6.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ServiceNow Onboarding</a:t>
                      </a:r>
                    </a:p>
                  </a:txBody>
                  <a:tcPr marL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i="0">
                        <a:solidFill>
                          <a:schemeClr val="tx2"/>
                        </a:solidFill>
                        <a:latin typeface="Figtree" pitchFamily="2" charset="0"/>
                      </a:endParaRPr>
                    </a:p>
                  </a:txBody>
                  <a:tcPr marL="0" marR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  <a:cs typeface="Arial" panose="020B0604020202020204" pitchFamily="34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4400" b="1" i="0">
                        <a:solidFill>
                          <a:schemeClr val="bg1"/>
                        </a:solidFill>
                        <a:latin typeface="Figtree ExtraBold" pitchFamily="2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309212"/>
                  </a:ext>
                </a:extLst>
              </a:tr>
              <a:tr h="1330633">
                <a:tc gridSpan="2"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600" b="1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Next Key Actions:</a:t>
                      </a:r>
                    </a:p>
                  </a:txBody>
                  <a:tcPr marL="0" marR="45720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457200" marB="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18288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8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 xml:space="preserve">Completed initial ELP Read-out </a:t>
                      </a:r>
                      <a:r>
                        <a:rPr lang="en-US" sz="1600" i="1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on 8/14/2023</a:t>
                      </a:r>
                      <a:endParaRPr lang="en-GB" sz="1600" b="0" i="1" kern="1200">
                        <a:solidFill>
                          <a:schemeClr val="bg1"/>
                        </a:solidFill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274320" marR="182880" marT="27432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Approve use of Oracle Data collection script by 8/18/2023.</a:t>
                      </a:r>
                      <a:endPara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here. This give you a lot of space to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</a:t>
                      </a:r>
                    </a:p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Next key action is inserted here if there is one to be inserted.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Anglepoint is currently</a:t>
                      </a:r>
                    </a:p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Arial" panose="020B0604020202020204" pitchFamily="34" charset="0"/>
                        </a:rPr>
                        <a:t>reviewing the data provided by client</a:t>
                      </a:r>
                    </a:p>
                  </a:txBody>
                  <a:tcPr marL="274320" marR="182880" marT="274320" marB="18288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CA0">
                        <a:alpha val="7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91289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FE04F1-35C2-9C88-E2A2-D20A57E1A5BB}"/>
              </a:ext>
            </a:extLst>
          </p:cNvPr>
          <p:cNvGraphicFramePr>
            <a:graphicFrameLocks noGrp="1"/>
          </p:cNvGraphicFramePr>
          <p:nvPr/>
        </p:nvGraphicFramePr>
        <p:xfrm>
          <a:off x="21231737" y="918972"/>
          <a:ext cx="202094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1587297603"/>
                    </a:ext>
                  </a:extLst>
                </a:gridCol>
                <a:gridCol w="1563742">
                  <a:extLst>
                    <a:ext uri="{9D8B030D-6E8A-4147-A177-3AD203B41FA5}">
                      <a16:colId xmlns:a16="http://schemas.microsoft.com/office/drawing/2014/main" val="235082718"/>
                    </a:ext>
                  </a:extLst>
                </a:gridCol>
              </a:tblGrid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rgbClr val="00B478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EXPECTED</a:t>
                      </a:r>
                      <a:endParaRPr lang="en-US" sz="2400" b="0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367419"/>
                  </a:ext>
                </a:extLst>
              </a:tr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2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ISSUES</a:t>
                      </a:r>
                      <a:endParaRPr lang="en-US" sz="2400" b="0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303652"/>
                  </a:ext>
                </a:extLst>
              </a:tr>
              <a:tr h="709585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4"/>
                          </a:solidFill>
                          <a:effectLst/>
                          <a:latin typeface="Figtree" pitchFamily="2" charset="0"/>
                        </a:rPr>
                        <a:t>●</a:t>
                      </a:r>
                    </a:p>
                  </a:txBody>
                  <a:tcPr marL="0" marT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AT RISK</a:t>
                      </a:r>
                    </a:p>
                  </a:txBody>
                  <a:tcPr marL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rgbClr val="4052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87861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4FAE38-6A18-B754-068F-052ADDDD0CEE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249740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8AA67-8A73-A4CB-5E36-B62FCCDF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706990F6-23B0-A4DF-B9E8-3FB63434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Impact Highlights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3ADC892-D906-E31D-6257-771C5976D363}"/>
              </a:ext>
            </a:extLst>
          </p:cNvPr>
          <p:cNvGraphicFramePr>
            <a:graphicFrameLocks noGrp="1"/>
          </p:cNvGraphicFramePr>
          <p:nvPr/>
        </p:nvGraphicFramePr>
        <p:xfrm>
          <a:off x="1068389" y="4671391"/>
          <a:ext cx="22238208" cy="7977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342">
                  <a:extLst>
                    <a:ext uri="{9D8B030D-6E8A-4147-A177-3AD203B41FA5}">
                      <a16:colId xmlns:a16="http://schemas.microsoft.com/office/drawing/2014/main" val="1015526705"/>
                    </a:ext>
                  </a:extLst>
                </a:gridCol>
                <a:gridCol w="19992122">
                  <a:extLst>
                    <a:ext uri="{9D8B030D-6E8A-4147-A177-3AD203B41FA5}">
                      <a16:colId xmlns:a16="http://schemas.microsoft.com/office/drawing/2014/main" val="2270615618"/>
                    </a:ext>
                  </a:extLst>
                </a:gridCol>
                <a:gridCol w="1380744">
                  <a:extLst>
                    <a:ext uri="{9D8B030D-6E8A-4147-A177-3AD203B41FA5}">
                      <a16:colId xmlns:a16="http://schemas.microsoft.com/office/drawing/2014/main" val="2772081779"/>
                    </a:ext>
                  </a:extLst>
                </a:gridCol>
              </a:tblGrid>
              <a:tr h="1379919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u="none" strike="noStrike">
                          <a:solidFill>
                            <a:schemeClr val="bg1"/>
                          </a:solidFill>
                          <a:effectLst/>
                          <a:latin typeface="Figtree ExtraBold" pitchFamily="2" charset="0"/>
                        </a:rPr>
                        <a:t>1.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IBM — $8M in audit exposure avoided</a:t>
                      </a:r>
                      <a:endParaRPr lang="en-US" sz="2800" b="0" i="0" u="none" strike="noStrike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012700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2.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Broadcom/VMware — $1.3M saved, dispute won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594522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3.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Microsoft M365 + SQL — $600K in reclaimed licenses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565357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4.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Oracle, Adobe, Red Hat — $1M+ in risk reduction</a:t>
                      </a:r>
                      <a:endParaRPr kumimoji="0" lang="en-US" sz="28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Figtree" pitchFamily="2" charset="0"/>
                        <a:ea typeface="+mn-ea"/>
                        <a:cs typeface="+mn-cs"/>
                      </a:endParaRP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771827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5.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Salesforce + Informatica — $150K reclaimed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8159973"/>
                  </a:ext>
                </a:extLst>
              </a:tr>
              <a:tr h="1319578">
                <a:tc>
                  <a:txBody>
                    <a:bodyPr/>
                    <a:lstStyle/>
                    <a:p>
                      <a:pPr marL="0" marR="0" lvl="0" indent="0" algn="l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3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6.</a:t>
                      </a:r>
                    </a:p>
                  </a:txBody>
                  <a:tcPr marL="0" marR="0" marT="0" marB="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b="0" i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$11M total — 5x program ROI in 18 months</a:t>
                      </a:r>
                    </a:p>
                  </a:txBody>
                  <a:tcPr marL="0" marR="0" marT="9144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4D1A7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309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3246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">
            <a:extLst>
              <a:ext uri="{FF2B5EF4-FFF2-40B4-BE49-F238E27FC236}">
                <a16:creationId xmlns:a16="http://schemas.microsoft.com/office/drawing/2014/main" id="{D7B9441B-DB85-4B3A-A8C4-523A52E768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Strategic Roadmap for the Next 90 Days</a:t>
            </a:r>
          </a:p>
        </p:txBody>
      </p:sp>
      <p:sp>
        <p:nvSpPr>
          <p:cNvPr id="8" name="Section">
            <a:extLst>
              <a:ext uri="{FF2B5EF4-FFF2-40B4-BE49-F238E27FC236}">
                <a16:creationId xmlns:a16="http://schemas.microsoft.com/office/drawing/2014/main" id="{A3ECD3EA-502D-490C-9B49-71DEA44290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sz="10500">
                <a:cs typeface="Helvetica"/>
              </a:rPr>
              <a:t>90-Day TO SUCCESS</a:t>
            </a:r>
            <a:endParaRPr lang="en-US">
              <a:cs typeface="Helvetica"/>
            </a:endParaRPr>
          </a:p>
        </p:txBody>
      </p:sp>
      <p:sp>
        <p:nvSpPr>
          <p:cNvPr id="10" name="Agenda Item #">
            <a:extLst>
              <a:ext uri="{FF2B5EF4-FFF2-40B4-BE49-F238E27FC236}">
                <a16:creationId xmlns:a16="http://schemas.microsoft.com/office/drawing/2014/main" id="{B32B6D6C-8243-48EE-A7F6-73432D0039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40266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7D90-FE12-4EB7-E6EF-7EECA15D4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3D7344-DE5A-2C6D-5609-81695D85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90-Day Success Plan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CC8384-31D5-3E54-ECC7-2E121DA0F7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2026 Anglepoint Group, Inc. Confidential.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00D758-AE93-A138-3123-34ABC537A4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5CC2327-6B8B-47BD-B581-B21CDA88CCFB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20" name="Table 69">
            <a:extLst>
              <a:ext uri="{FF2B5EF4-FFF2-40B4-BE49-F238E27FC236}">
                <a16:creationId xmlns:a16="http://schemas.microsoft.com/office/drawing/2014/main" id="{F0BC0BCE-E3C1-2DBD-2AC6-4C4B20E45EDA}"/>
              </a:ext>
            </a:extLst>
          </p:cNvPr>
          <p:cNvGraphicFramePr>
            <a:graphicFrameLocks noGrp="1"/>
          </p:cNvGraphicFramePr>
          <p:nvPr/>
        </p:nvGraphicFramePr>
        <p:xfrm>
          <a:off x="1069910" y="2029980"/>
          <a:ext cx="22248878" cy="10562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760">
                  <a:extLst>
                    <a:ext uri="{9D8B030D-6E8A-4147-A177-3AD203B41FA5}">
                      <a16:colId xmlns:a16="http://schemas.microsoft.com/office/drawing/2014/main" val="3093722492"/>
                    </a:ext>
                  </a:extLst>
                </a:gridCol>
                <a:gridCol w="6677899">
                  <a:extLst>
                    <a:ext uri="{9D8B030D-6E8A-4147-A177-3AD203B41FA5}">
                      <a16:colId xmlns:a16="http://schemas.microsoft.com/office/drawing/2014/main" val="3679382994"/>
                    </a:ext>
                  </a:extLst>
                </a:gridCol>
                <a:gridCol w="6677899">
                  <a:extLst>
                    <a:ext uri="{9D8B030D-6E8A-4147-A177-3AD203B41FA5}">
                      <a16:colId xmlns:a16="http://schemas.microsoft.com/office/drawing/2014/main" val="833567662"/>
                    </a:ext>
                  </a:extLst>
                </a:gridCol>
                <a:gridCol w="1484857">
                  <a:extLst>
                    <a:ext uri="{9D8B030D-6E8A-4147-A177-3AD203B41FA5}">
                      <a16:colId xmlns:a16="http://schemas.microsoft.com/office/drawing/2014/main" val="3781127193"/>
                    </a:ext>
                  </a:extLst>
                </a:gridCol>
                <a:gridCol w="1484857">
                  <a:extLst>
                    <a:ext uri="{9D8B030D-6E8A-4147-A177-3AD203B41FA5}">
                      <a16:colId xmlns:a16="http://schemas.microsoft.com/office/drawing/2014/main" val="485058056"/>
                    </a:ext>
                  </a:extLst>
                </a:gridCol>
                <a:gridCol w="2779606">
                  <a:extLst>
                    <a:ext uri="{9D8B030D-6E8A-4147-A177-3AD203B41FA5}">
                      <a16:colId xmlns:a16="http://schemas.microsoft.com/office/drawing/2014/main" val="1137837934"/>
                    </a:ext>
                  </a:extLst>
                </a:gridCol>
              </a:tblGrid>
              <a:tr h="366382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400" b="0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––––  OWNER  ––––</a:t>
                      </a:r>
                    </a:p>
                  </a:txBody>
                  <a:tcPr marL="0" marR="0" marT="0" marB="0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TT Norms Pro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endParaRPr lang="en-US" sz="18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307965"/>
                  </a:ext>
                </a:extLst>
              </a:tr>
              <a:tr h="69367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b="1" i="0" spc="0" baseline="0">
                        <a:solidFill>
                          <a:schemeClr val="bg1"/>
                        </a:solidFill>
                        <a:effectLst/>
                        <a:latin typeface="Figtree" pitchFamily="2" charset="0"/>
                      </a:endParaRPr>
                    </a:p>
                  </a:txBody>
                  <a:tcPr marL="0" marR="0" marT="0" marB="0" anchor="b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OBSERVATION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SOLUTION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APT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7886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CLIENT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sz="1800" b="1" i="0" spc="0" baseline="0">
                          <a:solidFill>
                            <a:schemeClr val="bg1"/>
                          </a:solidFill>
                          <a:effectLst/>
                          <a:latin typeface="Figtree" pitchFamily="2" charset="0"/>
                        </a:rPr>
                        <a:t>TARGET DATE</a:t>
                      </a:r>
                    </a:p>
                  </a:txBody>
                  <a:tcPr marL="0" marR="0" marT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496041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SAP Workstream Scoping</a:t>
                      </a: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  <a:cs typeface="Helvetica"/>
                        </a:rPr>
                        <a:t>SAP S/4HANA has never been assessed. Indirect access and named user risk is unquantified.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000" b="0" i="0">
                          <a:solidFill>
                            <a:schemeClr val="bg1"/>
                          </a:solidFill>
                          <a:latin typeface="Figtree" pitchFamily="2" charset="0"/>
                          <a:cs typeface="Helvetica"/>
                        </a:rPr>
                        <a:t>Begin SAP scoping immediately upon renewal approval. Define data, scope, and timeline.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4400" b="1" i="0" u="none" strike="noStrike">
                          <a:solidFill>
                            <a:schemeClr val="accent2"/>
                          </a:solidFill>
                          <a:effectLst/>
                          <a:latin typeface="Figtree ExtraBold" pitchFamily="2" charset="0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871705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  <a:tabLst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ServiceNow SAM Pro Boundary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ServiceNow SAM Pro support has been informal. Scope must be formally defined.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Formalize SAM Pro as a managed workstream or establish a clear out-of-scope boundary in the SOW.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33633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Oracle Java Assessment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Oracle changed Java licensing in 2023. General Mills exposure is unquantified.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Initial Oracle Java conversation with Marcus within 30 days to assess inclusion in next phase.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AD00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640534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Ongoing Publisher Governance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observation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solution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755214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Renew at Current Scope</a:t>
                      </a:r>
                      <a:endParaRPr lang="en-US" sz="2400" b="1" i="0" baseline="30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observation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solution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21308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Engage Priya in SOW Process</a:t>
                      </a:r>
                      <a:endParaRPr lang="en-US" sz="2400" b="1" i="0" baseline="3000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observation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solution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AD00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28481"/>
                  </a:ext>
                </a:extLst>
              </a:tr>
              <a:tr h="1357529"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i="0" baseline="0">
                          <a:solidFill>
                            <a:schemeClr val="bg1"/>
                          </a:solidFill>
                          <a:latin typeface="Figtree" pitchFamily="2" charset="0"/>
                        </a:rPr>
                        <a:t>Observation</a:t>
                      </a:r>
                      <a:endParaRPr lang="en-US" sz="2400" b="1" i="0">
                        <a:solidFill>
                          <a:schemeClr val="bg1"/>
                        </a:solidFill>
                        <a:latin typeface="Figtree" pitchFamily="2" charset="0"/>
                      </a:endParaRPr>
                    </a:p>
                  </a:txBody>
                  <a:tcPr marL="0" marR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observation</a:t>
                      </a:r>
                    </a:p>
                  </a:txBody>
                  <a:tcPr marL="365760" marR="365760" marB="0" anchor="ctr">
                    <a:lnL w="12700" cap="flat" cmpd="sng" algn="ctr">
                      <a:solidFill>
                        <a:srgbClr val="002B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8252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Helvetica"/>
                        </a:rPr>
                        <a:t>Short summary of the solution</a:t>
                      </a:r>
                    </a:p>
                  </a:txBody>
                  <a:tcPr marL="36576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4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AD00"/>
                        </a:solidFill>
                        <a:effectLst/>
                        <a:uLnTx/>
                        <a:uFillTx/>
                        <a:latin typeface="Figtree ExtraBold" pitchFamily="2" charset="0"/>
                        <a:ea typeface="+mn-ea"/>
                        <a:cs typeface="+mn-cs"/>
                      </a:endParaRP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70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4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Figtree ExtraBold" pitchFamily="2" charset="0"/>
                          <a:ea typeface="+mn-ea"/>
                          <a:cs typeface="+mn-cs"/>
                        </a:rPr>
                        <a:t>●</a:t>
                      </a:r>
                    </a:p>
                  </a:txBody>
                  <a:tcPr marL="0" marR="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82825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Figtree" pitchFamily="2" charset="0"/>
                          <a:ea typeface="+mn-ea"/>
                          <a:cs typeface="+mn-cs"/>
                        </a:rPr>
                        <a:t>03/25/2026</a:t>
                      </a:r>
                    </a:p>
                  </a:txBody>
                  <a:tcPr marL="182880" marR="365760" marB="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08CA0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37987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4591CF62-282F-6E5C-47EE-6F1259D700D0}"/>
              </a:ext>
            </a:extLst>
          </p:cNvPr>
          <p:cNvGrpSpPr/>
          <p:nvPr/>
        </p:nvGrpSpPr>
        <p:grpSpPr>
          <a:xfrm>
            <a:off x="12363449" y="638356"/>
            <a:ext cx="7265049" cy="3156068"/>
            <a:chOff x="11555461" y="703418"/>
            <a:chExt cx="7265049" cy="3156068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302F0A49-8E31-3E89-3CDF-77358853DB3A}"/>
                </a:ext>
              </a:extLst>
            </p:cNvPr>
            <p:cNvSpPr/>
            <p:nvPr/>
          </p:nvSpPr>
          <p:spPr>
            <a:xfrm>
              <a:off x="11555461" y="1101241"/>
              <a:ext cx="6899151" cy="2758245"/>
            </a:xfrm>
            <a:custGeom>
              <a:avLst/>
              <a:gdLst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9" fmla="*/ 2014654 w 5828371"/>
                <a:gd name="connsiteY9" fmla="*/ 37170 h 3672468"/>
                <a:gd name="connsiteX0" fmla="*/ 341971 w 5828371"/>
                <a:gd name="connsiteY0" fmla="*/ 156214 h 3828682"/>
                <a:gd name="connsiteX1" fmla="*/ 0 w 5828371"/>
                <a:gd name="connsiteY1" fmla="*/ 156214 h 3828682"/>
                <a:gd name="connsiteX2" fmla="*/ 0 w 5828371"/>
                <a:gd name="connsiteY2" fmla="*/ 2668955 h 3828682"/>
                <a:gd name="connsiteX3" fmla="*/ 3419708 w 5828371"/>
                <a:gd name="connsiteY3" fmla="*/ 2668955 h 3828682"/>
                <a:gd name="connsiteX4" fmla="*/ 4579435 w 5828371"/>
                <a:gd name="connsiteY4" fmla="*/ 3828682 h 3828682"/>
                <a:gd name="connsiteX5" fmla="*/ 4579435 w 5828371"/>
                <a:gd name="connsiteY5" fmla="*/ 2646653 h 3828682"/>
                <a:gd name="connsiteX6" fmla="*/ 5828371 w 5828371"/>
                <a:gd name="connsiteY6" fmla="*/ 2646653 h 3828682"/>
                <a:gd name="connsiteX7" fmla="*/ 5828371 w 5828371"/>
                <a:gd name="connsiteY7" fmla="*/ 178516 h 3828682"/>
                <a:gd name="connsiteX8" fmla="*/ 2014654 w 5828371"/>
                <a:gd name="connsiteY8" fmla="*/ 178516 h 3828682"/>
                <a:gd name="connsiteX9" fmla="*/ 1234069 w 5828371"/>
                <a:gd name="connsiteY9" fmla="*/ 96 h 3828682"/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9" fmla="*/ 1761893 w 5828371"/>
                <a:gd name="connsiteY9" fmla="*/ 520390 h 3672468"/>
                <a:gd name="connsiteX0" fmla="*/ 341971 w 5828371"/>
                <a:gd name="connsiteY0" fmla="*/ 0 h 3672468"/>
                <a:gd name="connsiteX1" fmla="*/ 0 w 5828371"/>
                <a:gd name="connsiteY1" fmla="*/ 0 h 3672468"/>
                <a:gd name="connsiteX2" fmla="*/ 0 w 5828371"/>
                <a:gd name="connsiteY2" fmla="*/ 2512741 h 3672468"/>
                <a:gd name="connsiteX3" fmla="*/ 3419708 w 5828371"/>
                <a:gd name="connsiteY3" fmla="*/ 2512741 h 3672468"/>
                <a:gd name="connsiteX4" fmla="*/ 4579435 w 5828371"/>
                <a:gd name="connsiteY4" fmla="*/ 3672468 h 3672468"/>
                <a:gd name="connsiteX5" fmla="*/ 4579435 w 5828371"/>
                <a:gd name="connsiteY5" fmla="*/ 2490439 h 3672468"/>
                <a:gd name="connsiteX6" fmla="*/ 5828371 w 5828371"/>
                <a:gd name="connsiteY6" fmla="*/ 2490439 h 3672468"/>
                <a:gd name="connsiteX7" fmla="*/ 5828371 w 5828371"/>
                <a:gd name="connsiteY7" fmla="*/ 22302 h 3672468"/>
                <a:gd name="connsiteX8" fmla="*/ 2014654 w 5828371"/>
                <a:gd name="connsiteY8" fmla="*/ 22302 h 3672468"/>
                <a:gd name="connsiteX0" fmla="*/ 349405 w 5835805"/>
                <a:gd name="connsiteY0" fmla="*/ 0 h 3672468"/>
                <a:gd name="connsiteX1" fmla="*/ 0 w 5835805"/>
                <a:gd name="connsiteY1" fmla="*/ 37170 h 3672468"/>
                <a:gd name="connsiteX2" fmla="*/ 7434 w 5835805"/>
                <a:gd name="connsiteY2" fmla="*/ 2512741 h 3672468"/>
                <a:gd name="connsiteX3" fmla="*/ 3427142 w 5835805"/>
                <a:gd name="connsiteY3" fmla="*/ 2512741 h 3672468"/>
                <a:gd name="connsiteX4" fmla="*/ 4586869 w 5835805"/>
                <a:gd name="connsiteY4" fmla="*/ 3672468 h 3672468"/>
                <a:gd name="connsiteX5" fmla="*/ 4586869 w 5835805"/>
                <a:gd name="connsiteY5" fmla="*/ 2490439 h 3672468"/>
                <a:gd name="connsiteX6" fmla="*/ 5835805 w 5835805"/>
                <a:gd name="connsiteY6" fmla="*/ 2490439 h 3672468"/>
                <a:gd name="connsiteX7" fmla="*/ 5835805 w 5835805"/>
                <a:gd name="connsiteY7" fmla="*/ 22302 h 3672468"/>
                <a:gd name="connsiteX8" fmla="*/ 2022088 w 5835805"/>
                <a:gd name="connsiteY8" fmla="*/ 22302 h 3672468"/>
                <a:gd name="connsiteX0" fmla="*/ 334537 w 5835805"/>
                <a:gd name="connsiteY0" fmla="*/ 7434 h 3650166"/>
                <a:gd name="connsiteX1" fmla="*/ 0 w 5835805"/>
                <a:gd name="connsiteY1" fmla="*/ 14868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4537 w 5835805"/>
                <a:gd name="connsiteY0" fmla="*/ 7434 h 3650166"/>
                <a:gd name="connsiteX1" fmla="*/ 0 w 5835805"/>
                <a:gd name="connsiteY1" fmla="*/ 3145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7899 w 5835805"/>
                <a:gd name="connsiteY0" fmla="*/ 4073 h 3650166"/>
                <a:gd name="connsiteX1" fmla="*/ 0 w 5835805"/>
                <a:gd name="connsiteY1" fmla="*/ 3145 h 3650166"/>
                <a:gd name="connsiteX2" fmla="*/ 7434 w 5835805"/>
                <a:gd name="connsiteY2" fmla="*/ 2490439 h 3650166"/>
                <a:gd name="connsiteX3" fmla="*/ 3427142 w 5835805"/>
                <a:gd name="connsiteY3" fmla="*/ 2490439 h 3650166"/>
                <a:gd name="connsiteX4" fmla="*/ 4586869 w 5835805"/>
                <a:gd name="connsiteY4" fmla="*/ 3650166 h 3650166"/>
                <a:gd name="connsiteX5" fmla="*/ 4586869 w 5835805"/>
                <a:gd name="connsiteY5" fmla="*/ 2468137 h 3650166"/>
                <a:gd name="connsiteX6" fmla="*/ 5835805 w 5835805"/>
                <a:gd name="connsiteY6" fmla="*/ 2468137 h 3650166"/>
                <a:gd name="connsiteX7" fmla="*/ 5835805 w 5835805"/>
                <a:gd name="connsiteY7" fmla="*/ 0 h 3650166"/>
                <a:gd name="connsiteX8" fmla="*/ 2022088 w 5835805"/>
                <a:gd name="connsiteY8" fmla="*/ 0 h 3650166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2022088 w 5835805"/>
                <a:gd name="connsiteY8" fmla="*/ 0 h 5094695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4217777 w 5835805"/>
                <a:gd name="connsiteY8" fmla="*/ 0 h 5094695"/>
                <a:gd name="connsiteX0" fmla="*/ 337899 w 5835805"/>
                <a:gd name="connsiteY0" fmla="*/ 4073 h 5094695"/>
                <a:gd name="connsiteX1" fmla="*/ 0 w 5835805"/>
                <a:gd name="connsiteY1" fmla="*/ 3145 h 5094695"/>
                <a:gd name="connsiteX2" fmla="*/ 7434 w 5835805"/>
                <a:gd name="connsiteY2" fmla="*/ 2490439 h 5094695"/>
                <a:gd name="connsiteX3" fmla="*/ 3427142 w 5835805"/>
                <a:gd name="connsiteY3" fmla="*/ 2490439 h 5094695"/>
                <a:gd name="connsiteX4" fmla="*/ 4605157 w 5835805"/>
                <a:gd name="connsiteY4" fmla="*/ 5094695 h 5094695"/>
                <a:gd name="connsiteX5" fmla="*/ 4586869 w 5835805"/>
                <a:gd name="connsiteY5" fmla="*/ 2468137 h 5094695"/>
                <a:gd name="connsiteX6" fmla="*/ 5835805 w 5835805"/>
                <a:gd name="connsiteY6" fmla="*/ 2468137 h 5094695"/>
                <a:gd name="connsiteX7" fmla="*/ 5835805 w 5835805"/>
                <a:gd name="connsiteY7" fmla="*/ 0 h 5094695"/>
                <a:gd name="connsiteX8" fmla="*/ 3448712 w 5835805"/>
                <a:gd name="connsiteY8" fmla="*/ 7473 h 5094695"/>
                <a:gd name="connsiteX0" fmla="*/ 337899 w 5835805"/>
                <a:gd name="connsiteY0" fmla="*/ 4074 h 5094696"/>
                <a:gd name="connsiteX1" fmla="*/ 0 w 5835805"/>
                <a:gd name="connsiteY1" fmla="*/ 3146 h 5094696"/>
                <a:gd name="connsiteX2" fmla="*/ 7434 w 5835805"/>
                <a:gd name="connsiteY2" fmla="*/ 2490440 h 5094696"/>
                <a:gd name="connsiteX3" fmla="*/ 3427142 w 5835805"/>
                <a:gd name="connsiteY3" fmla="*/ 2490440 h 5094696"/>
                <a:gd name="connsiteX4" fmla="*/ 4605157 w 5835805"/>
                <a:gd name="connsiteY4" fmla="*/ 5094696 h 5094696"/>
                <a:gd name="connsiteX5" fmla="*/ 4586869 w 5835805"/>
                <a:gd name="connsiteY5" fmla="*/ 2468138 h 5094696"/>
                <a:gd name="connsiteX6" fmla="*/ 5835805 w 5835805"/>
                <a:gd name="connsiteY6" fmla="*/ 2468138 h 5094696"/>
                <a:gd name="connsiteX7" fmla="*/ 5835805 w 5835805"/>
                <a:gd name="connsiteY7" fmla="*/ 1 h 5094696"/>
                <a:gd name="connsiteX8" fmla="*/ 3448712 w 5835805"/>
                <a:gd name="connsiteY8" fmla="*/ 0 h 5094696"/>
                <a:gd name="connsiteX0" fmla="*/ 337899 w 5835805"/>
                <a:gd name="connsiteY0" fmla="*/ 4074 h 5094696"/>
                <a:gd name="connsiteX1" fmla="*/ 0 w 5835805"/>
                <a:gd name="connsiteY1" fmla="*/ 3146 h 5094696"/>
                <a:gd name="connsiteX2" fmla="*/ 7434 w 5835805"/>
                <a:gd name="connsiteY2" fmla="*/ 2490440 h 5094696"/>
                <a:gd name="connsiteX3" fmla="*/ 3427142 w 5835805"/>
                <a:gd name="connsiteY3" fmla="*/ 2490440 h 5094696"/>
                <a:gd name="connsiteX4" fmla="*/ 4605157 w 5835805"/>
                <a:gd name="connsiteY4" fmla="*/ 5094696 h 5094696"/>
                <a:gd name="connsiteX5" fmla="*/ 4586869 w 5835805"/>
                <a:gd name="connsiteY5" fmla="*/ 2468138 h 5094696"/>
                <a:gd name="connsiteX6" fmla="*/ 5835805 w 5835805"/>
                <a:gd name="connsiteY6" fmla="*/ 2468138 h 5094696"/>
                <a:gd name="connsiteX7" fmla="*/ 5835805 w 5835805"/>
                <a:gd name="connsiteY7" fmla="*/ 1 h 5094696"/>
                <a:gd name="connsiteX8" fmla="*/ 3054396 w 5835805"/>
                <a:gd name="connsiteY8" fmla="*/ 0 h 5094696"/>
                <a:gd name="connsiteX0" fmla="*/ 337899 w 5835805"/>
                <a:gd name="connsiteY0" fmla="*/ 4074 h 3780535"/>
                <a:gd name="connsiteX1" fmla="*/ 0 w 5835805"/>
                <a:gd name="connsiteY1" fmla="*/ 3146 h 3780535"/>
                <a:gd name="connsiteX2" fmla="*/ 7434 w 5835805"/>
                <a:gd name="connsiteY2" fmla="*/ 2490440 h 3780535"/>
                <a:gd name="connsiteX3" fmla="*/ 3427142 w 5835805"/>
                <a:gd name="connsiteY3" fmla="*/ 2490440 h 3780535"/>
                <a:gd name="connsiteX4" fmla="*/ 4568325 w 5835805"/>
                <a:gd name="connsiteY4" fmla="*/ 3780535 h 3780535"/>
                <a:gd name="connsiteX5" fmla="*/ 4586869 w 5835805"/>
                <a:gd name="connsiteY5" fmla="*/ 2468138 h 3780535"/>
                <a:gd name="connsiteX6" fmla="*/ 5835805 w 5835805"/>
                <a:gd name="connsiteY6" fmla="*/ 2468138 h 3780535"/>
                <a:gd name="connsiteX7" fmla="*/ 5835805 w 5835805"/>
                <a:gd name="connsiteY7" fmla="*/ 1 h 3780535"/>
                <a:gd name="connsiteX8" fmla="*/ 3054396 w 5835805"/>
                <a:gd name="connsiteY8" fmla="*/ 0 h 3780535"/>
                <a:gd name="connsiteX0" fmla="*/ 337899 w 5835805"/>
                <a:gd name="connsiteY0" fmla="*/ 4074 h 3799902"/>
                <a:gd name="connsiteX1" fmla="*/ 0 w 5835805"/>
                <a:gd name="connsiteY1" fmla="*/ 3146 h 3799902"/>
                <a:gd name="connsiteX2" fmla="*/ 7434 w 5835805"/>
                <a:gd name="connsiteY2" fmla="*/ 2490440 h 3799902"/>
                <a:gd name="connsiteX3" fmla="*/ 3427142 w 5835805"/>
                <a:gd name="connsiteY3" fmla="*/ 2490440 h 3799902"/>
                <a:gd name="connsiteX4" fmla="*/ 4599264 w 5835805"/>
                <a:gd name="connsiteY4" fmla="*/ 3799902 h 3799902"/>
                <a:gd name="connsiteX5" fmla="*/ 4586869 w 5835805"/>
                <a:gd name="connsiteY5" fmla="*/ 2468138 h 3799902"/>
                <a:gd name="connsiteX6" fmla="*/ 5835805 w 5835805"/>
                <a:gd name="connsiteY6" fmla="*/ 2468138 h 3799902"/>
                <a:gd name="connsiteX7" fmla="*/ 5835805 w 5835805"/>
                <a:gd name="connsiteY7" fmla="*/ 1 h 3799902"/>
                <a:gd name="connsiteX8" fmla="*/ 3054396 w 5835805"/>
                <a:gd name="connsiteY8" fmla="*/ 0 h 3799902"/>
                <a:gd name="connsiteX0" fmla="*/ 337899 w 5835805"/>
                <a:gd name="connsiteY0" fmla="*/ 4074 h 3748258"/>
                <a:gd name="connsiteX1" fmla="*/ 0 w 5835805"/>
                <a:gd name="connsiteY1" fmla="*/ 3146 h 3748258"/>
                <a:gd name="connsiteX2" fmla="*/ 7434 w 5835805"/>
                <a:gd name="connsiteY2" fmla="*/ 2490440 h 3748258"/>
                <a:gd name="connsiteX3" fmla="*/ 3427142 w 5835805"/>
                <a:gd name="connsiteY3" fmla="*/ 2490440 h 3748258"/>
                <a:gd name="connsiteX4" fmla="*/ 4578638 w 5835805"/>
                <a:gd name="connsiteY4" fmla="*/ 3748258 h 3748258"/>
                <a:gd name="connsiteX5" fmla="*/ 4586869 w 5835805"/>
                <a:gd name="connsiteY5" fmla="*/ 2468138 h 3748258"/>
                <a:gd name="connsiteX6" fmla="*/ 5835805 w 5835805"/>
                <a:gd name="connsiteY6" fmla="*/ 2468138 h 3748258"/>
                <a:gd name="connsiteX7" fmla="*/ 5835805 w 5835805"/>
                <a:gd name="connsiteY7" fmla="*/ 1 h 3748258"/>
                <a:gd name="connsiteX8" fmla="*/ 3054396 w 5835805"/>
                <a:gd name="connsiteY8" fmla="*/ 0 h 3748258"/>
                <a:gd name="connsiteX0" fmla="*/ 337899 w 5835805"/>
                <a:gd name="connsiteY0" fmla="*/ 4074 h 3786991"/>
                <a:gd name="connsiteX1" fmla="*/ 0 w 5835805"/>
                <a:gd name="connsiteY1" fmla="*/ 3146 h 3786991"/>
                <a:gd name="connsiteX2" fmla="*/ 7434 w 5835805"/>
                <a:gd name="connsiteY2" fmla="*/ 2490440 h 3786991"/>
                <a:gd name="connsiteX3" fmla="*/ 3427142 w 5835805"/>
                <a:gd name="connsiteY3" fmla="*/ 2490440 h 3786991"/>
                <a:gd name="connsiteX4" fmla="*/ 4583795 w 5835805"/>
                <a:gd name="connsiteY4" fmla="*/ 3786991 h 3786991"/>
                <a:gd name="connsiteX5" fmla="*/ 4586869 w 5835805"/>
                <a:gd name="connsiteY5" fmla="*/ 2468138 h 3786991"/>
                <a:gd name="connsiteX6" fmla="*/ 5835805 w 5835805"/>
                <a:gd name="connsiteY6" fmla="*/ 2468138 h 3786991"/>
                <a:gd name="connsiteX7" fmla="*/ 5835805 w 5835805"/>
                <a:gd name="connsiteY7" fmla="*/ 1 h 3786991"/>
                <a:gd name="connsiteX8" fmla="*/ 3054396 w 5835805"/>
                <a:gd name="connsiteY8" fmla="*/ 0 h 378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35805" h="3786991">
                  <a:moveTo>
                    <a:pt x="337899" y="4074"/>
                  </a:moveTo>
                  <a:lnTo>
                    <a:pt x="0" y="3146"/>
                  </a:lnTo>
                  <a:lnTo>
                    <a:pt x="7434" y="2490440"/>
                  </a:lnTo>
                  <a:lnTo>
                    <a:pt x="3427142" y="2490440"/>
                  </a:lnTo>
                  <a:lnTo>
                    <a:pt x="4583795" y="3786991"/>
                  </a:lnTo>
                  <a:cubicBezTo>
                    <a:pt x="4586539" y="3360284"/>
                    <a:pt x="4584125" y="2894845"/>
                    <a:pt x="4586869" y="2468138"/>
                  </a:cubicBezTo>
                  <a:lnTo>
                    <a:pt x="5835805" y="2468138"/>
                  </a:lnTo>
                  <a:lnTo>
                    <a:pt x="5835805" y="1"/>
                  </a:lnTo>
                  <a:lnTo>
                    <a:pt x="3054396" y="0"/>
                  </a:lnTo>
                </a:path>
              </a:pathLst>
            </a:custGeom>
            <a:solidFill>
              <a:schemeClr val="bg1">
                <a:alpha val="79000"/>
              </a:schemeClr>
            </a:solidFill>
            <a:ln w="1270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457200" rIns="365760" bIns="45720" rtlCol="0" anchor="t" anchorCtr="0"/>
            <a:lstStyle/>
            <a:p>
              <a:r>
                <a:rPr lang="en-GB" sz="2000" b="1">
                  <a:solidFill>
                    <a:schemeClr val="tx2"/>
                  </a:solidFill>
                  <a:latin typeface="Figtree" pitchFamily="2" charset="0"/>
                </a:rPr>
                <a:t xml:space="preserve">Slide info: </a:t>
              </a:r>
              <a:r>
                <a:rPr lang="en-GB" sz="2000">
                  <a:solidFill>
                    <a:schemeClr val="tx2"/>
                  </a:solidFill>
                  <a:latin typeface="Figtree" pitchFamily="2" charset="0"/>
                </a:rPr>
                <a:t>This slide is Mandatory to highlight Anglepoint’s response to feedback: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CB8BDB0-FC6C-57D2-690F-C6AB402431AD}"/>
                </a:ext>
              </a:extLst>
            </p:cNvPr>
            <p:cNvSpPr/>
            <p:nvPr/>
          </p:nvSpPr>
          <p:spPr>
            <a:xfrm>
              <a:off x="18024864" y="703418"/>
              <a:ext cx="795646" cy="795646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37160" rtlCol="0" anchor="ctr"/>
            <a:lstStyle/>
            <a:p>
              <a:pPr algn="ctr"/>
              <a:r>
                <a:rPr lang="en-US" sz="4000" b="1">
                  <a:latin typeface="Figtree" pitchFamily="2" charset="0"/>
                </a:rPr>
                <a:t>!</a:t>
              </a:r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721DD7-17C4-7FDB-EA38-A1F6C6E43075}"/>
              </a:ext>
            </a:extLst>
          </p:cNvPr>
          <p:cNvCxnSpPr>
            <a:cxnSpLocks/>
          </p:cNvCxnSpPr>
          <p:nvPr/>
        </p:nvCxnSpPr>
        <p:spPr>
          <a:xfrm>
            <a:off x="22311361" y="0"/>
            <a:ext cx="0" cy="601734"/>
          </a:xfrm>
          <a:prstGeom prst="line">
            <a:avLst/>
          </a:prstGeom>
          <a:solidFill>
            <a:srgbClr val="FFFFFF"/>
          </a:solidFill>
          <a:ln w="25400" cap="flat">
            <a:solidFill>
              <a:srgbClr val="082C49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554300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87D57519-1EEE-6762-A730-F9FFF1C8D3BA}"/>
              </a:ext>
            </a:extLst>
          </p:cNvPr>
          <p:cNvSpPr/>
          <p:nvPr/>
        </p:nvSpPr>
        <p:spPr>
          <a:xfrm>
            <a:off x="1" y="-103163"/>
            <a:ext cx="4445000" cy="13544843"/>
          </a:xfrm>
          <a:prstGeom prst="rect">
            <a:avLst/>
          </a:prstGeom>
          <a:solidFill>
            <a:schemeClr val="tx1">
              <a:lumMod val="20000"/>
              <a:lumOff val="80000"/>
              <a:alpha val="50000"/>
            </a:schemeClr>
          </a:solidFill>
          <a:ln w="1270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>
              <a:latin typeface="Figtree" pitchFamily="2" charset="0"/>
            </a:endParaRPr>
          </a:p>
        </p:txBody>
      </p:sp>
      <p:pic>
        <p:nvPicPr>
          <p:cNvPr id="85" name="Picture 84">
            <a:extLst>
              <a:ext uri="{FF2B5EF4-FFF2-40B4-BE49-F238E27FC236}">
                <a16:creationId xmlns:a16="http://schemas.microsoft.com/office/drawing/2014/main" id="{DF24A4BF-5BE8-524C-B7BA-38CF999185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071848" y="0"/>
            <a:ext cx="7315200" cy="13441680"/>
          </a:xfrm>
          <a:prstGeom prst="rect">
            <a:avLst/>
          </a:prstGeom>
        </p:spPr>
      </p:pic>
      <p:sp>
        <p:nvSpPr>
          <p:cNvPr id="81" name="Rectangle 80">
            <a:extLst>
              <a:ext uri="{FF2B5EF4-FFF2-40B4-BE49-F238E27FC236}">
                <a16:creationId xmlns:a16="http://schemas.microsoft.com/office/drawing/2014/main" id="{92E6CC6C-DD2A-0B49-BBC1-7C9F40F8BD67}"/>
              </a:ext>
            </a:extLst>
          </p:cNvPr>
          <p:cNvSpPr/>
          <p:nvPr/>
        </p:nvSpPr>
        <p:spPr>
          <a:xfrm>
            <a:off x="17071848" y="0"/>
            <a:ext cx="7315200" cy="13716000"/>
          </a:xfrm>
          <a:prstGeom prst="rect">
            <a:avLst/>
          </a:prstGeom>
          <a:gradFill>
            <a:gsLst>
              <a:gs pos="0">
                <a:schemeClr val="tx2">
                  <a:alpha val="85636"/>
                </a:schemeClr>
              </a:gs>
              <a:gs pos="100000">
                <a:schemeClr val="tx2">
                  <a:alpha val="9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Figtree" pitchFamily="2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FEB67C-947A-D24B-B022-2662519F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Recommended Next Steps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47F5138-17BC-5B48-AB66-929C95DA37B1}"/>
              </a:ext>
            </a:extLst>
          </p:cNvPr>
          <p:cNvCxnSpPr>
            <a:cxnSpLocks/>
          </p:cNvCxnSpPr>
          <p:nvPr/>
        </p:nvCxnSpPr>
        <p:spPr>
          <a:xfrm flipV="1">
            <a:off x="3301812" y="6940434"/>
            <a:ext cx="3479989" cy="1859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0CEBA54-F6D6-25E0-EA4A-61E60EB79EBE}"/>
              </a:ext>
            </a:extLst>
          </p:cNvPr>
          <p:cNvGrpSpPr/>
          <p:nvPr/>
        </p:nvGrpSpPr>
        <p:grpSpPr>
          <a:xfrm>
            <a:off x="3273922" y="3396051"/>
            <a:ext cx="5387096" cy="7097375"/>
            <a:chOff x="3273921" y="3396051"/>
            <a:chExt cx="2702059" cy="7097375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D1E229B-C955-4C47-84BE-BBD044957A30}"/>
                </a:ext>
              </a:extLst>
            </p:cNvPr>
            <p:cNvCxnSpPr>
              <a:cxnSpLocks/>
            </p:cNvCxnSpPr>
            <p:nvPr/>
          </p:nvCxnSpPr>
          <p:spPr>
            <a:xfrm>
              <a:off x="3273927" y="10493426"/>
              <a:ext cx="2702053" cy="0"/>
            </a:xfrm>
            <a:prstGeom prst="line">
              <a:avLst/>
            </a:prstGeom>
            <a:ln w="38100">
              <a:solidFill>
                <a:srgbClr val="0789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2ACE2660-4994-5F4D-94EE-6D32DFEC5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3921" y="3396051"/>
              <a:ext cx="2689076" cy="7146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hape 6313">
            <a:extLst>
              <a:ext uri="{FF2B5EF4-FFF2-40B4-BE49-F238E27FC236}">
                <a16:creationId xmlns:a16="http://schemas.microsoft.com/office/drawing/2014/main" id="{73B829A2-F021-314C-9585-CD4D6F3EC419}"/>
              </a:ext>
            </a:extLst>
          </p:cNvPr>
          <p:cNvSpPr txBox="1"/>
          <p:nvPr/>
        </p:nvSpPr>
        <p:spPr>
          <a:xfrm>
            <a:off x="7207420" y="6669258"/>
            <a:ext cx="6870131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Deliver SAP scoping output. Begin Oracle Java initial assessment conversation. Finalize renewal SOW for signature.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73" name="Shape 6313">
            <a:extLst>
              <a:ext uri="{FF2B5EF4-FFF2-40B4-BE49-F238E27FC236}">
                <a16:creationId xmlns:a16="http://schemas.microsoft.com/office/drawing/2014/main" id="{90F70472-C471-594D-BE2E-3205A9A5FF45}"/>
              </a:ext>
            </a:extLst>
          </p:cNvPr>
          <p:cNvSpPr txBox="1"/>
          <p:nvPr/>
        </p:nvSpPr>
        <p:spPr>
          <a:xfrm>
            <a:off x="9060753" y="10242918"/>
            <a:ext cx="6870132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SAP workstream live in Elevate. First SAP findings delivered to Marcus and Sandra. Renewal contract active.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470DAB52-23C5-334B-BBA3-05F45B6B0FD5}"/>
              </a:ext>
            </a:extLst>
          </p:cNvPr>
          <p:cNvSpPr txBox="1">
            <a:spLocks/>
          </p:cNvSpPr>
          <p:nvPr/>
        </p:nvSpPr>
        <p:spPr>
          <a:xfrm>
            <a:off x="18045890" y="9040378"/>
            <a:ext cx="4805181" cy="259917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064" indent="-457064" algn="l" defTabSz="1828252" rtl="0" eaLnBrk="1" latinLnBrk="0" hangingPunct="1">
              <a:lnSpc>
                <a:spcPct val="90000"/>
              </a:lnSpc>
              <a:spcBef>
                <a:spcPts val="1998"/>
              </a:spcBef>
              <a:buFont typeface="Arial" panose="020B0604020202020204" pitchFamily="34" charset="0"/>
              <a:buChar char="•"/>
              <a:defRPr sz="5598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137119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228531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319944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4113566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5027692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181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594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06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3600">
                <a:solidFill>
                  <a:schemeClr val="bg1"/>
                </a:solidFill>
                <a:latin typeface="Figtree Light" pitchFamily="2" charset="0"/>
                <a:cs typeface="Calibri"/>
                <a:sym typeface="Calibri"/>
              </a:rPr>
              <a:t>$11M delivered in 18 months. The next chapter starts with SAP — the most critical unassessed software relationship General Mills has.</a:t>
            </a:r>
            <a:endParaRPr lang="en-US">
              <a:solidFill>
                <a:schemeClr val="bg1"/>
              </a:solidFill>
              <a:latin typeface="Figtree Light" pitchFamily="2" charset="0"/>
            </a:endParaRP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3EE6E0B5-16B2-424D-A8A0-0E9E72B79963}"/>
              </a:ext>
            </a:extLst>
          </p:cNvPr>
          <p:cNvSpPr txBox="1">
            <a:spLocks/>
          </p:cNvSpPr>
          <p:nvPr/>
        </p:nvSpPr>
        <p:spPr>
          <a:xfrm>
            <a:off x="18045890" y="8159663"/>
            <a:ext cx="4805181" cy="4339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57064" indent="-457064" algn="l" defTabSz="1828252" rtl="0" eaLnBrk="1" latinLnBrk="0" hangingPunct="1">
              <a:lnSpc>
                <a:spcPct val="90000"/>
              </a:lnSpc>
              <a:spcBef>
                <a:spcPts val="1998"/>
              </a:spcBef>
              <a:buFont typeface="Arial" panose="020B0604020202020204" pitchFamily="34" charset="0"/>
              <a:buChar char="•"/>
              <a:defRPr sz="5598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137119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2pPr>
            <a:lvl3pPr marL="228531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3pPr>
            <a:lvl4pPr marL="3199440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4pPr>
            <a:lvl5pPr marL="4113566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0" i="0" kern="1200">
                <a:solidFill>
                  <a:schemeClr val="accent5"/>
                </a:solidFill>
                <a:latin typeface="Helvetica" charset="0"/>
                <a:ea typeface="Helvetica" charset="0"/>
                <a:cs typeface="Helvetica" charset="0"/>
              </a:defRPr>
            </a:lvl5pPr>
            <a:lvl6pPr marL="5027692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181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5944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068" indent="-457064" algn="l" defTabSz="182825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n-US" sz="2400" b="1">
                <a:solidFill>
                  <a:schemeClr val="bg1"/>
                </a:solidFill>
                <a:latin typeface="Figtree" pitchFamily="2" charset="0"/>
                <a:cs typeface="Calibri"/>
                <a:sym typeface="Calibri"/>
              </a:rPr>
              <a:t>SUCCESS FACTOR:</a:t>
            </a:r>
            <a:endParaRPr lang="en-US" sz="4400" b="1">
              <a:solidFill>
                <a:schemeClr val="bg1"/>
              </a:solidFill>
              <a:latin typeface="Figtree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A1DDA6D-DE13-784B-9CFD-724E0E12EE2B}"/>
              </a:ext>
            </a:extLst>
          </p:cNvPr>
          <p:cNvCxnSpPr>
            <a:cxnSpLocks/>
          </p:cNvCxnSpPr>
          <p:nvPr/>
        </p:nvCxnSpPr>
        <p:spPr>
          <a:xfrm>
            <a:off x="18138394" y="7974646"/>
            <a:ext cx="4712677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0DB170-4384-A374-C4B9-6ADE04FCE21F}"/>
              </a:ext>
            </a:extLst>
          </p:cNvPr>
          <p:cNvGrpSpPr/>
          <p:nvPr/>
        </p:nvGrpSpPr>
        <p:grpSpPr>
          <a:xfrm>
            <a:off x="1155556" y="2584866"/>
            <a:ext cx="2133890" cy="2334639"/>
            <a:chOff x="1421434" y="3430980"/>
            <a:chExt cx="2512614" cy="2748993"/>
          </a:xfrm>
        </p:grpSpPr>
        <p:grpSp>
          <p:nvGrpSpPr>
            <p:cNvPr id="33" name="Graphic 31">
              <a:extLst>
                <a:ext uri="{FF2B5EF4-FFF2-40B4-BE49-F238E27FC236}">
                  <a16:creationId xmlns:a16="http://schemas.microsoft.com/office/drawing/2014/main" id="{94EC8B6E-9DF1-6766-A56B-6C4B41A3D860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48AFA0A8-1C28-58B9-BC7C-F3E103012860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8DBC0F3-DBD3-17BE-9B92-1DEEA06F0273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36" name="Graphic 31">
                <a:extLst>
                  <a:ext uri="{FF2B5EF4-FFF2-40B4-BE49-F238E27FC236}">
                    <a16:creationId xmlns:a16="http://schemas.microsoft.com/office/drawing/2014/main" id="{5498F9D0-E73E-2F00-2722-0D93482B76E4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37" name="Graphic 31">
                  <a:extLst>
                    <a:ext uri="{FF2B5EF4-FFF2-40B4-BE49-F238E27FC236}">
                      <a16:creationId xmlns:a16="http://schemas.microsoft.com/office/drawing/2014/main" id="{C0035CDF-3E58-6B5F-7B6B-DF5FDD363437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38" name="Freeform 37">
                    <a:extLst>
                      <a:ext uri="{FF2B5EF4-FFF2-40B4-BE49-F238E27FC236}">
                        <a16:creationId xmlns:a16="http://schemas.microsoft.com/office/drawing/2014/main" id="{7FE2A999-2D79-FA5B-62CB-1AC297BC2223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39" name="Freeform 38">
                    <a:extLst>
                      <a:ext uri="{FF2B5EF4-FFF2-40B4-BE49-F238E27FC236}">
                        <a16:creationId xmlns:a16="http://schemas.microsoft.com/office/drawing/2014/main" id="{D3C947A5-7FEB-55FC-F2AE-87C35461E4A2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40" name="Graphic 31">
                  <a:extLst>
                    <a:ext uri="{FF2B5EF4-FFF2-40B4-BE49-F238E27FC236}">
                      <a16:creationId xmlns:a16="http://schemas.microsoft.com/office/drawing/2014/main" id="{CBF1B916-6F9B-C314-8C1A-3D631A9E0D03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42" name="Freeform 41">
                    <a:extLst>
                      <a:ext uri="{FF2B5EF4-FFF2-40B4-BE49-F238E27FC236}">
                        <a16:creationId xmlns:a16="http://schemas.microsoft.com/office/drawing/2014/main" id="{403B22DE-F212-04B1-7BE2-7C4B38CFCA9A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86EB9E44-DF4B-CCB0-256F-871384AA82B4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5A21D7-6108-9582-97A8-ED6C264778B3}"/>
                </a:ext>
              </a:extLst>
            </p:cNvPr>
            <p:cNvSpPr txBox="1"/>
            <p:nvPr/>
          </p:nvSpPr>
          <p:spPr>
            <a:xfrm>
              <a:off x="1909338" y="4345433"/>
              <a:ext cx="1536805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30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FB493BD-CC2C-503F-1886-5B6F023ECA24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557B3CD-8EBF-39EF-0B63-F3499183EE53}"/>
              </a:ext>
            </a:extLst>
          </p:cNvPr>
          <p:cNvGrpSpPr/>
          <p:nvPr/>
        </p:nvGrpSpPr>
        <p:grpSpPr>
          <a:xfrm>
            <a:off x="1155556" y="6133554"/>
            <a:ext cx="2133890" cy="2334639"/>
            <a:chOff x="1421434" y="3430980"/>
            <a:chExt cx="2512614" cy="2748993"/>
          </a:xfrm>
        </p:grpSpPr>
        <p:grpSp>
          <p:nvGrpSpPr>
            <p:cNvPr id="95" name="Graphic 31">
              <a:extLst>
                <a:ext uri="{FF2B5EF4-FFF2-40B4-BE49-F238E27FC236}">
                  <a16:creationId xmlns:a16="http://schemas.microsoft.com/office/drawing/2014/main" id="{78F2C23B-8EC5-83F6-25FC-E0EFE24B1C12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B76B3C45-7523-25D6-74D3-D72294C08CF9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A071DDA9-4BD9-45B9-BB17-BF805A42C2E7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100" name="Graphic 31">
                <a:extLst>
                  <a:ext uri="{FF2B5EF4-FFF2-40B4-BE49-F238E27FC236}">
                    <a16:creationId xmlns:a16="http://schemas.microsoft.com/office/drawing/2014/main" id="{68875BAA-7696-C5F0-E0EE-09BA0BE179DE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101" name="Graphic 31">
                  <a:extLst>
                    <a:ext uri="{FF2B5EF4-FFF2-40B4-BE49-F238E27FC236}">
                      <a16:creationId xmlns:a16="http://schemas.microsoft.com/office/drawing/2014/main" id="{71EB4662-D354-5F7E-B913-E2CB3EFAFCB8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105" name="Freeform 104">
                    <a:extLst>
                      <a:ext uri="{FF2B5EF4-FFF2-40B4-BE49-F238E27FC236}">
                        <a16:creationId xmlns:a16="http://schemas.microsoft.com/office/drawing/2014/main" id="{D5B681A0-D392-4AF7-05A3-E7E5E1D71937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06" name="Freeform 105">
                    <a:extLst>
                      <a:ext uri="{FF2B5EF4-FFF2-40B4-BE49-F238E27FC236}">
                        <a16:creationId xmlns:a16="http://schemas.microsoft.com/office/drawing/2014/main" id="{6D10BEF5-7E30-7EA9-75A3-0BA1E15A7E46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102" name="Graphic 31">
                  <a:extLst>
                    <a:ext uri="{FF2B5EF4-FFF2-40B4-BE49-F238E27FC236}">
                      <a16:creationId xmlns:a16="http://schemas.microsoft.com/office/drawing/2014/main" id="{BFF08A19-9FCC-7A72-C762-B9F682426106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103" name="Freeform 102">
                    <a:extLst>
                      <a:ext uri="{FF2B5EF4-FFF2-40B4-BE49-F238E27FC236}">
                        <a16:creationId xmlns:a16="http://schemas.microsoft.com/office/drawing/2014/main" id="{46E85F22-CD89-1F02-C049-8F15499EB12D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04" name="Freeform 103">
                    <a:extLst>
                      <a:ext uri="{FF2B5EF4-FFF2-40B4-BE49-F238E27FC236}">
                        <a16:creationId xmlns:a16="http://schemas.microsoft.com/office/drawing/2014/main" id="{67A46A4F-8672-85E5-57A0-B75644FBE953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C4777399-E93C-287B-3093-8B0C6A8C5500}"/>
                </a:ext>
              </a:extLst>
            </p:cNvPr>
            <p:cNvSpPr txBox="1"/>
            <p:nvPr/>
          </p:nvSpPr>
          <p:spPr>
            <a:xfrm>
              <a:off x="1895182" y="4345433"/>
              <a:ext cx="1565119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60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D6C4A2F-5760-4BCF-29CC-F93A8667475D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868FCEF-FB6F-DB13-CB04-405FB8B0B079}"/>
              </a:ext>
            </a:extLst>
          </p:cNvPr>
          <p:cNvGrpSpPr/>
          <p:nvPr/>
        </p:nvGrpSpPr>
        <p:grpSpPr>
          <a:xfrm>
            <a:off x="1155556" y="9682241"/>
            <a:ext cx="2133890" cy="2334639"/>
            <a:chOff x="1421434" y="3430980"/>
            <a:chExt cx="2512614" cy="2748993"/>
          </a:xfrm>
        </p:grpSpPr>
        <p:grpSp>
          <p:nvGrpSpPr>
            <p:cNvPr id="108" name="Graphic 31">
              <a:extLst>
                <a:ext uri="{FF2B5EF4-FFF2-40B4-BE49-F238E27FC236}">
                  <a16:creationId xmlns:a16="http://schemas.microsoft.com/office/drawing/2014/main" id="{3F0A7A70-1F40-5C1D-697E-A3017A96B04E}"/>
                </a:ext>
              </a:extLst>
            </p:cNvPr>
            <p:cNvGrpSpPr/>
            <p:nvPr/>
          </p:nvGrpSpPr>
          <p:grpSpPr>
            <a:xfrm>
              <a:off x="1421434" y="3430980"/>
              <a:ext cx="2512614" cy="2748993"/>
              <a:chOff x="1203400" y="3192434"/>
              <a:chExt cx="2948681" cy="3226084"/>
            </a:xfrm>
            <a:effectLst>
              <a:outerShdw blurRad="322284" dist="38100" dir="5400000" sx="105949" sy="105949" algn="t" rotWithShape="0">
                <a:schemeClr val="tx2">
                  <a:alpha val="23000"/>
                </a:schemeClr>
              </a:outerShdw>
            </a:effectLst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99D5433F-4ED1-6953-F96D-398CAC016583}"/>
                  </a:ext>
                </a:extLst>
              </p:cNvPr>
              <p:cNvSpPr/>
              <p:nvPr/>
            </p:nvSpPr>
            <p:spPr>
              <a:xfrm rot="10800000">
                <a:off x="1203400" y="3466389"/>
                <a:ext cx="2948681" cy="2952129"/>
              </a:xfrm>
              <a:custGeom>
                <a:avLst/>
                <a:gdLst>
                  <a:gd name="connsiteX0" fmla="*/ 2790716 w 2948681"/>
                  <a:gd name="connsiteY0" fmla="*/ 0 h 2952130"/>
                  <a:gd name="connsiteX1" fmla="*/ 2948681 w 2948681"/>
                  <a:gd name="connsiteY1" fmla="*/ 158150 h 2952130"/>
                  <a:gd name="connsiteX2" fmla="*/ 2948681 w 2948681"/>
                  <a:gd name="connsiteY2" fmla="*/ 2793981 h 2952130"/>
                  <a:gd name="connsiteX3" fmla="*/ 2790716 w 2948681"/>
                  <a:gd name="connsiteY3" fmla="*/ 2952130 h 2952130"/>
                  <a:gd name="connsiteX4" fmla="*/ 157965 w 2948681"/>
                  <a:gd name="connsiteY4" fmla="*/ 2952130 h 2952130"/>
                  <a:gd name="connsiteX5" fmla="*/ 0 w 2948681"/>
                  <a:gd name="connsiteY5" fmla="*/ 2793981 h 2952130"/>
                  <a:gd name="connsiteX6" fmla="*/ 0 w 2948681"/>
                  <a:gd name="connsiteY6" fmla="*/ 158150 h 2952130"/>
                  <a:gd name="connsiteX7" fmla="*/ 157965 w 2948681"/>
                  <a:gd name="connsiteY7" fmla="*/ 0 h 295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48681" h="2952130">
                    <a:moveTo>
                      <a:pt x="2790716" y="0"/>
                    </a:moveTo>
                    <a:cubicBezTo>
                      <a:pt x="2877958" y="0"/>
                      <a:pt x="2948681" y="70806"/>
                      <a:pt x="2948681" y="158150"/>
                    </a:cubicBezTo>
                    <a:lnTo>
                      <a:pt x="2948681" y="2793981"/>
                    </a:lnTo>
                    <a:cubicBezTo>
                      <a:pt x="2948681" y="2881325"/>
                      <a:pt x="2877958" y="2952130"/>
                      <a:pt x="2790716" y="2952130"/>
                    </a:cubicBezTo>
                    <a:lnTo>
                      <a:pt x="157965" y="2952130"/>
                    </a:lnTo>
                    <a:cubicBezTo>
                      <a:pt x="70723" y="2952130"/>
                      <a:pt x="0" y="2881324"/>
                      <a:pt x="0" y="2793981"/>
                    </a:cubicBezTo>
                    <a:lnTo>
                      <a:pt x="0" y="158150"/>
                    </a:lnTo>
                    <a:cubicBezTo>
                      <a:pt x="0" y="70806"/>
                      <a:pt x="70723" y="0"/>
                      <a:pt x="15796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4BBA2AFA-EA94-78EB-8B5E-A7A873CB81CE}"/>
                  </a:ext>
                </a:extLst>
              </p:cNvPr>
              <p:cNvSpPr/>
              <p:nvPr/>
            </p:nvSpPr>
            <p:spPr>
              <a:xfrm>
                <a:off x="1203401" y="3466389"/>
                <a:ext cx="2948586" cy="500807"/>
              </a:xfrm>
              <a:custGeom>
                <a:avLst/>
                <a:gdLst>
                  <a:gd name="connsiteX0" fmla="*/ 157965 w 2948586"/>
                  <a:gd name="connsiteY0" fmla="*/ 0 h 500807"/>
                  <a:gd name="connsiteX1" fmla="*/ 2790621 w 2948586"/>
                  <a:gd name="connsiteY1" fmla="*/ 0 h 500807"/>
                  <a:gd name="connsiteX2" fmla="*/ 2948586 w 2948586"/>
                  <a:gd name="connsiteY2" fmla="*/ 158150 h 500807"/>
                  <a:gd name="connsiteX3" fmla="*/ 2948586 w 2948586"/>
                  <a:gd name="connsiteY3" fmla="*/ 500808 h 500807"/>
                  <a:gd name="connsiteX4" fmla="*/ 0 w 2948586"/>
                  <a:gd name="connsiteY4" fmla="*/ 500808 h 500807"/>
                  <a:gd name="connsiteX5" fmla="*/ 0 w 2948586"/>
                  <a:gd name="connsiteY5" fmla="*/ 158150 h 500807"/>
                  <a:gd name="connsiteX6" fmla="*/ 157965 w 2948586"/>
                  <a:gd name="connsiteY6" fmla="*/ 0 h 50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8586" h="500807">
                    <a:moveTo>
                      <a:pt x="157965" y="0"/>
                    </a:moveTo>
                    <a:lnTo>
                      <a:pt x="2790621" y="0"/>
                    </a:lnTo>
                    <a:cubicBezTo>
                      <a:pt x="2877873" y="0"/>
                      <a:pt x="2948586" y="70796"/>
                      <a:pt x="2948586" y="158150"/>
                    </a:cubicBezTo>
                    <a:lnTo>
                      <a:pt x="2948586" y="500808"/>
                    </a:lnTo>
                    <a:lnTo>
                      <a:pt x="0" y="500808"/>
                    </a:lnTo>
                    <a:lnTo>
                      <a:pt x="0" y="158150"/>
                    </a:lnTo>
                    <a:cubicBezTo>
                      <a:pt x="0" y="70796"/>
                      <a:pt x="70714" y="0"/>
                      <a:pt x="15796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600">
                  <a:latin typeface="Figtree" pitchFamily="2" charset="0"/>
                </a:endParaRPr>
              </a:p>
            </p:txBody>
          </p:sp>
          <p:grpSp>
            <p:nvGrpSpPr>
              <p:cNvPr id="113" name="Graphic 31">
                <a:extLst>
                  <a:ext uri="{FF2B5EF4-FFF2-40B4-BE49-F238E27FC236}">
                    <a16:creationId xmlns:a16="http://schemas.microsoft.com/office/drawing/2014/main" id="{1F02C271-3B6C-38F4-B56E-C7DB95452425}"/>
                  </a:ext>
                </a:extLst>
              </p:cNvPr>
              <p:cNvGrpSpPr/>
              <p:nvPr/>
            </p:nvGrpSpPr>
            <p:grpSpPr>
              <a:xfrm>
                <a:off x="1749150" y="3192434"/>
                <a:ext cx="1857182" cy="579406"/>
                <a:chOff x="1749150" y="3192434"/>
                <a:chExt cx="1857182" cy="579406"/>
              </a:xfrm>
            </p:grpSpPr>
            <p:grpSp>
              <p:nvGrpSpPr>
                <p:cNvPr id="114" name="Graphic 31">
                  <a:extLst>
                    <a:ext uri="{FF2B5EF4-FFF2-40B4-BE49-F238E27FC236}">
                      <a16:creationId xmlns:a16="http://schemas.microsoft.com/office/drawing/2014/main" id="{5E4ACFD8-ED6D-FB18-11EF-DE530259315D}"/>
                    </a:ext>
                  </a:extLst>
                </p:cNvPr>
                <p:cNvGrpSpPr/>
                <p:nvPr/>
              </p:nvGrpSpPr>
              <p:grpSpPr>
                <a:xfrm>
                  <a:off x="1749150" y="3192434"/>
                  <a:ext cx="238943" cy="579406"/>
                  <a:chOff x="1749150" y="3192434"/>
                  <a:chExt cx="238943" cy="579406"/>
                </a:xfrm>
              </p:grpSpPr>
              <p:sp>
                <p:nvSpPr>
                  <p:cNvPr id="118" name="Freeform 117">
                    <a:extLst>
                      <a:ext uri="{FF2B5EF4-FFF2-40B4-BE49-F238E27FC236}">
                        <a16:creationId xmlns:a16="http://schemas.microsoft.com/office/drawing/2014/main" id="{0A143BA5-1B12-216F-676C-FC9E5F73DE02}"/>
                      </a:ext>
                    </a:extLst>
                  </p:cNvPr>
                  <p:cNvSpPr/>
                  <p:nvPr/>
                </p:nvSpPr>
                <p:spPr>
                  <a:xfrm>
                    <a:off x="1749150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19" name="Freeform 118">
                    <a:extLst>
                      <a:ext uri="{FF2B5EF4-FFF2-40B4-BE49-F238E27FC236}">
                        <a16:creationId xmlns:a16="http://schemas.microsoft.com/office/drawing/2014/main" id="{174D416C-5534-FE1A-7008-7A54A83C5632}"/>
                      </a:ext>
                    </a:extLst>
                  </p:cNvPr>
                  <p:cNvSpPr/>
                  <p:nvPr/>
                </p:nvSpPr>
                <p:spPr>
                  <a:xfrm>
                    <a:off x="1780610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  <p:grpSp>
              <p:nvGrpSpPr>
                <p:cNvPr id="115" name="Graphic 31">
                  <a:extLst>
                    <a:ext uri="{FF2B5EF4-FFF2-40B4-BE49-F238E27FC236}">
                      <a16:creationId xmlns:a16="http://schemas.microsoft.com/office/drawing/2014/main" id="{CA2DC7C3-BB76-91D8-1A6E-30A582C95B9A}"/>
                    </a:ext>
                  </a:extLst>
                </p:cNvPr>
                <p:cNvGrpSpPr/>
                <p:nvPr/>
              </p:nvGrpSpPr>
              <p:grpSpPr>
                <a:xfrm>
                  <a:off x="3367389" y="3192434"/>
                  <a:ext cx="238943" cy="579406"/>
                  <a:chOff x="3367389" y="3192434"/>
                  <a:chExt cx="238943" cy="579406"/>
                </a:xfrm>
              </p:grpSpPr>
              <p:sp>
                <p:nvSpPr>
                  <p:cNvPr id="116" name="Freeform 115">
                    <a:extLst>
                      <a:ext uri="{FF2B5EF4-FFF2-40B4-BE49-F238E27FC236}">
                        <a16:creationId xmlns:a16="http://schemas.microsoft.com/office/drawing/2014/main" id="{F56EF346-1924-8D4A-230E-F82FDA8B1340}"/>
                      </a:ext>
                    </a:extLst>
                  </p:cNvPr>
                  <p:cNvSpPr/>
                  <p:nvPr/>
                </p:nvSpPr>
                <p:spPr>
                  <a:xfrm>
                    <a:off x="3367389" y="3532617"/>
                    <a:ext cx="238943" cy="239223"/>
                  </a:xfrm>
                  <a:custGeom>
                    <a:avLst/>
                    <a:gdLst>
                      <a:gd name="connsiteX0" fmla="*/ 238944 w 238943"/>
                      <a:gd name="connsiteY0" fmla="*/ 119612 h 239223"/>
                      <a:gd name="connsiteX1" fmla="*/ 119472 w 238943"/>
                      <a:gd name="connsiteY1" fmla="*/ 239223 h 239223"/>
                      <a:gd name="connsiteX2" fmla="*/ 0 w 238943"/>
                      <a:gd name="connsiteY2" fmla="*/ 119612 h 239223"/>
                      <a:gd name="connsiteX3" fmla="*/ 119472 w 238943"/>
                      <a:gd name="connsiteY3" fmla="*/ 0 h 239223"/>
                      <a:gd name="connsiteX4" fmla="*/ 238944 w 238943"/>
                      <a:gd name="connsiteY4" fmla="*/ 119612 h 2392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8943" h="239223">
                        <a:moveTo>
                          <a:pt x="238944" y="119612"/>
                        </a:moveTo>
                        <a:cubicBezTo>
                          <a:pt x="238944" y="185671"/>
                          <a:pt x="185454" y="239223"/>
                          <a:pt x="119472" y="239223"/>
                        </a:cubicBezTo>
                        <a:cubicBezTo>
                          <a:pt x="53489" y="239223"/>
                          <a:pt x="0" y="185671"/>
                          <a:pt x="0" y="119612"/>
                        </a:cubicBezTo>
                        <a:cubicBezTo>
                          <a:pt x="0" y="53552"/>
                          <a:pt x="53489" y="0"/>
                          <a:pt x="119472" y="0"/>
                        </a:cubicBezTo>
                        <a:cubicBezTo>
                          <a:pt x="185454" y="0"/>
                          <a:pt x="238944" y="53552"/>
                          <a:pt x="238944" y="119612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  <p:sp>
                <p:nvSpPr>
                  <p:cNvPr id="117" name="Freeform 116">
                    <a:extLst>
                      <a:ext uri="{FF2B5EF4-FFF2-40B4-BE49-F238E27FC236}">
                        <a16:creationId xmlns:a16="http://schemas.microsoft.com/office/drawing/2014/main" id="{875840E9-7BFF-7A4B-270B-F42806999072}"/>
                      </a:ext>
                    </a:extLst>
                  </p:cNvPr>
                  <p:cNvSpPr/>
                  <p:nvPr/>
                </p:nvSpPr>
                <p:spPr>
                  <a:xfrm>
                    <a:off x="3398849" y="3192434"/>
                    <a:ext cx="176023" cy="548005"/>
                  </a:xfrm>
                  <a:custGeom>
                    <a:avLst/>
                    <a:gdLst>
                      <a:gd name="connsiteX0" fmla="*/ 88012 w 176023"/>
                      <a:gd name="connsiteY0" fmla="*/ 547910 h 548005"/>
                      <a:gd name="connsiteX1" fmla="*/ 88012 w 176023"/>
                      <a:gd name="connsiteY1" fmla="*/ 547910 h 548005"/>
                      <a:gd name="connsiteX2" fmla="*/ 176024 w 176023"/>
                      <a:gd name="connsiteY2" fmla="*/ 459795 h 548005"/>
                      <a:gd name="connsiteX3" fmla="*/ 176024 w 176023"/>
                      <a:gd name="connsiteY3" fmla="*/ 88115 h 548005"/>
                      <a:gd name="connsiteX4" fmla="*/ 88012 w 176023"/>
                      <a:gd name="connsiteY4" fmla="*/ 0 h 548005"/>
                      <a:gd name="connsiteX5" fmla="*/ 88012 w 176023"/>
                      <a:gd name="connsiteY5" fmla="*/ 0 h 548005"/>
                      <a:gd name="connsiteX6" fmla="*/ 0 w 176023"/>
                      <a:gd name="connsiteY6" fmla="*/ 88115 h 548005"/>
                      <a:gd name="connsiteX7" fmla="*/ 0 w 176023"/>
                      <a:gd name="connsiteY7" fmla="*/ 459891 h 548005"/>
                      <a:gd name="connsiteX8" fmla="*/ 88012 w 176023"/>
                      <a:gd name="connsiteY8" fmla="*/ 548005 h 5480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76023" h="548005">
                        <a:moveTo>
                          <a:pt x="88012" y="547910"/>
                        </a:moveTo>
                        <a:lnTo>
                          <a:pt x="88012" y="547910"/>
                        </a:lnTo>
                        <a:cubicBezTo>
                          <a:pt x="136580" y="547910"/>
                          <a:pt x="176024" y="508515"/>
                          <a:pt x="176024" y="459795"/>
                        </a:cubicBezTo>
                        <a:lnTo>
                          <a:pt x="176024" y="88115"/>
                        </a:lnTo>
                        <a:cubicBezTo>
                          <a:pt x="176024" y="39490"/>
                          <a:pt x="136675" y="0"/>
                          <a:pt x="88012" y="0"/>
                        </a:cubicBezTo>
                        <a:lnTo>
                          <a:pt x="88012" y="0"/>
                        </a:lnTo>
                        <a:cubicBezTo>
                          <a:pt x="39444" y="0"/>
                          <a:pt x="0" y="39395"/>
                          <a:pt x="0" y="88115"/>
                        </a:cubicBezTo>
                        <a:lnTo>
                          <a:pt x="0" y="459891"/>
                        </a:lnTo>
                        <a:cubicBezTo>
                          <a:pt x="0" y="508515"/>
                          <a:pt x="39349" y="548005"/>
                          <a:pt x="88012" y="548005"/>
                        </a:cubicBezTo>
                        <a:close/>
                      </a:path>
                    </a:pathLst>
                  </a:custGeom>
                  <a:solidFill>
                    <a:srgbClr val="414C52"/>
                  </a:solidFill>
                  <a:ln w="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 sz="1600">
                      <a:latin typeface="Figtree" pitchFamily="2" charset="0"/>
                    </a:endParaRPr>
                  </a:p>
                </p:txBody>
              </p:sp>
            </p:grpSp>
          </p:grpSp>
        </p:grp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ED5E1BFE-864A-AAC7-912E-6243BC083ECF}"/>
                </a:ext>
              </a:extLst>
            </p:cNvPr>
            <p:cNvSpPr txBox="1"/>
            <p:nvPr/>
          </p:nvSpPr>
          <p:spPr>
            <a:xfrm>
              <a:off x="1895182" y="4345433"/>
              <a:ext cx="1565119" cy="12829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7200" b="1">
                  <a:solidFill>
                    <a:schemeClr val="tx2"/>
                  </a:solidFill>
                  <a:latin typeface="Figtree ExtraBold" pitchFamily="2" charset="0"/>
                </a:rPr>
                <a:t>90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70BBA1-E859-EE14-6AE0-FAA05C1CA47E}"/>
                </a:ext>
              </a:extLst>
            </p:cNvPr>
            <p:cNvSpPr txBox="1"/>
            <p:nvPr/>
          </p:nvSpPr>
          <p:spPr>
            <a:xfrm>
              <a:off x="1910650" y="5422257"/>
              <a:ext cx="1617969" cy="443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  <a:spcAft>
                  <a:spcPts val="600"/>
                </a:spcAft>
              </a:pPr>
              <a:r>
                <a:rPr lang="en-US" sz="2000" b="1" spc="1000">
                  <a:solidFill>
                    <a:schemeClr val="tx2"/>
                  </a:solidFill>
                  <a:latin typeface="Figtree" pitchFamily="2" charset="0"/>
                </a:rPr>
                <a:t>DAYS</a:t>
              </a:r>
            </a:p>
          </p:txBody>
        </p:sp>
      </p:grpSp>
      <p:sp>
        <p:nvSpPr>
          <p:cNvPr id="173" name="Shape 6313">
            <a:extLst>
              <a:ext uri="{FF2B5EF4-FFF2-40B4-BE49-F238E27FC236}">
                <a16:creationId xmlns:a16="http://schemas.microsoft.com/office/drawing/2014/main" id="{4AC10E40-2E47-7B13-8C31-16AB7F947D22}"/>
              </a:ext>
            </a:extLst>
          </p:cNvPr>
          <p:cNvSpPr txBox="1"/>
          <p:nvPr/>
        </p:nvSpPr>
        <p:spPr>
          <a:xfrm>
            <a:off x="9060753" y="3089586"/>
            <a:ext cx="6870131" cy="1031011"/>
          </a:xfrm>
          <a:prstGeom prst="rect">
            <a:avLst/>
          </a:prstGeom>
          <a:noFill/>
          <a:ln>
            <a:noFill/>
          </a:ln>
        </p:spPr>
        <p:txBody>
          <a:bodyPr wrap="square" lIns="91426" tIns="45700" rIns="91426" bIns="45700" anchor="t" anchorCtr="0">
            <a:spAutoFit/>
          </a:bodyPr>
          <a:lstStyle/>
          <a:p>
            <a:pPr defTabSz="1828434"/>
            <a:r>
              <a:rPr lang="en-US" sz="2800">
                <a:solidFill>
                  <a:schemeClr val="tx2"/>
                </a:solidFill>
                <a:latin typeface="Figtree" pitchFamily="2" charset="0"/>
              </a:rPr>
              <a:t>Confirm SAP expansion approval and initiate scoping. Meet with Marcus and Priya to align on SOW structure and ServiceNow SAM Pro boundary.</a:t>
            </a:r>
            <a:endParaRPr lang="en-US" sz="2800">
              <a:solidFill>
                <a:schemeClr val="tx2"/>
              </a:solidFill>
              <a:latin typeface="Figtree" pitchFamily="2" charset="0"/>
              <a:ea typeface="+mn-lt"/>
              <a:cs typeface="+mn-lt"/>
            </a:endParaRPr>
          </a:p>
          <a:p>
            <a:pPr defTabSz="1828434">
              <a:spcBef>
                <a:spcPts val="600"/>
              </a:spcBef>
            </a:pPr>
            <a:endParaRPr lang="en-US" sz="2800">
              <a:solidFill>
                <a:schemeClr val="tx2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8386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">
            <a:extLst>
              <a:ext uri="{FF2B5EF4-FFF2-40B4-BE49-F238E27FC236}">
                <a16:creationId xmlns:a16="http://schemas.microsoft.com/office/drawing/2014/main" id="{E1E863E6-C71F-4F53-98A6-87C0D8121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Thank 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273247"/>
      </p:ext>
    </p:extLst>
  </p:cSld>
  <p:clrMapOvr>
    <a:masterClrMapping/>
  </p:clrMapOvr>
</p:sld>
</file>

<file path=ppt/theme/theme1.xml><?xml version="1.0" encoding="utf-8"?>
<a:theme xmlns:a="http://schemas.openxmlformats.org/drawingml/2006/main" name="Anglepoint Theme">
  <a:themeElements>
    <a:clrScheme name="Anglepoint Colors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Blank Template - 2022 04 07.pptx" id="{FA262F6F-FDCA-4750-824B-35C3098784ED}" vid="{9533A254-A57C-4D03-A6EB-0F343D435801}"/>
    </a:ext>
  </a:extLst>
</a:theme>
</file>

<file path=ppt/theme/theme2.xml><?xml version="1.0" encoding="utf-8"?>
<a:theme xmlns:a="http://schemas.openxmlformats.org/drawingml/2006/main" name="Anglepoint Theme">
  <a:themeElements>
    <a:clrScheme name="Anglepoint Colors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Blank Template - 2022 04 07.pptx" id="{FA262F6F-FDCA-4750-824B-35C3098784ED}" vid="{9533A254-A57C-4D03-A6EB-0F343D435801}"/>
    </a:ext>
  </a:extLst>
</a:theme>
</file>

<file path=ppt/theme/theme3.xml><?xml version="1.0" encoding="utf-8"?>
<a:theme xmlns:a="http://schemas.openxmlformats.org/drawingml/2006/main" name="1_Anglepoint Theme-MQ-2024">
  <a:themeElements>
    <a:clrScheme name="Anglepoint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FB81C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">
      <a:majorFont>
        <a:latin typeface="TT Norms Pro ExtraBold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19050" cap="flat">
          <a:solidFill>
            <a:srgbClr val="082C49"/>
          </a:solidFill>
          <a:prstDash val="solid"/>
          <a:miter/>
        </a:ln>
      </a:spPr>
      <a:bodyPr/>
      <a:lstStyle/>
    </a:lnDef>
    <a:txDef>
      <a:spPr/>
      <a:bodyPr wrap="square" lIns="0" tIns="0" rIns="0" bIns="0">
        <a:spAutoFit/>
      </a:bodyPr>
      <a:lstStyle>
        <a:defPPr marL="0" indent="0" algn="l">
          <a:lnSpc>
            <a:spcPct val="100000"/>
          </a:lnSpc>
          <a:buNone/>
          <a:defRPr sz="3200" b="1" dirty="0">
            <a:solidFill>
              <a:schemeClr val="tx2"/>
            </a:solidFill>
            <a:latin typeface="TT Norms Pro" panose="02000503030000020003" pitchFamily="50" charset="0"/>
            <a:cs typeface="Calibri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Stock Sales Slides - 2022 11 22.pptx" id="{81C74E56-22A8-4026-9C36-980DAE8F0B9E}" vid="{C9554448-A834-41B1-BB3C-0B88B63B60EE}"/>
    </a:ext>
  </a:extLst>
</a:theme>
</file>

<file path=ppt/theme/theme4.xml><?xml version="1.0" encoding="utf-8"?>
<a:theme xmlns:a="http://schemas.openxmlformats.org/drawingml/2006/main" name="2_Anglepoint Theme-MQ-2024">
  <a:themeElements>
    <a:clrScheme name="Anglepoint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FB81C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">
      <a:majorFont>
        <a:latin typeface="TT Norms Pro ExtraBold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1905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Stock Sales Slides - 2022 11 22.pptx" id="{81C74E56-22A8-4026-9C36-980DAE8F0B9E}" vid="{C9554448-A834-41B1-BB3C-0B88B63B60EE}"/>
    </a:ext>
  </a:extLst>
</a:theme>
</file>

<file path=ppt/theme/theme5.xml><?xml version="1.0" encoding="utf-8"?>
<a:theme xmlns:a="http://schemas.openxmlformats.org/drawingml/2006/main" name="Office Theme">
  <a:themeElements>
    <a:clrScheme name="Anglepoint Colors">
      <a:dk1>
        <a:srgbClr val="002B49"/>
      </a:dk1>
      <a:lt1>
        <a:srgbClr val="FFFFFF"/>
      </a:lt1>
      <a:dk2>
        <a:srgbClr val="5B6670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Anglepoint Colors">
      <a:dk1>
        <a:srgbClr val="002B49"/>
      </a:dk1>
      <a:lt1>
        <a:srgbClr val="FFFFFF"/>
      </a:lt1>
      <a:dk2>
        <a:srgbClr val="5B6670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Anglepoint Theme">
  <a:themeElements>
    <a:clrScheme name="Anglepoint Colors">
      <a:dk1>
        <a:srgbClr val="5B6670"/>
      </a:dk1>
      <a:lt1>
        <a:srgbClr val="FFFFFF"/>
      </a:lt1>
      <a:dk2>
        <a:srgbClr val="002B49"/>
      </a:dk2>
      <a:lt2>
        <a:srgbClr val="CFD2D3"/>
      </a:lt2>
      <a:accent1>
        <a:srgbClr val="32657E"/>
      </a:accent1>
      <a:accent2>
        <a:srgbClr val="F8D03F"/>
      </a:accent2>
      <a:accent3>
        <a:srgbClr val="FF9015"/>
      </a:accent3>
      <a:accent4>
        <a:srgbClr val="DC4745"/>
      </a:accent4>
      <a:accent5>
        <a:srgbClr val="55B7B3"/>
      </a:accent5>
      <a:accent6>
        <a:srgbClr val="0288AB"/>
      </a:accent6>
      <a:hlink>
        <a:srgbClr val="31647F"/>
      </a:hlink>
      <a:folHlink>
        <a:srgbClr val="0487AB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glepoint - Blank Template - 2022 04 07.pptx" id="{FA262F6F-FDCA-4750-824B-35C3098784ED}" vid="{9533A254-A57C-4D03-A6EB-0F343D435801}"/>
    </a:ext>
  </a:extLst>
</a:theme>
</file>

<file path=ppt/theme/theme50.xml><?xml version="1.0" encoding="utf-8"?>
<a:theme xmlns:a="http://schemas.openxmlformats.org/drawingml/2006/main" name="1_Anglepoint Theme">
  <a:themeElements>
    <a:clrScheme name="Anglepoint">
      <a:dk1>
        <a:srgbClr val="808CA0"/>
      </a:dk1>
      <a:lt1>
        <a:srgbClr val="FFFFFF"/>
      </a:lt1>
      <a:dk2>
        <a:srgbClr val="001941"/>
      </a:dk2>
      <a:lt2>
        <a:srgbClr val="BFC6D0"/>
      </a:lt2>
      <a:accent1>
        <a:srgbClr val="005F86"/>
      </a:accent1>
      <a:accent2>
        <a:srgbClr val="FFAD00"/>
      </a:accent2>
      <a:accent3>
        <a:srgbClr val="FB790F"/>
      </a:accent3>
      <a:accent4>
        <a:srgbClr val="D12742"/>
      </a:accent4>
      <a:accent5>
        <a:srgbClr val="5FD1A7"/>
      </a:accent5>
      <a:accent6>
        <a:srgbClr val="0089AF"/>
      </a:accent6>
      <a:hlink>
        <a:srgbClr val="005F86"/>
      </a:hlink>
      <a:folHlink>
        <a:srgbClr val="0089AF"/>
      </a:folHlink>
    </a:clrScheme>
    <a:fontScheme name="Anglepoint Fonts">
      <a:majorFont>
        <a:latin typeface="TT Norms Pro"/>
        <a:ea typeface=""/>
        <a:cs typeface=""/>
      </a:majorFont>
      <a:minorFont>
        <a:latin typeface="TT Norm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0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>
        <a:solidFill>
          <a:srgbClr val="FFFFFF"/>
        </a:solidFill>
        <a:ln w="25400" cap="flat">
          <a:solidFill>
            <a:srgbClr val="082C49"/>
          </a:solidFill>
          <a:prstDash val="solid"/>
          <a:miter/>
        </a:ln>
      </a:spPr>
      <a:bodyPr/>
      <a:lstStyle/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Aft>
            <a:spcPts val="600"/>
          </a:spcAft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>
      <a:srgbClr val="54D1A7"/>
    </a:custClr>
    <a:custClr>
      <a:srgbClr val="0089AF"/>
    </a:custClr>
    <a:custClr>
      <a:srgbClr val="005F86"/>
    </a:custClr>
    <a:custClr>
      <a:srgbClr val="003861"/>
    </a:custClr>
    <a:custClr>
      <a:srgbClr val="001941"/>
    </a:custClr>
    <a:custClr>
      <a:srgbClr val="FFAD00"/>
    </a:custClr>
    <a:custClr>
      <a:srgbClr val="FB790F"/>
    </a:custClr>
    <a:custClr>
      <a:srgbClr val="D12742"/>
    </a:custClr>
    <a:custClr>
      <a:srgbClr val="83064E"/>
    </a:custClr>
    <a:custClr>
      <a:srgbClr val="430051"/>
    </a:custClr>
    <a:custClr>
      <a:srgbClr val="7EDDBD"/>
    </a:custClr>
    <a:custClr>
      <a:srgbClr val="40A6C3"/>
    </a:custClr>
    <a:custClr>
      <a:srgbClr val="4087A4"/>
    </a:custClr>
    <a:custClr>
      <a:srgbClr val="406A88"/>
    </a:custClr>
    <a:custClr>
      <a:srgbClr val="405270"/>
    </a:custClr>
    <a:custClr>
      <a:srgbClr val="FFC140"/>
    </a:custClr>
    <a:custClr>
      <a:srgbClr val="FC9A4B"/>
    </a:custClr>
    <a:custClr>
      <a:srgbClr val="DC5D71"/>
    </a:custClr>
    <a:custClr>
      <a:srgbClr val="A2447A"/>
    </a:custClr>
    <a:custClr>
      <a:srgbClr val="72407C"/>
    </a:custClr>
    <a:custClr>
      <a:srgbClr val="A9E8D3"/>
    </a:custClr>
    <a:custClr>
      <a:srgbClr val="80C4D7"/>
    </a:custClr>
    <a:custClr>
      <a:srgbClr val="80AFC2"/>
    </a:custClr>
    <a:custClr>
      <a:srgbClr val="809BB0"/>
    </a:custClr>
    <a:custClr>
      <a:srgbClr val="808CA0"/>
    </a:custClr>
    <a:custClr>
      <a:srgbClr val="FFD680"/>
    </a:custClr>
    <a:custClr>
      <a:srgbClr val="FDBC87"/>
    </a:custClr>
    <a:custClr>
      <a:srgbClr val="E893A0"/>
    </a:custClr>
    <a:custClr>
      <a:srgbClr val="C182A6"/>
    </a:custClr>
    <a:custClr>
      <a:srgbClr val="A180A8"/>
    </a:custClr>
    <a:custClr>
      <a:srgbClr val="D4F4E9"/>
    </a:custClr>
    <a:custClr>
      <a:srgbClr val="BFE1EB"/>
    </a:custClr>
    <a:custClr>
      <a:srgbClr val="BFD7E1"/>
    </a:custClr>
    <a:custClr>
      <a:srgbClr val="BFCDD7"/>
    </a:custClr>
    <a:custClr>
      <a:srgbClr val="BFC5CF"/>
    </a:custClr>
    <a:custClr>
      <a:srgbClr val="FFEABF"/>
    </a:custClr>
    <a:custClr>
      <a:srgbClr val="FEDDC3"/>
    </a:custClr>
    <a:custClr>
      <a:srgbClr val="F3C9D0"/>
    </a:custClr>
    <a:custClr>
      <a:srgbClr val="E0C1D3"/>
    </a:custClr>
    <a:custClr>
      <a:srgbClr val="D0BFD3"/>
    </a:custClr>
    <a:custClr>
      <a:srgbClr val="1FA087"/>
    </a:custClr>
    <a:custClr>
      <a:srgbClr val="0E7396"/>
    </a:custClr>
    <a:custClr>
      <a:srgbClr val="004972"/>
    </a:custClr>
    <a:custClr>
      <a:srgbClr val="00264F"/>
    </a:custClr>
    <a:custClr>
      <a:srgbClr val="000934"/>
    </a:custClr>
    <a:custClr>
      <a:srgbClr val="EC9300"/>
    </a:custClr>
    <a:custClr>
      <a:srgbClr val="EA5E07"/>
    </a:custClr>
    <a:custClr>
      <a:srgbClr val="B60938"/>
    </a:custClr>
    <a:custClr>
      <a:srgbClr val="5F0049"/>
    </a:custClr>
    <a:custClr>
      <a:srgbClr val="280041"/>
    </a:custClr>
  </a:custClrLst>
  <a:extLst>
    <a:ext uri="{05A4C25C-085E-4340-85A3-A5531E510DB2}">
      <thm15:themeFamily xmlns:thm15="http://schemas.microsoft.com/office/thememl/2012/main" name="Theme1" id="{C0C98F73-BDE2-EF4D-A5F3-5A780C15A6A0}" vid="{588D14FE-18BF-6748-AECF-329D0963F735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491f4-8344-4487-b202-62ae28265314">
      <Terms xmlns="http://schemas.microsoft.com/office/infopath/2007/PartnerControls"/>
    </lcf76f155ced4ddcb4097134ff3c332f>
    <TaxCatchAll xmlns="c0a1f413-bc11-446c-965e-2c479ee95cee" xsi:nil="true"/>
    <SharedWithUsers xmlns="c0a1f413-bc11-446c-965e-2c479ee95cee">
      <UserInfo>
        <DisplayName>Pratheek Purushotam</DisplayName>
        <AccountId>242</AccountId>
        <AccountType/>
      </UserInfo>
    </SharedWithUsers>
    <People xmlns="7eb491f4-8344-4487-b202-62ae28265314">
      <UserInfo>
        <DisplayName/>
        <AccountId xsi:nil="true"/>
        <AccountType/>
      </UserInfo>
    </People>
    <test xmlns="7eb491f4-8344-4487-b202-62ae2826531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05E95F4911A245B12EF2420C28972A" ma:contentTypeVersion="43" ma:contentTypeDescription="Create a new document." ma:contentTypeScope="" ma:versionID="427d3759cd97edc7f8de08f6b079b0ed">
  <xsd:schema xmlns:xsd="http://www.w3.org/2001/XMLSchema" xmlns:xs="http://www.w3.org/2001/XMLSchema" xmlns:p="http://schemas.microsoft.com/office/2006/metadata/properties" xmlns:ns2="c0a1f413-bc11-446c-965e-2c479ee95cee" xmlns:ns3="7eb491f4-8344-4487-b202-62ae28265314" targetNamespace="http://schemas.microsoft.com/office/2006/metadata/properties" ma:root="true" ma:fieldsID="2b82e31f54d5fa76f9365a0762fbdfea" ns2:_="" ns3:_="">
    <xsd:import namespace="c0a1f413-bc11-446c-965e-2c479ee95cee"/>
    <xsd:import namespace="7eb491f4-8344-4487-b202-62ae282653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Location" minOccurs="0"/>
                <xsd:element ref="ns3:People" minOccurs="0"/>
                <xsd:element ref="ns3:MediaServiceObjectDetectorVersions" minOccurs="0"/>
                <xsd:element ref="ns3:test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a1f413-bc11-446c-965e-2c479ee95ce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e22fb7-bda2-4abb-9aed-931b9c2dadee}" ma:internalName="TaxCatchAll" ma:showField="CatchAllData" ma:web="c0a1f413-bc11-446c-965e-2c479ee95c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491f4-8344-4487-b202-62ae282653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ea1bd80-f4d5-4d0d-8651-f5d00940d2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People" ma:index="25" nillable="true" ma:displayName="People" ma:format="Dropdown" ma:list="UserInfo" ma:SharePointGroup="0" ma:internalName="Peop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est" ma:index="27" nillable="true" ma:displayName="test" ma:format="Dropdown" ma:internalName="test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0D5F18-D58A-423A-A0A0-561872A82B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D5FFAD-1762-4DA9-94C7-DA5334049020}">
  <ds:schemaRefs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7eb491f4-8344-4487-b202-62ae28265314"/>
    <ds:schemaRef ds:uri="http://schemas.microsoft.com/office/2006/documentManagement/types"/>
    <ds:schemaRef ds:uri="c0a1f413-bc11-446c-965e-2c479ee95cee"/>
    <ds:schemaRef ds:uri="http://schemas.microsoft.com/office/infopath/2007/PartnerControls"/>
    <ds:schemaRef ds:uri="http://purl.org/dc/dcmitype/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CB2159C-4282-489D-BB9E-A0A5FAD4CAA7}">
  <ds:schemaRefs>
    <ds:schemaRef ds:uri="7eb491f4-8344-4487-b202-62ae28265314"/>
    <ds:schemaRef ds:uri="c0a1f413-bc11-446c-965e-2c479ee95c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Anglepoint - Blank Template - 2022 04 07</Template>
  <TotalTime>219</TotalTime>
  <Words>5314</Words>
  <Application>Microsoft Office PowerPoint</Application>
  <PresentationFormat>Custom</PresentationFormat>
  <Paragraphs>945</Paragraphs>
  <Slides>42</Slides>
  <Notes>21</Notes>
  <HiddenSlides>8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Anglepoint Theme</vt:lpstr>
      <vt:lpstr>Anglepoint Theme</vt:lpstr>
      <vt:lpstr>1_Anglepoint Theme-MQ-2024</vt:lpstr>
      <vt:lpstr>2_Anglepoint Theme-MQ-2024</vt:lpstr>
      <vt:lpstr>PowerPoint Presentation</vt:lpstr>
      <vt:lpstr>README (then delete)</vt:lpstr>
      <vt:lpstr>Presenters</vt:lpstr>
      <vt:lpstr>AGENDA </vt:lpstr>
      <vt:lpstr>Our Culture &amp; Values</vt:lpstr>
      <vt:lpstr>ITAM Strategy</vt:lpstr>
      <vt:lpstr>SAM Charter Statement:</vt:lpstr>
      <vt:lpstr>Team Structure</vt:lpstr>
      <vt:lpstr>Driving to Continuous Outcomes Structure</vt:lpstr>
      <vt:lpstr>Software Asset Management Overview</vt:lpstr>
      <vt:lpstr>Service overview</vt:lpstr>
      <vt:lpstr>README (then delete)</vt:lpstr>
      <vt:lpstr>ELPs &amp; ROARs</vt:lpstr>
      <vt:lpstr>Executive Summary</vt:lpstr>
      <vt:lpstr>KPI Dashboard:  2026</vt:lpstr>
      <vt:lpstr>Managed Publishers Dashboard</vt:lpstr>
      <vt:lpstr>Impact Highlights</vt:lpstr>
      <vt:lpstr>Guest speaker Subject</vt:lpstr>
      <vt:lpstr>&lt;Insert Slides from Guest Speaker&gt;</vt:lpstr>
      <vt:lpstr>IN THE MARKET &amp; at Home</vt:lpstr>
      <vt:lpstr>README (then delete)</vt:lpstr>
      <vt:lpstr>Voice of Industry:  2026 </vt:lpstr>
      <vt:lpstr>2026 Audit Activity</vt:lpstr>
      <vt:lpstr>PowerPoint Presentation</vt:lpstr>
      <vt:lpstr>PowerPoint Presentation</vt:lpstr>
      <vt:lpstr>90-Day TO SUCCESS</vt:lpstr>
      <vt:lpstr>README (then delete)</vt:lpstr>
      <vt:lpstr>Key Opportunities to Strengthen and Advance ITAM</vt:lpstr>
      <vt:lpstr>KEY TAKEAWAYS</vt:lpstr>
      <vt:lpstr>Client Recognition</vt:lpstr>
      <vt:lpstr>Recommended Next Steps</vt:lpstr>
      <vt:lpstr>We need your input  :)</vt:lpstr>
      <vt:lpstr>We need your input  :)</vt:lpstr>
      <vt:lpstr>PowerPoint Presentation</vt:lpstr>
      <vt:lpstr>Thank  YOu</vt:lpstr>
      <vt:lpstr>Definitions </vt:lpstr>
      <vt:lpstr>Optional Slides</vt:lpstr>
      <vt:lpstr>Anglepoint is the leading provider of ITAM &amp; cloud managed services to the Forbes Global 2000.</vt:lpstr>
      <vt:lpstr>Service Practice Areas</vt:lpstr>
      <vt:lpstr>The Role of SAM After The Deal</vt:lpstr>
      <vt:lpstr>Managing Renewals and Supporting Complex Deals</vt:lpstr>
      <vt:lpstr>Continuous, License-Aligned Data Quality Lifecycle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Delete This Slide</dc:title>
  <dc:subject>Blank Template - 2022 04 07</dc:subject>
  <dc:creator>Will Harding</dc:creator>
  <cp:keywords>2022 04 07</cp:keywords>
  <cp:lastModifiedBy>Ashlee Gohdes</cp:lastModifiedBy>
  <cp:revision>2</cp:revision>
  <dcterms:created xsi:type="dcterms:W3CDTF">2022-10-28T09:40:51Z</dcterms:created>
  <dcterms:modified xsi:type="dcterms:W3CDTF">2026-06-26T00:54:37Z</dcterms:modified>
  <cp:category>Anglepoint Official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0x0101007805E95F4911A245B12EF2420C28972A</vt:lpwstr>
  </property>
  <property fmtid="{D5CDD505-2E9C-101B-9397-08002B2CF9AE}" pid="3" name="MediaServiceImageTags">
    <vt:lpwstr/>
  </property>
  <property fmtid="{D5CDD505-2E9C-101B-9397-08002B2CF9AE}" pid="4" name="MSIP_Label_2ebe2f3e-66d1-43aa-862c-e03747748ea8_Enabled">
    <vt:lpwstr>true</vt:lpwstr>
  </property>
  <property fmtid="{D5CDD505-2E9C-101B-9397-08002B2CF9AE}" pid="5" name="MSIP_Label_2ebe2f3e-66d1-43aa-862c-e03747748ea8_SetDate">
    <vt:lpwstr>2025-03-12T17:46:53Z</vt:lpwstr>
  </property>
  <property fmtid="{D5CDD505-2E9C-101B-9397-08002B2CF9AE}" pid="6" name="MSIP_Label_2ebe2f3e-66d1-43aa-862c-e03747748ea8_Method">
    <vt:lpwstr>Standard</vt:lpwstr>
  </property>
  <property fmtid="{D5CDD505-2E9C-101B-9397-08002B2CF9AE}" pid="7" name="MSIP_Label_2ebe2f3e-66d1-43aa-862c-e03747748ea8_Name">
    <vt:lpwstr>2ebe2f3e-66d1-43aa-862c-e03747748ea8</vt:lpwstr>
  </property>
  <property fmtid="{D5CDD505-2E9C-101B-9397-08002B2CF9AE}" pid="8" name="MSIP_Label_2ebe2f3e-66d1-43aa-862c-e03747748ea8_SiteId">
    <vt:lpwstr>a542f95f-3ffc-42ca-8982-86980508f40c</vt:lpwstr>
  </property>
  <property fmtid="{D5CDD505-2E9C-101B-9397-08002B2CF9AE}" pid="9" name="MSIP_Label_2ebe2f3e-66d1-43aa-862c-e03747748ea8_ActionId">
    <vt:lpwstr>64012b10-2910-4b57-a810-16f221f1e176</vt:lpwstr>
  </property>
  <property fmtid="{D5CDD505-2E9C-101B-9397-08002B2CF9AE}" pid="10" name="MSIP_Label_2ebe2f3e-66d1-43aa-862c-e03747748ea8_ContentBits">
    <vt:lpwstr>0</vt:lpwstr>
  </property>
  <property fmtid="{D5CDD505-2E9C-101B-9397-08002B2CF9AE}" pid="11" name="MSIP_Label_2ebe2f3e-66d1-43aa-862c-e03747748ea8_Tag">
    <vt:lpwstr>10, 3, 0, 2</vt:lpwstr>
  </property>
</Properties>
</file>