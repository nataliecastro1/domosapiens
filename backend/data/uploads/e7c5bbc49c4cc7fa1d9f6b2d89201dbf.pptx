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5"/>
    <p:sldMasterId id="2147483826" r:id="rId6"/>
  </p:sldMasterIdLst>
  <p:notesMasterIdLst>
    <p:notesMasterId r:id="rId43"/>
  </p:notesMasterIdLst>
  <p:handoutMasterIdLst>
    <p:handoutMasterId r:id="rId44"/>
  </p:handoutMasterIdLst>
  <p:sldIdLst>
    <p:sldId id="7034" r:id="rId7"/>
    <p:sldId id="7044" r:id="rId8"/>
    <p:sldId id="6644" r:id="rId9"/>
    <p:sldId id="6690" r:id="rId10"/>
    <p:sldId id="7036" r:id="rId11"/>
    <p:sldId id="7046" r:id="rId12"/>
    <p:sldId id="7047" r:id="rId13"/>
    <p:sldId id="6696" r:id="rId14"/>
    <p:sldId id="7037" r:id="rId15"/>
    <p:sldId id="2147470711" r:id="rId16"/>
    <p:sldId id="2145707511" r:id="rId17"/>
    <p:sldId id="7054" r:id="rId18"/>
    <p:sldId id="6698" r:id="rId19"/>
    <p:sldId id="6699" r:id="rId20"/>
    <p:sldId id="2147470696" r:id="rId21"/>
    <p:sldId id="2147470707" r:id="rId22"/>
    <p:sldId id="7056" r:id="rId23"/>
    <p:sldId id="2145707530" r:id="rId24"/>
    <p:sldId id="7058" r:id="rId25"/>
    <p:sldId id="7060" r:id="rId26"/>
    <p:sldId id="7061" r:id="rId27"/>
    <p:sldId id="2147470662" r:id="rId28"/>
    <p:sldId id="2145707516" r:id="rId29"/>
    <p:sldId id="2147470708" r:id="rId30"/>
    <p:sldId id="2147470709" r:id="rId31"/>
    <p:sldId id="2147470710" r:id="rId32"/>
    <p:sldId id="6958" r:id="rId33"/>
    <p:sldId id="2147470651" r:id="rId34"/>
    <p:sldId id="2145707531" r:id="rId35"/>
    <p:sldId id="2145707532" r:id="rId36"/>
    <p:sldId id="2145707533" r:id="rId37"/>
    <p:sldId id="2147470665" r:id="rId38"/>
    <p:sldId id="2147470666" r:id="rId39"/>
    <p:sldId id="2147470667" r:id="rId40"/>
    <p:sldId id="2147470668" r:id="rId41"/>
    <p:sldId id="2145707585" r:id="rId42"/>
  </p:sldIdLst>
  <p:sldSz cx="24387175" cy="13716000"/>
  <p:notesSz cx="9601200" cy="7315200"/>
  <p:embeddedFontLst>
    <p:embeddedFont>
      <p:font typeface="Arial Narrow" panose="020B06060202020A0204" pitchFamily="34" charset="0"/>
      <p:regular r:id="rId45"/>
      <p:bold r:id="rId46"/>
      <p:italic r:id="rId47"/>
      <p:boldItalic r:id="rId48"/>
    </p:embeddedFont>
    <p:embeddedFont>
      <p:font typeface="Helvetica" panose="020B0604020202020204" pitchFamily="34" charset="0"/>
      <p:regular r:id="rId49"/>
      <p:bold r:id="rId50"/>
      <p:italic r:id="rId51"/>
      <p:boldItalic r:id="rId52"/>
    </p:embeddedFont>
    <p:embeddedFont>
      <p:font typeface="HGGothicE" panose="020B0909000000000000" pitchFamily="49" charset="-128"/>
      <p:regular r:id="rId53"/>
    </p:embeddedFont>
    <p:embeddedFont>
      <p:font typeface="TT Norms Pro" panose="02000503030000020003" charset="0"/>
      <p:regular r:id="rId54"/>
      <p:bold r:id="rId55"/>
      <p:italic r:id="rId56"/>
      <p:boldItalic r:id="rId57"/>
    </p:embeddedFont>
    <p:embeddedFont>
      <p:font typeface="TT Norms Pro ExtraBold" panose="02000503030000020004" charset="0"/>
      <p:bold r:id="rId58"/>
      <p:italic r:id="rId59"/>
      <p:boldItalic r:id="rId60"/>
    </p:embeddedFont>
    <p:embeddedFont>
      <p:font typeface="TT Norms Pro Light" panose="020B0604020202020204" charset="0"/>
      <p:regular r:id="rId61"/>
      <p:italic r:id="rId62"/>
    </p:embeddedFont>
    <p:embeddedFont>
      <p:font typeface="TT Norms Pro Normal" panose="02000703030000020004" charset="0"/>
      <p:regular r:id="rId63"/>
      <p:bold r:id="rId64"/>
      <p:italic r:id="rId65"/>
      <p:boldItalic r:id="rId66"/>
    </p:embeddedFont>
    <p:embeddedFont>
      <p:font typeface="TTNormsPro-DemiBold" panose="02000703030000020004" charset="0"/>
      <p:regular r:id="rId67"/>
      <p:bold r:id="rId68"/>
      <p:italic r:id="rId69"/>
      <p:boldItalic r:id="rId70"/>
    </p:embeddedFont>
    <p:embeddedFont>
      <p:font typeface="TTNormsPro-Regular" panose="02000503030000020003" charset="0"/>
      <p:regular r:id="rId71"/>
    </p:embeddedFont>
  </p:embeddedFontLst>
  <p:defaultTextStyle>
    <a:defPPr>
      <a:defRPr lang="en-US"/>
    </a:defPPr>
    <a:lvl1pPr marL="0" algn="l" defTabSz="457131" rtl="0" eaLnBrk="1" latinLnBrk="0" hangingPunct="1">
      <a:defRPr sz="1800" kern="1200">
        <a:solidFill>
          <a:schemeClr val="tx1"/>
        </a:solidFill>
        <a:latin typeface="+mn-lt"/>
        <a:ea typeface="+mn-ea"/>
        <a:cs typeface="+mn-cs"/>
      </a:defRPr>
    </a:lvl1pPr>
    <a:lvl2pPr marL="457131" algn="l" defTabSz="457131" rtl="0" eaLnBrk="1" latinLnBrk="0" hangingPunct="1">
      <a:defRPr sz="1800" kern="1200">
        <a:solidFill>
          <a:schemeClr val="tx1"/>
        </a:solidFill>
        <a:latin typeface="+mn-lt"/>
        <a:ea typeface="+mn-ea"/>
        <a:cs typeface="+mn-cs"/>
      </a:defRPr>
    </a:lvl2pPr>
    <a:lvl3pPr marL="914264" algn="l" defTabSz="457131" rtl="0" eaLnBrk="1" latinLnBrk="0" hangingPunct="1">
      <a:defRPr sz="1800" kern="1200">
        <a:solidFill>
          <a:schemeClr val="tx1"/>
        </a:solidFill>
        <a:latin typeface="+mn-lt"/>
        <a:ea typeface="+mn-ea"/>
        <a:cs typeface="+mn-cs"/>
      </a:defRPr>
    </a:lvl3pPr>
    <a:lvl4pPr marL="1371395" algn="l" defTabSz="457131" rtl="0" eaLnBrk="1" latinLnBrk="0" hangingPunct="1">
      <a:defRPr sz="1800" kern="1200">
        <a:solidFill>
          <a:schemeClr val="tx1"/>
        </a:solidFill>
        <a:latin typeface="+mn-lt"/>
        <a:ea typeface="+mn-ea"/>
        <a:cs typeface="+mn-cs"/>
      </a:defRPr>
    </a:lvl4pPr>
    <a:lvl5pPr marL="1828525" algn="l" defTabSz="457131" rtl="0" eaLnBrk="1" latinLnBrk="0" hangingPunct="1">
      <a:defRPr sz="1800" kern="1200">
        <a:solidFill>
          <a:schemeClr val="tx1"/>
        </a:solidFill>
        <a:latin typeface="+mn-lt"/>
        <a:ea typeface="+mn-ea"/>
        <a:cs typeface="+mn-cs"/>
      </a:defRPr>
    </a:lvl5pPr>
    <a:lvl6pPr marL="2285656" algn="l" defTabSz="457131" rtl="0" eaLnBrk="1" latinLnBrk="0" hangingPunct="1">
      <a:defRPr sz="1800" kern="1200">
        <a:solidFill>
          <a:schemeClr val="tx1"/>
        </a:solidFill>
        <a:latin typeface="+mn-lt"/>
        <a:ea typeface="+mn-ea"/>
        <a:cs typeface="+mn-cs"/>
      </a:defRPr>
    </a:lvl6pPr>
    <a:lvl7pPr marL="2742789" algn="l" defTabSz="457131" rtl="0" eaLnBrk="1" latinLnBrk="0" hangingPunct="1">
      <a:defRPr sz="1800" kern="1200">
        <a:solidFill>
          <a:schemeClr val="tx1"/>
        </a:solidFill>
        <a:latin typeface="+mn-lt"/>
        <a:ea typeface="+mn-ea"/>
        <a:cs typeface="+mn-cs"/>
      </a:defRPr>
    </a:lvl7pPr>
    <a:lvl8pPr marL="3199920" algn="l" defTabSz="457131" rtl="0" eaLnBrk="1" latinLnBrk="0" hangingPunct="1">
      <a:defRPr sz="1800" kern="1200">
        <a:solidFill>
          <a:schemeClr val="tx1"/>
        </a:solidFill>
        <a:latin typeface="+mn-lt"/>
        <a:ea typeface="+mn-ea"/>
        <a:cs typeface="+mn-cs"/>
      </a:defRPr>
    </a:lvl8pPr>
    <a:lvl9pPr marL="3657051" algn="l" defTabSz="457131"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FBFFB34-30EB-6A49-AC7D-AAF89BB51D8D}">
          <p14:sldIdLst>
            <p14:sldId id="7034"/>
            <p14:sldId id="7044"/>
            <p14:sldId id="6644"/>
            <p14:sldId id="6690"/>
            <p14:sldId id="7036"/>
            <p14:sldId id="7046"/>
            <p14:sldId id="7047"/>
            <p14:sldId id="6696"/>
            <p14:sldId id="7037"/>
            <p14:sldId id="2147470711"/>
            <p14:sldId id="2145707511"/>
            <p14:sldId id="7054"/>
            <p14:sldId id="6698"/>
            <p14:sldId id="6699"/>
            <p14:sldId id="2147470696"/>
            <p14:sldId id="2147470707"/>
            <p14:sldId id="7056"/>
            <p14:sldId id="2145707530"/>
            <p14:sldId id="7058"/>
            <p14:sldId id="7060"/>
            <p14:sldId id="7061"/>
            <p14:sldId id="2147470662"/>
            <p14:sldId id="2145707516"/>
            <p14:sldId id="2147470708"/>
            <p14:sldId id="2147470709"/>
            <p14:sldId id="2147470710"/>
            <p14:sldId id="6958"/>
            <p14:sldId id="2147470651"/>
          </p14:sldIdLst>
        </p14:section>
        <p14:section name="Zoomable Slides" id="{CD12D174-1035-4319-9DC7-3F5C970FF4D9}">
          <p14:sldIdLst>
            <p14:sldId id="2145707531"/>
            <p14:sldId id="2145707532"/>
            <p14:sldId id="2145707533"/>
            <p14:sldId id="2147470665"/>
            <p14:sldId id="2147470666"/>
            <p14:sldId id="2147470667"/>
            <p14:sldId id="2147470668"/>
            <p14:sldId id="2145707585"/>
          </p14:sldIdLst>
        </p14:section>
      </p14:sectionLst>
    </p:ext>
    <p:ext uri="{EFAFB233-063F-42B5-8137-9DF3F51BA10A}">
      <p15:sldGuideLst xmlns:p15="http://schemas.microsoft.com/office/powerpoint/2012/main">
        <p15:guide id="1" orient="horz" pos="2160" userDrawn="1">
          <p15:clr>
            <a:srgbClr val="A4A3A4"/>
          </p15:clr>
        </p15:guide>
        <p15:guide id="2" pos="768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BE8E599-9E13-DD26-9845-0E2ABFFAEADF}" name="Selina Baranowski" initials="SB" userId="S::selina.baranowski@anglepoint.com::a96aff02-ec72-4e95-9f2c-68c487586473" providerId="AD"/>
  <p188:author id="{4AD43EA3-FF19-90FA-16E9-DA23BCC63EB2}" name="Zarra Leonte" initials="ZL" userId="S::zarra.leonte@anglepoint.com::aaac95ad-87cd-4491-b38a-119e3ad60dd4" providerId="AD"/>
  <p188:author id="{24715FB6-87D0-5ABA-58D2-2ECDE5892D69}" name="Pooja Singh" initials="PS" userId="S::pooja.singh@anglepoint.com::a1c37484-8981-446b-a54a-192d5fbb1991" providerId="AD"/>
  <p188:author id="{136C48CA-71F5-51AB-BEA3-9175DBE89C5A}" name="Pratheek Purushotam" initials="PP" userId="S::pratheek.purushotam@anglepoint.com::7971e4b1-f7a5-4705-864d-fb8cd0d9bd4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478"/>
    <a:srgbClr val="F8D03F"/>
    <a:srgbClr val="002B49"/>
    <a:srgbClr val="00674E"/>
    <a:srgbClr val="663300"/>
    <a:srgbClr val="996633"/>
    <a:srgbClr val="377AA4"/>
    <a:srgbClr val="F9F9F9"/>
    <a:srgbClr val="FAFAFA"/>
    <a:srgbClr val="367B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342" y="132"/>
      </p:cViewPr>
      <p:guideLst>
        <p:guide orient="horz" pos="2160"/>
        <p:guide pos="768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font" Target="fonts/font3.fntdata"/><Relationship Id="rId63" Type="http://schemas.openxmlformats.org/officeDocument/2006/relationships/font" Target="fonts/font19.fntdata"/><Relationship Id="rId68" Type="http://schemas.openxmlformats.org/officeDocument/2006/relationships/font" Target="fonts/font24.fntdata"/><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font" Target="fonts/font22.fntdata"/><Relationship Id="rId74" Type="http://schemas.openxmlformats.org/officeDocument/2006/relationships/theme" Target="theme/theme1.xml"/><Relationship Id="rId5" Type="http://schemas.openxmlformats.org/officeDocument/2006/relationships/slideMaster" Target="slideMasters/slideMaster1.xml"/><Relationship Id="rId61" Type="http://schemas.openxmlformats.org/officeDocument/2006/relationships/font" Target="fonts/font17.fntdata"/><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openxmlformats.org/officeDocument/2006/relationships/font" Target="fonts/font25.fntdata"/><Relationship Id="rId8" Type="http://schemas.openxmlformats.org/officeDocument/2006/relationships/slide" Target="slides/slide2.xml"/><Relationship Id="rId51" Type="http://schemas.openxmlformats.org/officeDocument/2006/relationships/font" Target="fonts/font7.fntdata"/><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font" Target="fonts/font23.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font" Target="fonts/font10.fntdata"/><Relationship Id="rId62" Type="http://schemas.openxmlformats.org/officeDocument/2006/relationships/font" Target="fonts/font18.fntdata"/><Relationship Id="rId70" Type="http://schemas.openxmlformats.org/officeDocument/2006/relationships/font" Target="fonts/font26.fntdata"/><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handoutMaster" Target="handoutMasters/handout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font" Target="fonts/font21.fntdata"/><Relationship Id="rId73"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font" Target="fonts/font6.fntdata"/><Relationship Id="rId55" Type="http://schemas.openxmlformats.org/officeDocument/2006/relationships/font" Target="fonts/font11.fntdata"/><Relationship Id="rId76" Type="http://schemas.microsoft.com/office/2018/10/relationships/authors" Target="authors.xml"/><Relationship Id="rId7" Type="http://schemas.openxmlformats.org/officeDocument/2006/relationships/slide" Target="slides/slide1.xml"/><Relationship Id="rId71" Type="http://schemas.openxmlformats.org/officeDocument/2006/relationships/font" Target="fonts/font27.fntdata"/></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slide" Target="../slides/slide3.xml"/><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a:extLst>
              <a:ext uri="{FF2B5EF4-FFF2-40B4-BE49-F238E27FC236}">
                <a16:creationId xmlns:a16="http://schemas.microsoft.com/office/drawing/2014/main" id="{7EA9A0B8-DDBC-4E14-88F1-9CD106DE2A75}"/>
              </a:ext>
            </a:extLst>
          </p:cNvPr>
          <p:cNvSpPr>
            <a:spLocks noGrp="1" noRot="1" noMove="1" noResize="1" noEditPoints="1" noAdjustHandles="1" noChangeArrowheads="1" noChangeShapeType="1"/>
          </p:cNvSpPr>
          <p:nvPr>
            <p:ph type="ftr" sz="quarter" idx="2"/>
          </p:nvPr>
        </p:nvSpPr>
        <p:spPr>
          <a:xfrm>
            <a:off x="-1" y="7168896"/>
            <a:ext cx="9598978" cy="146304"/>
          </a:xfrm>
          <a:prstGeom prst="rect">
            <a:avLst/>
          </a:prstGeom>
          <a:solidFill>
            <a:schemeClr val="tx1"/>
          </a:solidFill>
        </p:spPr>
        <p:txBody>
          <a:bodyPr vert="horz" wrap="none" lIns="96661" tIns="193322" rIns="96661" bIns="193322" rtlCol="0" anchor="ctr" anchorCtr="0"/>
          <a:lstStyle>
            <a:lvl1pPr algn="l">
              <a:defRPr sz="1300"/>
            </a:lvl1pPr>
          </a:lstStyle>
          <a:p>
            <a:pPr algn="ctr" defTabSz="483233">
              <a:defRPr/>
            </a:pPr>
            <a:r>
              <a:rPr lang="en-US" sz="400">
                <a:solidFill>
                  <a:srgbClr val="FFFFFF"/>
                </a:solidFill>
                <a:latin typeface="TT Norms Pro" panose="02000503030000020003" pitchFamily="2" charset="0"/>
              </a:rPr>
              <a:t>© 2026 Anglepoint Group, Inc. Confidential. Distribution prohibited. All rights reserved.</a:t>
            </a:r>
          </a:p>
        </p:txBody>
      </p:sp>
      <p:sp>
        <p:nvSpPr>
          <p:cNvPr id="3" name="Date">
            <a:extLst>
              <a:ext uri="{FF2B5EF4-FFF2-40B4-BE49-F238E27FC236}">
                <a16:creationId xmlns:a16="http://schemas.microsoft.com/office/drawing/2014/main" id="{521E6EB1-2BBE-40FB-BB43-A6B3E9AFCD6E}"/>
              </a:ext>
            </a:extLst>
          </p:cNvPr>
          <p:cNvSpPr>
            <a:spLocks noGrp="1" noRot="1" noMove="1" noResize="1" noEditPoints="1" noAdjustHandles="1" noChangeArrowheads="1" noChangeShapeType="1"/>
          </p:cNvSpPr>
          <p:nvPr>
            <p:ph type="dt" sz="quarter" idx="1"/>
          </p:nvPr>
        </p:nvSpPr>
        <p:spPr>
          <a:xfrm>
            <a:off x="0" y="7168896"/>
            <a:ext cx="624078" cy="146304"/>
          </a:xfrm>
          <a:prstGeom prst="rect">
            <a:avLst/>
          </a:prstGeom>
        </p:spPr>
        <p:txBody>
          <a:bodyPr vert="horz" lIns="48331" tIns="193322" rIns="0" bIns="193322" rtlCol="0" anchor="ctr" anchorCtr="0"/>
          <a:lstStyle>
            <a:lvl1pPr algn="r">
              <a:defRPr sz="1300"/>
            </a:lvl1pPr>
          </a:lstStyle>
          <a:p>
            <a:pPr algn="l">
              <a:defRPr/>
            </a:pPr>
            <a:fld id="{E8FA1ABC-0233-4D1F-843C-A2A66BED4A25}" type="datetime4">
              <a:rPr lang="en-US" sz="400">
                <a:solidFill>
                  <a:srgbClr val="FFFFFF"/>
                </a:solidFill>
                <a:latin typeface="TT Norms Pro" panose="02000503030000020003" pitchFamily="2" charset="0"/>
              </a:rPr>
              <a:t>June 10, 2026</a:t>
            </a:fld>
            <a:endParaRPr lang="en-US" sz="400">
              <a:solidFill>
                <a:srgbClr val="FFFFFF"/>
              </a:solidFill>
              <a:latin typeface="TT Norms Pro" panose="02000503030000020003" pitchFamily="2" charset="0"/>
            </a:endParaRPr>
          </a:p>
        </p:txBody>
      </p:sp>
      <p:sp>
        <p:nvSpPr>
          <p:cNvPr id="5" name="Slide Number">
            <a:extLst>
              <a:ext uri="{FF2B5EF4-FFF2-40B4-BE49-F238E27FC236}">
                <a16:creationId xmlns:a16="http://schemas.microsoft.com/office/drawing/2014/main" id="{5B330D4A-FCF0-4700-9341-E32B06C0AA17}"/>
              </a:ext>
            </a:extLst>
          </p:cNvPr>
          <p:cNvSpPr>
            <a:spLocks noGrp="1" noRot="1" noMove="1" noResize="1" noEditPoints="1" noAdjustHandles="1" noChangeArrowheads="1" noChangeShapeType="1"/>
          </p:cNvSpPr>
          <p:nvPr>
            <p:ph type="sldNum" sz="quarter" idx="3"/>
          </p:nvPr>
        </p:nvSpPr>
        <p:spPr>
          <a:xfrm>
            <a:off x="8977122" y="7168896"/>
            <a:ext cx="624078" cy="146304"/>
          </a:xfrm>
          <a:prstGeom prst="rect">
            <a:avLst/>
          </a:prstGeom>
        </p:spPr>
        <p:txBody>
          <a:bodyPr vert="horz" lIns="0" tIns="19332" rIns="48331" bIns="0" rtlCol="0" anchor="b"/>
          <a:lstStyle>
            <a:lvl1pPr algn="r">
              <a:defRPr sz="1300"/>
            </a:lvl1pPr>
          </a:lstStyle>
          <a:p>
            <a:fld id="{14467186-0FDE-49C2-A6A3-2B6450395E40}" type="slidenum">
              <a:rPr lang="en-US" sz="700" b="1">
                <a:solidFill>
                  <a:schemeClr val="accent2"/>
                </a:solidFill>
              </a:rPr>
              <a:t>‹#›</a:t>
            </a:fld>
            <a:endParaRPr lang="en-US" sz="700" b="1">
              <a:solidFill>
                <a:schemeClr val="accent2"/>
              </a:solidFill>
            </a:endParaRPr>
          </a:p>
        </p:txBody>
      </p:sp>
      <p:sp>
        <p:nvSpPr>
          <p:cNvPr id="25" name="Subtitle">
            <a:extLst>
              <a:ext uri="{FF2B5EF4-FFF2-40B4-BE49-F238E27FC236}">
                <a16:creationId xmlns:a16="http://schemas.microsoft.com/office/drawing/2014/main" id="{071E5275-9C5C-478A-B549-52E7B79656A3}"/>
              </a:ext>
            </a:extLst>
          </p:cNvPr>
          <p:cNvSpPr txBox="1">
            <a:spLocks noGrp="1" noRot="1" noMove="1" noResize="1" noEditPoints="1" noAdjustHandles="1" noChangeArrowheads="1" noChangeShapeType="1"/>
          </p:cNvSpPr>
          <p:nvPr/>
        </p:nvSpPr>
        <p:spPr>
          <a:xfrm>
            <a:off x="4800603" y="-2713"/>
            <a:ext cx="3782771" cy="227035"/>
          </a:xfrm>
          <a:prstGeom prst="rect">
            <a:avLst/>
          </a:prstGeom>
        </p:spPr>
        <p:txBody>
          <a:bodyPr lIns="96661" tIns="48331" rIns="96661" bIns="0" anchor="b" anchorCtr="0"/>
          <a:lstStyle>
            <a:lvl1pPr marL="457177" indent="457200" algn="r" defTabSz="914400" rtl="0" eaLnBrk="1" latinLnBrk="0" hangingPunct="1">
              <a:lnSpc>
                <a:spcPct val="90000"/>
              </a:lnSpc>
              <a:spcBef>
                <a:spcPts val="0"/>
              </a:spcBef>
              <a:buFont typeface="Arial" panose="020B0604020202020204" pitchFamily="34" charset="0"/>
              <a:buNone/>
              <a:tabLst/>
              <a:defRPr sz="1800" b="0" i="0" kern="1200" cap="all" spc="100" baseline="0">
                <a:solidFill>
                  <a:schemeClr val="accent1"/>
                </a:solidFill>
                <a:latin typeface="TT Norms Pro" panose="0200050303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sz="800"/>
              <a:t>Thank you for your time</a:t>
            </a:r>
          </a:p>
        </p:txBody>
      </p:sp>
      <p:sp>
        <p:nvSpPr>
          <p:cNvPr id="2" name="Title">
            <a:extLst>
              <a:ext uri="{FF2B5EF4-FFF2-40B4-BE49-F238E27FC236}">
                <a16:creationId xmlns:a16="http://schemas.microsoft.com/office/drawing/2014/main" id="{62AB40D5-A6FB-4AD3-AE7C-04B850EA9CDD}"/>
              </a:ext>
            </a:extLst>
          </p:cNvPr>
          <p:cNvSpPr>
            <a:spLocks noGrp="1" noRot="1" noMove="1" noResize="1" noEditPoints="1" noAdjustHandles="1" noChangeArrowheads="1" noChangeShapeType="1"/>
          </p:cNvSpPr>
          <p:nvPr>
            <p:ph type="hdr" sz="quarter"/>
          </p:nvPr>
        </p:nvSpPr>
        <p:spPr>
          <a:xfrm>
            <a:off x="0" y="3"/>
            <a:ext cx="4800600" cy="471743"/>
          </a:xfrm>
          <a:prstGeom prst="rect">
            <a:avLst/>
          </a:prstGeom>
        </p:spPr>
        <p:txBody>
          <a:bodyPr vert="horz" lIns="289984" tIns="48331" rIns="96661" bIns="48331" rtlCol="0"/>
          <a:lstStyle>
            <a:lvl1pPr algn="l">
              <a:defRPr sz="1300"/>
            </a:lvl1pPr>
          </a:lstStyle>
          <a:p>
            <a:r>
              <a:rPr lang="en-US" sz="3000" b="1" spc="-106">
                <a:solidFill>
                  <a:srgbClr val="002B49"/>
                </a:solidFill>
                <a:latin typeface="TT Norms Pro"/>
                <a:ea typeface="+mj-ea"/>
                <a:cs typeface="+mj-cs"/>
              </a:rPr>
              <a:t>Presentation Handout</a:t>
            </a:r>
            <a:endParaRPr lang="en-US" sz="3000"/>
          </a:p>
        </p:txBody>
      </p:sp>
      <p:pic>
        <p:nvPicPr>
          <p:cNvPr id="9" name="Anglepoint Logo">
            <a:hlinkClick r:id="rId2" action="ppaction://hlinksldjump"/>
            <a:extLst>
              <a:ext uri="{FF2B5EF4-FFF2-40B4-BE49-F238E27FC236}">
                <a16:creationId xmlns:a16="http://schemas.microsoft.com/office/drawing/2014/main" id="{D19A17A5-149C-4FD7-87DC-47F0FF666F4E}"/>
              </a:ext>
            </a:extLst>
          </p:cNvPr>
          <p:cNvPicPr>
            <a:picLocks noGrp="1" noRo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46235" y="62160"/>
            <a:ext cx="739013" cy="162161"/>
          </a:xfrm>
          <a:prstGeom prst="rect">
            <a:avLst/>
          </a:prstGeom>
        </p:spPr>
      </p:pic>
    </p:spTree>
    <p:extLst>
      <p:ext uri="{BB962C8B-B14F-4D97-AF65-F5344CB8AC3E}">
        <p14:creationId xmlns:p14="http://schemas.microsoft.com/office/powerpoint/2010/main" val="5556320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slide" Target="../slides/slide3.xml"/><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5" name="Footer">
            <a:extLst>
              <a:ext uri="{FF2B5EF4-FFF2-40B4-BE49-F238E27FC236}">
                <a16:creationId xmlns:a16="http://schemas.microsoft.com/office/drawing/2014/main" id="{A62C398F-CE24-4A9B-A3EF-BD94401A70C4}"/>
              </a:ext>
            </a:extLst>
          </p:cNvPr>
          <p:cNvSpPr>
            <a:spLocks noGrp="1" noRot="1" noMove="1" noResize="1" noEditPoints="1" noAdjustHandles="1" noChangeArrowheads="1" noChangeShapeType="1"/>
          </p:cNvSpPr>
          <p:nvPr>
            <p:ph type="ftr" sz="quarter" idx="4"/>
          </p:nvPr>
        </p:nvSpPr>
        <p:spPr>
          <a:xfrm>
            <a:off x="2222" y="7168896"/>
            <a:ext cx="9598978" cy="146304"/>
          </a:xfrm>
          <a:prstGeom prst="rect">
            <a:avLst/>
          </a:prstGeom>
          <a:solidFill>
            <a:schemeClr val="tx1"/>
          </a:solidFill>
        </p:spPr>
        <p:txBody>
          <a:bodyPr vert="horz" wrap="none" lIns="96661" tIns="193322" rIns="96661" bIns="193322" rtlCol="0" anchor="ctr" anchorCtr="0"/>
          <a:lstStyle>
            <a:lvl1pPr algn="l">
              <a:defRPr sz="1300"/>
            </a:lvl1pPr>
          </a:lstStyle>
          <a:p>
            <a:pPr algn="ctr" defTabSz="483233">
              <a:defRPr/>
            </a:pPr>
            <a:r>
              <a:rPr lang="en-US" sz="400">
                <a:solidFill>
                  <a:srgbClr val="FFFFFF"/>
                </a:solidFill>
                <a:latin typeface="TT Norms Pro" panose="02000503030000020003" pitchFamily="2" charset="0"/>
              </a:rPr>
              <a:t>© 2026 Anglepoint Group, Inc. Confidential. Distribution prohibited. All rights reserved.</a:t>
            </a:r>
          </a:p>
        </p:txBody>
      </p:sp>
      <p:sp>
        <p:nvSpPr>
          <p:cNvPr id="36" name="Date">
            <a:extLst>
              <a:ext uri="{FF2B5EF4-FFF2-40B4-BE49-F238E27FC236}">
                <a16:creationId xmlns:a16="http://schemas.microsoft.com/office/drawing/2014/main" id="{BDF1B651-4C76-48AB-A4AD-86FCF5DA09BB}"/>
              </a:ext>
            </a:extLst>
          </p:cNvPr>
          <p:cNvSpPr>
            <a:spLocks noGrp="1" noRot="1" noMove="1" noResize="1" noEditPoints="1" noAdjustHandles="1" noChangeArrowheads="1" noChangeShapeType="1"/>
          </p:cNvSpPr>
          <p:nvPr>
            <p:ph type="dt" sz="quarter" idx="1"/>
          </p:nvPr>
        </p:nvSpPr>
        <p:spPr>
          <a:xfrm>
            <a:off x="0" y="7168896"/>
            <a:ext cx="624078" cy="146304"/>
          </a:xfrm>
          <a:prstGeom prst="rect">
            <a:avLst/>
          </a:prstGeom>
        </p:spPr>
        <p:txBody>
          <a:bodyPr vert="horz" lIns="48331" tIns="193322" rIns="0" bIns="193322" rtlCol="0" anchor="ctr" anchorCtr="0"/>
          <a:lstStyle>
            <a:lvl1pPr algn="r">
              <a:defRPr sz="1300"/>
            </a:lvl1pPr>
          </a:lstStyle>
          <a:p>
            <a:pPr algn="l">
              <a:defRPr/>
            </a:pPr>
            <a:fld id="{E8FA1ABC-0233-4D1F-843C-A2A66BED4A25}" type="datetime4">
              <a:rPr lang="en-US" sz="400" smtClean="0">
                <a:solidFill>
                  <a:srgbClr val="FFFFFF"/>
                </a:solidFill>
                <a:latin typeface="TT Norms Pro" panose="02000503030000020003" pitchFamily="2" charset="0"/>
              </a:rPr>
              <a:t>June 10, 2026</a:t>
            </a:fld>
            <a:endParaRPr lang="en-US" sz="400">
              <a:solidFill>
                <a:srgbClr val="FFFFFF"/>
              </a:solidFill>
              <a:latin typeface="TT Norms Pro" panose="02000503030000020003" pitchFamily="2" charset="0"/>
            </a:endParaRPr>
          </a:p>
        </p:txBody>
      </p:sp>
      <p:sp>
        <p:nvSpPr>
          <p:cNvPr id="37" name="Slide Number">
            <a:extLst>
              <a:ext uri="{FF2B5EF4-FFF2-40B4-BE49-F238E27FC236}">
                <a16:creationId xmlns:a16="http://schemas.microsoft.com/office/drawing/2014/main" id="{A3FA0C85-637B-4271-A1B3-A1727304FBE6}"/>
              </a:ext>
            </a:extLst>
          </p:cNvPr>
          <p:cNvSpPr>
            <a:spLocks noGrp="1" noRot="1" noMove="1" noResize="1" noEditPoints="1" noAdjustHandles="1" noChangeArrowheads="1" noChangeShapeType="1"/>
          </p:cNvSpPr>
          <p:nvPr>
            <p:ph type="sldNum" sz="quarter" idx="5"/>
          </p:nvPr>
        </p:nvSpPr>
        <p:spPr>
          <a:xfrm>
            <a:off x="8977122" y="7168896"/>
            <a:ext cx="624078" cy="146304"/>
          </a:xfrm>
          <a:prstGeom prst="rect">
            <a:avLst/>
          </a:prstGeom>
        </p:spPr>
        <p:txBody>
          <a:bodyPr vert="horz" lIns="0" tIns="19332" rIns="48331" bIns="0" rtlCol="0" anchor="t" anchorCtr="0"/>
          <a:lstStyle>
            <a:lvl1pPr algn="r">
              <a:defRPr sz="1300"/>
            </a:lvl1pPr>
          </a:lstStyle>
          <a:p>
            <a:fld id="{14467186-0FDE-49C2-A6A3-2B6450395E40}" type="slidenum">
              <a:rPr lang="en-US" sz="700" b="1" smtClean="0">
                <a:solidFill>
                  <a:schemeClr val="accent2"/>
                </a:solidFill>
              </a:rPr>
              <a:t>‹#›</a:t>
            </a:fld>
            <a:endParaRPr lang="en-US" sz="700" b="1">
              <a:solidFill>
                <a:schemeClr val="accent2"/>
              </a:solidFill>
            </a:endParaRPr>
          </a:p>
        </p:txBody>
      </p:sp>
      <p:sp>
        <p:nvSpPr>
          <p:cNvPr id="5" name="Notes"/>
          <p:cNvSpPr>
            <a:spLocks noGrp="1" noRot="1" noMove="1" noResize="1" noEditPoints="1" noAdjustHandles="1" noChangeArrowheads="1" noChangeShapeType="1"/>
          </p:cNvSpPr>
          <p:nvPr>
            <p:ph type="body" sz="quarter" idx="3"/>
          </p:nvPr>
        </p:nvSpPr>
        <p:spPr>
          <a:xfrm>
            <a:off x="624078" y="3520439"/>
            <a:ext cx="8353044" cy="3514016"/>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Image"/>
          <p:cNvSpPr>
            <a:spLocks noGrp="1" noRot="1" noChangeAspect="1" noMove="1" noResize="1" noEditPoints="1" noAdjustHandles="1" noChangeArrowheads="1" noChangeShapeType="1"/>
          </p:cNvSpPr>
          <p:nvPr>
            <p:ph type="sldImg" idx="2"/>
          </p:nvPr>
        </p:nvSpPr>
        <p:spPr>
          <a:xfrm>
            <a:off x="2606675" y="914400"/>
            <a:ext cx="4387850" cy="2468563"/>
          </a:xfrm>
          <a:prstGeom prst="rect">
            <a:avLst/>
          </a:prstGeom>
          <a:noFill/>
          <a:ln w="12700">
            <a:solidFill>
              <a:prstClr val="black"/>
            </a:solidFill>
          </a:ln>
        </p:spPr>
        <p:txBody>
          <a:bodyPr vert="horz" lIns="96661" tIns="48331" rIns="96661" bIns="48331" rtlCol="0" anchor="ctr"/>
          <a:lstStyle/>
          <a:p>
            <a:endParaRPr lang="en-US"/>
          </a:p>
        </p:txBody>
      </p:sp>
      <p:sp>
        <p:nvSpPr>
          <p:cNvPr id="31" name="Title">
            <a:extLst>
              <a:ext uri="{FF2B5EF4-FFF2-40B4-BE49-F238E27FC236}">
                <a16:creationId xmlns:a16="http://schemas.microsoft.com/office/drawing/2014/main" id="{F3C5BC61-BDD1-45BA-A307-7DD33532E484}"/>
              </a:ext>
            </a:extLst>
          </p:cNvPr>
          <p:cNvSpPr>
            <a:spLocks noGrp="1" noRot="1" noMove="1" noResize="1" noEditPoints="1" noAdjustHandles="1" noChangeArrowheads="1" noChangeShapeType="1"/>
          </p:cNvSpPr>
          <p:nvPr>
            <p:ph type="hdr" sz="quarter"/>
          </p:nvPr>
        </p:nvSpPr>
        <p:spPr>
          <a:xfrm>
            <a:off x="0" y="3"/>
            <a:ext cx="4800600" cy="471743"/>
          </a:xfrm>
          <a:prstGeom prst="rect">
            <a:avLst/>
          </a:prstGeom>
        </p:spPr>
        <p:txBody>
          <a:bodyPr vert="horz" lIns="96661" tIns="48331" rIns="96661" bIns="48331" rtlCol="0"/>
          <a:lstStyle>
            <a:lvl1pPr algn="l">
              <a:defRPr sz="1300"/>
            </a:lvl1pPr>
          </a:lstStyle>
          <a:p>
            <a:r>
              <a:rPr kumimoji="0" lang="en-US" sz="3000" b="1" i="0" u="none" strike="noStrike" kern="1200" cap="none" spc="-106" normalizeH="0" baseline="0" noProof="0">
                <a:ln>
                  <a:noFill/>
                </a:ln>
                <a:solidFill>
                  <a:srgbClr val="002B49"/>
                </a:solidFill>
                <a:effectLst/>
                <a:uLnTx/>
                <a:uFillTx/>
                <a:latin typeface="TT Norms Pro"/>
                <a:ea typeface="+mj-ea"/>
                <a:cs typeface="+mj-cs"/>
              </a:rPr>
              <a:t>Title (Title Caps, 28 Pt Bold)</a:t>
            </a:r>
            <a:endParaRPr lang="en-US" sz="3000"/>
          </a:p>
        </p:txBody>
      </p:sp>
      <p:sp>
        <p:nvSpPr>
          <p:cNvPr id="30" name="Subtitle">
            <a:extLst>
              <a:ext uri="{FF2B5EF4-FFF2-40B4-BE49-F238E27FC236}">
                <a16:creationId xmlns:a16="http://schemas.microsoft.com/office/drawing/2014/main" id="{69F9D400-DC13-412C-B39B-6AD77D9FA189}"/>
              </a:ext>
            </a:extLst>
          </p:cNvPr>
          <p:cNvSpPr txBox="1">
            <a:spLocks noGrp="1" noRot="1" noMove="1" noResize="1" noEditPoints="1" noAdjustHandles="1" noChangeArrowheads="1" noChangeShapeType="1"/>
          </p:cNvSpPr>
          <p:nvPr/>
        </p:nvSpPr>
        <p:spPr>
          <a:xfrm>
            <a:off x="4800603" y="-2714"/>
            <a:ext cx="3782771" cy="243840"/>
          </a:xfrm>
          <a:prstGeom prst="rect">
            <a:avLst/>
          </a:prstGeom>
        </p:spPr>
        <p:txBody>
          <a:bodyPr lIns="96661" tIns="48331" rIns="96661" bIns="0" anchor="b" anchorCtr="0"/>
          <a:lstStyle>
            <a:lvl1pPr marL="457177" indent="457200" algn="r" defTabSz="914400" rtl="0" eaLnBrk="1" latinLnBrk="0" hangingPunct="1">
              <a:lnSpc>
                <a:spcPct val="90000"/>
              </a:lnSpc>
              <a:spcBef>
                <a:spcPts val="0"/>
              </a:spcBef>
              <a:buFont typeface="Arial" panose="020B0604020202020204" pitchFamily="34" charset="0"/>
              <a:buNone/>
              <a:tabLst/>
              <a:defRPr sz="1800" b="0" i="0" kern="1200" cap="all" spc="100" baseline="0">
                <a:solidFill>
                  <a:schemeClr val="accent1"/>
                </a:solidFill>
                <a:latin typeface="TT Norms Pro" panose="0200050303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sz="800"/>
              <a:t>Optional Subtitle (ALL CAPS, 8 pt regular)</a:t>
            </a:r>
          </a:p>
        </p:txBody>
      </p:sp>
      <p:pic>
        <p:nvPicPr>
          <p:cNvPr id="10" name="Anglepoint Logo">
            <a:hlinkClick r:id="rId2" action="ppaction://hlinksldjump"/>
            <a:extLst>
              <a:ext uri="{FF2B5EF4-FFF2-40B4-BE49-F238E27FC236}">
                <a16:creationId xmlns:a16="http://schemas.microsoft.com/office/drawing/2014/main" id="{EC413498-7945-4CC2-87DE-7DF7364A3F14}"/>
              </a:ext>
            </a:extLst>
          </p:cNvPr>
          <p:cNvPicPr>
            <a:picLocks noGrp="1" noRot="1" noMove="1" noResize="1" noEditPoints="1" noAdjustHandles="1" noChangeArrowheads="1" noChangeShapeType="1" noCrop="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746235" y="62160"/>
            <a:ext cx="739013" cy="162161"/>
          </a:xfrm>
          <a:prstGeom prst="rect">
            <a:avLst/>
          </a:prstGeom>
        </p:spPr>
      </p:pic>
    </p:spTree>
    <p:extLst>
      <p:ext uri="{BB962C8B-B14F-4D97-AF65-F5344CB8AC3E}">
        <p14:creationId xmlns:p14="http://schemas.microsoft.com/office/powerpoint/2010/main" val="3491604634"/>
      </p:ext>
    </p:extLst>
  </p:cSld>
  <p:clrMap bg1="lt1" tx1="dk1" bg2="lt2" tx2="dk2" accent1="accent1" accent2="accent2" accent3="accent3" accent4="accent4" accent5="accent5" accent6="accent6" hlink="hlink" folHlink="folHlink"/>
  <p:notesStyle>
    <a:lvl1pPr marL="287338" indent="-287338" algn="l" defTabSz="1828343" rtl="0" eaLnBrk="1" latinLnBrk="0" hangingPunct="1">
      <a:buFont typeface="Arial" panose="020B0604020202020204" pitchFamily="34" charset="0"/>
      <a:buChar char="•"/>
      <a:defRPr sz="1800" b="0" i="0" kern="1200">
        <a:solidFill>
          <a:schemeClr val="tx1"/>
        </a:solidFill>
        <a:latin typeface="TT Norms Pro" panose="02000503030000020003" pitchFamily="2" charset="0"/>
        <a:ea typeface="+mn-ea"/>
        <a:cs typeface="+mn-cs"/>
      </a:defRPr>
    </a:lvl1pPr>
    <a:lvl2pPr marL="627063" indent="-285750" algn="l" defTabSz="1828343" rtl="0" eaLnBrk="1" latinLnBrk="0" hangingPunct="1">
      <a:buFont typeface="Arial" panose="020B0604020202020204" pitchFamily="34" charset="0"/>
      <a:buChar char="•"/>
      <a:tabLst/>
      <a:defRPr sz="1600" b="0" i="0" kern="1200">
        <a:solidFill>
          <a:schemeClr val="tx1"/>
        </a:solidFill>
        <a:latin typeface="TT Norms Pro" panose="02000503030000020003" pitchFamily="2" charset="0"/>
        <a:ea typeface="+mn-ea"/>
        <a:cs typeface="+mn-cs"/>
      </a:defRPr>
    </a:lvl2pPr>
    <a:lvl3pPr marL="914400" indent="-285750" algn="l" defTabSz="1828343" rtl="0" eaLnBrk="1" latinLnBrk="0" hangingPunct="1">
      <a:buFont typeface="Arial" panose="020B0604020202020204" pitchFamily="34" charset="0"/>
      <a:buChar char="•"/>
      <a:defRPr sz="1400" b="0" i="0" kern="1200">
        <a:solidFill>
          <a:schemeClr val="tx1"/>
        </a:solidFill>
        <a:latin typeface="TT Norms Pro" panose="02000503030000020003" pitchFamily="2" charset="0"/>
        <a:ea typeface="+mn-ea"/>
        <a:cs typeface="+mn-cs"/>
      </a:defRPr>
    </a:lvl3pPr>
    <a:lvl4pPr marL="1141413" indent="-225425" algn="l" defTabSz="1828343" rtl="0" eaLnBrk="1" latinLnBrk="0" hangingPunct="1">
      <a:buFont typeface="Arial" panose="020B0604020202020204" pitchFamily="34" charset="0"/>
      <a:buChar char="•"/>
      <a:defRPr sz="1200" b="0" i="0" kern="1200">
        <a:solidFill>
          <a:schemeClr val="tx1"/>
        </a:solidFill>
        <a:latin typeface="TT Norms Pro" panose="02000503030000020003" pitchFamily="2" charset="0"/>
        <a:ea typeface="+mn-ea"/>
        <a:cs typeface="+mn-cs"/>
      </a:defRPr>
    </a:lvl4pPr>
    <a:lvl5pPr marL="1374775" indent="-225425" algn="l" defTabSz="1828343" rtl="0" eaLnBrk="1" latinLnBrk="0" hangingPunct="1">
      <a:buFont typeface="Arial" panose="020B0604020202020204" pitchFamily="34" charset="0"/>
      <a:buChar char="•"/>
      <a:defRPr sz="1100" b="0" i="0" kern="1200">
        <a:solidFill>
          <a:schemeClr val="tx1"/>
        </a:solidFill>
        <a:latin typeface="TT Norms Pro" panose="02000503030000020003" pitchFamily="2" charset="0"/>
        <a:ea typeface="+mn-ea"/>
        <a:cs typeface="+mn-cs"/>
      </a:defRPr>
    </a:lvl5pPr>
    <a:lvl6pPr marL="4570857" algn="l" defTabSz="1828343" rtl="0" eaLnBrk="1" latinLnBrk="0" hangingPunct="1">
      <a:defRPr sz="2400" kern="1200">
        <a:solidFill>
          <a:schemeClr val="tx1"/>
        </a:solidFill>
        <a:latin typeface="+mn-lt"/>
        <a:ea typeface="+mn-ea"/>
        <a:cs typeface="+mn-cs"/>
      </a:defRPr>
    </a:lvl6pPr>
    <a:lvl7pPr marL="5485026" algn="l" defTabSz="1828343" rtl="0" eaLnBrk="1" latinLnBrk="0" hangingPunct="1">
      <a:defRPr sz="2400" kern="1200">
        <a:solidFill>
          <a:schemeClr val="tx1"/>
        </a:solidFill>
        <a:latin typeface="+mn-lt"/>
        <a:ea typeface="+mn-ea"/>
        <a:cs typeface="+mn-cs"/>
      </a:defRPr>
    </a:lvl7pPr>
    <a:lvl8pPr marL="6399200" algn="l" defTabSz="1828343" rtl="0" eaLnBrk="1" latinLnBrk="0" hangingPunct="1">
      <a:defRPr sz="2400" kern="1200">
        <a:solidFill>
          <a:schemeClr val="tx1"/>
        </a:solidFill>
        <a:latin typeface="+mn-lt"/>
        <a:ea typeface="+mn-ea"/>
        <a:cs typeface="+mn-cs"/>
      </a:defRPr>
    </a:lvl8pPr>
    <a:lvl9pPr marL="7313372" algn="l" defTabSz="1828343"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03745" indent="-303745"/>
            <a:endParaRPr lang="en-US">
              <a:latin typeface="TTNormsPro-Regular"/>
            </a:endParaRPr>
          </a:p>
        </p:txBody>
      </p:sp>
      <p:sp>
        <p:nvSpPr>
          <p:cNvPr id="4" name="Slide Number Placeholder 3"/>
          <p:cNvSpPr>
            <a:spLocks noGrp="1"/>
          </p:cNvSpPr>
          <p:nvPr>
            <p:ph type="sldNum" sz="quarter" idx="5"/>
          </p:nvPr>
        </p:nvSpPr>
        <p:spPr/>
        <p:txBody>
          <a:bodyPr/>
          <a:lstStyle/>
          <a:p>
            <a:fld id="{14467186-0FDE-49C2-A6A3-2B6450395E40}" type="slidenum">
              <a:rPr lang="en-US" sz="700" b="1">
                <a:solidFill>
                  <a:schemeClr val="accent2"/>
                </a:solidFill>
              </a:rPr>
              <a:t>3</a:t>
            </a:fld>
            <a:endParaRPr lang="en-US" sz="700" b="1">
              <a:solidFill>
                <a:schemeClr val="accent2"/>
              </a:solidFill>
            </a:endParaRPr>
          </a:p>
        </p:txBody>
      </p:sp>
    </p:spTree>
    <p:extLst>
      <p:ext uri="{BB962C8B-B14F-4D97-AF65-F5344CB8AC3E}">
        <p14:creationId xmlns:p14="http://schemas.microsoft.com/office/powerpoint/2010/main" val="1440467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Realized Cost Savings refers to hard dollar savings</a:t>
            </a:r>
          </a:p>
        </p:txBody>
      </p:sp>
      <p:sp>
        <p:nvSpPr>
          <p:cNvPr id="4" name="Slide Number Placeholder 3"/>
          <p:cNvSpPr>
            <a:spLocks noGrp="1"/>
          </p:cNvSpPr>
          <p:nvPr>
            <p:ph type="sldNum" sz="quarter" idx="5"/>
          </p:nvPr>
        </p:nvSpPr>
        <p:spPr/>
        <p:txBody>
          <a:bodyPr/>
          <a:lstStyle/>
          <a:p>
            <a:fld id="{14467186-0FDE-49C2-A6A3-2B6450395E40}" type="slidenum">
              <a:rPr lang="en-US" sz="700" b="1" smtClean="0">
                <a:solidFill>
                  <a:schemeClr val="accent2"/>
                </a:solidFill>
              </a:rPr>
              <a:t>9</a:t>
            </a:fld>
            <a:endParaRPr lang="en-US" sz="700" b="1">
              <a:solidFill>
                <a:schemeClr val="accent2"/>
              </a:solidFill>
            </a:endParaRPr>
          </a:p>
        </p:txBody>
      </p:sp>
    </p:spTree>
    <p:extLst>
      <p:ext uri="{BB962C8B-B14F-4D97-AF65-F5344CB8AC3E}">
        <p14:creationId xmlns:p14="http://schemas.microsoft.com/office/powerpoint/2010/main" val="2611150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4467186-0FDE-49C2-A6A3-2B6450395E40}" type="slidenum">
              <a:rPr lang="en-US" sz="700" b="1" smtClean="0">
                <a:solidFill>
                  <a:schemeClr val="accent2"/>
                </a:solidFill>
              </a:rPr>
              <a:t>16</a:t>
            </a:fld>
            <a:endParaRPr lang="en-US" sz="700" b="1">
              <a:solidFill>
                <a:schemeClr val="accent2"/>
              </a:solidFill>
            </a:endParaRPr>
          </a:p>
        </p:txBody>
      </p:sp>
    </p:spTree>
    <p:extLst>
      <p:ext uri="{BB962C8B-B14F-4D97-AF65-F5344CB8AC3E}">
        <p14:creationId xmlns:p14="http://schemas.microsoft.com/office/powerpoint/2010/main" val="2674837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4467186-0FDE-49C2-A6A3-2B6450395E40}" type="slidenum">
              <a:rPr lang="en-US" sz="700" b="1" smtClean="0">
                <a:solidFill>
                  <a:schemeClr val="accent2"/>
                </a:solidFill>
              </a:rPr>
              <a:t>23</a:t>
            </a:fld>
            <a:endParaRPr lang="en-US" sz="700" b="1">
              <a:solidFill>
                <a:schemeClr val="accent2"/>
              </a:solidFill>
            </a:endParaRPr>
          </a:p>
        </p:txBody>
      </p:sp>
    </p:spTree>
    <p:extLst>
      <p:ext uri="{BB962C8B-B14F-4D97-AF65-F5344CB8AC3E}">
        <p14:creationId xmlns:p14="http://schemas.microsoft.com/office/powerpoint/2010/main" val="1715079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We’ve organized our service practice areas to be components of a managed service so they can easily be brought in to provide the right combination to meet a particular client’s needs. </a:t>
            </a:r>
          </a:p>
          <a:p>
            <a:r>
              <a:rPr lang="en-US"/>
              <a:t>So it’s not just about software licensing and the program development aspects, but its also tooling selection, implementation, &amp; run &amp; maintain services. </a:t>
            </a:r>
          </a:p>
          <a:p>
            <a:r>
              <a:rPr lang="en-US"/>
              <a:t>We also have a FinOps practice to help our clients rightsize their cloud footprint, optimize their spend with cloud service providers, &amp; implement cloud management best practices.</a:t>
            </a:r>
          </a:p>
          <a:p>
            <a:r>
              <a:rPr lang="en-US"/>
              <a:t>It’s also helping build those bridges with the security organization providing specific security services in tandem with the SAM services.</a:t>
            </a:r>
          </a:p>
          <a:p>
            <a:r>
              <a:rPr lang="en-US"/>
              <a:t>And we also provide specialized training through the Anglepoint Academy to help our clients extend their own education and certifications to become more capable practitioners.</a:t>
            </a:r>
          </a:p>
          <a:p>
            <a:endParaRPr lang="en-US"/>
          </a:p>
        </p:txBody>
      </p:sp>
      <p:sp>
        <p:nvSpPr>
          <p:cNvPr id="4" name="Slide Number Placeholder 3"/>
          <p:cNvSpPr>
            <a:spLocks noGrp="1"/>
          </p:cNvSpPr>
          <p:nvPr>
            <p:ph type="sldNum" sz="quarter" idx="5"/>
          </p:nvPr>
        </p:nvSpPr>
        <p:spPr/>
        <p:txBody>
          <a:bodyPr/>
          <a:lstStyle/>
          <a:p>
            <a:pPr marL="0" marR="0" lvl="0" indent="0" algn="r" defTabSz="457131" rtl="0" eaLnBrk="1" fontAlgn="auto" latinLnBrk="0" hangingPunct="1">
              <a:lnSpc>
                <a:spcPct val="100000"/>
              </a:lnSpc>
              <a:spcBef>
                <a:spcPts val="0"/>
              </a:spcBef>
              <a:spcAft>
                <a:spcPts val="0"/>
              </a:spcAft>
              <a:buClrTx/>
              <a:buSzTx/>
              <a:buFontTx/>
              <a:buNone/>
              <a:tabLst/>
              <a:defRPr/>
            </a:pPr>
            <a:fld id="{14467186-0FDE-49C2-A6A3-2B6450395E40}" type="slidenum">
              <a:rPr kumimoji="0" lang="en-US" sz="700" b="1" i="0" u="none" strike="noStrike" kern="1200" cap="none" spc="0" normalizeH="0" baseline="0" noProof="0">
                <a:ln>
                  <a:noFill/>
                </a:ln>
                <a:solidFill>
                  <a:srgbClr val="F8D03F"/>
                </a:solidFill>
                <a:effectLst/>
                <a:uLnTx/>
                <a:uFillTx/>
                <a:latin typeface="Calibri" panose="020F0502020204030204"/>
                <a:ea typeface="+mn-ea"/>
                <a:cs typeface="+mn-cs"/>
              </a:rPr>
              <a:pPr marL="0" marR="0" lvl="0" indent="0" algn="r" defTabSz="457131" rtl="0" eaLnBrk="1" fontAlgn="auto" latinLnBrk="0" hangingPunct="1">
                <a:lnSpc>
                  <a:spcPct val="100000"/>
                </a:lnSpc>
                <a:spcBef>
                  <a:spcPts val="0"/>
                </a:spcBef>
                <a:spcAft>
                  <a:spcPts val="0"/>
                </a:spcAft>
                <a:buClrTx/>
                <a:buSzTx/>
                <a:buFontTx/>
                <a:buNone/>
                <a:tabLst/>
                <a:defRPr/>
              </a:pPr>
              <a:t>27</a:t>
            </a:fld>
            <a:endParaRPr kumimoji="0" lang="en-US" sz="700" b="1" i="0" u="none" strike="noStrike" kern="1200" cap="none" spc="0" normalizeH="0" baseline="0" noProof="0">
              <a:ln>
                <a:noFill/>
              </a:ln>
              <a:solidFill>
                <a:srgbClr val="F8D03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6422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03745" indent="-303745" defTabSz="1932741">
              <a:defRPr/>
            </a:pPr>
            <a:endParaRPr lang="en-US">
              <a:latin typeface="TT Norms Pro"/>
            </a:endParaRPr>
          </a:p>
        </p:txBody>
      </p:sp>
      <p:sp>
        <p:nvSpPr>
          <p:cNvPr id="4" name="Slide Number Placeholder 3"/>
          <p:cNvSpPr>
            <a:spLocks noGrp="1"/>
          </p:cNvSpPr>
          <p:nvPr>
            <p:ph type="sldNum" sz="quarter" idx="5"/>
          </p:nvPr>
        </p:nvSpPr>
        <p:spPr/>
        <p:txBody>
          <a:bodyPr/>
          <a:lstStyle/>
          <a:p>
            <a:fld id="{14467186-0FDE-49C2-A6A3-2B6450395E40}" type="slidenum">
              <a:rPr lang="en-US" sz="700" b="1">
                <a:solidFill>
                  <a:schemeClr val="accent2"/>
                </a:solidFill>
              </a:rPr>
              <a:t>28</a:t>
            </a:fld>
            <a:endParaRPr lang="en-US" sz="700" b="1">
              <a:solidFill>
                <a:schemeClr val="accent2"/>
              </a:solidFill>
            </a:endParaRPr>
          </a:p>
        </p:txBody>
      </p:sp>
    </p:spTree>
    <p:extLst>
      <p:ext uri="{BB962C8B-B14F-4D97-AF65-F5344CB8AC3E}">
        <p14:creationId xmlns:p14="http://schemas.microsoft.com/office/powerpoint/2010/main" val="2838368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TT Norms Pro" panose="02000503030000020003" pitchFamily="2" charset="0"/>
            </a:endParaRPr>
          </a:p>
        </p:txBody>
      </p:sp>
      <p:sp>
        <p:nvSpPr>
          <p:cNvPr id="1265" name="Google Shape;126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2405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177800" indent="-177800" algn="l">
              <a:spcBef>
                <a:spcPts val="1200"/>
              </a:spcBef>
              <a:buFont typeface="Arial" panose="020B0604020202020204" pitchFamily="34" charset="0"/>
              <a:buChar char="•"/>
            </a:pPr>
            <a:r>
              <a:rPr lang="en-GB" sz="2400">
                <a:solidFill>
                  <a:schemeClr val="tx2"/>
                </a:solidFill>
                <a:latin typeface="TT Norms Pro" panose="02000503030000020003" pitchFamily="2" charset="0"/>
              </a:rPr>
              <a:t>All ROAR recommendations are registered in Client’s internal GRC tool </a:t>
            </a:r>
          </a:p>
          <a:p>
            <a:pPr marL="177800" indent="-177800" algn="l">
              <a:spcBef>
                <a:spcPts val="1200"/>
              </a:spcBef>
              <a:buFont typeface="Arial" panose="020B0604020202020204" pitchFamily="34" charset="0"/>
              <a:buChar char="•"/>
            </a:pPr>
            <a:r>
              <a:rPr lang="en-GB" sz="2400">
                <a:solidFill>
                  <a:schemeClr val="tx2"/>
                </a:solidFill>
                <a:latin typeface="TT Norms Pro" panose="02000503030000020003" pitchFamily="2" charset="0"/>
              </a:rPr>
              <a:t>Risk categorised by Risk value and urgency in line with Client’s Corporate Framework</a:t>
            </a:r>
          </a:p>
          <a:p>
            <a:pPr marL="177800" indent="-177800" algn="l">
              <a:spcBef>
                <a:spcPts val="1200"/>
              </a:spcBef>
              <a:buFont typeface="Arial" panose="020B0604020202020204" pitchFamily="34" charset="0"/>
              <a:buChar char="•"/>
            </a:pPr>
            <a:r>
              <a:rPr lang="en-GB" sz="2400">
                <a:solidFill>
                  <a:schemeClr val="tx2"/>
                </a:solidFill>
                <a:latin typeface="TT Norms Pro" panose="02000503030000020003" pitchFamily="2" charset="0"/>
              </a:rPr>
              <a:t>Distributed risk across the Business Units and assigned to individual stakeholders</a:t>
            </a:r>
          </a:p>
          <a:p>
            <a:pPr marL="177800" marR="0" lvl="0" indent="-177800" algn="l" defTabSz="914400" rtl="0" eaLnBrk="1" fontAlgn="auto" latinLnBrk="0" hangingPunct="1">
              <a:lnSpc>
                <a:spcPct val="90000"/>
              </a:lnSpc>
              <a:spcBef>
                <a:spcPts val="1200"/>
              </a:spcBef>
              <a:spcAft>
                <a:spcPts val="600"/>
              </a:spcAft>
              <a:buClrTx/>
              <a:buSzTx/>
              <a:buFont typeface="Arial" panose="020B0604020202020204" pitchFamily="34" charset="0"/>
              <a:buChar char="•"/>
              <a:defRPr/>
            </a:pPr>
            <a:r>
              <a:rPr kumimoji="0" lang="en-GB" sz="2400" u="none" strike="noStrike" kern="1200" cap="none" spc="0" normalizeH="0" baseline="0" noProof="0">
                <a:ln>
                  <a:noFill/>
                </a:ln>
                <a:solidFill>
                  <a:schemeClr val="tx2"/>
                </a:solidFill>
                <a:effectLst/>
                <a:uLnTx/>
                <a:uFillTx/>
                <a:latin typeface="TT Norms Pro" panose="02000503030000020003" pitchFamily="2" charset="0"/>
              </a:rPr>
              <a:t>C-Suite &amp; Steering Committee have visibility into GRC and set Program priorities based on risk matrix. Business Units are held Accountable to remove risks within 90 days per the SAM Procedure Governance Framework.</a:t>
            </a:r>
          </a:p>
          <a:p>
            <a:pPr marL="177800" indent="-177800" algn="l">
              <a:spcBef>
                <a:spcPts val="1200"/>
              </a:spcBef>
              <a:buFont typeface="Arial" panose="020B0604020202020204" pitchFamily="34" charset="0"/>
              <a:buChar char="•"/>
            </a:pPr>
            <a:r>
              <a:rPr lang="en-GB" sz="2400">
                <a:solidFill>
                  <a:schemeClr val="tx2"/>
                </a:solidFill>
                <a:latin typeface="TT Norms Pro" panose="02000503030000020003" pitchFamily="2" charset="0"/>
              </a:rPr>
              <a:t>Business stakeholders to understand options to mitigate risk or pursue optimization, and then decide the business strategy or choose to accept the risk. If risk is accepted, provisions are made within their P&amp;L</a:t>
            </a:r>
          </a:p>
          <a:p>
            <a:pPr marL="177800" indent="-177800" algn="l">
              <a:spcBef>
                <a:spcPts val="1200"/>
              </a:spcBef>
              <a:buFont typeface="Arial" panose="020B0604020202020204" pitchFamily="34" charset="0"/>
              <a:buChar char="•"/>
            </a:pPr>
            <a:r>
              <a:rPr lang="en-US" sz="2400">
                <a:solidFill>
                  <a:schemeClr val="tx2"/>
                </a:solidFill>
                <a:effectLst/>
                <a:latin typeface="TT Norms Pro" panose="02000503030000020003" pitchFamily="2" charset="0"/>
              </a:rPr>
              <a:t>Distributed, emergent, empirical, continuous, calculated risk</a:t>
            </a:r>
            <a:endParaRPr lang="en-GB" sz="2400">
              <a:solidFill>
                <a:schemeClr val="tx2"/>
              </a:solidFill>
              <a:latin typeface="TT Norms Pro" panose="02000503030000020003" pitchFamily="2" charset="0"/>
            </a:endParaRPr>
          </a:p>
          <a:p>
            <a:pPr marL="0" lvl="0" indent="0" algn="l" rtl="0">
              <a:spcBef>
                <a:spcPts val="0"/>
              </a:spcBef>
              <a:spcAft>
                <a:spcPts val="0"/>
              </a:spcAft>
              <a:buNone/>
            </a:pPr>
            <a:endParaRPr>
              <a:latin typeface="TT Norms Pro" panose="02000503030000020003" pitchFamily="2" charset="0"/>
            </a:endParaRPr>
          </a:p>
        </p:txBody>
      </p:sp>
      <p:sp>
        <p:nvSpPr>
          <p:cNvPr id="1265" name="Google Shape;126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4281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TT Norms Pro" panose="02000503030000020003" pitchFamily="2" charset="0"/>
            </a:endParaRPr>
          </a:p>
        </p:txBody>
      </p:sp>
      <p:sp>
        <p:nvSpPr>
          <p:cNvPr id="1265" name="Google Shape;126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0370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TT Norms Pro" panose="02000503030000020003" pitchFamily="2" charset="0"/>
            </a:endParaRPr>
          </a:p>
        </p:txBody>
      </p:sp>
      <p:sp>
        <p:nvSpPr>
          <p:cNvPr id="1265" name="Google Shape;126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644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7.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9.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0.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2.xml"/><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2.xml"/><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 Target="../slides/slide2.xml"/><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noRot="1" noMove="1" noResize="1" noEditPoints="1" noAdjustHandles="1" noChangeArrowheads="1" noChangeShapeType="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a:t>
            </a:r>
            <a:r>
              <a:rPr lang="en-US" err="1"/>
              <a:t>pt</a:t>
            </a:r>
            <a:r>
              <a:rPr lang="en-US"/>
              <a:t> regular; 20 </a:t>
            </a:r>
            <a:r>
              <a:rPr lang="en-US" err="1"/>
              <a:t>pt</a:t>
            </a:r>
            <a:r>
              <a:rPr lang="en-US"/>
              <a:t> before, 6 </a:t>
            </a:r>
            <a:r>
              <a:rPr lang="en-US" err="1"/>
              <a:t>pt</a:t>
            </a:r>
            <a:r>
              <a:rPr lang="en-US"/>
              <a:t> after; .9 line spacing)</a:t>
            </a:r>
          </a:p>
          <a:p>
            <a:pPr lvl="1"/>
            <a:r>
              <a:rPr lang="en-US"/>
              <a:t>Optional second level (32 </a:t>
            </a:r>
            <a:r>
              <a:rPr lang="en-US" err="1"/>
              <a:t>pt</a:t>
            </a:r>
            <a:r>
              <a:rPr lang="en-US"/>
              <a:t> regular; 10 </a:t>
            </a:r>
            <a:r>
              <a:rPr lang="en-US" err="1"/>
              <a:t>pt</a:t>
            </a:r>
            <a:r>
              <a:rPr lang="en-US"/>
              <a:t> before, 6 </a:t>
            </a:r>
            <a:r>
              <a:rPr lang="en-US" err="1"/>
              <a:t>pt</a:t>
            </a:r>
            <a:r>
              <a:rPr lang="en-US"/>
              <a:t> after; .9 line spacing)</a:t>
            </a:r>
          </a:p>
          <a:p>
            <a:pPr lvl="2"/>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lstStyle>
            <a:lvl1pPr>
              <a:defRPr b="1" i="0">
                <a:latin typeface="TT Norms Pro ExtraBold" panose="02000503030000020003" pitchFamily="2"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grpSp>
        <p:nvGrpSpPr>
          <p:cNvPr id="3" name="Group 2">
            <a:extLst>
              <a:ext uri="{FF2B5EF4-FFF2-40B4-BE49-F238E27FC236}">
                <a16:creationId xmlns:a16="http://schemas.microsoft.com/office/drawing/2014/main" id="{124B92AA-C776-B443-AB51-10E43AF28BC9}"/>
              </a:ext>
            </a:extLst>
          </p:cNvPr>
          <p:cNvGrpSpPr/>
          <p:nvPr userDrawn="1"/>
        </p:nvGrpSpPr>
        <p:grpSpPr>
          <a:xfrm>
            <a:off x="22525223" y="369812"/>
            <a:ext cx="1481666" cy="320383"/>
            <a:chOff x="22525223" y="369812"/>
            <a:chExt cx="1481666" cy="320383"/>
          </a:xfrm>
        </p:grpSpPr>
        <p:grpSp>
          <p:nvGrpSpPr>
            <p:cNvPr id="2" name="Group 1">
              <a:extLst>
                <a:ext uri="{FF2B5EF4-FFF2-40B4-BE49-F238E27FC236}">
                  <a16:creationId xmlns:a16="http://schemas.microsoft.com/office/drawing/2014/main" id="{C719E464-330B-1831-7829-F46F78E9CD54}"/>
                </a:ext>
              </a:extLst>
            </p:cNvPr>
            <p:cNvGrpSpPr/>
            <p:nvPr userDrawn="1"/>
          </p:nvGrpSpPr>
          <p:grpSpPr>
            <a:xfrm>
              <a:off x="22525223" y="369812"/>
              <a:ext cx="316739" cy="320383"/>
              <a:chOff x="22525223" y="369812"/>
              <a:chExt cx="316739" cy="320383"/>
            </a:xfrm>
          </p:grpSpPr>
          <p:sp>
            <p:nvSpPr>
              <p:cNvPr id="4" name="Freeform 3">
                <a:extLst>
                  <a:ext uri="{FF2B5EF4-FFF2-40B4-BE49-F238E27FC236}">
                    <a16:creationId xmlns:a16="http://schemas.microsoft.com/office/drawing/2014/main" id="{50145A51-8AA1-37B9-6E37-F2393C8537C3}"/>
                  </a:ext>
                </a:extLst>
              </p:cNvPr>
              <p:cNvSpPr/>
              <p:nvPr/>
            </p:nvSpPr>
            <p:spPr>
              <a:xfrm>
                <a:off x="22525223" y="469624"/>
                <a:ext cx="79850" cy="79850"/>
              </a:xfrm>
              <a:custGeom>
                <a:avLst/>
                <a:gdLst>
                  <a:gd name="connsiteX0" fmla="*/ 79850 w 79850"/>
                  <a:gd name="connsiteY0" fmla="*/ 39925 h 79850"/>
                  <a:gd name="connsiteX1" fmla="*/ 39925 w 79850"/>
                  <a:gd name="connsiteY1" fmla="*/ 79850 h 79850"/>
                  <a:gd name="connsiteX2" fmla="*/ 0 w 79850"/>
                  <a:gd name="connsiteY2" fmla="*/ 39925 h 79850"/>
                  <a:gd name="connsiteX3" fmla="*/ 39925 w 79850"/>
                  <a:gd name="connsiteY3" fmla="*/ 0 h 79850"/>
                  <a:gd name="connsiteX4" fmla="*/ 79850 w 79850"/>
                  <a:gd name="connsiteY4" fmla="*/ 39925 h 79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50" h="79850">
                    <a:moveTo>
                      <a:pt x="79850" y="39925"/>
                    </a:moveTo>
                    <a:cubicBezTo>
                      <a:pt x="79850" y="61975"/>
                      <a:pt x="61975" y="79850"/>
                      <a:pt x="39925" y="79850"/>
                    </a:cubicBezTo>
                    <a:cubicBezTo>
                      <a:pt x="17875" y="79850"/>
                      <a:pt x="0" y="61975"/>
                      <a:pt x="0" y="39925"/>
                    </a:cubicBezTo>
                    <a:cubicBezTo>
                      <a:pt x="0" y="17875"/>
                      <a:pt x="17875" y="0"/>
                      <a:pt x="39925" y="0"/>
                    </a:cubicBezTo>
                    <a:cubicBezTo>
                      <a:pt x="61975" y="0"/>
                      <a:pt x="79850" y="17875"/>
                      <a:pt x="79850" y="39925"/>
                    </a:cubicBezTo>
                    <a:close/>
                  </a:path>
                </a:pathLst>
              </a:custGeom>
              <a:solidFill>
                <a:srgbClr val="FFB81C"/>
              </a:solidFill>
              <a:ln w="4420"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AC9D8257-06D3-F25C-F2E2-CDFA137EA3B0}"/>
                  </a:ext>
                </a:extLst>
              </p:cNvPr>
              <p:cNvSpPr/>
              <p:nvPr/>
            </p:nvSpPr>
            <p:spPr>
              <a:xfrm>
                <a:off x="22543411" y="369812"/>
                <a:ext cx="298551" cy="320383"/>
              </a:xfrm>
              <a:custGeom>
                <a:avLst/>
                <a:gdLst>
                  <a:gd name="connsiteX0" fmla="*/ 263506 w 298551"/>
                  <a:gd name="connsiteY0" fmla="*/ 41256 h 320383"/>
                  <a:gd name="connsiteX1" fmla="*/ 266611 w 298551"/>
                  <a:gd name="connsiteY1" fmla="*/ 50128 h 320383"/>
                  <a:gd name="connsiteX2" fmla="*/ 298551 w 298551"/>
                  <a:gd name="connsiteY2" fmla="*/ 0 h 320383"/>
                  <a:gd name="connsiteX3" fmla="*/ 245318 w 298551"/>
                  <a:gd name="connsiteY3" fmla="*/ 28391 h 320383"/>
                  <a:gd name="connsiteX4" fmla="*/ 253747 w 298551"/>
                  <a:gd name="connsiteY4" fmla="*/ 31496 h 320383"/>
                  <a:gd name="connsiteX5" fmla="*/ 280807 w 298551"/>
                  <a:gd name="connsiteY5" fmla="*/ 16414 h 320383"/>
                  <a:gd name="connsiteX6" fmla="*/ 0 w 298551"/>
                  <a:gd name="connsiteY6" fmla="*/ 239551 h 320383"/>
                  <a:gd name="connsiteX7" fmla="*/ 211603 w 298551"/>
                  <a:gd name="connsiteY7" fmla="*/ 301213 h 320383"/>
                  <a:gd name="connsiteX8" fmla="*/ 273266 w 298551"/>
                  <a:gd name="connsiteY8" fmla="*/ 90053 h 320383"/>
                  <a:gd name="connsiteX9" fmla="*/ 248423 w 298551"/>
                  <a:gd name="connsiteY9" fmla="*/ 56339 h 320383"/>
                  <a:gd name="connsiteX10" fmla="*/ 263506 w 298551"/>
                  <a:gd name="connsiteY10" fmla="*/ 41256 h 320383"/>
                  <a:gd name="connsiteX11" fmla="*/ 257295 w 298551"/>
                  <a:gd name="connsiteY11" fmla="*/ 240438 h 320383"/>
                  <a:gd name="connsiteX12" fmla="*/ 173009 w 298551"/>
                  <a:gd name="connsiteY12" fmla="*/ 280807 h 320383"/>
                  <a:gd name="connsiteX13" fmla="*/ 128648 w 298551"/>
                  <a:gd name="connsiteY13" fmla="*/ 218701 h 320383"/>
                  <a:gd name="connsiteX14" fmla="*/ 220919 w 298551"/>
                  <a:gd name="connsiteY14" fmla="*/ 82956 h 320383"/>
                  <a:gd name="connsiteX15" fmla="*/ 257295 w 298551"/>
                  <a:gd name="connsiteY15" fmla="*/ 240438 h 320383"/>
                  <a:gd name="connsiteX16" fmla="*/ 257295 w 298551"/>
                  <a:gd name="connsiteY16" fmla="*/ 240438 h 320383"/>
                  <a:gd name="connsiteX17" fmla="*/ 257295 w 298551"/>
                  <a:gd name="connsiteY17" fmla="*/ 240438 h 320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8551" h="320383">
                    <a:moveTo>
                      <a:pt x="263506" y="41256"/>
                    </a:moveTo>
                    <a:lnTo>
                      <a:pt x="266611" y="50128"/>
                    </a:lnTo>
                    <a:lnTo>
                      <a:pt x="298551" y="0"/>
                    </a:lnTo>
                    <a:lnTo>
                      <a:pt x="245318" y="28391"/>
                    </a:lnTo>
                    <a:lnTo>
                      <a:pt x="253747" y="31496"/>
                    </a:lnTo>
                    <a:lnTo>
                      <a:pt x="280807" y="16414"/>
                    </a:lnTo>
                    <a:lnTo>
                      <a:pt x="0" y="239551"/>
                    </a:lnTo>
                    <a:cubicBezTo>
                      <a:pt x="41256" y="314965"/>
                      <a:pt x="136189" y="342469"/>
                      <a:pt x="211603" y="301213"/>
                    </a:cubicBezTo>
                    <a:cubicBezTo>
                      <a:pt x="287018" y="259957"/>
                      <a:pt x="314522" y="165467"/>
                      <a:pt x="273266" y="90053"/>
                    </a:cubicBezTo>
                    <a:cubicBezTo>
                      <a:pt x="266611" y="77632"/>
                      <a:pt x="258183" y="66098"/>
                      <a:pt x="248423" y="56339"/>
                    </a:cubicBezTo>
                    <a:cubicBezTo>
                      <a:pt x="253747" y="50572"/>
                      <a:pt x="259070" y="45692"/>
                      <a:pt x="263506" y="41256"/>
                    </a:cubicBezTo>
                    <a:close/>
                    <a:moveTo>
                      <a:pt x="257295" y="240438"/>
                    </a:moveTo>
                    <a:cubicBezTo>
                      <a:pt x="245318" y="275040"/>
                      <a:pt x="207611" y="293228"/>
                      <a:pt x="173009" y="280807"/>
                    </a:cubicBezTo>
                    <a:cubicBezTo>
                      <a:pt x="146392" y="271491"/>
                      <a:pt x="128648" y="246649"/>
                      <a:pt x="128648" y="218701"/>
                    </a:cubicBezTo>
                    <a:cubicBezTo>
                      <a:pt x="128648" y="182325"/>
                      <a:pt x="153934" y="141069"/>
                      <a:pt x="220919" y="82956"/>
                    </a:cubicBezTo>
                    <a:cubicBezTo>
                      <a:pt x="220919" y="82956"/>
                      <a:pt x="288792" y="146392"/>
                      <a:pt x="257295" y="240438"/>
                    </a:cubicBezTo>
                    <a:lnTo>
                      <a:pt x="257295" y="240438"/>
                    </a:lnTo>
                    <a:lnTo>
                      <a:pt x="257295" y="240438"/>
                    </a:lnTo>
                    <a:close/>
                  </a:path>
                </a:pathLst>
              </a:custGeom>
              <a:solidFill>
                <a:srgbClr val="FFB81C"/>
              </a:solidFill>
              <a:ln w="442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B4AB68AB-08B9-5EF5-E815-98D7E1A62E11}"/>
                  </a:ext>
                </a:extLst>
              </p:cNvPr>
              <p:cNvSpPr/>
              <p:nvPr/>
            </p:nvSpPr>
            <p:spPr>
              <a:xfrm>
                <a:off x="22556719" y="378877"/>
                <a:ext cx="220919" cy="59694"/>
              </a:xfrm>
              <a:custGeom>
                <a:avLst/>
                <a:gdLst>
                  <a:gd name="connsiteX0" fmla="*/ 187205 w 220919"/>
                  <a:gd name="connsiteY0" fmla="*/ 55702 h 59694"/>
                  <a:gd name="connsiteX1" fmla="*/ 220919 w 220919"/>
                  <a:gd name="connsiteY1" fmla="*/ 34409 h 59694"/>
                  <a:gd name="connsiteX2" fmla="*/ 1774 w 220919"/>
                  <a:gd name="connsiteY2" fmla="*/ 57477 h 59694"/>
                  <a:gd name="connsiteX3" fmla="*/ 0 w 220919"/>
                  <a:gd name="connsiteY3" fmla="*/ 59695 h 59694"/>
                  <a:gd name="connsiteX4" fmla="*/ 187205 w 220919"/>
                  <a:gd name="connsiteY4" fmla="*/ 55702 h 59694"/>
                  <a:gd name="connsiteX5" fmla="*/ 187205 w 220919"/>
                  <a:gd name="connsiteY5" fmla="*/ 55702 h 5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19" h="59694">
                    <a:moveTo>
                      <a:pt x="187205" y="55702"/>
                    </a:moveTo>
                    <a:lnTo>
                      <a:pt x="220919" y="34409"/>
                    </a:lnTo>
                    <a:cubicBezTo>
                      <a:pt x="153934" y="-19268"/>
                      <a:pt x="55895" y="-9065"/>
                      <a:pt x="1774" y="57477"/>
                    </a:cubicBezTo>
                    <a:cubicBezTo>
                      <a:pt x="1331" y="58364"/>
                      <a:pt x="444" y="58808"/>
                      <a:pt x="0" y="59695"/>
                    </a:cubicBezTo>
                    <a:cubicBezTo>
                      <a:pt x="54564" y="16664"/>
                      <a:pt x="130866" y="15334"/>
                      <a:pt x="187205" y="55702"/>
                    </a:cubicBezTo>
                    <a:lnTo>
                      <a:pt x="187205" y="55702"/>
                    </a:lnTo>
                    <a:close/>
                  </a:path>
                </a:pathLst>
              </a:custGeom>
              <a:solidFill>
                <a:srgbClr val="FFB81C"/>
              </a:solidFill>
              <a:ln w="4420" cap="flat">
                <a:noFill/>
                <a:prstDash val="solid"/>
                <a:miter/>
              </a:ln>
            </p:spPr>
            <p:txBody>
              <a:bodyPr rtlCol="0" anchor="ctr"/>
              <a:lstStyle/>
              <a:p>
                <a:endParaRPr lang="en-US"/>
              </a:p>
            </p:txBody>
          </p:sp>
        </p:grpSp>
        <p:grpSp>
          <p:nvGrpSpPr>
            <p:cNvPr id="23" name="Group 22">
              <a:extLst>
                <a:ext uri="{FF2B5EF4-FFF2-40B4-BE49-F238E27FC236}">
                  <a16:creationId xmlns:a16="http://schemas.microsoft.com/office/drawing/2014/main" id="{5704216B-112E-13B9-21A9-827B98D19B20}"/>
                </a:ext>
              </a:extLst>
            </p:cNvPr>
            <p:cNvGrpSpPr/>
            <p:nvPr userDrawn="1"/>
          </p:nvGrpSpPr>
          <p:grpSpPr>
            <a:xfrm>
              <a:off x="22937339" y="432361"/>
              <a:ext cx="1069550" cy="233905"/>
              <a:chOff x="22937339" y="432361"/>
              <a:chExt cx="1069550" cy="233905"/>
            </a:xfrm>
            <a:solidFill>
              <a:schemeClr val="accent1"/>
            </a:solidFill>
          </p:grpSpPr>
          <p:sp>
            <p:nvSpPr>
              <p:cNvPr id="8" name="Freeform 7">
                <a:extLst>
                  <a:ext uri="{FF2B5EF4-FFF2-40B4-BE49-F238E27FC236}">
                    <a16:creationId xmlns:a16="http://schemas.microsoft.com/office/drawing/2014/main" id="{3C84C57D-A9D5-1E97-30AB-B9DDC4240343}"/>
                  </a:ext>
                </a:extLst>
              </p:cNvPr>
              <p:cNvSpPr/>
              <p:nvPr/>
            </p:nvSpPr>
            <p:spPr>
              <a:xfrm>
                <a:off x="23099258" y="500581"/>
                <a:ext cx="90497" cy="108337"/>
              </a:xfrm>
              <a:custGeom>
                <a:avLst/>
                <a:gdLst>
                  <a:gd name="connsiteX0" fmla="*/ 0 w 90497"/>
                  <a:gd name="connsiteY0" fmla="*/ 2757 h 108337"/>
                  <a:gd name="connsiteX1" fmla="*/ 24399 w 90497"/>
                  <a:gd name="connsiteY1" fmla="*/ 2757 h 108337"/>
                  <a:gd name="connsiteX2" fmla="*/ 24399 w 90497"/>
                  <a:gd name="connsiteY2" fmla="*/ 12517 h 108337"/>
                  <a:gd name="connsiteX3" fmla="*/ 52790 w 90497"/>
                  <a:gd name="connsiteY3" fmla="*/ 96 h 108337"/>
                  <a:gd name="connsiteX4" fmla="*/ 83843 w 90497"/>
                  <a:gd name="connsiteY4" fmla="*/ 14291 h 108337"/>
                  <a:gd name="connsiteX5" fmla="*/ 90497 w 90497"/>
                  <a:gd name="connsiteY5" fmla="*/ 43570 h 108337"/>
                  <a:gd name="connsiteX6" fmla="*/ 90497 w 90497"/>
                  <a:gd name="connsiteY6" fmla="*/ 107894 h 108337"/>
                  <a:gd name="connsiteX7" fmla="*/ 66098 w 90497"/>
                  <a:gd name="connsiteY7" fmla="*/ 107894 h 108337"/>
                  <a:gd name="connsiteX8" fmla="*/ 66098 w 90497"/>
                  <a:gd name="connsiteY8" fmla="*/ 49780 h 108337"/>
                  <a:gd name="connsiteX9" fmla="*/ 47023 w 90497"/>
                  <a:gd name="connsiteY9" fmla="*/ 22276 h 108337"/>
                  <a:gd name="connsiteX10" fmla="*/ 24842 w 90497"/>
                  <a:gd name="connsiteY10" fmla="*/ 57765 h 108337"/>
                  <a:gd name="connsiteX11" fmla="*/ 24842 w 90497"/>
                  <a:gd name="connsiteY11" fmla="*/ 108337 h 108337"/>
                  <a:gd name="connsiteX12" fmla="*/ 444 w 90497"/>
                  <a:gd name="connsiteY12" fmla="*/ 108337 h 108337"/>
                  <a:gd name="connsiteX13" fmla="*/ 0 w 90497"/>
                  <a:gd name="connsiteY13" fmla="*/ 2757 h 108337"/>
                  <a:gd name="connsiteX14" fmla="*/ 0 w 90497"/>
                  <a:gd name="connsiteY14" fmla="*/ 2757 h 10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497" h="108337">
                    <a:moveTo>
                      <a:pt x="0" y="2757"/>
                    </a:moveTo>
                    <a:lnTo>
                      <a:pt x="24399" y="2757"/>
                    </a:lnTo>
                    <a:lnTo>
                      <a:pt x="24399" y="12517"/>
                    </a:lnTo>
                    <a:cubicBezTo>
                      <a:pt x="31497" y="4088"/>
                      <a:pt x="42143" y="-348"/>
                      <a:pt x="52790" y="96"/>
                    </a:cubicBezTo>
                    <a:cubicBezTo>
                      <a:pt x="64768" y="-792"/>
                      <a:pt x="76745" y="4532"/>
                      <a:pt x="83843" y="14291"/>
                    </a:cubicBezTo>
                    <a:cubicBezTo>
                      <a:pt x="87835" y="20058"/>
                      <a:pt x="90497" y="27156"/>
                      <a:pt x="90497" y="43570"/>
                    </a:cubicBezTo>
                    <a:lnTo>
                      <a:pt x="90497" y="107894"/>
                    </a:lnTo>
                    <a:lnTo>
                      <a:pt x="66098" y="107894"/>
                    </a:lnTo>
                    <a:lnTo>
                      <a:pt x="66098" y="49780"/>
                    </a:lnTo>
                    <a:cubicBezTo>
                      <a:pt x="66098" y="23164"/>
                      <a:pt x="55895" y="22276"/>
                      <a:pt x="47023" y="22276"/>
                    </a:cubicBezTo>
                    <a:cubicBezTo>
                      <a:pt x="35933" y="22276"/>
                      <a:pt x="24842" y="23607"/>
                      <a:pt x="24842" y="57765"/>
                    </a:cubicBezTo>
                    <a:lnTo>
                      <a:pt x="24842" y="108337"/>
                    </a:lnTo>
                    <a:lnTo>
                      <a:pt x="444" y="108337"/>
                    </a:lnTo>
                    <a:lnTo>
                      <a:pt x="0" y="2757"/>
                    </a:lnTo>
                    <a:lnTo>
                      <a:pt x="0" y="2757"/>
                    </a:lnTo>
                    <a:close/>
                  </a:path>
                </a:pathLst>
              </a:custGeom>
              <a:grpFill/>
              <a:ln w="442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7F650F83-AF2D-7A92-F139-D8A8CDF323C7}"/>
                  </a:ext>
                </a:extLst>
              </p:cNvPr>
              <p:cNvSpPr/>
              <p:nvPr/>
            </p:nvSpPr>
            <p:spPr>
              <a:xfrm>
                <a:off x="23214128" y="500208"/>
                <a:ext cx="106936" cy="166058"/>
              </a:xfrm>
              <a:custGeom>
                <a:avLst/>
                <a:gdLst>
                  <a:gd name="connsiteX0" fmla="*/ 82538 w 106936"/>
                  <a:gd name="connsiteY0" fmla="*/ 3131 h 166058"/>
                  <a:gd name="connsiteX1" fmla="*/ 106936 w 106936"/>
                  <a:gd name="connsiteY1" fmla="*/ 3131 h 166058"/>
                  <a:gd name="connsiteX2" fmla="*/ 106936 w 106936"/>
                  <a:gd name="connsiteY2" fmla="*/ 100282 h 166058"/>
                  <a:gd name="connsiteX3" fmla="*/ 89635 w 106936"/>
                  <a:gd name="connsiteY3" fmla="*/ 154846 h 166058"/>
                  <a:gd name="connsiteX4" fmla="*/ 54590 w 106936"/>
                  <a:gd name="connsiteY4" fmla="*/ 165937 h 166058"/>
                  <a:gd name="connsiteX5" fmla="*/ 19988 w 106936"/>
                  <a:gd name="connsiteY5" fmla="*/ 153072 h 166058"/>
                  <a:gd name="connsiteX6" fmla="*/ 4462 w 106936"/>
                  <a:gd name="connsiteY6" fmla="*/ 120245 h 166058"/>
                  <a:gd name="connsiteX7" fmla="*/ 28417 w 106936"/>
                  <a:gd name="connsiteY7" fmla="*/ 120245 h 166058"/>
                  <a:gd name="connsiteX8" fmla="*/ 36402 w 106936"/>
                  <a:gd name="connsiteY8" fmla="*/ 136658 h 166058"/>
                  <a:gd name="connsiteX9" fmla="*/ 55477 w 106936"/>
                  <a:gd name="connsiteY9" fmla="*/ 143756 h 166058"/>
                  <a:gd name="connsiteX10" fmla="*/ 74553 w 106936"/>
                  <a:gd name="connsiteY10" fmla="*/ 136658 h 166058"/>
                  <a:gd name="connsiteX11" fmla="*/ 82538 w 106936"/>
                  <a:gd name="connsiteY11" fmla="*/ 110042 h 166058"/>
                  <a:gd name="connsiteX12" fmla="*/ 82538 w 106936"/>
                  <a:gd name="connsiteY12" fmla="*/ 96290 h 166058"/>
                  <a:gd name="connsiteX13" fmla="*/ 50597 w 106936"/>
                  <a:gd name="connsiteY13" fmla="*/ 111372 h 166058"/>
                  <a:gd name="connsiteX14" fmla="*/ 15996 w 106936"/>
                  <a:gd name="connsiteY14" fmla="*/ 97177 h 166058"/>
                  <a:gd name="connsiteX15" fmla="*/ 26 w 106936"/>
                  <a:gd name="connsiteY15" fmla="*/ 55477 h 166058"/>
                  <a:gd name="connsiteX16" fmla="*/ 15552 w 106936"/>
                  <a:gd name="connsiteY16" fmla="*/ 14665 h 166058"/>
                  <a:gd name="connsiteX17" fmla="*/ 51485 w 106936"/>
                  <a:gd name="connsiteY17" fmla="*/ 26 h 166058"/>
                  <a:gd name="connsiteX18" fmla="*/ 82981 w 106936"/>
                  <a:gd name="connsiteY18" fmla="*/ 14221 h 166058"/>
                  <a:gd name="connsiteX19" fmla="*/ 82538 w 106936"/>
                  <a:gd name="connsiteY19" fmla="*/ 3131 h 166058"/>
                  <a:gd name="connsiteX20" fmla="*/ 82538 w 106936"/>
                  <a:gd name="connsiteY20" fmla="*/ 3131 h 166058"/>
                  <a:gd name="connsiteX21" fmla="*/ 35515 w 106936"/>
                  <a:gd name="connsiteY21" fmla="*/ 29748 h 166058"/>
                  <a:gd name="connsiteX22" fmla="*/ 24868 w 106936"/>
                  <a:gd name="connsiteY22" fmla="*/ 56364 h 166058"/>
                  <a:gd name="connsiteX23" fmla="*/ 35515 w 106936"/>
                  <a:gd name="connsiteY23" fmla="*/ 82981 h 166058"/>
                  <a:gd name="connsiteX24" fmla="*/ 54146 w 106936"/>
                  <a:gd name="connsiteY24" fmla="*/ 90079 h 166058"/>
                  <a:gd name="connsiteX25" fmla="*/ 74553 w 106936"/>
                  <a:gd name="connsiteY25" fmla="*/ 81650 h 166058"/>
                  <a:gd name="connsiteX26" fmla="*/ 83868 w 106936"/>
                  <a:gd name="connsiteY26" fmla="*/ 56808 h 166058"/>
                  <a:gd name="connsiteX27" fmla="*/ 74109 w 106936"/>
                  <a:gd name="connsiteY27" fmla="*/ 30191 h 166058"/>
                  <a:gd name="connsiteX28" fmla="*/ 54590 w 106936"/>
                  <a:gd name="connsiteY28" fmla="*/ 22650 h 166058"/>
                  <a:gd name="connsiteX29" fmla="*/ 35515 w 106936"/>
                  <a:gd name="connsiteY29" fmla="*/ 29748 h 166058"/>
                  <a:gd name="connsiteX30" fmla="*/ 35515 w 106936"/>
                  <a:gd name="connsiteY30" fmla="*/ 29748 h 166058"/>
                  <a:gd name="connsiteX31" fmla="*/ 35515 w 106936"/>
                  <a:gd name="connsiteY31" fmla="*/ 29748 h 166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6936" h="166058">
                    <a:moveTo>
                      <a:pt x="82538" y="3131"/>
                    </a:moveTo>
                    <a:lnTo>
                      <a:pt x="106936" y="3131"/>
                    </a:lnTo>
                    <a:lnTo>
                      <a:pt x="106936" y="100282"/>
                    </a:lnTo>
                    <a:cubicBezTo>
                      <a:pt x="106936" y="125124"/>
                      <a:pt x="104275" y="142869"/>
                      <a:pt x="89635" y="154846"/>
                    </a:cubicBezTo>
                    <a:cubicBezTo>
                      <a:pt x="79876" y="162831"/>
                      <a:pt x="67455" y="166824"/>
                      <a:pt x="54590" y="165937"/>
                    </a:cubicBezTo>
                    <a:cubicBezTo>
                      <a:pt x="41725" y="166380"/>
                      <a:pt x="29304" y="161944"/>
                      <a:pt x="19988" y="153072"/>
                    </a:cubicBezTo>
                    <a:cubicBezTo>
                      <a:pt x="11560" y="144200"/>
                      <a:pt x="6236" y="132666"/>
                      <a:pt x="4462" y="120245"/>
                    </a:cubicBezTo>
                    <a:lnTo>
                      <a:pt x="28417" y="120245"/>
                    </a:lnTo>
                    <a:cubicBezTo>
                      <a:pt x="29304" y="126455"/>
                      <a:pt x="31966" y="132222"/>
                      <a:pt x="36402" y="136658"/>
                    </a:cubicBezTo>
                    <a:cubicBezTo>
                      <a:pt x="41282" y="141538"/>
                      <a:pt x="48379" y="144200"/>
                      <a:pt x="55477" y="143756"/>
                    </a:cubicBezTo>
                    <a:cubicBezTo>
                      <a:pt x="62575" y="144200"/>
                      <a:pt x="69673" y="141538"/>
                      <a:pt x="74553" y="136658"/>
                    </a:cubicBezTo>
                    <a:cubicBezTo>
                      <a:pt x="80763" y="129117"/>
                      <a:pt x="83868" y="119801"/>
                      <a:pt x="82538" y="110042"/>
                    </a:cubicBezTo>
                    <a:lnTo>
                      <a:pt x="82538" y="96290"/>
                    </a:lnTo>
                    <a:cubicBezTo>
                      <a:pt x="74996" y="106049"/>
                      <a:pt x="63019" y="111816"/>
                      <a:pt x="50597" y="111372"/>
                    </a:cubicBezTo>
                    <a:cubicBezTo>
                      <a:pt x="37289" y="111816"/>
                      <a:pt x="24868" y="106936"/>
                      <a:pt x="15996" y="97177"/>
                    </a:cubicBezTo>
                    <a:cubicBezTo>
                      <a:pt x="5349" y="85643"/>
                      <a:pt x="26" y="71004"/>
                      <a:pt x="26" y="55477"/>
                    </a:cubicBezTo>
                    <a:cubicBezTo>
                      <a:pt x="-418" y="40394"/>
                      <a:pt x="4905" y="25755"/>
                      <a:pt x="15552" y="14665"/>
                    </a:cubicBezTo>
                    <a:cubicBezTo>
                      <a:pt x="24868" y="4905"/>
                      <a:pt x="37733" y="-418"/>
                      <a:pt x="51485" y="26"/>
                    </a:cubicBezTo>
                    <a:cubicBezTo>
                      <a:pt x="63462" y="-418"/>
                      <a:pt x="74996" y="4905"/>
                      <a:pt x="82981" y="14221"/>
                    </a:cubicBezTo>
                    <a:lnTo>
                      <a:pt x="82538" y="3131"/>
                    </a:lnTo>
                    <a:lnTo>
                      <a:pt x="82538" y="3131"/>
                    </a:lnTo>
                    <a:close/>
                    <a:moveTo>
                      <a:pt x="35515" y="29748"/>
                    </a:moveTo>
                    <a:cubicBezTo>
                      <a:pt x="28417" y="36846"/>
                      <a:pt x="24424" y="46605"/>
                      <a:pt x="24868" y="56364"/>
                    </a:cubicBezTo>
                    <a:cubicBezTo>
                      <a:pt x="24424" y="66124"/>
                      <a:pt x="28417" y="75883"/>
                      <a:pt x="35515" y="82981"/>
                    </a:cubicBezTo>
                    <a:cubicBezTo>
                      <a:pt x="40838" y="87417"/>
                      <a:pt x="47492" y="90079"/>
                      <a:pt x="54146" y="90079"/>
                    </a:cubicBezTo>
                    <a:cubicBezTo>
                      <a:pt x="61688" y="90523"/>
                      <a:pt x="69229" y="87417"/>
                      <a:pt x="74553" y="81650"/>
                    </a:cubicBezTo>
                    <a:cubicBezTo>
                      <a:pt x="80763" y="74996"/>
                      <a:pt x="83868" y="66124"/>
                      <a:pt x="83868" y="56808"/>
                    </a:cubicBezTo>
                    <a:cubicBezTo>
                      <a:pt x="84312" y="47049"/>
                      <a:pt x="80763" y="37289"/>
                      <a:pt x="74109" y="30191"/>
                    </a:cubicBezTo>
                    <a:cubicBezTo>
                      <a:pt x="68786" y="24868"/>
                      <a:pt x="61688" y="22206"/>
                      <a:pt x="54590" y="22650"/>
                    </a:cubicBezTo>
                    <a:cubicBezTo>
                      <a:pt x="47049" y="22206"/>
                      <a:pt x="40394" y="24868"/>
                      <a:pt x="35515" y="29748"/>
                    </a:cubicBezTo>
                    <a:lnTo>
                      <a:pt x="35515" y="29748"/>
                    </a:lnTo>
                    <a:lnTo>
                      <a:pt x="35515" y="29748"/>
                    </a:lnTo>
                    <a:close/>
                  </a:path>
                </a:pathLst>
              </a:custGeom>
              <a:grpFill/>
              <a:ln w="442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C86EDE37-D557-5A6E-CACE-FD6ABD0A3677}"/>
                  </a:ext>
                </a:extLst>
              </p:cNvPr>
              <p:cNvSpPr/>
              <p:nvPr/>
            </p:nvSpPr>
            <p:spPr>
              <a:xfrm>
                <a:off x="23351224" y="445669"/>
                <a:ext cx="24404" cy="163249"/>
              </a:xfrm>
              <a:custGeom>
                <a:avLst/>
                <a:gdLst>
                  <a:gd name="connsiteX0" fmla="*/ 24405 w 24404"/>
                  <a:gd name="connsiteY0" fmla="*/ 0 h 163249"/>
                  <a:gd name="connsiteX1" fmla="*/ 24405 w 24404"/>
                  <a:gd name="connsiteY1" fmla="*/ 163249 h 163249"/>
                  <a:gd name="connsiteX2" fmla="*/ 6 w 24404"/>
                  <a:gd name="connsiteY2" fmla="*/ 163249 h 163249"/>
                  <a:gd name="connsiteX3" fmla="*/ 6 w 24404"/>
                  <a:gd name="connsiteY3" fmla="*/ 19519 h 163249"/>
                  <a:gd name="connsiteX4" fmla="*/ 24405 w 24404"/>
                  <a:gd name="connsiteY4" fmla="*/ 0 h 16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4" h="163249">
                    <a:moveTo>
                      <a:pt x="24405" y="0"/>
                    </a:moveTo>
                    <a:lnTo>
                      <a:pt x="24405" y="163249"/>
                    </a:lnTo>
                    <a:lnTo>
                      <a:pt x="6" y="163249"/>
                    </a:lnTo>
                    <a:lnTo>
                      <a:pt x="6" y="19519"/>
                    </a:lnTo>
                    <a:cubicBezTo>
                      <a:pt x="-438" y="19519"/>
                      <a:pt x="24405" y="0"/>
                      <a:pt x="24405" y="0"/>
                    </a:cubicBezTo>
                    <a:close/>
                  </a:path>
                </a:pathLst>
              </a:custGeom>
              <a:grpFill/>
              <a:ln w="442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BE6908EE-521D-4191-CCF7-895EE79251D5}"/>
                  </a:ext>
                </a:extLst>
              </p:cNvPr>
              <p:cNvSpPr/>
              <p:nvPr/>
            </p:nvSpPr>
            <p:spPr>
              <a:xfrm>
                <a:off x="23788188" y="445669"/>
                <a:ext cx="24398" cy="33714"/>
              </a:xfrm>
              <a:custGeom>
                <a:avLst/>
                <a:gdLst>
                  <a:gd name="connsiteX0" fmla="*/ 24399 w 24398"/>
                  <a:gd name="connsiteY0" fmla="*/ 0 h 33714"/>
                  <a:gd name="connsiteX1" fmla="*/ 24399 w 24398"/>
                  <a:gd name="connsiteY1" fmla="*/ 33715 h 33714"/>
                  <a:gd name="connsiteX2" fmla="*/ 0 w 24398"/>
                  <a:gd name="connsiteY2" fmla="*/ 33715 h 33714"/>
                  <a:gd name="connsiteX3" fmla="*/ 0 w 24398"/>
                  <a:gd name="connsiteY3" fmla="*/ 19519 h 33714"/>
                  <a:gd name="connsiteX4" fmla="*/ 24399 w 24398"/>
                  <a:gd name="connsiteY4" fmla="*/ 0 h 33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98" h="33714">
                    <a:moveTo>
                      <a:pt x="24399" y="0"/>
                    </a:moveTo>
                    <a:lnTo>
                      <a:pt x="24399" y="33715"/>
                    </a:lnTo>
                    <a:lnTo>
                      <a:pt x="0" y="33715"/>
                    </a:lnTo>
                    <a:lnTo>
                      <a:pt x="0" y="19519"/>
                    </a:lnTo>
                    <a:lnTo>
                      <a:pt x="24399" y="0"/>
                    </a:lnTo>
                    <a:close/>
                  </a:path>
                </a:pathLst>
              </a:custGeom>
              <a:grp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ACA4570F-EA86-37A0-AD6C-AFFF409DF2A2}"/>
                  </a:ext>
                </a:extLst>
              </p:cNvPr>
              <p:cNvSpPr/>
              <p:nvPr/>
            </p:nvSpPr>
            <p:spPr>
              <a:xfrm>
                <a:off x="23400003" y="500649"/>
                <a:ext cx="100382" cy="111477"/>
              </a:xfrm>
              <a:custGeom>
                <a:avLst/>
                <a:gdLst>
                  <a:gd name="connsiteX0" fmla="*/ 99837 w 100382"/>
                  <a:gd name="connsiteY0" fmla="*/ 84314 h 111477"/>
                  <a:gd name="connsiteX1" fmla="*/ 82092 w 100382"/>
                  <a:gd name="connsiteY1" fmla="*/ 103390 h 111477"/>
                  <a:gd name="connsiteX2" fmla="*/ 51039 w 100382"/>
                  <a:gd name="connsiteY2" fmla="*/ 111375 h 111477"/>
                  <a:gd name="connsiteX3" fmla="*/ 15550 w 100382"/>
                  <a:gd name="connsiteY3" fmla="*/ 98066 h 111477"/>
                  <a:gd name="connsiteX4" fmla="*/ 24 w 100382"/>
                  <a:gd name="connsiteY4" fmla="*/ 57697 h 111477"/>
                  <a:gd name="connsiteX5" fmla="*/ 16881 w 100382"/>
                  <a:gd name="connsiteY5" fmla="*/ 14223 h 111477"/>
                  <a:gd name="connsiteX6" fmla="*/ 51927 w 100382"/>
                  <a:gd name="connsiteY6" fmla="*/ 28 h 111477"/>
                  <a:gd name="connsiteX7" fmla="*/ 85641 w 100382"/>
                  <a:gd name="connsiteY7" fmla="*/ 13780 h 111477"/>
                  <a:gd name="connsiteX8" fmla="*/ 100280 w 100382"/>
                  <a:gd name="connsiteY8" fmla="*/ 58141 h 111477"/>
                  <a:gd name="connsiteX9" fmla="*/ 100280 w 100382"/>
                  <a:gd name="connsiteY9" fmla="*/ 61246 h 111477"/>
                  <a:gd name="connsiteX10" fmla="*/ 24866 w 100382"/>
                  <a:gd name="connsiteY10" fmla="*/ 61246 h 111477"/>
                  <a:gd name="connsiteX11" fmla="*/ 33738 w 100382"/>
                  <a:gd name="connsiteY11" fmla="*/ 82540 h 111477"/>
                  <a:gd name="connsiteX12" fmla="*/ 52370 w 100382"/>
                  <a:gd name="connsiteY12" fmla="*/ 89194 h 111477"/>
                  <a:gd name="connsiteX13" fmla="*/ 69227 w 100382"/>
                  <a:gd name="connsiteY13" fmla="*/ 83871 h 111477"/>
                  <a:gd name="connsiteX14" fmla="*/ 78987 w 100382"/>
                  <a:gd name="connsiteY14" fmla="*/ 72337 h 111477"/>
                  <a:gd name="connsiteX15" fmla="*/ 99837 w 100382"/>
                  <a:gd name="connsiteY15" fmla="*/ 84314 h 111477"/>
                  <a:gd name="connsiteX16" fmla="*/ 99837 w 100382"/>
                  <a:gd name="connsiteY16" fmla="*/ 84314 h 111477"/>
                  <a:gd name="connsiteX17" fmla="*/ 75882 w 100382"/>
                  <a:gd name="connsiteY17" fmla="*/ 41284 h 111477"/>
                  <a:gd name="connsiteX18" fmla="*/ 68340 w 100382"/>
                  <a:gd name="connsiteY18" fmla="*/ 27088 h 111477"/>
                  <a:gd name="connsiteX19" fmla="*/ 34626 w 100382"/>
                  <a:gd name="connsiteY19" fmla="*/ 27975 h 111477"/>
                  <a:gd name="connsiteX20" fmla="*/ 27084 w 100382"/>
                  <a:gd name="connsiteY20" fmla="*/ 41284 h 111477"/>
                  <a:gd name="connsiteX21" fmla="*/ 75882 w 100382"/>
                  <a:gd name="connsiteY21" fmla="*/ 41284 h 111477"/>
                  <a:gd name="connsiteX22" fmla="*/ 75882 w 100382"/>
                  <a:gd name="connsiteY22" fmla="*/ 41284 h 11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382" h="111477">
                    <a:moveTo>
                      <a:pt x="99837" y="84314"/>
                    </a:moveTo>
                    <a:cubicBezTo>
                      <a:pt x="95401" y="92299"/>
                      <a:pt x="89634" y="98510"/>
                      <a:pt x="82092" y="103390"/>
                    </a:cubicBezTo>
                    <a:cubicBezTo>
                      <a:pt x="72776" y="108713"/>
                      <a:pt x="62130" y="111818"/>
                      <a:pt x="51039" y="111375"/>
                    </a:cubicBezTo>
                    <a:cubicBezTo>
                      <a:pt x="37731" y="112262"/>
                      <a:pt x="24866" y="107382"/>
                      <a:pt x="15550" y="98066"/>
                    </a:cubicBezTo>
                    <a:cubicBezTo>
                      <a:pt x="5347" y="87419"/>
                      <a:pt x="-420" y="72780"/>
                      <a:pt x="24" y="57697"/>
                    </a:cubicBezTo>
                    <a:cubicBezTo>
                      <a:pt x="-420" y="41727"/>
                      <a:pt x="5791" y="26201"/>
                      <a:pt x="16881" y="14223"/>
                    </a:cubicBezTo>
                    <a:cubicBezTo>
                      <a:pt x="26197" y="4908"/>
                      <a:pt x="39062" y="-416"/>
                      <a:pt x="51927" y="28"/>
                    </a:cubicBezTo>
                    <a:cubicBezTo>
                      <a:pt x="64791" y="-416"/>
                      <a:pt x="76769" y="4464"/>
                      <a:pt x="85641" y="13780"/>
                    </a:cubicBezTo>
                    <a:cubicBezTo>
                      <a:pt x="96288" y="26201"/>
                      <a:pt x="101168" y="42171"/>
                      <a:pt x="100280" y="58141"/>
                    </a:cubicBezTo>
                    <a:lnTo>
                      <a:pt x="100280" y="61246"/>
                    </a:lnTo>
                    <a:lnTo>
                      <a:pt x="24866" y="61246"/>
                    </a:lnTo>
                    <a:cubicBezTo>
                      <a:pt x="25310" y="69231"/>
                      <a:pt x="28415" y="76773"/>
                      <a:pt x="33738" y="82540"/>
                    </a:cubicBezTo>
                    <a:cubicBezTo>
                      <a:pt x="38618" y="87419"/>
                      <a:pt x="45716" y="89638"/>
                      <a:pt x="52370" y="89194"/>
                    </a:cubicBezTo>
                    <a:cubicBezTo>
                      <a:pt x="58581" y="89638"/>
                      <a:pt x="64348" y="87419"/>
                      <a:pt x="69227" y="83871"/>
                    </a:cubicBezTo>
                    <a:cubicBezTo>
                      <a:pt x="73220" y="80765"/>
                      <a:pt x="76325" y="76773"/>
                      <a:pt x="78987" y="72337"/>
                    </a:cubicBezTo>
                    <a:lnTo>
                      <a:pt x="99837" y="84314"/>
                    </a:lnTo>
                    <a:lnTo>
                      <a:pt x="99837" y="84314"/>
                    </a:lnTo>
                    <a:close/>
                    <a:moveTo>
                      <a:pt x="75882" y="41284"/>
                    </a:moveTo>
                    <a:cubicBezTo>
                      <a:pt x="74994" y="35960"/>
                      <a:pt x="72333" y="31081"/>
                      <a:pt x="68340" y="27088"/>
                    </a:cubicBezTo>
                    <a:cubicBezTo>
                      <a:pt x="58581" y="18660"/>
                      <a:pt x="43942" y="19103"/>
                      <a:pt x="34626" y="27975"/>
                    </a:cubicBezTo>
                    <a:cubicBezTo>
                      <a:pt x="31077" y="31524"/>
                      <a:pt x="28415" y="36404"/>
                      <a:pt x="27084" y="41284"/>
                    </a:cubicBezTo>
                    <a:lnTo>
                      <a:pt x="75882" y="41284"/>
                    </a:lnTo>
                    <a:lnTo>
                      <a:pt x="75882" y="41284"/>
                    </a:lnTo>
                    <a:close/>
                  </a:path>
                </a:pathLst>
              </a:custGeom>
              <a:grp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3A270873-969A-D492-725B-4FD9A103CC27}"/>
                  </a:ext>
                </a:extLst>
              </p:cNvPr>
              <p:cNvSpPr/>
              <p:nvPr/>
            </p:nvSpPr>
            <p:spPr>
              <a:xfrm>
                <a:off x="23525570" y="500651"/>
                <a:ext cx="106910" cy="165493"/>
              </a:xfrm>
              <a:custGeom>
                <a:avLst/>
                <a:gdLst>
                  <a:gd name="connsiteX0" fmla="*/ 24399 w 106910"/>
                  <a:gd name="connsiteY0" fmla="*/ 165493 h 165493"/>
                  <a:gd name="connsiteX1" fmla="*/ 0 w 106910"/>
                  <a:gd name="connsiteY1" fmla="*/ 165493 h 165493"/>
                  <a:gd name="connsiteX2" fmla="*/ 0 w 106910"/>
                  <a:gd name="connsiteY2" fmla="*/ 2687 h 165493"/>
                  <a:gd name="connsiteX3" fmla="*/ 24399 w 106910"/>
                  <a:gd name="connsiteY3" fmla="*/ 2687 h 165493"/>
                  <a:gd name="connsiteX4" fmla="*/ 24399 w 106910"/>
                  <a:gd name="connsiteY4" fmla="*/ 14221 h 165493"/>
                  <a:gd name="connsiteX5" fmla="*/ 55452 w 106910"/>
                  <a:gd name="connsiteY5" fmla="*/ 26 h 165493"/>
                  <a:gd name="connsiteX6" fmla="*/ 106911 w 106910"/>
                  <a:gd name="connsiteY6" fmla="*/ 54590 h 165493"/>
                  <a:gd name="connsiteX7" fmla="*/ 55895 w 106910"/>
                  <a:gd name="connsiteY7" fmla="*/ 110929 h 165493"/>
                  <a:gd name="connsiteX8" fmla="*/ 24399 w 106910"/>
                  <a:gd name="connsiteY8" fmla="*/ 95402 h 165493"/>
                  <a:gd name="connsiteX9" fmla="*/ 24399 w 106910"/>
                  <a:gd name="connsiteY9" fmla="*/ 165493 h 165493"/>
                  <a:gd name="connsiteX10" fmla="*/ 24399 w 106910"/>
                  <a:gd name="connsiteY10" fmla="*/ 165493 h 165493"/>
                  <a:gd name="connsiteX11" fmla="*/ 23068 w 106910"/>
                  <a:gd name="connsiteY11" fmla="*/ 56364 h 165493"/>
                  <a:gd name="connsiteX12" fmla="*/ 52790 w 106910"/>
                  <a:gd name="connsiteY12" fmla="*/ 89635 h 165493"/>
                  <a:gd name="connsiteX13" fmla="*/ 82068 w 106910"/>
                  <a:gd name="connsiteY13" fmla="*/ 56364 h 165493"/>
                  <a:gd name="connsiteX14" fmla="*/ 52790 w 106910"/>
                  <a:gd name="connsiteY14" fmla="*/ 22650 h 165493"/>
                  <a:gd name="connsiteX15" fmla="*/ 23068 w 106910"/>
                  <a:gd name="connsiteY15" fmla="*/ 56364 h 165493"/>
                  <a:gd name="connsiteX16" fmla="*/ 23068 w 106910"/>
                  <a:gd name="connsiteY16" fmla="*/ 56364 h 165493"/>
                  <a:gd name="connsiteX17" fmla="*/ 23068 w 106910"/>
                  <a:gd name="connsiteY17" fmla="*/ 56364 h 165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910" h="165493">
                    <a:moveTo>
                      <a:pt x="24399" y="165493"/>
                    </a:moveTo>
                    <a:lnTo>
                      <a:pt x="0" y="165493"/>
                    </a:lnTo>
                    <a:lnTo>
                      <a:pt x="0" y="2687"/>
                    </a:lnTo>
                    <a:lnTo>
                      <a:pt x="24399" y="2687"/>
                    </a:lnTo>
                    <a:lnTo>
                      <a:pt x="24399" y="14221"/>
                    </a:lnTo>
                    <a:cubicBezTo>
                      <a:pt x="31940" y="4905"/>
                      <a:pt x="43474" y="-418"/>
                      <a:pt x="55452" y="26"/>
                    </a:cubicBezTo>
                    <a:cubicBezTo>
                      <a:pt x="83399" y="26"/>
                      <a:pt x="106911" y="21319"/>
                      <a:pt x="106911" y="54590"/>
                    </a:cubicBezTo>
                    <a:cubicBezTo>
                      <a:pt x="106911" y="90079"/>
                      <a:pt x="80738" y="110929"/>
                      <a:pt x="55895" y="110929"/>
                    </a:cubicBezTo>
                    <a:cubicBezTo>
                      <a:pt x="43474" y="110485"/>
                      <a:pt x="31940" y="105162"/>
                      <a:pt x="24399" y="95402"/>
                    </a:cubicBezTo>
                    <a:lnTo>
                      <a:pt x="24399" y="165493"/>
                    </a:lnTo>
                    <a:lnTo>
                      <a:pt x="24399" y="165493"/>
                    </a:lnTo>
                    <a:close/>
                    <a:moveTo>
                      <a:pt x="23068" y="56364"/>
                    </a:moveTo>
                    <a:cubicBezTo>
                      <a:pt x="23068" y="78545"/>
                      <a:pt x="37263" y="89635"/>
                      <a:pt x="52790" y="89635"/>
                    </a:cubicBezTo>
                    <a:cubicBezTo>
                      <a:pt x="70534" y="89635"/>
                      <a:pt x="82068" y="74553"/>
                      <a:pt x="82068" y="56364"/>
                    </a:cubicBezTo>
                    <a:cubicBezTo>
                      <a:pt x="82068" y="38176"/>
                      <a:pt x="70534" y="22650"/>
                      <a:pt x="52790" y="22650"/>
                    </a:cubicBezTo>
                    <a:cubicBezTo>
                      <a:pt x="37263" y="22206"/>
                      <a:pt x="23068" y="33297"/>
                      <a:pt x="23068" y="56364"/>
                    </a:cubicBezTo>
                    <a:lnTo>
                      <a:pt x="23068" y="56364"/>
                    </a:lnTo>
                    <a:lnTo>
                      <a:pt x="23068" y="56364"/>
                    </a:lnTo>
                    <a:close/>
                  </a:path>
                </a:pathLst>
              </a:custGeom>
              <a:grp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6FAF6C6-100E-8045-F356-6A8871C36810}"/>
                  </a:ext>
                </a:extLst>
              </p:cNvPr>
              <p:cNvSpPr/>
              <p:nvPr/>
            </p:nvSpPr>
            <p:spPr>
              <a:xfrm>
                <a:off x="23651550" y="500210"/>
                <a:ext cx="112689" cy="112707"/>
              </a:xfrm>
              <a:custGeom>
                <a:avLst/>
                <a:gdLst>
                  <a:gd name="connsiteX0" fmla="*/ 112683 w 112689"/>
                  <a:gd name="connsiteY0" fmla="*/ 55919 h 112707"/>
                  <a:gd name="connsiteX1" fmla="*/ 57232 w 112689"/>
                  <a:gd name="connsiteY1" fmla="*/ 112701 h 112707"/>
                  <a:gd name="connsiteX2" fmla="*/ 6 w 112689"/>
                  <a:gd name="connsiteY2" fmla="*/ 57250 h 112707"/>
                  <a:gd name="connsiteX3" fmla="*/ 55457 w 112689"/>
                  <a:gd name="connsiteY3" fmla="*/ 24 h 112707"/>
                  <a:gd name="connsiteX4" fmla="*/ 56345 w 112689"/>
                  <a:gd name="connsiteY4" fmla="*/ 24 h 112707"/>
                  <a:gd name="connsiteX5" fmla="*/ 112683 w 112689"/>
                  <a:gd name="connsiteY5" fmla="*/ 53257 h 112707"/>
                  <a:gd name="connsiteX6" fmla="*/ 112683 w 112689"/>
                  <a:gd name="connsiteY6" fmla="*/ 55919 h 112707"/>
                  <a:gd name="connsiteX7" fmla="*/ 112683 w 112689"/>
                  <a:gd name="connsiteY7" fmla="*/ 55919 h 112707"/>
                  <a:gd name="connsiteX8" fmla="*/ 87398 w 112689"/>
                  <a:gd name="connsiteY8" fmla="*/ 56363 h 112707"/>
                  <a:gd name="connsiteX9" fmla="*/ 56345 w 112689"/>
                  <a:gd name="connsiteY9" fmla="*/ 22648 h 112707"/>
                  <a:gd name="connsiteX10" fmla="*/ 25292 w 112689"/>
                  <a:gd name="connsiteY10" fmla="*/ 56363 h 112707"/>
                  <a:gd name="connsiteX11" fmla="*/ 56345 w 112689"/>
                  <a:gd name="connsiteY11" fmla="*/ 89634 h 112707"/>
                  <a:gd name="connsiteX12" fmla="*/ 87398 w 112689"/>
                  <a:gd name="connsiteY12" fmla="*/ 56363 h 112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689" h="112707">
                    <a:moveTo>
                      <a:pt x="112683" y="55919"/>
                    </a:moveTo>
                    <a:cubicBezTo>
                      <a:pt x="113127" y="86972"/>
                      <a:pt x="88285" y="112701"/>
                      <a:pt x="57232" y="112701"/>
                    </a:cubicBezTo>
                    <a:cubicBezTo>
                      <a:pt x="26179" y="113145"/>
                      <a:pt x="449" y="88303"/>
                      <a:pt x="6" y="57250"/>
                    </a:cubicBezTo>
                    <a:cubicBezTo>
                      <a:pt x="-438" y="26197"/>
                      <a:pt x="24405" y="467"/>
                      <a:pt x="55457" y="24"/>
                    </a:cubicBezTo>
                    <a:cubicBezTo>
                      <a:pt x="55901" y="24"/>
                      <a:pt x="55901" y="24"/>
                      <a:pt x="56345" y="24"/>
                    </a:cubicBezTo>
                    <a:cubicBezTo>
                      <a:pt x="86510" y="-863"/>
                      <a:pt x="111796" y="23092"/>
                      <a:pt x="112683" y="53257"/>
                    </a:cubicBezTo>
                    <a:cubicBezTo>
                      <a:pt x="112683" y="54588"/>
                      <a:pt x="112683" y="55475"/>
                      <a:pt x="112683" y="55919"/>
                    </a:cubicBezTo>
                    <a:lnTo>
                      <a:pt x="112683" y="55919"/>
                    </a:lnTo>
                    <a:close/>
                    <a:moveTo>
                      <a:pt x="87398" y="56363"/>
                    </a:moveTo>
                    <a:cubicBezTo>
                      <a:pt x="87398" y="32408"/>
                      <a:pt x="71871" y="22648"/>
                      <a:pt x="56345" y="22648"/>
                    </a:cubicBezTo>
                    <a:cubicBezTo>
                      <a:pt x="40818" y="22648"/>
                      <a:pt x="25292" y="32408"/>
                      <a:pt x="25292" y="56363"/>
                    </a:cubicBezTo>
                    <a:cubicBezTo>
                      <a:pt x="25292" y="76769"/>
                      <a:pt x="37269" y="89634"/>
                      <a:pt x="56345" y="89634"/>
                    </a:cubicBezTo>
                    <a:cubicBezTo>
                      <a:pt x="75420" y="89634"/>
                      <a:pt x="87398" y="76769"/>
                      <a:pt x="87398" y="56363"/>
                    </a:cubicBezTo>
                    <a:close/>
                  </a:path>
                </a:pathLst>
              </a:custGeom>
              <a:grpFill/>
              <a:ln w="442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1E4D08FB-186E-91CC-28E0-773F72AF5BA8}"/>
                  </a:ext>
                </a:extLst>
              </p:cNvPr>
              <p:cNvSpPr/>
              <p:nvPr/>
            </p:nvSpPr>
            <p:spPr>
              <a:xfrm>
                <a:off x="23788188" y="503339"/>
                <a:ext cx="24398" cy="105136"/>
              </a:xfrm>
              <a:custGeom>
                <a:avLst/>
                <a:gdLst>
                  <a:gd name="connsiteX0" fmla="*/ 24399 w 24398"/>
                  <a:gd name="connsiteY0" fmla="*/ 0 h 105136"/>
                  <a:gd name="connsiteX1" fmla="*/ 24399 w 24398"/>
                  <a:gd name="connsiteY1" fmla="*/ 105136 h 105136"/>
                  <a:gd name="connsiteX2" fmla="*/ 0 w 24398"/>
                  <a:gd name="connsiteY2" fmla="*/ 105136 h 105136"/>
                  <a:gd name="connsiteX3" fmla="*/ 0 w 24398"/>
                  <a:gd name="connsiteY3" fmla="*/ 0 h 105136"/>
                  <a:gd name="connsiteX4" fmla="*/ 24399 w 24398"/>
                  <a:gd name="connsiteY4" fmla="*/ 0 h 105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98" h="105136">
                    <a:moveTo>
                      <a:pt x="24399" y="0"/>
                    </a:moveTo>
                    <a:lnTo>
                      <a:pt x="24399" y="105136"/>
                    </a:lnTo>
                    <a:lnTo>
                      <a:pt x="0" y="105136"/>
                    </a:lnTo>
                    <a:lnTo>
                      <a:pt x="0" y="0"/>
                    </a:lnTo>
                    <a:lnTo>
                      <a:pt x="24399" y="0"/>
                    </a:lnTo>
                    <a:close/>
                  </a:path>
                </a:pathLst>
              </a:custGeom>
              <a:grpFill/>
              <a:ln w="442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D09A5BB5-47C2-CEB2-3838-DFE65C9EA783}"/>
                  </a:ext>
                </a:extLst>
              </p:cNvPr>
              <p:cNvSpPr/>
              <p:nvPr/>
            </p:nvSpPr>
            <p:spPr>
              <a:xfrm>
                <a:off x="23842309" y="500581"/>
                <a:ext cx="90496" cy="108337"/>
              </a:xfrm>
              <a:custGeom>
                <a:avLst/>
                <a:gdLst>
                  <a:gd name="connsiteX0" fmla="*/ 0 w 90496"/>
                  <a:gd name="connsiteY0" fmla="*/ 2757 h 108337"/>
                  <a:gd name="connsiteX1" fmla="*/ 24399 w 90496"/>
                  <a:gd name="connsiteY1" fmla="*/ 2757 h 108337"/>
                  <a:gd name="connsiteX2" fmla="*/ 24399 w 90496"/>
                  <a:gd name="connsiteY2" fmla="*/ 12517 h 108337"/>
                  <a:gd name="connsiteX3" fmla="*/ 52790 w 90496"/>
                  <a:gd name="connsiteY3" fmla="*/ 96 h 108337"/>
                  <a:gd name="connsiteX4" fmla="*/ 83843 w 90496"/>
                  <a:gd name="connsiteY4" fmla="*/ 14291 h 108337"/>
                  <a:gd name="connsiteX5" fmla="*/ 90497 w 90496"/>
                  <a:gd name="connsiteY5" fmla="*/ 43570 h 108337"/>
                  <a:gd name="connsiteX6" fmla="*/ 90497 w 90496"/>
                  <a:gd name="connsiteY6" fmla="*/ 107894 h 108337"/>
                  <a:gd name="connsiteX7" fmla="*/ 66098 w 90496"/>
                  <a:gd name="connsiteY7" fmla="*/ 107894 h 108337"/>
                  <a:gd name="connsiteX8" fmla="*/ 66098 w 90496"/>
                  <a:gd name="connsiteY8" fmla="*/ 49780 h 108337"/>
                  <a:gd name="connsiteX9" fmla="*/ 47023 w 90496"/>
                  <a:gd name="connsiteY9" fmla="*/ 22276 h 108337"/>
                  <a:gd name="connsiteX10" fmla="*/ 24842 w 90496"/>
                  <a:gd name="connsiteY10" fmla="*/ 57765 h 108337"/>
                  <a:gd name="connsiteX11" fmla="*/ 24842 w 90496"/>
                  <a:gd name="connsiteY11" fmla="*/ 108337 h 108337"/>
                  <a:gd name="connsiteX12" fmla="*/ 444 w 90496"/>
                  <a:gd name="connsiteY12" fmla="*/ 108337 h 108337"/>
                  <a:gd name="connsiteX13" fmla="*/ 0 w 90496"/>
                  <a:gd name="connsiteY13" fmla="*/ 2757 h 108337"/>
                  <a:gd name="connsiteX14" fmla="*/ 0 w 90496"/>
                  <a:gd name="connsiteY14" fmla="*/ 2757 h 10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496" h="108337">
                    <a:moveTo>
                      <a:pt x="0" y="2757"/>
                    </a:moveTo>
                    <a:lnTo>
                      <a:pt x="24399" y="2757"/>
                    </a:lnTo>
                    <a:lnTo>
                      <a:pt x="24399" y="12517"/>
                    </a:lnTo>
                    <a:cubicBezTo>
                      <a:pt x="31497" y="4088"/>
                      <a:pt x="42143" y="-348"/>
                      <a:pt x="52790" y="96"/>
                    </a:cubicBezTo>
                    <a:cubicBezTo>
                      <a:pt x="64768" y="-792"/>
                      <a:pt x="76745" y="4532"/>
                      <a:pt x="83843" y="14291"/>
                    </a:cubicBezTo>
                    <a:cubicBezTo>
                      <a:pt x="87835" y="20058"/>
                      <a:pt x="90497" y="27156"/>
                      <a:pt x="90497" y="43570"/>
                    </a:cubicBezTo>
                    <a:lnTo>
                      <a:pt x="90497" y="107894"/>
                    </a:lnTo>
                    <a:lnTo>
                      <a:pt x="66098" y="107894"/>
                    </a:lnTo>
                    <a:lnTo>
                      <a:pt x="66098" y="49780"/>
                    </a:lnTo>
                    <a:cubicBezTo>
                      <a:pt x="66098" y="23164"/>
                      <a:pt x="56339" y="22276"/>
                      <a:pt x="47023" y="22276"/>
                    </a:cubicBezTo>
                    <a:cubicBezTo>
                      <a:pt x="35933" y="22276"/>
                      <a:pt x="24842" y="23607"/>
                      <a:pt x="24842" y="57765"/>
                    </a:cubicBezTo>
                    <a:lnTo>
                      <a:pt x="24842" y="108337"/>
                    </a:lnTo>
                    <a:lnTo>
                      <a:pt x="444" y="108337"/>
                    </a:lnTo>
                    <a:lnTo>
                      <a:pt x="0" y="2757"/>
                    </a:lnTo>
                    <a:lnTo>
                      <a:pt x="0" y="2757"/>
                    </a:lnTo>
                    <a:close/>
                  </a:path>
                </a:pathLst>
              </a:custGeom>
              <a:grpFill/>
              <a:ln w="442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261E5C9-D020-4CFA-FE29-DC0847EC5E60}"/>
                  </a:ext>
                </a:extLst>
              </p:cNvPr>
              <p:cNvSpPr/>
              <p:nvPr/>
            </p:nvSpPr>
            <p:spPr>
              <a:xfrm>
                <a:off x="23953656" y="445226"/>
                <a:ext cx="53233" cy="163249"/>
              </a:xfrm>
              <a:custGeom>
                <a:avLst/>
                <a:gdLst>
                  <a:gd name="connsiteX0" fmla="*/ 34602 w 53233"/>
                  <a:gd name="connsiteY0" fmla="*/ 80737 h 163249"/>
                  <a:gd name="connsiteX1" fmla="*/ 34602 w 53233"/>
                  <a:gd name="connsiteY1" fmla="*/ 163249 h 163249"/>
                  <a:gd name="connsiteX2" fmla="*/ 10203 w 53233"/>
                  <a:gd name="connsiteY2" fmla="*/ 163249 h 163249"/>
                  <a:gd name="connsiteX3" fmla="*/ 10203 w 53233"/>
                  <a:gd name="connsiteY3" fmla="*/ 80737 h 163249"/>
                  <a:gd name="connsiteX4" fmla="*/ 0 w 53233"/>
                  <a:gd name="connsiteY4" fmla="*/ 80737 h 163249"/>
                  <a:gd name="connsiteX5" fmla="*/ 0 w 53233"/>
                  <a:gd name="connsiteY5" fmla="*/ 58113 h 163249"/>
                  <a:gd name="connsiteX6" fmla="*/ 10203 w 53233"/>
                  <a:gd name="connsiteY6" fmla="*/ 58113 h 163249"/>
                  <a:gd name="connsiteX7" fmla="*/ 10203 w 53233"/>
                  <a:gd name="connsiteY7" fmla="*/ 19519 h 163249"/>
                  <a:gd name="connsiteX8" fmla="*/ 34602 w 53233"/>
                  <a:gd name="connsiteY8" fmla="*/ 0 h 163249"/>
                  <a:gd name="connsiteX9" fmla="*/ 34602 w 53233"/>
                  <a:gd name="connsiteY9" fmla="*/ 58113 h 163249"/>
                  <a:gd name="connsiteX10" fmla="*/ 53234 w 53233"/>
                  <a:gd name="connsiteY10" fmla="*/ 58113 h 163249"/>
                  <a:gd name="connsiteX11" fmla="*/ 53234 w 53233"/>
                  <a:gd name="connsiteY11" fmla="*/ 80737 h 163249"/>
                  <a:gd name="connsiteX12" fmla="*/ 34602 w 53233"/>
                  <a:gd name="connsiteY12" fmla="*/ 80737 h 163249"/>
                  <a:gd name="connsiteX13" fmla="*/ 34602 w 53233"/>
                  <a:gd name="connsiteY13" fmla="*/ 80737 h 16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233" h="163249">
                    <a:moveTo>
                      <a:pt x="34602" y="80737"/>
                    </a:moveTo>
                    <a:lnTo>
                      <a:pt x="34602" y="163249"/>
                    </a:lnTo>
                    <a:lnTo>
                      <a:pt x="10203" y="163249"/>
                    </a:lnTo>
                    <a:lnTo>
                      <a:pt x="10203" y="80737"/>
                    </a:lnTo>
                    <a:lnTo>
                      <a:pt x="0" y="80737"/>
                    </a:lnTo>
                    <a:lnTo>
                      <a:pt x="0" y="58113"/>
                    </a:lnTo>
                    <a:lnTo>
                      <a:pt x="10203" y="58113"/>
                    </a:lnTo>
                    <a:lnTo>
                      <a:pt x="10203" y="19519"/>
                    </a:lnTo>
                    <a:lnTo>
                      <a:pt x="34602" y="0"/>
                    </a:lnTo>
                    <a:lnTo>
                      <a:pt x="34602" y="58113"/>
                    </a:lnTo>
                    <a:lnTo>
                      <a:pt x="53234" y="58113"/>
                    </a:lnTo>
                    <a:lnTo>
                      <a:pt x="53234" y="80737"/>
                    </a:lnTo>
                    <a:lnTo>
                      <a:pt x="34602" y="80737"/>
                    </a:lnTo>
                    <a:lnTo>
                      <a:pt x="34602" y="80737"/>
                    </a:lnTo>
                    <a:close/>
                  </a:path>
                </a:pathLst>
              </a:custGeom>
              <a:grpFill/>
              <a:ln w="442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AA49643C-AED8-85FC-9BD9-5FD39963C597}"/>
                  </a:ext>
                </a:extLst>
              </p:cNvPr>
              <p:cNvSpPr/>
              <p:nvPr/>
            </p:nvSpPr>
            <p:spPr>
              <a:xfrm>
                <a:off x="22937339" y="432361"/>
                <a:ext cx="141956" cy="176557"/>
              </a:xfrm>
              <a:custGeom>
                <a:avLst/>
                <a:gdLst>
                  <a:gd name="connsiteX0" fmla="*/ 141956 w 141956"/>
                  <a:gd name="connsiteY0" fmla="*/ 176558 h 176557"/>
                  <a:gd name="connsiteX1" fmla="*/ 70978 w 141956"/>
                  <a:gd name="connsiteY1" fmla="*/ 0 h 176557"/>
                  <a:gd name="connsiteX2" fmla="*/ 70978 w 141956"/>
                  <a:gd name="connsiteY2" fmla="*/ 0 h 176557"/>
                  <a:gd name="connsiteX3" fmla="*/ 0 w 141956"/>
                  <a:gd name="connsiteY3" fmla="*/ 176558 h 176557"/>
                  <a:gd name="connsiteX4" fmla="*/ 27504 w 141956"/>
                  <a:gd name="connsiteY4" fmla="*/ 176558 h 176557"/>
                  <a:gd name="connsiteX5" fmla="*/ 70978 w 141956"/>
                  <a:gd name="connsiteY5" fmla="*/ 64324 h 176557"/>
                  <a:gd name="connsiteX6" fmla="*/ 114452 w 141956"/>
                  <a:gd name="connsiteY6" fmla="*/ 176558 h 176557"/>
                  <a:gd name="connsiteX7" fmla="*/ 141956 w 141956"/>
                  <a:gd name="connsiteY7" fmla="*/ 176558 h 176557"/>
                  <a:gd name="connsiteX8" fmla="*/ 141956 w 141956"/>
                  <a:gd name="connsiteY8" fmla="*/ 176558 h 17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956" h="176557">
                    <a:moveTo>
                      <a:pt x="141956" y="176558"/>
                    </a:moveTo>
                    <a:lnTo>
                      <a:pt x="70978" y="0"/>
                    </a:lnTo>
                    <a:lnTo>
                      <a:pt x="70978" y="0"/>
                    </a:lnTo>
                    <a:lnTo>
                      <a:pt x="0" y="176558"/>
                    </a:lnTo>
                    <a:lnTo>
                      <a:pt x="27504" y="176558"/>
                    </a:lnTo>
                    <a:lnTo>
                      <a:pt x="70978" y="64324"/>
                    </a:lnTo>
                    <a:lnTo>
                      <a:pt x="114452" y="176558"/>
                    </a:lnTo>
                    <a:lnTo>
                      <a:pt x="141956" y="176558"/>
                    </a:lnTo>
                    <a:lnTo>
                      <a:pt x="141956" y="176558"/>
                    </a:lnTo>
                    <a:close/>
                  </a:path>
                </a:pathLst>
              </a:custGeom>
              <a:grp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580038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ark">
    <p:spTree>
      <p:nvGrpSpPr>
        <p:cNvPr id="1" name=""/>
        <p:cNvGrpSpPr/>
        <p:nvPr/>
      </p:nvGrpSpPr>
      <p:grpSpPr>
        <a:xfrm>
          <a:off x="0" y="0"/>
          <a:ext cx="0" cy="0"/>
          <a:chOff x="0" y="0"/>
          <a:chExt cx="0" cy="0"/>
        </a:xfrm>
      </p:grpSpPr>
      <p:pic>
        <p:nvPicPr>
          <p:cNvPr id="3" name="Dark Gradient" descr="Background pattern&#10;&#10;Description automatically generated">
            <a:extLst>
              <a:ext uri="{FF2B5EF4-FFF2-40B4-BE49-F238E27FC236}">
                <a16:creationId xmlns:a16="http://schemas.microsoft.com/office/drawing/2014/main" id="{5384496C-48CE-1044-23E6-ACCB2805580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24387048" cy="13721779"/>
          </a:xfrm>
          <a:prstGeom prst="rect">
            <a:avLst/>
          </a:prstGeom>
        </p:spPr>
      </p:pic>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noRot="1" noMove="1" noResize="1" noEditPoints="1" noAdjustHandles="1" noChangeArrowheads="1" noChangeShapeType="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bg1"/>
                </a:solidFill>
                <a:latin typeface="TT Norms Pro" panose="02000503030000020003" pitchFamily="2" charset="0"/>
              </a:defRPr>
            </a:lvl1pPr>
            <a:lvl2pPr marL="1828800" indent="-455614">
              <a:spcAft>
                <a:spcPts val="600"/>
              </a:spcAft>
              <a:defRPr sz="3200" b="0" i="0" spc="-40" baseline="0">
                <a:solidFill>
                  <a:schemeClr val="bg1"/>
                </a:solidFill>
                <a:latin typeface="TT Norms Pro" panose="02000503030000020003" pitchFamily="2" charset="0"/>
              </a:defRPr>
            </a:lvl2pPr>
            <a:lvl3pPr marL="2290764" indent="-455614">
              <a:spcAft>
                <a:spcPts val="600"/>
              </a:spcAft>
              <a:defRPr sz="2800" b="0" i="0" spc="-30" baseline="0">
                <a:solidFill>
                  <a:schemeClr val="bg1"/>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a:t>
            </a:r>
            <a:r>
              <a:rPr lang="en-US" err="1"/>
              <a:t>pt</a:t>
            </a:r>
            <a:r>
              <a:rPr lang="en-US"/>
              <a:t> regular; 20 </a:t>
            </a:r>
            <a:r>
              <a:rPr lang="en-US" err="1"/>
              <a:t>pt</a:t>
            </a:r>
            <a:r>
              <a:rPr lang="en-US"/>
              <a:t> before, 6 </a:t>
            </a:r>
            <a:r>
              <a:rPr lang="en-US" err="1"/>
              <a:t>pt</a:t>
            </a:r>
            <a:r>
              <a:rPr lang="en-US"/>
              <a:t> after; .9 line spacing)</a:t>
            </a:r>
          </a:p>
          <a:p>
            <a:pPr lvl="1"/>
            <a:r>
              <a:rPr lang="en-US"/>
              <a:t>Optional second level (32 </a:t>
            </a:r>
            <a:r>
              <a:rPr lang="en-US" err="1"/>
              <a:t>pt</a:t>
            </a:r>
            <a:r>
              <a:rPr lang="en-US"/>
              <a:t> regular; 10 </a:t>
            </a:r>
            <a:r>
              <a:rPr lang="en-US" err="1"/>
              <a:t>pt</a:t>
            </a:r>
            <a:r>
              <a:rPr lang="en-US"/>
              <a:t> before, 6 </a:t>
            </a:r>
            <a:r>
              <a:rPr lang="en-US" err="1"/>
              <a:t>pt</a:t>
            </a:r>
            <a:r>
              <a:rPr lang="en-US"/>
              <a:t> after; .9 line spacing)</a:t>
            </a:r>
          </a:p>
          <a:p>
            <a:pPr lvl="2"/>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lstStyle>
            <a:lvl1pPr>
              <a:defRPr>
                <a:solidFill>
                  <a:schemeClr val="bg1"/>
                </a:solidFill>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1" name="Anglepoint Logo">
            <a:hlinkClick r:id="" action="ppaction://noaction"/>
            <a:extLst>
              <a:ext uri="{FF2B5EF4-FFF2-40B4-BE49-F238E27FC236}">
                <a16:creationId xmlns:a16="http://schemas.microsoft.com/office/drawing/2014/main" id="{71B22127-C50F-19DC-DE59-8BD1435E1623}"/>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2361" y="376601"/>
            <a:ext cx="1487736" cy="320709"/>
          </a:xfrm>
          <a:prstGeom prst="rect">
            <a:avLst/>
          </a:prstGeom>
        </p:spPr>
      </p:pic>
    </p:spTree>
    <p:extLst>
      <p:ext uri="{BB962C8B-B14F-4D97-AF65-F5344CB8AC3E}">
        <p14:creationId xmlns:p14="http://schemas.microsoft.com/office/powerpoint/2010/main" val="3501329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ft Side Bar">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146D87F7-F479-4D24-BBC0-2FECBBAA087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1" y="0"/>
            <a:ext cx="6939255" cy="13716000"/>
          </a:xfrm>
          <a:prstGeom prst="rect">
            <a:avLst/>
          </a:prstGeom>
        </p:spPr>
      </p:pic>
      <p:sp>
        <p:nvSpPr>
          <p:cNvPr id="4" name="Rectangle Separator">
            <a:extLst>
              <a:ext uri="{FF2B5EF4-FFF2-40B4-BE49-F238E27FC236}">
                <a16:creationId xmlns:a16="http://schemas.microsoft.com/office/drawing/2014/main" id="{FACCFEDB-7EA1-40D4-8D3E-883F0D88E9EB}"/>
              </a:ext>
            </a:extLst>
          </p:cNvPr>
          <p:cNvSpPr>
            <a:spLocks noGrp="1" noRot="1" noMove="1" noResize="1" noEditPoints="1" noAdjustHandles="1" noChangeArrowheads="1" noChangeShapeType="1"/>
          </p:cNvSpPr>
          <p:nvPr userDrawn="1"/>
        </p:nvSpPr>
        <p:spPr>
          <a:xfrm>
            <a:off x="6926442" y="-2"/>
            <a:ext cx="164592" cy="13716000"/>
          </a:xfrm>
          <a:prstGeom prst="rect">
            <a:avLst/>
          </a:prstGeom>
          <a:solidFill>
            <a:schemeClr val="accent2"/>
          </a:solidFill>
          <a:ln w="127000" cap="flat">
            <a:noFill/>
            <a:prstDash val="solid"/>
            <a:miter/>
          </a:ln>
        </p:spPr>
        <p:txBody>
          <a:bodyPr rtlCol="0" anchor="ctr"/>
          <a:lstStyle/>
          <a:p>
            <a:pPr algn="l"/>
            <a:endParaRPr lang="en-US"/>
          </a:p>
        </p:txBody>
      </p:sp>
      <p:sp>
        <p:nvSpPr>
          <p:cNvPr id="33" name="Bulleted List">
            <a:extLst>
              <a:ext uri="{FF2B5EF4-FFF2-40B4-BE49-F238E27FC236}">
                <a16:creationId xmlns:a16="http://schemas.microsoft.com/office/drawing/2014/main" id="{3F6D238A-65AC-4FE9-9B22-80002EB96CF1}"/>
              </a:ext>
            </a:extLst>
          </p:cNvPr>
          <p:cNvSpPr>
            <a:spLocks noGrp="1" noRot="1" noMove="1" noResize="1" noEditPoints="1" noAdjustHandles="1" noChangeArrowheads="1" noChangeShapeType="1"/>
          </p:cNvSpPr>
          <p:nvPr>
            <p:ph idx="1"/>
          </p:nvPr>
        </p:nvSpPr>
        <p:spPr>
          <a:xfrm>
            <a:off x="7109322" y="1828800"/>
            <a:ext cx="17277726" cy="11612880"/>
          </a:xfrm>
          <a:prstGeom prst="rect">
            <a:avLst/>
          </a:prstGeom>
        </p:spPr>
        <p:txBody>
          <a:bodyPr vert="horz" lIns="91440" tIns="45720" rIns="91440" bIns="45720" rtlCol="0">
            <a:normAutofit/>
          </a:bodyPr>
          <a:lstStyle/>
          <a:p>
            <a:pPr marL="1371600" marR="0" lvl="0"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Click to edit Master text styles</a:t>
            </a:r>
          </a:p>
          <a:p>
            <a:pPr marL="1371600" marR="0" lvl="1"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Second level</a:t>
            </a:r>
          </a:p>
          <a:p>
            <a:pPr marL="1371600" marR="0" lvl="2"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Third level</a:t>
            </a:r>
          </a:p>
        </p:txBody>
      </p:sp>
      <p:sp>
        <p:nvSpPr>
          <p:cNvPr id="2" name="Footer">
            <a:extLst>
              <a:ext uri="{FF2B5EF4-FFF2-40B4-BE49-F238E27FC236}">
                <a16:creationId xmlns:a16="http://schemas.microsoft.com/office/drawing/2014/main" id="{839AF3C0-BCA5-40AB-8972-8F54022A2E8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5" name="Date">
            <a:extLst>
              <a:ext uri="{FF2B5EF4-FFF2-40B4-BE49-F238E27FC236}">
                <a16:creationId xmlns:a16="http://schemas.microsoft.com/office/drawing/2014/main" id="{CF44DD6B-6E9F-4EAE-833D-8498D43B6C07}"/>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ECAB251D-51E5-3B46-9951-7B5D149B8327}" type="datetime4">
              <a:rPr lang="en-US" smtClean="0"/>
              <a:t>June 10, 2026</a:t>
            </a:fld>
            <a:endParaRPr lang="en-US"/>
          </a:p>
        </p:txBody>
      </p:sp>
      <p:sp>
        <p:nvSpPr>
          <p:cNvPr id="3" name="Slide Number">
            <a:extLst>
              <a:ext uri="{FF2B5EF4-FFF2-40B4-BE49-F238E27FC236}">
                <a16:creationId xmlns:a16="http://schemas.microsoft.com/office/drawing/2014/main" id="{F2EBEF6A-EF71-484B-A7C1-4AD4CDA22590}"/>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8" name="Subtitle">
            <a:extLst>
              <a:ext uri="{FF2B5EF4-FFF2-40B4-BE49-F238E27FC236}">
                <a16:creationId xmlns:a16="http://schemas.microsoft.com/office/drawing/2014/main" id="{565BFC57-126E-4A49-9E8F-63F489AE673B}"/>
              </a:ext>
            </a:extLst>
          </p:cNvPr>
          <p:cNvSpPr>
            <a:spLocks noGrp="1" noRot="1" noMove="1" noResize="1" noEditPoints="1" noAdjustHandles="1" noChangeArrowheads="1" noChangeShapeType="1"/>
          </p:cNvSpPr>
          <p:nvPr>
            <p:ph type="body" sz="quarter" idx="10" hasCustomPrompt="1"/>
          </p:nvPr>
        </p:nvSpPr>
        <p:spPr>
          <a:xfrm>
            <a:off x="1" y="5220925"/>
            <a:ext cx="6333063" cy="2205114"/>
          </a:xfrm>
          <a:prstGeom prst="rect">
            <a:avLst/>
          </a:prstGeom>
        </p:spPr>
        <p:txBody>
          <a:bodyPr>
            <a:normAutofit/>
          </a:bodyPr>
          <a:lstStyle>
            <a:lvl1pPr marL="687388" indent="-1588">
              <a:buNone/>
              <a:tabLst/>
              <a:defRPr sz="3200" b="0" i="1">
                <a:solidFill>
                  <a:schemeClr val="accent1">
                    <a:lumMod val="40000"/>
                    <a:lumOff val="60000"/>
                  </a:schemeClr>
                </a:solidFill>
                <a:latin typeface="TT Norms Pro Light" panose="02000503020000020003" pitchFamily="2" charset="0"/>
              </a:defRPr>
            </a:lvl1pPr>
          </a:lstStyle>
          <a:p>
            <a:pPr lvl="0"/>
            <a:r>
              <a:rPr lang="en-US"/>
              <a:t>Optional subtitle (sentence caps, 32 </a:t>
            </a:r>
            <a:r>
              <a:rPr lang="en-US" err="1"/>
              <a:t>pt</a:t>
            </a:r>
            <a:r>
              <a:rPr lang="en-US"/>
              <a:t> italic, no punctuation)</a:t>
            </a:r>
          </a:p>
        </p:txBody>
      </p:sp>
      <p:sp>
        <p:nvSpPr>
          <p:cNvPr id="5" name="Title">
            <a:extLst>
              <a:ext uri="{FF2B5EF4-FFF2-40B4-BE49-F238E27FC236}">
                <a16:creationId xmlns:a16="http://schemas.microsoft.com/office/drawing/2014/main" id="{E25B9C56-92AF-F540-832F-67981821137B}"/>
              </a:ext>
            </a:extLst>
          </p:cNvPr>
          <p:cNvSpPr>
            <a:spLocks noGrp="1" noRot="1" noMove="1" noResize="1" noEditPoints="1" noAdjustHandles="1" noChangeArrowheads="1" noChangeShapeType="1"/>
          </p:cNvSpPr>
          <p:nvPr>
            <p:ph type="title" hasCustomPrompt="1"/>
          </p:nvPr>
        </p:nvSpPr>
        <p:spPr>
          <a:xfrm>
            <a:off x="1" y="638359"/>
            <a:ext cx="6333063" cy="3844038"/>
          </a:xfrm>
          <a:prstGeom prst="rect">
            <a:avLst/>
          </a:prstGeom>
        </p:spPr>
        <p:txBody>
          <a:bodyPr anchor="b" anchorCtr="0"/>
          <a:lstStyle>
            <a:lvl1pPr marL="688941" indent="55560">
              <a:lnSpc>
                <a:spcPct val="80000"/>
              </a:lnSpc>
              <a:tabLst/>
              <a:defRPr sz="6599" spc="-100" baseline="0">
                <a:solidFill>
                  <a:schemeClr val="bg1"/>
                </a:solidFill>
                <a:latin typeface="TT Norms Pro" panose="02000503030000020003" pitchFamily="2" charset="0"/>
              </a:defRPr>
            </a:lvl1pPr>
          </a:lstStyle>
          <a:p>
            <a:r>
              <a:rPr lang="en-US"/>
              <a:t>Short Title (Title Caps, 66 Pt Regular)</a:t>
            </a:r>
          </a:p>
        </p:txBody>
      </p:sp>
      <p:sp>
        <p:nvSpPr>
          <p:cNvPr id="13" name="Section">
            <a:extLst>
              <a:ext uri="{FF2B5EF4-FFF2-40B4-BE49-F238E27FC236}">
                <a16:creationId xmlns:a16="http://schemas.microsoft.com/office/drawing/2014/main" id="{5623FE51-1BED-4DA1-BB40-A6FB8299C77A}"/>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 action="ppaction://noaction"/>
            <a:extLst>
              <a:ext uri="{FF2B5EF4-FFF2-40B4-BE49-F238E27FC236}">
                <a16:creationId xmlns:a16="http://schemas.microsoft.com/office/drawing/2014/main" id="{3BB8C179-94D8-49B8-8880-65B2D4795F34}"/>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275806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ight Side Bar Layout">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B6B012EB-7D1A-8B85-CE7A-F645EE1AFA13}"/>
              </a:ext>
            </a:extLst>
          </p:cNvPr>
          <p:cNvSpPr>
            <a:spLocks noGrp="1" noRot="1" noMove="1" noResize="1" noEditPoints="1" noAdjustHandles="1" noChangeArrowheads="1" noChangeShapeType="1"/>
          </p:cNvSpPr>
          <p:nvPr>
            <p:ph type="ftr" sz="quarter" idx="15"/>
          </p:nvPr>
        </p:nvSpPr>
        <p:spPr>
          <a:xfrm>
            <a:off x="3175" y="13441680"/>
            <a:ext cx="24387048" cy="274320"/>
          </a:xfrm>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Date">
            <a:extLst>
              <a:ext uri="{FF2B5EF4-FFF2-40B4-BE49-F238E27FC236}">
                <a16:creationId xmlns:a16="http://schemas.microsoft.com/office/drawing/2014/main" id="{561A2104-9752-F2EB-AC92-C0C10114AE3C}"/>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June 10, 2026</a:t>
            </a:fld>
            <a:endParaRPr lang="en-US"/>
          </a:p>
        </p:txBody>
      </p:sp>
      <p:sp>
        <p:nvSpPr>
          <p:cNvPr id="5" name="Slide Number">
            <a:extLst>
              <a:ext uri="{FF2B5EF4-FFF2-40B4-BE49-F238E27FC236}">
                <a16:creationId xmlns:a16="http://schemas.microsoft.com/office/drawing/2014/main" id="{5D28513D-485F-E895-3DD6-9F24F51F8A25}"/>
              </a:ext>
            </a:extLst>
          </p:cNvPr>
          <p:cNvSpPr>
            <a:spLocks noGrp="1" noRot="1" noMove="1" noResize="1" noEditPoints="1" noAdjustHandles="1" noChangeArrowheads="1" noChangeShapeType="1"/>
          </p:cNvSpPr>
          <p:nvPr>
            <p:ph type="sldNum" sz="quarter" idx="16"/>
          </p:nvPr>
        </p:nvSpPr>
        <p:spPr>
          <a:xfrm>
            <a:off x="23244175" y="13441680"/>
            <a:ext cx="1143000" cy="274320"/>
          </a:xfrm>
        </p:spPr>
        <p:txBody>
          <a:bodyPr/>
          <a:lstStyle/>
          <a:p>
            <a:fld id="{65CC2327-6B8B-47BD-B581-B21CDA88CCFB}" type="slidenum">
              <a:rPr lang="en-US" smtClean="0"/>
              <a:pPr/>
              <a:t>‹#›</a:t>
            </a:fld>
            <a:endParaRPr lang="en-US"/>
          </a:p>
        </p:txBody>
      </p:sp>
      <p:cxnSp>
        <p:nvCxnSpPr>
          <p:cNvPr id="7" name="Line">
            <a:extLst>
              <a:ext uri="{FF2B5EF4-FFF2-40B4-BE49-F238E27FC236}">
                <a16:creationId xmlns:a16="http://schemas.microsoft.com/office/drawing/2014/main" id="{48E89EAE-8E23-38F0-8835-531A43C2D54F}"/>
              </a:ext>
            </a:extLst>
          </p:cNvPr>
          <p:cNvCxnSpPr>
            <a:cxnSpLocks/>
          </p:cNvCxnSpPr>
          <p:nvPr userDrawn="1"/>
        </p:nvCxnSpPr>
        <p:spPr>
          <a:xfrm>
            <a:off x="18234547" y="0"/>
            <a:ext cx="0" cy="13441678"/>
          </a:xfrm>
          <a:prstGeom prst="line">
            <a:avLst/>
          </a:prstGeom>
          <a:solidFill>
            <a:srgbClr val="FFFFFF"/>
          </a:solidFill>
          <a:ln w="381000" cap="flat">
            <a:solidFill>
              <a:srgbClr val="F3B521"/>
            </a:solidFill>
            <a:prstDash val="solid"/>
            <a:miter/>
          </a:ln>
        </p:spPr>
      </p:cxnSp>
      <p:sp>
        <p:nvSpPr>
          <p:cNvPr id="6" name="Rectangle">
            <a:extLst>
              <a:ext uri="{FF2B5EF4-FFF2-40B4-BE49-F238E27FC236}">
                <a16:creationId xmlns:a16="http://schemas.microsoft.com/office/drawing/2014/main" id="{BD28E9E4-B02A-088C-5498-C4C2F8AE9A13}"/>
              </a:ext>
            </a:extLst>
          </p:cNvPr>
          <p:cNvSpPr>
            <a:spLocks noGrp="1" noRot="1" noMove="1" noResize="1" noEditPoints="1" noAdjustHandles="1" noChangeArrowheads="1" noChangeShapeType="1"/>
          </p:cNvSpPr>
          <p:nvPr userDrawn="1"/>
        </p:nvSpPr>
        <p:spPr>
          <a:xfrm>
            <a:off x="18414866" y="-2"/>
            <a:ext cx="5972309" cy="13441680"/>
          </a:xfrm>
          <a:prstGeom prst="rect">
            <a:avLst/>
          </a:prstGeom>
          <a:gradFill>
            <a:gsLst>
              <a:gs pos="99000">
                <a:schemeClr val="accent1"/>
              </a:gs>
              <a:gs pos="19000">
                <a:schemeClr val="tx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sp>
        <p:nvSpPr>
          <p:cNvPr id="38" name="Title">
            <a:extLst>
              <a:ext uri="{FF2B5EF4-FFF2-40B4-BE49-F238E27FC236}">
                <a16:creationId xmlns:a16="http://schemas.microsoft.com/office/drawing/2014/main" id="{FB66B4D3-A906-3C46-832E-E158CDD464DA}"/>
              </a:ext>
            </a:extLst>
          </p:cNvPr>
          <p:cNvSpPr>
            <a:spLocks noGrp="1"/>
          </p:cNvSpPr>
          <p:nvPr>
            <p:ph type="title" hasCustomPrompt="1"/>
          </p:nvPr>
        </p:nvSpPr>
        <p:spPr>
          <a:xfrm>
            <a:off x="1354236" y="3071687"/>
            <a:ext cx="11331423" cy="1691640"/>
          </a:xfrm>
          <a:prstGeom prst="rect">
            <a:avLst/>
          </a:prstGeom>
        </p:spPr>
        <p:txBody>
          <a:bodyPr anchor="ctr" anchorCtr="0">
            <a:noAutofit/>
          </a:bodyPr>
          <a:lstStyle>
            <a:lvl1pPr marL="914400" indent="0" algn="l" defTabSz="1828708" rtl="0" eaLnBrk="1" latinLnBrk="0" hangingPunct="1">
              <a:lnSpc>
                <a:spcPct val="80000"/>
              </a:lnSpc>
              <a:spcBef>
                <a:spcPct val="0"/>
              </a:spcBef>
              <a:buNone/>
              <a:tabLst/>
              <a:defRPr lang="en-US" sz="6800" b="1" kern="1200" spc="-100" baseline="0" dirty="0">
                <a:solidFill>
                  <a:schemeClr val="tx2"/>
                </a:solidFill>
                <a:latin typeface="+mj-lt"/>
                <a:ea typeface="+mj-ea"/>
                <a:cs typeface="+mj-cs"/>
              </a:defRPr>
            </a:lvl1pPr>
          </a:lstStyle>
          <a:p>
            <a:r>
              <a:rPr lang="en-US"/>
              <a:t>Title (68 </a:t>
            </a:r>
            <a:r>
              <a:rPr lang="en-US" err="1"/>
              <a:t>pt</a:t>
            </a:r>
            <a:r>
              <a:rPr lang="en-US"/>
              <a:t> Bold)</a:t>
            </a:r>
          </a:p>
        </p:txBody>
      </p:sp>
      <p:pic>
        <p:nvPicPr>
          <p:cNvPr id="8" name="Anglepoint Logo">
            <a:hlinkClick r:id="" action="ppaction://noaction"/>
            <a:extLst>
              <a:ext uri="{FF2B5EF4-FFF2-40B4-BE49-F238E27FC236}">
                <a16:creationId xmlns:a16="http://schemas.microsoft.com/office/drawing/2014/main" id="{0BCA9557-1814-EB70-BE5D-D13DA5EA872C}"/>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354236" y="1419619"/>
            <a:ext cx="3197847" cy="689355"/>
          </a:xfrm>
          <a:prstGeom prst="rect">
            <a:avLst/>
          </a:prstGeom>
        </p:spPr>
      </p:pic>
      <p:sp>
        <p:nvSpPr>
          <p:cNvPr id="12" name="Section">
            <a:extLst>
              <a:ext uri="{FF2B5EF4-FFF2-40B4-BE49-F238E27FC236}">
                <a16:creationId xmlns:a16="http://schemas.microsoft.com/office/drawing/2014/main" id="{D64E6304-32A4-77F6-8F6A-04D29A5A2FC2}"/>
              </a:ext>
            </a:extLst>
          </p:cNvPr>
          <p:cNvSpPr>
            <a:spLocks noGrp="1" noRot="1" noMove="1" noResize="1" noEditPoints="1" noAdjustHandles="1" noChangeArrowheads="1" noChangeShapeType="1"/>
          </p:cNvSpPr>
          <p:nvPr>
            <p:ph type="body" sz="quarter" idx="18"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spTree>
    <p:extLst>
      <p:ext uri="{BB962C8B-B14F-4D97-AF65-F5344CB8AC3E}">
        <p14:creationId xmlns:p14="http://schemas.microsoft.com/office/powerpoint/2010/main" val="1409553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Q L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F1295C-0674-8B43-CDED-698580DB551E}"/>
              </a:ext>
            </a:extLst>
          </p:cNvPr>
          <p:cNvSpPr/>
          <p:nvPr userDrawn="1"/>
        </p:nvSpPr>
        <p:spPr>
          <a:xfrm flipH="1">
            <a:off x="1" y="0"/>
            <a:ext cx="18826842" cy="13441680"/>
          </a:xfrm>
          <a:prstGeom prst="rect">
            <a:avLst/>
          </a:prstGeom>
          <a:solidFill>
            <a:schemeClr val="tx1">
              <a:lumMod val="20000"/>
              <a:lumOff val="80000"/>
              <a:alpha val="50000"/>
            </a:schemeClr>
          </a:solidFill>
          <a:ln w="127000" cap="flat">
            <a:noFill/>
            <a:prstDash val="solid"/>
            <a:miter/>
          </a:ln>
        </p:spPr>
        <p:txBody>
          <a:bodyPr rtlCol="0" anchor="ctr"/>
          <a:lstStyle/>
          <a:p>
            <a:pPr algn="l"/>
            <a:endParaRPr lang="en-US"/>
          </a:p>
        </p:txBody>
      </p:sp>
      <p:sp>
        <p:nvSpPr>
          <p:cNvPr id="9" name="Rectangle 8">
            <a:extLst>
              <a:ext uri="{FF2B5EF4-FFF2-40B4-BE49-F238E27FC236}">
                <a16:creationId xmlns:a16="http://schemas.microsoft.com/office/drawing/2014/main" id="{DAB51CF7-943D-91AB-C80F-9A9C18D5DD3F}"/>
              </a:ext>
            </a:extLst>
          </p:cNvPr>
          <p:cNvSpPr/>
          <p:nvPr userDrawn="1"/>
        </p:nvSpPr>
        <p:spPr>
          <a:xfrm>
            <a:off x="19169743" y="-2"/>
            <a:ext cx="5217432" cy="13716002"/>
          </a:xfrm>
          <a:prstGeom prst="rect">
            <a:avLst/>
          </a:prstGeom>
          <a:gradFill>
            <a:gsLst>
              <a:gs pos="99000">
                <a:schemeClr val="tx2"/>
              </a:gs>
              <a:gs pos="19000">
                <a:srgbClr val="00275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cxnSp>
        <p:nvCxnSpPr>
          <p:cNvPr id="10" name="Straight Connector 9">
            <a:extLst>
              <a:ext uri="{FF2B5EF4-FFF2-40B4-BE49-F238E27FC236}">
                <a16:creationId xmlns:a16="http://schemas.microsoft.com/office/drawing/2014/main" id="{39C72A42-E608-8797-E70A-94125A6C89C1}"/>
              </a:ext>
            </a:extLst>
          </p:cNvPr>
          <p:cNvCxnSpPr>
            <a:cxnSpLocks/>
          </p:cNvCxnSpPr>
          <p:nvPr userDrawn="1"/>
        </p:nvCxnSpPr>
        <p:spPr>
          <a:xfrm>
            <a:off x="18983739" y="-2"/>
            <a:ext cx="0" cy="13441680"/>
          </a:xfrm>
          <a:prstGeom prst="line">
            <a:avLst/>
          </a:prstGeom>
          <a:solidFill>
            <a:srgbClr val="FFFFFF"/>
          </a:solidFill>
          <a:ln w="381000" cap="flat">
            <a:solidFill>
              <a:schemeClr val="accent2"/>
            </a:solidFill>
            <a:prstDash val="solid"/>
            <a:miter/>
          </a:ln>
        </p:spPr>
      </p:cxnSp>
      <p:sp>
        <p:nvSpPr>
          <p:cNvPr id="2" name="Footer">
            <a:extLst>
              <a:ext uri="{FF2B5EF4-FFF2-40B4-BE49-F238E27FC236}">
                <a16:creationId xmlns:a16="http://schemas.microsoft.com/office/drawing/2014/main" id="{B6B012EB-7D1A-8B85-CE7A-F645EE1AFA13}"/>
              </a:ext>
            </a:extLst>
          </p:cNvPr>
          <p:cNvSpPr>
            <a:spLocks noGrp="1" noRot="1" noMove="1" noResize="1" noEditPoints="1" noAdjustHandles="1" noChangeArrowheads="1" noChangeShapeType="1"/>
          </p:cNvSpPr>
          <p:nvPr>
            <p:ph type="ftr" sz="quarter" idx="15"/>
          </p:nvPr>
        </p:nvSpPr>
        <p:spPr>
          <a:xfrm>
            <a:off x="3175" y="13441680"/>
            <a:ext cx="24387048" cy="274320"/>
          </a:xfrm>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Date">
            <a:extLst>
              <a:ext uri="{FF2B5EF4-FFF2-40B4-BE49-F238E27FC236}">
                <a16:creationId xmlns:a16="http://schemas.microsoft.com/office/drawing/2014/main" id="{561A2104-9752-F2EB-AC92-C0C10114AE3C}"/>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June 10, 2026</a:t>
            </a:fld>
            <a:endParaRPr lang="en-US"/>
          </a:p>
        </p:txBody>
      </p:sp>
      <p:sp>
        <p:nvSpPr>
          <p:cNvPr id="5" name="Slide Number">
            <a:extLst>
              <a:ext uri="{FF2B5EF4-FFF2-40B4-BE49-F238E27FC236}">
                <a16:creationId xmlns:a16="http://schemas.microsoft.com/office/drawing/2014/main" id="{5D28513D-485F-E895-3DD6-9F24F51F8A25}"/>
              </a:ext>
            </a:extLst>
          </p:cNvPr>
          <p:cNvSpPr>
            <a:spLocks noGrp="1" noRot="1" noMove="1" noResize="1" noEditPoints="1" noAdjustHandles="1" noChangeArrowheads="1" noChangeShapeType="1"/>
          </p:cNvSpPr>
          <p:nvPr>
            <p:ph type="sldNum" sz="quarter" idx="16"/>
          </p:nvPr>
        </p:nvSpPr>
        <p:spPr>
          <a:xfrm>
            <a:off x="23244175" y="13441680"/>
            <a:ext cx="1143000" cy="274320"/>
          </a:xfrm>
        </p:spPr>
        <p:txBody>
          <a:bodyPr/>
          <a:lstStyle/>
          <a:p>
            <a:fld id="{65CC2327-6B8B-47BD-B581-B21CDA88CCFB}" type="slidenum">
              <a:rPr lang="en-US" smtClean="0"/>
              <a:pPr/>
              <a:t>‹#›</a:t>
            </a:fld>
            <a:endParaRPr lang="en-US"/>
          </a:p>
        </p:txBody>
      </p:sp>
      <p:grpSp>
        <p:nvGrpSpPr>
          <p:cNvPr id="29" name="Group 28">
            <a:extLst>
              <a:ext uri="{FF2B5EF4-FFF2-40B4-BE49-F238E27FC236}">
                <a16:creationId xmlns:a16="http://schemas.microsoft.com/office/drawing/2014/main" id="{3D81F210-EEAB-9400-3F56-C9E765BCA6AC}"/>
              </a:ext>
            </a:extLst>
          </p:cNvPr>
          <p:cNvGrpSpPr/>
          <p:nvPr userDrawn="1"/>
        </p:nvGrpSpPr>
        <p:grpSpPr>
          <a:xfrm>
            <a:off x="22525223" y="369811"/>
            <a:ext cx="1481667" cy="320383"/>
            <a:chOff x="1354236" y="1419619"/>
            <a:chExt cx="3197846" cy="691475"/>
          </a:xfrm>
        </p:grpSpPr>
        <p:grpSp>
          <p:nvGrpSpPr>
            <p:cNvPr id="28" name="Group 27">
              <a:extLst>
                <a:ext uri="{FF2B5EF4-FFF2-40B4-BE49-F238E27FC236}">
                  <a16:creationId xmlns:a16="http://schemas.microsoft.com/office/drawing/2014/main" id="{83A8931B-773A-E995-4500-015D2145088A}"/>
                </a:ext>
              </a:extLst>
            </p:cNvPr>
            <p:cNvGrpSpPr/>
            <p:nvPr userDrawn="1"/>
          </p:nvGrpSpPr>
          <p:grpSpPr>
            <a:xfrm>
              <a:off x="1354236" y="1419619"/>
              <a:ext cx="683611" cy="691475"/>
              <a:chOff x="1354236" y="1419619"/>
              <a:chExt cx="683611" cy="691475"/>
            </a:xfrm>
            <a:solidFill>
              <a:schemeClr val="accent2"/>
            </a:solidFill>
          </p:grpSpPr>
          <p:sp>
            <p:nvSpPr>
              <p:cNvPr id="13" name="Freeform 12">
                <a:extLst>
                  <a:ext uri="{FF2B5EF4-FFF2-40B4-BE49-F238E27FC236}">
                    <a16:creationId xmlns:a16="http://schemas.microsoft.com/office/drawing/2014/main" id="{60E4663A-C201-7036-BD51-A82AFB7852F0}"/>
                  </a:ext>
                </a:extLst>
              </p:cNvPr>
              <p:cNvSpPr/>
              <p:nvPr/>
            </p:nvSpPr>
            <p:spPr>
              <a:xfrm>
                <a:off x="1354236" y="1635042"/>
                <a:ext cx="172339" cy="172338"/>
              </a:xfrm>
              <a:custGeom>
                <a:avLst/>
                <a:gdLst>
                  <a:gd name="connsiteX0" fmla="*/ 172339 w 172339"/>
                  <a:gd name="connsiteY0" fmla="*/ 86169 h 172338"/>
                  <a:gd name="connsiteX1" fmla="*/ 86170 w 172339"/>
                  <a:gd name="connsiteY1" fmla="*/ 172339 h 172338"/>
                  <a:gd name="connsiteX2" fmla="*/ 0 w 172339"/>
                  <a:gd name="connsiteY2" fmla="*/ 86169 h 172338"/>
                  <a:gd name="connsiteX3" fmla="*/ 86170 w 172339"/>
                  <a:gd name="connsiteY3" fmla="*/ 0 h 172338"/>
                  <a:gd name="connsiteX4" fmla="*/ 172339 w 172339"/>
                  <a:gd name="connsiteY4" fmla="*/ 86169 h 172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39" h="172338">
                    <a:moveTo>
                      <a:pt x="172339" y="86169"/>
                    </a:moveTo>
                    <a:cubicBezTo>
                      <a:pt x="172339" y="133759"/>
                      <a:pt x="133760" y="172339"/>
                      <a:pt x="86170" y="172339"/>
                    </a:cubicBezTo>
                    <a:cubicBezTo>
                      <a:pt x="38579" y="172339"/>
                      <a:pt x="0" y="133759"/>
                      <a:pt x="0" y="86169"/>
                    </a:cubicBezTo>
                    <a:cubicBezTo>
                      <a:pt x="0" y="38579"/>
                      <a:pt x="38579" y="0"/>
                      <a:pt x="86170" y="0"/>
                    </a:cubicBezTo>
                    <a:cubicBezTo>
                      <a:pt x="133760" y="0"/>
                      <a:pt x="172339" y="38579"/>
                      <a:pt x="172339" y="86169"/>
                    </a:cubicBezTo>
                    <a:close/>
                  </a:path>
                </a:pathLst>
              </a:custGeom>
              <a:grpFill/>
              <a:ln w="9554"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A69963E-DEA2-D024-A7CC-ACDA04A72C55}"/>
                  </a:ext>
                </a:extLst>
              </p:cNvPr>
              <p:cNvSpPr/>
              <p:nvPr/>
            </p:nvSpPr>
            <p:spPr>
              <a:xfrm>
                <a:off x="1393491" y="1419619"/>
                <a:ext cx="644356" cy="691475"/>
              </a:xfrm>
              <a:custGeom>
                <a:avLst/>
                <a:gdLst>
                  <a:gd name="connsiteX0" fmla="*/ 568719 w 644356"/>
                  <a:gd name="connsiteY0" fmla="*/ 89042 h 691475"/>
                  <a:gd name="connsiteX1" fmla="*/ 575421 w 644356"/>
                  <a:gd name="connsiteY1" fmla="*/ 108190 h 691475"/>
                  <a:gd name="connsiteX2" fmla="*/ 644357 w 644356"/>
                  <a:gd name="connsiteY2" fmla="*/ 0 h 691475"/>
                  <a:gd name="connsiteX3" fmla="*/ 529464 w 644356"/>
                  <a:gd name="connsiteY3" fmla="*/ 61276 h 691475"/>
                  <a:gd name="connsiteX4" fmla="*/ 547655 w 644356"/>
                  <a:gd name="connsiteY4" fmla="*/ 67978 h 691475"/>
                  <a:gd name="connsiteX5" fmla="*/ 606059 w 644356"/>
                  <a:gd name="connsiteY5" fmla="*/ 35425 h 691475"/>
                  <a:gd name="connsiteX6" fmla="*/ 0 w 644356"/>
                  <a:gd name="connsiteY6" fmla="*/ 517016 h 691475"/>
                  <a:gd name="connsiteX7" fmla="*/ 456699 w 644356"/>
                  <a:gd name="connsiteY7" fmla="*/ 650100 h 691475"/>
                  <a:gd name="connsiteX8" fmla="*/ 589783 w 644356"/>
                  <a:gd name="connsiteY8" fmla="*/ 194360 h 691475"/>
                  <a:gd name="connsiteX9" fmla="*/ 536166 w 644356"/>
                  <a:gd name="connsiteY9" fmla="*/ 121595 h 691475"/>
                  <a:gd name="connsiteX10" fmla="*/ 568719 w 644356"/>
                  <a:gd name="connsiteY10" fmla="*/ 89042 h 691475"/>
                  <a:gd name="connsiteX11" fmla="*/ 555315 w 644356"/>
                  <a:gd name="connsiteY11" fmla="*/ 518931 h 691475"/>
                  <a:gd name="connsiteX12" fmla="*/ 373401 w 644356"/>
                  <a:gd name="connsiteY12" fmla="*/ 606058 h 691475"/>
                  <a:gd name="connsiteX13" fmla="*/ 277657 w 644356"/>
                  <a:gd name="connsiteY13" fmla="*/ 472017 h 691475"/>
                  <a:gd name="connsiteX14" fmla="*/ 476805 w 644356"/>
                  <a:gd name="connsiteY14" fmla="*/ 179041 h 691475"/>
                  <a:gd name="connsiteX15" fmla="*/ 555315 w 644356"/>
                  <a:gd name="connsiteY15" fmla="*/ 518931 h 691475"/>
                  <a:gd name="connsiteX16" fmla="*/ 555315 w 644356"/>
                  <a:gd name="connsiteY16" fmla="*/ 518931 h 691475"/>
                  <a:gd name="connsiteX17" fmla="*/ 555315 w 644356"/>
                  <a:gd name="connsiteY17" fmla="*/ 518931 h 69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4356" h="691475">
                    <a:moveTo>
                      <a:pt x="568719" y="89042"/>
                    </a:moveTo>
                    <a:lnTo>
                      <a:pt x="575421" y="108190"/>
                    </a:lnTo>
                    <a:lnTo>
                      <a:pt x="644357" y="0"/>
                    </a:lnTo>
                    <a:lnTo>
                      <a:pt x="529464" y="61276"/>
                    </a:lnTo>
                    <a:lnTo>
                      <a:pt x="547655" y="67978"/>
                    </a:lnTo>
                    <a:lnTo>
                      <a:pt x="606059" y="35425"/>
                    </a:lnTo>
                    <a:lnTo>
                      <a:pt x="0" y="517016"/>
                    </a:lnTo>
                    <a:cubicBezTo>
                      <a:pt x="89042" y="679781"/>
                      <a:pt x="293934" y="739142"/>
                      <a:pt x="456699" y="650100"/>
                    </a:cubicBezTo>
                    <a:cubicBezTo>
                      <a:pt x="619463" y="561058"/>
                      <a:pt x="678824" y="357124"/>
                      <a:pt x="589783" y="194360"/>
                    </a:cubicBezTo>
                    <a:cubicBezTo>
                      <a:pt x="575421" y="167552"/>
                      <a:pt x="557230" y="142658"/>
                      <a:pt x="536166" y="121595"/>
                    </a:cubicBezTo>
                    <a:cubicBezTo>
                      <a:pt x="547655" y="109148"/>
                      <a:pt x="559145" y="98616"/>
                      <a:pt x="568719" y="89042"/>
                    </a:cubicBezTo>
                    <a:close/>
                    <a:moveTo>
                      <a:pt x="555315" y="518931"/>
                    </a:moveTo>
                    <a:cubicBezTo>
                      <a:pt x="529464" y="593611"/>
                      <a:pt x="448082" y="632866"/>
                      <a:pt x="373401" y="606058"/>
                    </a:cubicBezTo>
                    <a:cubicBezTo>
                      <a:pt x="315955" y="585952"/>
                      <a:pt x="277657" y="532335"/>
                      <a:pt x="277657" y="472017"/>
                    </a:cubicBezTo>
                    <a:cubicBezTo>
                      <a:pt x="277657" y="393507"/>
                      <a:pt x="332231" y="304465"/>
                      <a:pt x="476805" y="179041"/>
                    </a:cubicBezTo>
                    <a:cubicBezTo>
                      <a:pt x="476805" y="179041"/>
                      <a:pt x="623293" y="315954"/>
                      <a:pt x="555315" y="518931"/>
                    </a:cubicBezTo>
                    <a:lnTo>
                      <a:pt x="555315" y="518931"/>
                    </a:lnTo>
                    <a:lnTo>
                      <a:pt x="555315" y="518931"/>
                    </a:lnTo>
                    <a:close/>
                  </a:path>
                </a:pathLst>
              </a:custGeom>
              <a:grpFill/>
              <a:ln w="9554"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C86A1CA-EB86-B472-C581-548F368FAAEF}"/>
                  </a:ext>
                </a:extLst>
              </p:cNvPr>
              <p:cNvSpPr/>
              <p:nvPr/>
            </p:nvSpPr>
            <p:spPr>
              <a:xfrm>
                <a:off x="1422214" y="1439183"/>
                <a:ext cx="476804" cy="128837"/>
              </a:xfrm>
              <a:custGeom>
                <a:avLst/>
                <a:gdLst>
                  <a:gd name="connsiteX0" fmla="*/ 404039 w 476804"/>
                  <a:gd name="connsiteY0" fmla="*/ 120221 h 128837"/>
                  <a:gd name="connsiteX1" fmla="*/ 476805 w 476804"/>
                  <a:gd name="connsiteY1" fmla="*/ 74264 h 128837"/>
                  <a:gd name="connsiteX2" fmla="*/ 3830 w 476804"/>
                  <a:gd name="connsiteY2" fmla="*/ 124051 h 128837"/>
                  <a:gd name="connsiteX3" fmla="*/ 0 w 476804"/>
                  <a:gd name="connsiteY3" fmla="*/ 128838 h 128837"/>
                  <a:gd name="connsiteX4" fmla="*/ 404039 w 476804"/>
                  <a:gd name="connsiteY4" fmla="*/ 120221 h 128837"/>
                  <a:gd name="connsiteX5" fmla="*/ 404039 w 476804"/>
                  <a:gd name="connsiteY5" fmla="*/ 120221 h 128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804" h="128837">
                    <a:moveTo>
                      <a:pt x="404039" y="120221"/>
                    </a:moveTo>
                    <a:lnTo>
                      <a:pt x="476805" y="74264"/>
                    </a:lnTo>
                    <a:cubicBezTo>
                      <a:pt x="332231" y="-41586"/>
                      <a:pt x="120637" y="-19565"/>
                      <a:pt x="3830" y="124051"/>
                    </a:cubicBezTo>
                    <a:cubicBezTo>
                      <a:pt x="2872" y="125966"/>
                      <a:pt x="957" y="126923"/>
                      <a:pt x="0" y="128838"/>
                    </a:cubicBezTo>
                    <a:cubicBezTo>
                      <a:pt x="117765" y="35966"/>
                      <a:pt x="282445" y="33094"/>
                      <a:pt x="404039" y="120221"/>
                    </a:cubicBezTo>
                    <a:lnTo>
                      <a:pt x="404039" y="120221"/>
                    </a:lnTo>
                    <a:close/>
                  </a:path>
                </a:pathLst>
              </a:custGeom>
              <a:grpFill/>
              <a:ln w="9554" cap="flat">
                <a:noFill/>
                <a:prstDash val="solid"/>
                <a:miter/>
              </a:ln>
            </p:spPr>
            <p:txBody>
              <a:bodyPr rtlCol="0" anchor="ctr"/>
              <a:lstStyle/>
              <a:p>
                <a:endParaRPr lang="en-US"/>
              </a:p>
            </p:txBody>
          </p:sp>
        </p:grpSp>
        <p:grpSp>
          <p:nvGrpSpPr>
            <p:cNvPr id="27" name="Group 26">
              <a:extLst>
                <a:ext uri="{FF2B5EF4-FFF2-40B4-BE49-F238E27FC236}">
                  <a16:creationId xmlns:a16="http://schemas.microsoft.com/office/drawing/2014/main" id="{4AF10C53-8E9E-934B-E082-3BD917B6E885}"/>
                </a:ext>
              </a:extLst>
            </p:cNvPr>
            <p:cNvGrpSpPr/>
            <p:nvPr userDrawn="1"/>
          </p:nvGrpSpPr>
          <p:grpSpPr>
            <a:xfrm>
              <a:off x="2243697" y="1554617"/>
              <a:ext cx="2308385" cy="504832"/>
              <a:chOff x="2243697" y="1554617"/>
              <a:chExt cx="2308385" cy="504832"/>
            </a:xfrm>
            <a:solidFill>
              <a:schemeClr val="bg1"/>
            </a:solidFill>
          </p:grpSpPr>
          <p:sp>
            <p:nvSpPr>
              <p:cNvPr id="16" name="Freeform 15">
                <a:extLst>
                  <a:ext uri="{FF2B5EF4-FFF2-40B4-BE49-F238E27FC236}">
                    <a16:creationId xmlns:a16="http://schemas.microsoft.com/office/drawing/2014/main" id="{EF5C259B-543A-70BA-E13F-DDACA083FDB6}"/>
                  </a:ext>
                </a:extLst>
              </p:cNvPr>
              <p:cNvSpPr/>
              <p:nvPr/>
            </p:nvSpPr>
            <p:spPr>
              <a:xfrm>
                <a:off x="2593162" y="1701856"/>
                <a:ext cx="195317" cy="233821"/>
              </a:xfrm>
              <a:custGeom>
                <a:avLst/>
                <a:gdLst>
                  <a:gd name="connsiteX0" fmla="*/ 0 w 195317"/>
                  <a:gd name="connsiteY0" fmla="*/ 5951 h 233821"/>
                  <a:gd name="connsiteX1" fmla="*/ 52659 w 195317"/>
                  <a:gd name="connsiteY1" fmla="*/ 5951 h 233821"/>
                  <a:gd name="connsiteX2" fmla="*/ 52659 w 195317"/>
                  <a:gd name="connsiteY2" fmla="*/ 27015 h 233821"/>
                  <a:gd name="connsiteX3" fmla="*/ 113935 w 195317"/>
                  <a:gd name="connsiteY3" fmla="*/ 207 h 233821"/>
                  <a:gd name="connsiteX4" fmla="*/ 180956 w 195317"/>
                  <a:gd name="connsiteY4" fmla="*/ 30845 h 233821"/>
                  <a:gd name="connsiteX5" fmla="*/ 195318 w 195317"/>
                  <a:gd name="connsiteY5" fmla="*/ 94035 h 233821"/>
                  <a:gd name="connsiteX6" fmla="*/ 195318 w 195317"/>
                  <a:gd name="connsiteY6" fmla="*/ 232864 h 233821"/>
                  <a:gd name="connsiteX7" fmla="*/ 142659 w 195317"/>
                  <a:gd name="connsiteY7" fmla="*/ 232864 h 233821"/>
                  <a:gd name="connsiteX8" fmla="*/ 142659 w 195317"/>
                  <a:gd name="connsiteY8" fmla="*/ 107440 h 233821"/>
                  <a:gd name="connsiteX9" fmla="*/ 101489 w 195317"/>
                  <a:gd name="connsiteY9" fmla="*/ 48078 h 233821"/>
                  <a:gd name="connsiteX10" fmla="*/ 53617 w 195317"/>
                  <a:gd name="connsiteY10" fmla="*/ 124673 h 233821"/>
                  <a:gd name="connsiteX11" fmla="*/ 53617 w 195317"/>
                  <a:gd name="connsiteY11" fmla="*/ 233821 h 233821"/>
                  <a:gd name="connsiteX12" fmla="*/ 957 w 195317"/>
                  <a:gd name="connsiteY12" fmla="*/ 233821 h 233821"/>
                  <a:gd name="connsiteX13" fmla="*/ 0 w 195317"/>
                  <a:gd name="connsiteY13" fmla="*/ 5951 h 233821"/>
                  <a:gd name="connsiteX14" fmla="*/ 0 w 195317"/>
                  <a:gd name="connsiteY14" fmla="*/ 5951 h 23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317" h="233821">
                    <a:moveTo>
                      <a:pt x="0" y="5951"/>
                    </a:moveTo>
                    <a:lnTo>
                      <a:pt x="52659" y="5951"/>
                    </a:lnTo>
                    <a:lnTo>
                      <a:pt x="52659" y="27015"/>
                    </a:lnTo>
                    <a:cubicBezTo>
                      <a:pt x="67978" y="8824"/>
                      <a:pt x="90957" y="-751"/>
                      <a:pt x="113935" y="207"/>
                    </a:cubicBezTo>
                    <a:cubicBezTo>
                      <a:pt x="139786" y="-1708"/>
                      <a:pt x="165637" y="9781"/>
                      <a:pt x="180956" y="30845"/>
                    </a:cubicBezTo>
                    <a:cubicBezTo>
                      <a:pt x="189573" y="43291"/>
                      <a:pt x="195318" y="58610"/>
                      <a:pt x="195318" y="94035"/>
                    </a:cubicBezTo>
                    <a:lnTo>
                      <a:pt x="195318" y="232864"/>
                    </a:lnTo>
                    <a:lnTo>
                      <a:pt x="142659" y="232864"/>
                    </a:lnTo>
                    <a:lnTo>
                      <a:pt x="142659" y="107440"/>
                    </a:lnTo>
                    <a:cubicBezTo>
                      <a:pt x="142659" y="49993"/>
                      <a:pt x="120637" y="48078"/>
                      <a:pt x="101489" y="48078"/>
                    </a:cubicBezTo>
                    <a:cubicBezTo>
                      <a:pt x="77553" y="48078"/>
                      <a:pt x="53617" y="50951"/>
                      <a:pt x="53617" y="124673"/>
                    </a:cubicBezTo>
                    <a:lnTo>
                      <a:pt x="53617" y="233821"/>
                    </a:lnTo>
                    <a:lnTo>
                      <a:pt x="957" y="233821"/>
                    </a:lnTo>
                    <a:lnTo>
                      <a:pt x="0" y="5951"/>
                    </a:lnTo>
                    <a:lnTo>
                      <a:pt x="0" y="5951"/>
                    </a:lnTo>
                    <a:close/>
                  </a:path>
                </a:pathLst>
              </a:custGeom>
              <a:grpFill/>
              <a:ln w="9554"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1C38EFA-C2A5-3A66-A386-5B9559815B62}"/>
                  </a:ext>
                </a:extLst>
              </p:cNvPr>
              <p:cNvSpPr/>
              <p:nvPr/>
            </p:nvSpPr>
            <p:spPr>
              <a:xfrm>
                <a:off x="2841083" y="1701050"/>
                <a:ext cx="230798" cy="358399"/>
              </a:xfrm>
              <a:custGeom>
                <a:avLst/>
                <a:gdLst>
                  <a:gd name="connsiteX0" fmla="*/ 178139 w 230798"/>
                  <a:gd name="connsiteY0" fmla="*/ 6758 h 358399"/>
                  <a:gd name="connsiteX1" fmla="*/ 230798 w 230798"/>
                  <a:gd name="connsiteY1" fmla="*/ 6758 h 358399"/>
                  <a:gd name="connsiteX2" fmla="*/ 230798 w 230798"/>
                  <a:gd name="connsiteY2" fmla="*/ 216436 h 358399"/>
                  <a:gd name="connsiteX3" fmla="*/ 193458 w 230798"/>
                  <a:gd name="connsiteY3" fmla="*/ 334201 h 358399"/>
                  <a:gd name="connsiteX4" fmla="*/ 117820 w 230798"/>
                  <a:gd name="connsiteY4" fmla="*/ 358137 h 358399"/>
                  <a:gd name="connsiteX5" fmla="*/ 43140 w 230798"/>
                  <a:gd name="connsiteY5" fmla="*/ 330371 h 358399"/>
                  <a:gd name="connsiteX6" fmla="*/ 9630 w 230798"/>
                  <a:gd name="connsiteY6" fmla="*/ 259521 h 358399"/>
                  <a:gd name="connsiteX7" fmla="*/ 61331 w 230798"/>
                  <a:gd name="connsiteY7" fmla="*/ 259521 h 358399"/>
                  <a:gd name="connsiteX8" fmla="*/ 78565 w 230798"/>
                  <a:gd name="connsiteY8" fmla="*/ 294946 h 358399"/>
                  <a:gd name="connsiteX9" fmla="*/ 119735 w 230798"/>
                  <a:gd name="connsiteY9" fmla="*/ 310265 h 358399"/>
                  <a:gd name="connsiteX10" fmla="*/ 160905 w 230798"/>
                  <a:gd name="connsiteY10" fmla="*/ 294946 h 358399"/>
                  <a:gd name="connsiteX11" fmla="*/ 178139 w 230798"/>
                  <a:gd name="connsiteY11" fmla="*/ 237500 h 358399"/>
                  <a:gd name="connsiteX12" fmla="*/ 178139 w 230798"/>
                  <a:gd name="connsiteY12" fmla="*/ 207819 h 358399"/>
                  <a:gd name="connsiteX13" fmla="*/ 109203 w 230798"/>
                  <a:gd name="connsiteY13" fmla="*/ 240372 h 358399"/>
                  <a:gd name="connsiteX14" fmla="*/ 34523 w 230798"/>
                  <a:gd name="connsiteY14" fmla="*/ 209734 h 358399"/>
                  <a:gd name="connsiteX15" fmla="*/ 55 w 230798"/>
                  <a:gd name="connsiteY15" fmla="*/ 119735 h 358399"/>
                  <a:gd name="connsiteX16" fmla="*/ 33566 w 230798"/>
                  <a:gd name="connsiteY16" fmla="*/ 31651 h 358399"/>
                  <a:gd name="connsiteX17" fmla="*/ 111118 w 230798"/>
                  <a:gd name="connsiteY17" fmla="*/ 55 h 358399"/>
                  <a:gd name="connsiteX18" fmla="*/ 179096 w 230798"/>
                  <a:gd name="connsiteY18" fmla="*/ 30693 h 358399"/>
                  <a:gd name="connsiteX19" fmla="*/ 178139 w 230798"/>
                  <a:gd name="connsiteY19" fmla="*/ 6758 h 358399"/>
                  <a:gd name="connsiteX20" fmla="*/ 178139 w 230798"/>
                  <a:gd name="connsiteY20" fmla="*/ 6758 h 358399"/>
                  <a:gd name="connsiteX21" fmla="*/ 76650 w 230798"/>
                  <a:gd name="connsiteY21" fmla="*/ 64204 h 358399"/>
                  <a:gd name="connsiteX22" fmla="*/ 53672 w 230798"/>
                  <a:gd name="connsiteY22" fmla="*/ 121650 h 358399"/>
                  <a:gd name="connsiteX23" fmla="*/ 76650 w 230798"/>
                  <a:gd name="connsiteY23" fmla="*/ 179096 h 358399"/>
                  <a:gd name="connsiteX24" fmla="*/ 116863 w 230798"/>
                  <a:gd name="connsiteY24" fmla="*/ 194415 h 358399"/>
                  <a:gd name="connsiteX25" fmla="*/ 160905 w 230798"/>
                  <a:gd name="connsiteY25" fmla="*/ 176224 h 358399"/>
                  <a:gd name="connsiteX26" fmla="*/ 181011 w 230798"/>
                  <a:gd name="connsiteY26" fmla="*/ 122607 h 358399"/>
                  <a:gd name="connsiteX27" fmla="*/ 159948 w 230798"/>
                  <a:gd name="connsiteY27" fmla="*/ 65161 h 358399"/>
                  <a:gd name="connsiteX28" fmla="*/ 117820 w 230798"/>
                  <a:gd name="connsiteY28" fmla="*/ 48885 h 358399"/>
                  <a:gd name="connsiteX29" fmla="*/ 76650 w 230798"/>
                  <a:gd name="connsiteY29" fmla="*/ 64204 h 358399"/>
                  <a:gd name="connsiteX30" fmla="*/ 76650 w 230798"/>
                  <a:gd name="connsiteY30" fmla="*/ 64204 h 358399"/>
                  <a:gd name="connsiteX31" fmla="*/ 76650 w 230798"/>
                  <a:gd name="connsiteY31" fmla="*/ 64204 h 35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0798" h="358399">
                    <a:moveTo>
                      <a:pt x="178139" y="6758"/>
                    </a:moveTo>
                    <a:lnTo>
                      <a:pt x="230798" y="6758"/>
                    </a:lnTo>
                    <a:lnTo>
                      <a:pt x="230798" y="216436"/>
                    </a:lnTo>
                    <a:cubicBezTo>
                      <a:pt x="230798" y="270053"/>
                      <a:pt x="225054" y="308350"/>
                      <a:pt x="193458" y="334201"/>
                    </a:cubicBezTo>
                    <a:cubicBezTo>
                      <a:pt x="172394" y="351435"/>
                      <a:pt x="145586" y="360052"/>
                      <a:pt x="117820" y="358137"/>
                    </a:cubicBezTo>
                    <a:cubicBezTo>
                      <a:pt x="90055" y="359095"/>
                      <a:pt x="63246" y="349520"/>
                      <a:pt x="43140" y="330371"/>
                    </a:cubicBezTo>
                    <a:cubicBezTo>
                      <a:pt x="24949" y="311223"/>
                      <a:pt x="13459" y="286329"/>
                      <a:pt x="9630" y="259521"/>
                    </a:cubicBezTo>
                    <a:lnTo>
                      <a:pt x="61331" y="259521"/>
                    </a:lnTo>
                    <a:cubicBezTo>
                      <a:pt x="63246" y="272925"/>
                      <a:pt x="68991" y="285372"/>
                      <a:pt x="78565" y="294946"/>
                    </a:cubicBezTo>
                    <a:cubicBezTo>
                      <a:pt x="89097" y="305478"/>
                      <a:pt x="104416" y="311223"/>
                      <a:pt x="119735" y="310265"/>
                    </a:cubicBezTo>
                    <a:cubicBezTo>
                      <a:pt x="135054" y="311223"/>
                      <a:pt x="150373" y="305478"/>
                      <a:pt x="160905" y="294946"/>
                    </a:cubicBezTo>
                    <a:cubicBezTo>
                      <a:pt x="174309" y="278670"/>
                      <a:pt x="181011" y="258564"/>
                      <a:pt x="178139" y="237500"/>
                    </a:cubicBezTo>
                    <a:lnTo>
                      <a:pt x="178139" y="207819"/>
                    </a:lnTo>
                    <a:cubicBezTo>
                      <a:pt x="161862" y="228883"/>
                      <a:pt x="136012" y="241330"/>
                      <a:pt x="109203" y="240372"/>
                    </a:cubicBezTo>
                    <a:cubicBezTo>
                      <a:pt x="80480" y="241330"/>
                      <a:pt x="53672" y="230798"/>
                      <a:pt x="34523" y="209734"/>
                    </a:cubicBezTo>
                    <a:cubicBezTo>
                      <a:pt x="11545" y="184841"/>
                      <a:pt x="55" y="153245"/>
                      <a:pt x="55" y="119735"/>
                    </a:cubicBezTo>
                    <a:cubicBezTo>
                      <a:pt x="-902" y="87182"/>
                      <a:pt x="10587" y="55587"/>
                      <a:pt x="33566" y="31651"/>
                    </a:cubicBezTo>
                    <a:cubicBezTo>
                      <a:pt x="53672" y="10587"/>
                      <a:pt x="81438" y="-902"/>
                      <a:pt x="111118" y="55"/>
                    </a:cubicBezTo>
                    <a:cubicBezTo>
                      <a:pt x="136969" y="-902"/>
                      <a:pt x="161862" y="10587"/>
                      <a:pt x="179096" y="30693"/>
                    </a:cubicBezTo>
                    <a:lnTo>
                      <a:pt x="178139" y="6758"/>
                    </a:lnTo>
                    <a:lnTo>
                      <a:pt x="178139" y="6758"/>
                    </a:lnTo>
                    <a:close/>
                    <a:moveTo>
                      <a:pt x="76650" y="64204"/>
                    </a:moveTo>
                    <a:cubicBezTo>
                      <a:pt x="61331" y="79523"/>
                      <a:pt x="52714" y="100586"/>
                      <a:pt x="53672" y="121650"/>
                    </a:cubicBezTo>
                    <a:cubicBezTo>
                      <a:pt x="52714" y="142714"/>
                      <a:pt x="61331" y="163777"/>
                      <a:pt x="76650" y="179096"/>
                    </a:cubicBezTo>
                    <a:cubicBezTo>
                      <a:pt x="88140" y="188671"/>
                      <a:pt x="102501" y="194415"/>
                      <a:pt x="116863" y="194415"/>
                    </a:cubicBezTo>
                    <a:cubicBezTo>
                      <a:pt x="133139" y="195373"/>
                      <a:pt x="149416" y="188671"/>
                      <a:pt x="160905" y="176224"/>
                    </a:cubicBezTo>
                    <a:cubicBezTo>
                      <a:pt x="174309" y="161862"/>
                      <a:pt x="181011" y="142714"/>
                      <a:pt x="181011" y="122607"/>
                    </a:cubicBezTo>
                    <a:cubicBezTo>
                      <a:pt x="181969" y="101544"/>
                      <a:pt x="174309" y="80480"/>
                      <a:pt x="159948" y="65161"/>
                    </a:cubicBezTo>
                    <a:cubicBezTo>
                      <a:pt x="148458" y="53672"/>
                      <a:pt x="133139" y="47927"/>
                      <a:pt x="117820" y="48885"/>
                    </a:cubicBezTo>
                    <a:cubicBezTo>
                      <a:pt x="101544" y="47927"/>
                      <a:pt x="87182" y="53672"/>
                      <a:pt x="76650" y="64204"/>
                    </a:cubicBezTo>
                    <a:lnTo>
                      <a:pt x="76650" y="64204"/>
                    </a:lnTo>
                    <a:lnTo>
                      <a:pt x="76650" y="64204"/>
                    </a:lnTo>
                    <a:close/>
                  </a:path>
                </a:pathLst>
              </a:custGeom>
              <a:grpFill/>
              <a:ln w="9554"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712C5EEE-8002-D2FC-CAC2-18E6AD7E0BA4}"/>
                  </a:ext>
                </a:extLst>
              </p:cNvPr>
              <p:cNvSpPr/>
              <p:nvPr/>
            </p:nvSpPr>
            <p:spPr>
              <a:xfrm>
                <a:off x="3136975" y="1583340"/>
                <a:ext cx="52671" cy="352337"/>
              </a:xfrm>
              <a:custGeom>
                <a:avLst/>
                <a:gdLst>
                  <a:gd name="connsiteX0" fmla="*/ 52672 w 52671"/>
                  <a:gd name="connsiteY0" fmla="*/ 0 h 352337"/>
                  <a:gd name="connsiteX1" fmla="*/ 52672 w 52671"/>
                  <a:gd name="connsiteY1" fmla="*/ 352337 h 352337"/>
                  <a:gd name="connsiteX2" fmla="*/ 13 w 52671"/>
                  <a:gd name="connsiteY2" fmla="*/ 352337 h 352337"/>
                  <a:gd name="connsiteX3" fmla="*/ 13 w 52671"/>
                  <a:gd name="connsiteY3" fmla="*/ 42127 h 352337"/>
                  <a:gd name="connsiteX4" fmla="*/ 52672 w 52671"/>
                  <a:gd name="connsiteY4" fmla="*/ 0 h 352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1" h="352337">
                    <a:moveTo>
                      <a:pt x="52672" y="0"/>
                    </a:moveTo>
                    <a:lnTo>
                      <a:pt x="52672" y="352337"/>
                    </a:lnTo>
                    <a:lnTo>
                      <a:pt x="13" y="352337"/>
                    </a:lnTo>
                    <a:lnTo>
                      <a:pt x="13" y="42127"/>
                    </a:lnTo>
                    <a:cubicBezTo>
                      <a:pt x="-945" y="42127"/>
                      <a:pt x="52672" y="0"/>
                      <a:pt x="52672" y="0"/>
                    </a:cubicBezTo>
                    <a:close/>
                  </a:path>
                </a:pathLst>
              </a:custGeom>
              <a:grpFill/>
              <a:ln w="9554"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EF06144-62ED-8CA5-6C7E-05BCAD76E254}"/>
                  </a:ext>
                </a:extLst>
              </p:cNvPr>
              <p:cNvSpPr/>
              <p:nvPr/>
            </p:nvSpPr>
            <p:spPr>
              <a:xfrm>
                <a:off x="4080065" y="1583340"/>
                <a:ext cx="52659" cy="72765"/>
              </a:xfrm>
              <a:custGeom>
                <a:avLst/>
                <a:gdLst>
                  <a:gd name="connsiteX0" fmla="*/ 52659 w 52659"/>
                  <a:gd name="connsiteY0" fmla="*/ 0 h 72765"/>
                  <a:gd name="connsiteX1" fmla="*/ 52659 w 52659"/>
                  <a:gd name="connsiteY1" fmla="*/ 72765 h 72765"/>
                  <a:gd name="connsiteX2" fmla="*/ 0 w 52659"/>
                  <a:gd name="connsiteY2" fmla="*/ 72765 h 72765"/>
                  <a:gd name="connsiteX3" fmla="*/ 0 w 52659"/>
                  <a:gd name="connsiteY3" fmla="*/ 42127 h 72765"/>
                  <a:gd name="connsiteX4" fmla="*/ 52659 w 52659"/>
                  <a:gd name="connsiteY4" fmla="*/ 0 h 72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9" h="72765">
                    <a:moveTo>
                      <a:pt x="52659" y="0"/>
                    </a:moveTo>
                    <a:lnTo>
                      <a:pt x="52659" y="72765"/>
                    </a:lnTo>
                    <a:lnTo>
                      <a:pt x="0" y="72765"/>
                    </a:lnTo>
                    <a:lnTo>
                      <a:pt x="0" y="42127"/>
                    </a:lnTo>
                    <a:lnTo>
                      <a:pt x="52659" y="0"/>
                    </a:lnTo>
                    <a:close/>
                  </a:path>
                </a:pathLst>
              </a:custGeom>
              <a:grpFill/>
              <a:ln w="9554"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23F3F57A-060D-9415-23BC-0EC1EF42814A}"/>
                  </a:ext>
                </a:extLst>
              </p:cNvPr>
              <p:cNvSpPr/>
              <p:nvPr/>
            </p:nvSpPr>
            <p:spPr>
              <a:xfrm>
                <a:off x="3242254" y="1702003"/>
                <a:ext cx="216653" cy="240599"/>
              </a:xfrm>
              <a:custGeom>
                <a:avLst/>
                <a:gdLst>
                  <a:gd name="connsiteX0" fmla="*/ 215475 w 216653"/>
                  <a:gd name="connsiteY0" fmla="*/ 181973 h 240599"/>
                  <a:gd name="connsiteX1" fmla="*/ 177178 w 216653"/>
                  <a:gd name="connsiteY1" fmla="*/ 223143 h 240599"/>
                  <a:gd name="connsiteX2" fmla="*/ 110157 w 216653"/>
                  <a:gd name="connsiteY2" fmla="*/ 240377 h 240599"/>
                  <a:gd name="connsiteX3" fmla="*/ 33562 w 216653"/>
                  <a:gd name="connsiteY3" fmla="*/ 211654 h 240599"/>
                  <a:gd name="connsiteX4" fmla="*/ 51 w 216653"/>
                  <a:gd name="connsiteY4" fmla="*/ 124527 h 240599"/>
                  <a:gd name="connsiteX5" fmla="*/ 36434 w 216653"/>
                  <a:gd name="connsiteY5" fmla="*/ 30698 h 240599"/>
                  <a:gd name="connsiteX6" fmla="*/ 112072 w 216653"/>
                  <a:gd name="connsiteY6" fmla="*/ 60 h 240599"/>
                  <a:gd name="connsiteX7" fmla="*/ 184837 w 216653"/>
                  <a:gd name="connsiteY7" fmla="*/ 29741 h 240599"/>
                  <a:gd name="connsiteX8" fmla="*/ 216433 w 216653"/>
                  <a:gd name="connsiteY8" fmla="*/ 125484 h 240599"/>
                  <a:gd name="connsiteX9" fmla="*/ 216433 w 216653"/>
                  <a:gd name="connsiteY9" fmla="*/ 132186 h 240599"/>
                  <a:gd name="connsiteX10" fmla="*/ 53668 w 216653"/>
                  <a:gd name="connsiteY10" fmla="*/ 132186 h 240599"/>
                  <a:gd name="connsiteX11" fmla="*/ 72817 w 216653"/>
                  <a:gd name="connsiteY11" fmla="*/ 178143 h 240599"/>
                  <a:gd name="connsiteX12" fmla="*/ 113029 w 216653"/>
                  <a:gd name="connsiteY12" fmla="*/ 192505 h 240599"/>
                  <a:gd name="connsiteX13" fmla="*/ 149412 w 216653"/>
                  <a:gd name="connsiteY13" fmla="*/ 181016 h 240599"/>
                  <a:gd name="connsiteX14" fmla="*/ 170476 w 216653"/>
                  <a:gd name="connsiteY14" fmla="*/ 156122 h 240599"/>
                  <a:gd name="connsiteX15" fmla="*/ 215475 w 216653"/>
                  <a:gd name="connsiteY15" fmla="*/ 181973 h 240599"/>
                  <a:gd name="connsiteX16" fmla="*/ 215475 w 216653"/>
                  <a:gd name="connsiteY16" fmla="*/ 181973 h 240599"/>
                  <a:gd name="connsiteX17" fmla="*/ 163774 w 216653"/>
                  <a:gd name="connsiteY17" fmla="*/ 89102 h 240599"/>
                  <a:gd name="connsiteX18" fmla="*/ 147497 w 216653"/>
                  <a:gd name="connsiteY18" fmla="*/ 58464 h 240599"/>
                  <a:gd name="connsiteX19" fmla="*/ 74732 w 216653"/>
                  <a:gd name="connsiteY19" fmla="*/ 60379 h 240599"/>
                  <a:gd name="connsiteX20" fmla="*/ 58455 w 216653"/>
                  <a:gd name="connsiteY20" fmla="*/ 89102 h 240599"/>
                  <a:gd name="connsiteX21" fmla="*/ 163774 w 216653"/>
                  <a:gd name="connsiteY21" fmla="*/ 89102 h 240599"/>
                  <a:gd name="connsiteX22" fmla="*/ 163774 w 216653"/>
                  <a:gd name="connsiteY22" fmla="*/ 89102 h 24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6653" h="240599">
                    <a:moveTo>
                      <a:pt x="215475" y="181973"/>
                    </a:moveTo>
                    <a:cubicBezTo>
                      <a:pt x="205901" y="199207"/>
                      <a:pt x="193454" y="212611"/>
                      <a:pt x="177178" y="223143"/>
                    </a:cubicBezTo>
                    <a:cubicBezTo>
                      <a:pt x="157072" y="234632"/>
                      <a:pt x="134093" y="241334"/>
                      <a:pt x="110157" y="240377"/>
                    </a:cubicBezTo>
                    <a:cubicBezTo>
                      <a:pt x="81434" y="242292"/>
                      <a:pt x="53668" y="231760"/>
                      <a:pt x="33562" y="211654"/>
                    </a:cubicBezTo>
                    <a:cubicBezTo>
                      <a:pt x="11541" y="188675"/>
                      <a:pt x="-906" y="157080"/>
                      <a:pt x="51" y="124527"/>
                    </a:cubicBezTo>
                    <a:cubicBezTo>
                      <a:pt x="-906" y="90059"/>
                      <a:pt x="12498" y="56549"/>
                      <a:pt x="36434" y="30698"/>
                    </a:cubicBezTo>
                    <a:cubicBezTo>
                      <a:pt x="56540" y="10592"/>
                      <a:pt x="84306" y="-897"/>
                      <a:pt x="112072" y="60"/>
                    </a:cubicBezTo>
                    <a:cubicBezTo>
                      <a:pt x="139838" y="-897"/>
                      <a:pt x="165688" y="9634"/>
                      <a:pt x="184837" y="29741"/>
                    </a:cubicBezTo>
                    <a:cubicBezTo>
                      <a:pt x="207816" y="56549"/>
                      <a:pt x="218348" y="91017"/>
                      <a:pt x="216433" y="125484"/>
                    </a:cubicBezTo>
                    <a:lnTo>
                      <a:pt x="216433" y="132186"/>
                    </a:lnTo>
                    <a:lnTo>
                      <a:pt x="53668" y="132186"/>
                    </a:lnTo>
                    <a:cubicBezTo>
                      <a:pt x="54625" y="149420"/>
                      <a:pt x="61328" y="165697"/>
                      <a:pt x="72817" y="178143"/>
                    </a:cubicBezTo>
                    <a:cubicBezTo>
                      <a:pt x="83349" y="188675"/>
                      <a:pt x="98668" y="193462"/>
                      <a:pt x="113029" y="192505"/>
                    </a:cubicBezTo>
                    <a:cubicBezTo>
                      <a:pt x="126433" y="193462"/>
                      <a:pt x="138880" y="188675"/>
                      <a:pt x="149412" y="181016"/>
                    </a:cubicBezTo>
                    <a:cubicBezTo>
                      <a:pt x="158029" y="174314"/>
                      <a:pt x="164731" y="165697"/>
                      <a:pt x="170476" y="156122"/>
                    </a:cubicBezTo>
                    <a:lnTo>
                      <a:pt x="215475" y="181973"/>
                    </a:lnTo>
                    <a:lnTo>
                      <a:pt x="215475" y="181973"/>
                    </a:lnTo>
                    <a:close/>
                    <a:moveTo>
                      <a:pt x="163774" y="89102"/>
                    </a:moveTo>
                    <a:cubicBezTo>
                      <a:pt x="161859" y="77612"/>
                      <a:pt x="156114" y="67081"/>
                      <a:pt x="147497" y="58464"/>
                    </a:cubicBezTo>
                    <a:cubicBezTo>
                      <a:pt x="126433" y="40272"/>
                      <a:pt x="94838" y="41230"/>
                      <a:pt x="74732" y="60379"/>
                    </a:cubicBezTo>
                    <a:cubicBezTo>
                      <a:pt x="67072" y="68038"/>
                      <a:pt x="61328" y="78570"/>
                      <a:pt x="58455" y="89102"/>
                    </a:cubicBezTo>
                    <a:lnTo>
                      <a:pt x="163774" y="89102"/>
                    </a:lnTo>
                    <a:lnTo>
                      <a:pt x="163774" y="89102"/>
                    </a:lnTo>
                    <a:close/>
                  </a:path>
                </a:pathLst>
              </a:custGeom>
              <a:grpFill/>
              <a:ln w="9554"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1DA53DF2-6A70-7055-D4AC-8C3719DB6CD6}"/>
                  </a:ext>
                </a:extLst>
              </p:cNvPr>
              <p:cNvSpPr/>
              <p:nvPr/>
            </p:nvSpPr>
            <p:spPr>
              <a:xfrm>
                <a:off x="3513261" y="1702007"/>
                <a:ext cx="230742" cy="357179"/>
              </a:xfrm>
              <a:custGeom>
                <a:avLst/>
                <a:gdLst>
                  <a:gd name="connsiteX0" fmla="*/ 52659 w 230742"/>
                  <a:gd name="connsiteY0" fmla="*/ 357180 h 357179"/>
                  <a:gd name="connsiteX1" fmla="*/ 0 w 230742"/>
                  <a:gd name="connsiteY1" fmla="*/ 357180 h 357179"/>
                  <a:gd name="connsiteX2" fmla="*/ 0 w 230742"/>
                  <a:gd name="connsiteY2" fmla="*/ 5800 h 357179"/>
                  <a:gd name="connsiteX3" fmla="*/ 52659 w 230742"/>
                  <a:gd name="connsiteY3" fmla="*/ 5800 h 357179"/>
                  <a:gd name="connsiteX4" fmla="*/ 52659 w 230742"/>
                  <a:gd name="connsiteY4" fmla="*/ 30693 h 357179"/>
                  <a:gd name="connsiteX5" fmla="*/ 119680 w 230742"/>
                  <a:gd name="connsiteY5" fmla="*/ 55 h 357179"/>
                  <a:gd name="connsiteX6" fmla="*/ 230743 w 230742"/>
                  <a:gd name="connsiteY6" fmla="*/ 117820 h 357179"/>
                  <a:gd name="connsiteX7" fmla="*/ 120637 w 230742"/>
                  <a:gd name="connsiteY7" fmla="*/ 239415 h 357179"/>
                  <a:gd name="connsiteX8" fmla="*/ 52659 w 230742"/>
                  <a:gd name="connsiteY8" fmla="*/ 205905 h 357179"/>
                  <a:gd name="connsiteX9" fmla="*/ 52659 w 230742"/>
                  <a:gd name="connsiteY9" fmla="*/ 357180 h 357179"/>
                  <a:gd name="connsiteX10" fmla="*/ 52659 w 230742"/>
                  <a:gd name="connsiteY10" fmla="*/ 357180 h 357179"/>
                  <a:gd name="connsiteX11" fmla="*/ 49787 w 230742"/>
                  <a:gd name="connsiteY11" fmla="*/ 121650 h 357179"/>
                  <a:gd name="connsiteX12" fmla="*/ 113935 w 230742"/>
                  <a:gd name="connsiteY12" fmla="*/ 193458 h 357179"/>
                  <a:gd name="connsiteX13" fmla="*/ 177126 w 230742"/>
                  <a:gd name="connsiteY13" fmla="*/ 121650 h 357179"/>
                  <a:gd name="connsiteX14" fmla="*/ 113935 w 230742"/>
                  <a:gd name="connsiteY14" fmla="*/ 48885 h 357179"/>
                  <a:gd name="connsiteX15" fmla="*/ 49787 w 230742"/>
                  <a:gd name="connsiteY15" fmla="*/ 121650 h 357179"/>
                  <a:gd name="connsiteX16" fmla="*/ 49787 w 230742"/>
                  <a:gd name="connsiteY16" fmla="*/ 121650 h 357179"/>
                  <a:gd name="connsiteX17" fmla="*/ 49787 w 230742"/>
                  <a:gd name="connsiteY17" fmla="*/ 121650 h 35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0742" h="357179">
                    <a:moveTo>
                      <a:pt x="52659" y="357180"/>
                    </a:moveTo>
                    <a:lnTo>
                      <a:pt x="0" y="357180"/>
                    </a:lnTo>
                    <a:lnTo>
                      <a:pt x="0" y="5800"/>
                    </a:lnTo>
                    <a:lnTo>
                      <a:pt x="52659" y="5800"/>
                    </a:lnTo>
                    <a:lnTo>
                      <a:pt x="52659" y="30693"/>
                    </a:lnTo>
                    <a:cubicBezTo>
                      <a:pt x="68936" y="10587"/>
                      <a:pt x="93829" y="-902"/>
                      <a:pt x="119680" y="55"/>
                    </a:cubicBezTo>
                    <a:cubicBezTo>
                      <a:pt x="179999" y="55"/>
                      <a:pt x="230743" y="46012"/>
                      <a:pt x="230743" y="117820"/>
                    </a:cubicBezTo>
                    <a:cubicBezTo>
                      <a:pt x="230743" y="194415"/>
                      <a:pt x="174254" y="239415"/>
                      <a:pt x="120637" y="239415"/>
                    </a:cubicBezTo>
                    <a:cubicBezTo>
                      <a:pt x="93829" y="238457"/>
                      <a:pt x="68936" y="226968"/>
                      <a:pt x="52659" y="205905"/>
                    </a:cubicBezTo>
                    <a:lnTo>
                      <a:pt x="52659" y="357180"/>
                    </a:lnTo>
                    <a:lnTo>
                      <a:pt x="52659" y="357180"/>
                    </a:lnTo>
                    <a:close/>
                    <a:moveTo>
                      <a:pt x="49787" y="121650"/>
                    </a:moveTo>
                    <a:cubicBezTo>
                      <a:pt x="49787" y="169522"/>
                      <a:pt x="80425" y="193458"/>
                      <a:pt x="113935" y="193458"/>
                    </a:cubicBezTo>
                    <a:cubicBezTo>
                      <a:pt x="152233" y="193458"/>
                      <a:pt x="177126" y="160905"/>
                      <a:pt x="177126" y="121650"/>
                    </a:cubicBezTo>
                    <a:cubicBezTo>
                      <a:pt x="177126" y="82395"/>
                      <a:pt x="152233" y="48885"/>
                      <a:pt x="113935" y="48885"/>
                    </a:cubicBezTo>
                    <a:cubicBezTo>
                      <a:pt x="80425" y="47927"/>
                      <a:pt x="49787" y="71863"/>
                      <a:pt x="49787" y="121650"/>
                    </a:cubicBezTo>
                    <a:lnTo>
                      <a:pt x="49787" y="121650"/>
                    </a:lnTo>
                    <a:lnTo>
                      <a:pt x="49787" y="121650"/>
                    </a:lnTo>
                    <a:close/>
                  </a:path>
                </a:pathLst>
              </a:custGeom>
              <a:grpFill/>
              <a:ln w="9554"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64C82512-4084-CC33-4B17-3EFE25BD06BD}"/>
                  </a:ext>
                </a:extLst>
              </p:cNvPr>
              <p:cNvSpPr/>
              <p:nvPr/>
            </p:nvSpPr>
            <p:spPr>
              <a:xfrm>
                <a:off x="3785161" y="1701054"/>
                <a:ext cx="243214" cy="243253"/>
              </a:xfrm>
              <a:custGeom>
                <a:avLst/>
                <a:gdLst>
                  <a:gd name="connsiteX0" fmla="*/ 243202 w 243214"/>
                  <a:gd name="connsiteY0" fmla="*/ 120689 h 243253"/>
                  <a:gd name="connsiteX1" fmla="*/ 123522 w 243214"/>
                  <a:gd name="connsiteY1" fmla="*/ 243241 h 243253"/>
                  <a:gd name="connsiteX2" fmla="*/ 13 w 243214"/>
                  <a:gd name="connsiteY2" fmla="*/ 123561 h 243253"/>
                  <a:gd name="connsiteX3" fmla="*/ 119693 w 243214"/>
                  <a:gd name="connsiteY3" fmla="*/ 52 h 243253"/>
                  <a:gd name="connsiteX4" fmla="*/ 121608 w 243214"/>
                  <a:gd name="connsiteY4" fmla="*/ 52 h 243253"/>
                  <a:gd name="connsiteX5" fmla="*/ 243202 w 243214"/>
                  <a:gd name="connsiteY5" fmla="*/ 114944 h 243253"/>
                  <a:gd name="connsiteX6" fmla="*/ 243202 w 243214"/>
                  <a:gd name="connsiteY6" fmla="*/ 120689 h 243253"/>
                  <a:gd name="connsiteX7" fmla="*/ 243202 w 243214"/>
                  <a:gd name="connsiteY7" fmla="*/ 120689 h 243253"/>
                  <a:gd name="connsiteX8" fmla="*/ 188628 w 243214"/>
                  <a:gd name="connsiteY8" fmla="*/ 121646 h 243253"/>
                  <a:gd name="connsiteX9" fmla="*/ 121608 w 243214"/>
                  <a:gd name="connsiteY9" fmla="*/ 48881 h 243253"/>
                  <a:gd name="connsiteX10" fmla="*/ 54587 w 243214"/>
                  <a:gd name="connsiteY10" fmla="*/ 121646 h 243253"/>
                  <a:gd name="connsiteX11" fmla="*/ 121608 w 243214"/>
                  <a:gd name="connsiteY11" fmla="*/ 193454 h 243253"/>
                  <a:gd name="connsiteX12" fmla="*/ 188628 w 243214"/>
                  <a:gd name="connsiteY12" fmla="*/ 121646 h 243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3214" h="243253">
                    <a:moveTo>
                      <a:pt x="243202" y="120689"/>
                    </a:moveTo>
                    <a:cubicBezTo>
                      <a:pt x="244160" y="187709"/>
                      <a:pt x="190543" y="243241"/>
                      <a:pt x="123522" y="243241"/>
                    </a:cubicBezTo>
                    <a:cubicBezTo>
                      <a:pt x="56501" y="244198"/>
                      <a:pt x="970" y="190582"/>
                      <a:pt x="13" y="123561"/>
                    </a:cubicBezTo>
                    <a:cubicBezTo>
                      <a:pt x="-945" y="56540"/>
                      <a:pt x="52672" y="1009"/>
                      <a:pt x="119693" y="52"/>
                    </a:cubicBezTo>
                    <a:cubicBezTo>
                      <a:pt x="120650" y="52"/>
                      <a:pt x="120650" y="52"/>
                      <a:pt x="121608" y="52"/>
                    </a:cubicBezTo>
                    <a:cubicBezTo>
                      <a:pt x="186713" y="-1863"/>
                      <a:pt x="241287" y="49838"/>
                      <a:pt x="243202" y="114944"/>
                    </a:cubicBezTo>
                    <a:cubicBezTo>
                      <a:pt x="243202" y="117816"/>
                      <a:pt x="243202" y="119731"/>
                      <a:pt x="243202" y="120689"/>
                    </a:cubicBezTo>
                    <a:lnTo>
                      <a:pt x="243202" y="120689"/>
                    </a:lnTo>
                    <a:close/>
                    <a:moveTo>
                      <a:pt x="188628" y="121646"/>
                    </a:moveTo>
                    <a:cubicBezTo>
                      <a:pt x="188628" y="69944"/>
                      <a:pt x="155118" y="48881"/>
                      <a:pt x="121608" y="48881"/>
                    </a:cubicBezTo>
                    <a:cubicBezTo>
                      <a:pt x="88097" y="48881"/>
                      <a:pt x="54587" y="69944"/>
                      <a:pt x="54587" y="121646"/>
                    </a:cubicBezTo>
                    <a:cubicBezTo>
                      <a:pt x="54587" y="165688"/>
                      <a:pt x="80437" y="193454"/>
                      <a:pt x="121608" y="193454"/>
                    </a:cubicBezTo>
                    <a:cubicBezTo>
                      <a:pt x="162777" y="193454"/>
                      <a:pt x="188628" y="165688"/>
                      <a:pt x="188628" y="121646"/>
                    </a:cubicBezTo>
                    <a:close/>
                  </a:path>
                </a:pathLst>
              </a:custGeom>
              <a:grpFill/>
              <a:ln w="9554"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AB09B482-A648-56C4-D034-3604BA2C2D1E}"/>
                  </a:ext>
                </a:extLst>
              </p:cNvPr>
              <p:cNvSpPr/>
              <p:nvPr/>
            </p:nvSpPr>
            <p:spPr>
              <a:xfrm>
                <a:off x="4080065" y="1707807"/>
                <a:ext cx="52659" cy="226912"/>
              </a:xfrm>
              <a:custGeom>
                <a:avLst/>
                <a:gdLst>
                  <a:gd name="connsiteX0" fmla="*/ 52659 w 52659"/>
                  <a:gd name="connsiteY0" fmla="*/ 0 h 226912"/>
                  <a:gd name="connsiteX1" fmla="*/ 52659 w 52659"/>
                  <a:gd name="connsiteY1" fmla="*/ 226913 h 226912"/>
                  <a:gd name="connsiteX2" fmla="*/ 0 w 52659"/>
                  <a:gd name="connsiteY2" fmla="*/ 226913 h 226912"/>
                  <a:gd name="connsiteX3" fmla="*/ 0 w 52659"/>
                  <a:gd name="connsiteY3" fmla="*/ 0 h 226912"/>
                  <a:gd name="connsiteX4" fmla="*/ 52659 w 52659"/>
                  <a:gd name="connsiteY4" fmla="*/ 0 h 22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9" h="226912">
                    <a:moveTo>
                      <a:pt x="52659" y="0"/>
                    </a:moveTo>
                    <a:lnTo>
                      <a:pt x="52659" y="226913"/>
                    </a:lnTo>
                    <a:lnTo>
                      <a:pt x="0" y="226913"/>
                    </a:lnTo>
                    <a:lnTo>
                      <a:pt x="0" y="0"/>
                    </a:lnTo>
                    <a:lnTo>
                      <a:pt x="52659" y="0"/>
                    </a:lnTo>
                    <a:close/>
                  </a:path>
                </a:pathLst>
              </a:custGeom>
              <a:grpFill/>
              <a:ln w="9554"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5F13127-28FF-87B5-6A29-C954750BE2A1}"/>
                  </a:ext>
                </a:extLst>
              </p:cNvPr>
              <p:cNvSpPr/>
              <p:nvPr/>
            </p:nvSpPr>
            <p:spPr>
              <a:xfrm>
                <a:off x="4196872" y="1701856"/>
                <a:ext cx="195317" cy="233821"/>
              </a:xfrm>
              <a:custGeom>
                <a:avLst/>
                <a:gdLst>
                  <a:gd name="connsiteX0" fmla="*/ 0 w 195317"/>
                  <a:gd name="connsiteY0" fmla="*/ 5951 h 233821"/>
                  <a:gd name="connsiteX1" fmla="*/ 52659 w 195317"/>
                  <a:gd name="connsiteY1" fmla="*/ 5951 h 233821"/>
                  <a:gd name="connsiteX2" fmla="*/ 52659 w 195317"/>
                  <a:gd name="connsiteY2" fmla="*/ 27015 h 233821"/>
                  <a:gd name="connsiteX3" fmla="*/ 113935 w 195317"/>
                  <a:gd name="connsiteY3" fmla="*/ 207 h 233821"/>
                  <a:gd name="connsiteX4" fmla="*/ 180956 w 195317"/>
                  <a:gd name="connsiteY4" fmla="*/ 30845 h 233821"/>
                  <a:gd name="connsiteX5" fmla="*/ 195318 w 195317"/>
                  <a:gd name="connsiteY5" fmla="*/ 94035 h 233821"/>
                  <a:gd name="connsiteX6" fmla="*/ 195318 w 195317"/>
                  <a:gd name="connsiteY6" fmla="*/ 232864 h 233821"/>
                  <a:gd name="connsiteX7" fmla="*/ 142658 w 195317"/>
                  <a:gd name="connsiteY7" fmla="*/ 232864 h 233821"/>
                  <a:gd name="connsiteX8" fmla="*/ 142658 w 195317"/>
                  <a:gd name="connsiteY8" fmla="*/ 107440 h 233821"/>
                  <a:gd name="connsiteX9" fmla="*/ 101489 w 195317"/>
                  <a:gd name="connsiteY9" fmla="*/ 48078 h 233821"/>
                  <a:gd name="connsiteX10" fmla="*/ 53617 w 195317"/>
                  <a:gd name="connsiteY10" fmla="*/ 124673 h 233821"/>
                  <a:gd name="connsiteX11" fmla="*/ 53617 w 195317"/>
                  <a:gd name="connsiteY11" fmla="*/ 233821 h 233821"/>
                  <a:gd name="connsiteX12" fmla="*/ 957 w 195317"/>
                  <a:gd name="connsiteY12" fmla="*/ 233821 h 233821"/>
                  <a:gd name="connsiteX13" fmla="*/ 0 w 195317"/>
                  <a:gd name="connsiteY13" fmla="*/ 5951 h 233821"/>
                  <a:gd name="connsiteX14" fmla="*/ 0 w 195317"/>
                  <a:gd name="connsiteY14" fmla="*/ 5951 h 23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317" h="233821">
                    <a:moveTo>
                      <a:pt x="0" y="5951"/>
                    </a:moveTo>
                    <a:lnTo>
                      <a:pt x="52659" y="5951"/>
                    </a:lnTo>
                    <a:lnTo>
                      <a:pt x="52659" y="27015"/>
                    </a:lnTo>
                    <a:cubicBezTo>
                      <a:pt x="67978" y="8824"/>
                      <a:pt x="90957" y="-751"/>
                      <a:pt x="113935" y="207"/>
                    </a:cubicBezTo>
                    <a:cubicBezTo>
                      <a:pt x="139786" y="-1708"/>
                      <a:pt x="165637" y="9781"/>
                      <a:pt x="180956" y="30845"/>
                    </a:cubicBezTo>
                    <a:cubicBezTo>
                      <a:pt x="189573" y="43291"/>
                      <a:pt x="195318" y="58610"/>
                      <a:pt x="195318" y="94035"/>
                    </a:cubicBezTo>
                    <a:lnTo>
                      <a:pt x="195318" y="232864"/>
                    </a:lnTo>
                    <a:lnTo>
                      <a:pt x="142658" y="232864"/>
                    </a:lnTo>
                    <a:lnTo>
                      <a:pt x="142658" y="107440"/>
                    </a:lnTo>
                    <a:cubicBezTo>
                      <a:pt x="142658" y="49993"/>
                      <a:pt x="121595" y="48078"/>
                      <a:pt x="101489" y="48078"/>
                    </a:cubicBezTo>
                    <a:cubicBezTo>
                      <a:pt x="77553" y="48078"/>
                      <a:pt x="53617" y="50951"/>
                      <a:pt x="53617" y="124673"/>
                    </a:cubicBezTo>
                    <a:lnTo>
                      <a:pt x="53617" y="233821"/>
                    </a:lnTo>
                    <a:lnTo>
                      <a:pt x="957" y="233821"/>
                    </a:lnTo>
                    <a:lnTo>
                      <a:pt x="0" y="5951"/>
                    </a:lnTo>
                    <a:lnTo>
                      <a:pt x="0" y="5951"/>
                    </a:lnTo>
                    <a:close/>
                  </a:path>
                </a:pathLst>
              </a:custGeom>
              <a:grpFill/>
              <a:ln w="9554"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A8A9C34F-08D0-6F01-4C41-B4067F68512A}"/>
                  </a:ext>
                </a:extLst>
              </p:cNvPr>
              <p:cNvSpPr/>
              <p:nvPr/>
            </p:nvSpPr>
            <p:spPr>
              <a:xfrm>
                <a:off x="4437190" y="1582383"/>
                <a:ext cx="114892" cy="352336"/>
              </a:xfrm>
              <a:custGeom>
                <a:avLst/>
                <a:gdLst>
                  <a:gd name="connsiteX0" fmla="*/ 74680 w 114892"/>
                  <a:gd name="connsiteY0" fmla="*/ 174254 h 352336"/>
                  <a:gd name="connsiteX1" fmla="*/ 74680 w 114892"/>
                  <a:gd name="connsiteY1" fmla="*/ 352337 h 352336"/>
                  <a:gd name="connsiteX2" fmla="*/ 22021 w 114892"/>
                  <a:gd name="connsiteY2" fmla="*/ 352337 h 352336"/>
                  <a:gd name="connsiteX3" fmla="*/ 22021 w 114892"/>
                  <a:gd name="connsiteY3" fmla="*/ 174254 h 352336"/>
                  <a:gd name="connsiteX4" fmla="*/ 0 w 114892"/>
                  <a:gd name="connsiteY4" fmla="*/ 174254 h 352336"/>
                  <a:gd name="connsiteX5" fmla="*/ 0 w 114892"/>
                  <a:gd name="connsiteY5" fmla="*/ 125424 h 352336"/>
                  <a:gd name="connsiteX6" fmla="*/ 22021 w 114892"/>
                  <a:gd name="connsiteY6" fmla="*/ 125424 h 352336"/>
                  <a:gd name="connsiteX7" fmla="*/ 22021 w 114892"/>
                  <a:gd name="connsiteY7" fmla="*/ 42127 h 352336"/>
                  <a:gd name="connsiteX8" fmla="*/ 74680 w 114892"/>
                  <a:gd name="connsiteY8" fmla="*/ 0 h 352336"/>
                  <a:gd name="connsiteX9" fmla="*/ 74680 w 114892"/>
                  <a:gd name="connsiteY9" fmla="*/ 125424 h 352336"/>
                  <a:gd name="connsiteX10" fmla="*/ 114893 w 114892"/>
                  <a:gd name="connsiteY10" fmla="*/ 125424 h 352336"/>
                  <a:gd name="connsiteX11" fmla="*/ 114893 w 114892"/>
                  <a:gd name="connsiteY11" fmla="*/ 174254 h 352336"/>
                  <a:gd name="connsiteX12" fmla="*/ 74680 w 114892"/>
                  <a:gd name="connsiteY12" fmla="*/ 174254 h 352336"/>
                  <a:gd name="connsiteX13" fmla="*/ 74680 w 114892"/>
                  <a:gd name="connsiteY13" fmla="*/ 174254 h 35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892" h="352336">
                    <a:moveTo>
                      <a:pt x="74680" y="174254"/>
                    </a:moveTo>
                    <a:lnTo>
                      <a:pt x="74680" y="352337"/>
                    </a:lnTo>
                    <a:lnTo>
                      <a:pt x="22021" y="352337"/>
                    </a:lnTo>
                    <a:lnTo>
                      <a:pt x="22021" y="174254"/>
                    </a:lnTo>
                    <a:lnTo>
                      <a:pt x="0" y="174254"/>
                    </a:lnTo>
                    <a:lnTo>
                      <a:pt x="0" y="125424"/>
                    </a:lnTo>
                    <a:lnTo>
                      <a:pt x="22021" y="125424"/>
                    </a:lnTo>
                    <a:lnTo>
                      <a:pt x="22021" y="42127"/>
                    </a:lnTo>
                    <a:lnTo>
                      <a:pt x="74680" y="0"/>
                    </a:lnTo>
                    <a:lnTo>
                      <a:pt x="74680" y="125424"/>
                    </a:lnTo>
                    <a:lnTo>
                      <a:pt x="114893" y="125424"/>
                    </a:lnTo>
                    <a:lnTo>
                      <a:pt x="114893" y="174254"/>
                    </a:lnTo>
                    <a:lnTo>
                      <a:pt x="74680" y="174254"/>
                    </a:lnTo>
                    <a:lnTo>
                      <a:pt x="74680" y="174254"/>
                    </a:lnTo>
                    <a:close/>
                  </a:path>
                </a:pathLst>
              </a:custGeom>
              <a:grpFill/>
              <a:ln w="9554"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D5548528-3646-BFAD-90C4-062ABD4C8041}"/>
                  </a:ext>
                </a:extLst>
              </p:cNvPr>
              <p:cNvSpPr/>
              <p:nvPr/>
            </p:nvSpPr>
            <p:spPr>
              <a:xfrm>
                <a:off x="2243697" y="1554617"/>
                <a:ext cx="306380" cy="381060"/>
              </a:xfrm>
              <a:custGeom>
                <a:avLst/>
                <a:gdLst>
                  <a:gd name="connsiteX0" fmla="*/ 306381 w 306380"/>
                  <a:gd name="connsiteY0" fmla="*/ 381060 h 381060"/>
                  <a:gd name="connsiteX1" fmla="*/ 153190 w 306380"/>
                  <a:gd name="connsiteY1" fmla="*/ 0 h 381060"/>
                  <a:gd name="connsiteX2" fmla="*/ 153190 w 306380"/>
                  <a:gd name="connsiteY2" fmla="*/ 0 h 381060"/>
                  <a:gd name="connsiteX3" fmla="*/ 0 w 306380"/>
                  <a:gd name="connsiteY3" fmla="*/ 381060 h 381060"/>
                  <a:gd name="connsiteX4" fmla="*/ 59361 w 306380"/>
                  <a:gd name="connsiteY4" fmla="*/ 381060 h 381060"/>
                  <a:gd name="connsiteX5" fmla="*/ 153190 w 306380"/>
                  <a:gd name="connsiteY5" fmla="*/ 138828 h 381060"/>
                  <a:gd name="connsiteX6" fmla="*/ 247019 w 306380"/>
                  <a:gd name="connsiteY6" fmla="*/ 381060 h 381060"/>
                  <a:gd name="connsiteX7" fmla="*/ 306381 w 306380"/>
                  <a:gd name="connsiteY7" fmla="*/ 381060 h 381060"/>
                  <a:gd name="connsiteX8" fmla="*/ 306381 w 306380"/>
                  <a:gd name="connsiteY8" fmla="*/ 381060 h 38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380" h="381060">
                    <a:moveTo>
                      <a:pt x="306381" y="381060"/>
                    </a:moveTo>
                    <a:lnTo>
                      <a:pt x="153190" y="0"/>
                    </a:lnTo>
                    <a:lnTo>
                      <a:pt x="153190" y="0"/>
                    </a:lnTo>
                    <a:lnTo>
                      <a:pt x="0" y="381060"/>
                    </a:lnTo>
                    <a:lnTo>
                      <a:pt x="59361" y="381060"/>
                    </a:lnTo>
                    <a:lnTo>
                      <a:pt x="153190" y="138828"/>
                    </a:lnTo>
                    <a:lnTo>
                      <a:pt x="247019" y="381060"/>
                    </a:lnTo>
                    <a:lnTo>
                      <a:pt x="306381" y="381060"/>
                    </a:lnTo>
                    <a:lnTo>
                      <a:pt x="306381" y="381060"/>
                    </a:lnTo>
                    <a:close/>
                  </a:path>
                </a:pathLst>
              </a:custGeom>
              <a:grpFill/>
              <a:ln w="9554" cap="flat">
                <a:noFill/>
                <a:prstDash val="solid"/>
                <a:miter/>
              </a:ln>
            </p:spPr>
            <p:txBody>
              <a:bodyPr rtlCol="0" anchor="ctr"/>
              <a:lstStyle/>
              <a:p>
                <a:endParaRPr lang="en-US"/>
              </a:p>
            </p:txBody>
          </p:sp>
        </p:grpSp>
      </p:grpSp>
      <p:sp>
        <p:nvSpPr>
          <p:cNvPr id="31" name="Subtitle">
            <a:extLst>
              <a:ext uri="{FF2B5EF4-FFF2-40B4-BE49-F238E27FC236}">
                <a16:creationId xmlns:a16="http://schemas.microsoft.com/office/drawing/2014/main" id="{754CE6AA-D9E2-F705-0549-5BBAECF0BA1C}"/>
              </a:ext>
            </a:extLst>
          </p:cNvPr>
          <p:cNvSpPr>
            <a:spLocks noGrp="1"/>
          </p:cNvSpPr>
          <p:nvPr>
            <p:ph type="body" sz="quarter" idx="14" hasCustomPrompt="1"/>
          </p:nvPr>
        </p:nvSpPr>
        <p:spPr>
          <a:xfrm>
            <a:off x="7" y="2011680"/>
            <a:ext cx="18190015"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32" name="Title">
            <a:extLst>
              <a:ext uri="{FF2B5EF4-FFF2-40B4-BE49-F238E27FC236}">
                <a16:creationId xmlns:a16="http://schemas.microsoft.com/office/drawing/2014/main" id="{893A7EE7-BB1F-CEBB-2F0E-A914D0AF4361}"/>
              </a:ext>
            </a:extLst>
          </p:cNvPr>
          <p:cNvSpPr>
            <a:spLocks noGrp="1"/>
          </p:cNvSpPr>
          <p:nvPr>
            <p:ph type="title" hasCustomPrompt="1"/>
          </p:nvPr>
        </p:nvSpPr>
        <p:spPr>
          <a:xfrm>
            <a:off x="1" y="822960"/>
            <a:ext cx="18190027" cy="1170432"/>
          </a:xfrm>
        </p:spPr>
        <p:txBody>
          <a:bodyPr/>
          <a:lstStyle>
            <a:lvl1pPr>
              <a:defRPr b="1" i="0">
                <a:latin typeface="TT Norms Pro ExtraBold" panose="02000503030000020003" pitchFamily="2" charset="0"/>
              </a:defRPr>
            </a:lvl1pPr>
          </a:lstStyle>
          <a:p>
            <a:r>
              <a:rPr lang="en-US"/>
              <a:t>Title (Title Caps, 66 Pt Bold)</a:t>
            </a:r>
          </a:p>
        </p:txBody>
      </p:sp>
    </p:spTree>
    <p:extLst>
      <p:ext uri="{BB962C8B-B14F-4D97-AF65-F5344CB8AC3E}">
        <p14:creationId xmlns:p14="http://schemas.microsoft.com/office/powerpoint/2010/main" val="244832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6" name="Section">
            <a:extLst>
              <a:ext uri="{FF2B5EF4-FFF2-40B4-BE49-F238E27FC236}">
                <a16:creationId xmlns:a16="http://schemas.microsoft.com/office/drawing/2014/main" id="{A0437F40-13F9-4D0E-873E-085D7DD6A2EF}"/>
              </a:ext>
            </a:extLst>
          </p:cNvPr>
          <p:cNvSpPr>
            <a:spLocks noGrp="1" noRot="1" noMove="1" noResize="1" noEditPoints="1" noAdjustHandles="1" noChangeArrowheads="1" noChangeShapeType="1"/>
          </p:cNvSpPr>
          <p:nvPr userDrawn="1"/>
        </p:nvSpPr>
        <p:spPr>
          <a:xfrm>
            <a:off x="15069439" y="0"/>
            <a:ext cx="9317736" cy="13441680"/>
          </a:xfrm>
          <a:custGeom>
            <a:avLst/>
            <a:gdLst>
              <a:gd name="connsiteX0" fmla="*/ 0 w 10803986"/>
              <a:gd name="connsiteY0" fmla="*/ 0 h 13441680"/>
              <a:gd name="connsiteX1" fmla="*/ 10803986 w 10803986"/>
              <a:gd name="connsiteY1" fmla="*/ 0 h 13441680"/>
              <a:gd name="connsiteX2" fmla="*/ 10803986 w 10803986"/>
              <a:gd name="connsiteY2" fmla="*/ 13441680 h 13441680"/>
              <a:gd name="connsiteX3" fmla="*/ 0 w 10803986"/>
              <a:gd name="connsiteY3" fmla="*/ 13441680 h 13441680"/>
              <a:gd name="connsiteX4" fmla="*/ 0 w 10803986"/>
              <a:gd name="connsiteY4" fmla="*/ 7135948 h 13441680"/>
              <a:gd name="connsiteX5" fmla="*/ 483329 w 10803986"/>
              <a:gd name="connsiteY5" fmla="*/ 6720840 h 13441680"/>
              <a:gd name="connsiteX6" fmla="*/ 0 w 10803986"/>
              <a:gd name="connsiteY6" fmla="*/ 6305733 h 1344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3986" h="13441680">
                <a:moveTo>
                  <a:pt x="0" y="0"/>
                </a:moveTo>
                <a:lnTo>
                  <a:pt x="10803986" y="0"/>
                </a:lnTo>
                <a:lnTo>
                  <a:pt x="10803986" y="13441680"/>
                </a:lnTo>
                <a:lnTo>
                  <a:pt x="0" y="13441680"/>
                </a:lnTo>
                <a:lnTo>
                  <a:pt x="0" y="7135948"/>
                </a:lnTo>
                <a:lnTo>
                  <a:pt x="483329" y="6720840"/>
                </a:lnTo>
                <a:lnTo>
                  <a:pt x="0" y="6305733"/>
                </a:lnTo>
                <a:close/>
              </a:path>
            </a:pathLst>
          </a:custGeom>
          <a:gradFill>
            <a:gsLst>
              <a:gs pos="46000">
                <a:schemeClr val="tx2"/>
              </a:gs>
              <a:gs pos="100000">
                <a:schemeClr val="tx2">
                  <a:alpha val="90000"/>
                </a:schemeClr>
              </a:gs>
            </a:gsLst>
            <a:lin ang="5400000" scaled="1"/>
          </a:gra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TT Norms Pro Light" panose="02000503020000020003" pitchFamily="2" charset="0"/>
            </a:endParaRPr>
          </a:p>
        </p:txBody>
      </p:sp>
      <p:sp>
        <p:nvSpPr>
          <p:cNvPr id="3" name="Footer">
            <a:extLst>
              <a:ext uri="{FF2B5EF4-FFF2-40B4-BE49-F238E27FC236}">
                <a16:creationId xmlns:a16="http://schemas.microsoft.com/office/drawing/2014/main" id="{55057329-94EE-4239-B419-DC91DAE24DCC}"/>
              </a:ext>
            </a:extLst>
          </p:cNvPr>
          <p:cNvSpPr>
            <a:spLocks noGrp="1" noRot="1" noMove="1" noResize="1" noEditPoints="1" noAdjustHandles="1" noChangeArrowheads="1" noChangeShapeType="1"/>
          </p:cNvSpPr>
          <p:nvPr>
            <p:ph type="ftr" sz="quarter" idx="1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4" name="Slide Number">
            <a:extLst>
              <a:ext uri="{FF2B5EF4-FFF2-40B4-BE49-F238E27FC236}">
                <a16:creationId xmlns:a16="http://schemas.microsoft.com/office/drawing/2014/main" id="{8AE5466B-0154-447D-BD3D-5364CD98D250}"/>
              </a:ext>
            </a:extLst>
          </p:cNvPr>
          <p:cNvSpPr>
            <a:spLocks noGrp="1" noRot="1" noMove="1" noResize="1" noEditPoints="1" noAdjustHandles="1" noChangeArrowheads="1" noChangeShapeType="1"/>
          </p:cNvSpPr>
          <p:nvPr>
            <p:ph type="sldNum" sz="quarter" idx="11"/>
          </p:nvPr>
        </p:nvSpPr>
        <p:spPr/>
        <p:txBody>
          <a:bodyPr/>
          <a:lstStyle/>
          <a:p>
            <a:fld id="{65CC2327-6B8B-47BD-B581-B21CDA88CCFB}" type="slidenum">
              <a:rPr lang="en-US" smtClean="0"/>
              <a:pPr/>
              <a:t>‹#›</a:t>
            </a:fld>
            <a:endParaRPr lang="en-US"/>
          </a:p>
        </p:txBody>
      </p:sp>
      <p:sp>
        <p:nvSpPr>
          <p:cNvPr id="5" name="Date">
            <a:extLst>
              <a:ext uri="{FF2B5EF4-FFF2-40B4-BE49-F238E27FC236}">
                <a16:creationId xmlns:a16="http://schemas.microsoft.com/office/drawing/2014/main" id="{0E515052-BF9E-496C-8871-64690D5BCF6C}"/>
              </a:ext>
            </a:extLst>
          </p:cNvPr>
          <p:cNvSpPr>
            <a:spLocks noGrp="1" noRot="1" noMove="1" noResize="1" noEditPoints="1" noAdjustHandles="1" noChangeArrowheads="1" noChangeShapeType="1"/>
          </p:cNvSpPr>
          <p:nvPr>
            <p:ph type="dt" sz="half" idx="12"/>
          </p:nvPr>
        </p:nvSpPr>
        <p:spPr/>
        <p:txBody>
          <a:bodyPr/>
          <a:lstStyle/>
          <a:p>
            <a:fld id="{EE18E972-2F40-1C44-89BC-C8C1CAFD99D4}" type="datetime4">
              <a:rPr lang="en-US" smtClean="0"/>
              <a:t>June 10, 2026</a:t>
            </a:fld>
            <a:endParaRPr lang="en-US"/>
          </a:p>
        </p:txBody>
      </p:sp>
      <p:sp>
        <p:nvSpPr>
          <p:cNvPr id="120" name="Users in thousands">
            <a:extLst>
              <a:ext uri="{FF2B5EF4-FFF2-40B4-BE49-F238E27FC236}">
                <a16:creationId xmlns:a16="http://schemas.microsoft.com/office/drawing/2014/main" id="{0173795A-B298-4492-94E5-246F0E61EA5C}"/>
              </a:ext>
            </a:extLst>
          </p:cNvPr>
          <p:cNvSpPr>
            <a:spLocks noGrp="1" noRot="1" noMove="1" noResize="1" noEditPoints="1" noAdjustHandles="1" noChangeArrowheads="1" noChangeShapeType="1"/>
          </p:cNvSpPr>
          <p:nvPr>
            <p:ph type="body" sz="quarter" idx="77" hasCustomPrompt="1"/>
          </p:nvPr>
        </p:nvSpPr>
        <p:spPr>
          <a:xfrm>
            <a:off x="22776916" y="12513062"/>
            <a:ext cx="640080" cy="320040"/>
          </a:xfrm>
        </p:spPr>
        <p:txBody>
          <a:bodyPr wrap="none" lIns="45720" tIns="45720" rIns="0" bIns="0" anchor="ctr">
            <a:noAutofit/>
          </a:bodyPr>
          <a:lstStyle>
            <a:lvl1pPr marL="0" indent="0" algn="l">
              <a:buNone/>
              <a:defRPr sz="1600" b="1" cap="none"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err="1"/>
              <a:t>XXXk</a:t>
            </a:r>
            <a:endParaRPr lang="en-US"/>
          </a:p>
        </p:txBody>
      </p:sp>
      <p:sp>
        <p:nvSpPr>
          <p:cNvPr id="119" name="&quot;users&quot;">
            <a:extLst>
              <a:ext uri="{FF2B5EF4-FFF2-40B4-BE49-F238E27FC236}">
                <a16:creationId xmlns:a16="http://schemas.microsoft.com/office/drawing/2014/main" id="{B60E4962-D8C1-4523-B00E-7D6A3220378B}"/>
              </a:ext>
            </a:extLst>
          </p:cNvPr>
          <p:cNvSpPr txBox="1">
            <a:spLocks noGrp="1" noRot="1" noMove="1" noResize="1" noEditPoints="1" noAdjustHandles="1" noChangeArrowheads="1" noChangeShapeType="1"/>
          </p:cNvSpPr>
          <p:nvPr userDrawn="1"/>
        </p:nvSpPr>
        <p:spPr>
          <a:xfrm>
            <a:off x="22214028" y="12513062"/>
            <a:ext cx="551415"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users</a:t>
            </a:r>
          </a:p>
        </p:txBody>
      </p:sp>
      <p:sp>
        <p:nvSpPr>
          <p:cNvPr id="100" name="Users Icon">
            <a:extLst>
              <a:ext uri="{FF2B5EF4-FFF2-40B4-BE49-F238E27FC236}">
                <a16:creationId xmlns:a16="http://schemas.microsoft.com/office/drawing/2014/main" id="{BAA3C7DE-5291-84C9-E063-CD996B593815}"/>
              </a:ext>
            </a:extLst>
          </p:cNvPr>
          <p:cNvSpPr>
            <a:spLocks noGrp="1" noRot="1" noMove="1" noResize="1" noEditPoints="1" noAdjustHandles="1" noChangeArrowheads="1" noChangeShapeType="1"/>
          </p:cNvSpPr>
          <p:nvPr userDrawn="1"/>
        </p:nvSpPr>
        <p:spPr>
          <a:xfrm>
            <a:off x="21643767" y="12447261"/>
            <a:ext cx="471502" cy="444275"/>
          </a:xfrm>
          <a:custGeom>
            <a:avLst/>
            <a:gdLst>
              <a:gd name="connsiteX0" fmla="*/ 445329 w 451456"/>
              <a:gd name="connsiteY0" fmla="*/ 238316 h 425387"/>
              <a:gd name="connsiteX1" fmla="*/ 385282 w 451456"/>
              <a:gd name="connsiteY1" fmla="*/ 208063 h 425387"/>
              <a:gd name="connsiteX2" fmla="*/ 398885 w 451456"/>
              <a:gd name="connsiteY2" fmla="*/ 160524 h 425387"/>
              <a:gd name="connsiteX3" fmla="*/ 344107 w 451456"/>
              <a:gd name="connsiteY3" fmla="*/ 105328 h 425387"/>
              <a:gd name="connsiteX4" fmla="*/ 299991 w 451456"/>
              <a:gd name="connsiteY4" fmla="*/ 120640 h 425387"/>
              <a:gd name="connsiteX5" fmla="*/ 267026 w 451456"/>
              <a:gd name="connsiteY5" fmla="*/ 103353 h 425387"/>
              <a:gd name="connsiteX6" fmla="*/ 280506 w 451456"/>
              <a:gd name="connsiteY6" fmla="*/ 55195 h 425387"/>
              <a:gd name="connsiteX7" fmla="*/ 225728 w 451456"/>
              <a:gd name="connsiteY7" fmla="*/ 0 h 425387"/>
              <a:gd name="connsiteX8" fmla="*/ 171563 w 451456"/>
              <a:gd name="connsiteY8" fmla="*/ 55195 h 425387"/>
              <a:gd name="connsiteX9" fmla="*/ 185043 w 451456"/>
              <a:gd name="connsiteY9" fmla="*/ 103353 h 425387"/>
              <a:gd name="connsiteX10" fmla="*/ 151466 w 451456"/>
              <a:gd name="connsiteY10" fmla="*/ 120022 h 425387"/>
              <a:gd name="connsiteX11" fmla="*/ 107350 w 451456"/>
              <a:gd name="connsiteY11" fmla="*/ 104711 h 425387"/>
              <a:gd name="connsiteX12" fmla="*/ 52572 w 451456"/>
              <a:gd name="connsiteY12" fmla="*/ 160524 h 425387"/>
              <a:gd name="connsiteX13" fmla="*/ 66052 w 451456"/>
              <a:gd name="connsiteY13" fmla="*/ 208681 h 425387"/>
              <a:gd name="connsiteX14" fmla="*/ 6005 w 451456"/>
              <a:gd name="connsiteY14" fmla="*/ 238316 h 425387"/>
              <a:gd name="connsiteX15" fmla="*/ 0 w 451456"/>
              <a:gd name="connsiteY15" fmla="*/ 248194 h 425387"/>
              <a:gd name="connsiteX16" fmla="*/ 0 w 451456"/>
              <a:gd name="connsiteY16" fmla="*/ 340187 h 425387"/>
              <a:gd name="connsiteX17" fmla="*/ 21936 w 451456"/>
              <a:gd name="connsiteY17" fmla="*/ 340187 h 425387"/>
              <a:gd name="connsiteX18" fmla="*/ 21936 w 451456"/>
              <a:gd name="connsiteY18" fmla="*/ 254986 h 425387"/>
              <a:gd name="connsiteX19" fmla="*/ 81983 w 451456"/>
              <a:gd name="connsiteY19" fmla="*/ 224733 h 425387"/>
              <a:gd name="connsiteX20" fmla="*/ 132839 w 451456"/>
              <a:gd name="connsiteY20" fmla="*/ 224733 h 425387"/>
              <a:gd name="connsiteX21" fmla="*/ 171563 w 451456"/>
              <a:gd name="connsiteY21" fmla="*/ 244119 h 425387"/>
              <a:gd name="connsiteX22" fmla="*/ 184921 w 451456"/>
              <a:gd name="connsiteY22" fmla="*/ 287584 h 425387"/>
              <a:gd name="connsiteX23" fmla="*/ 124874 w 451456"/>
              <a:gd name="connsiteY23" fmla="*/ 317837 h 425387"/>
              <a:gd name="connsiteX24" fmla="*/ 118869 w 451456"/>
              <a:gd name="connsiteY24" fmla="*/ 327715 h 425387"/>
              <a:gd name="connsiteX25" fmla="*/ 118869 w 451456"/>
              <a:gd name="connsiteY25" fmla="*/ 425388 h 425387"/>
              <a:gd name="connsiteX26" fmla="*/ 140682 w 451456"/>
              <a:gd name="connsiteY26" fmla="*/ 425388 h 425387"/>
              <a:gd name="connsiteX27" fmla="*/ 140682 w 451456"/>
              <a:gd name="connsiteY27" fmla="*/ 334507 h 425387"/>
              <a:gd name="connsiteX28" fmla="*/ 200852 w 451456"/>
              <a:gd name="connsiteY28" fmla="*/ 304254 h 425387"/>
              <a:gd name="connsiteX29" fmla="*/ 251585 w 451456"/>
              <a:gd name="connsiteY29" fmla="*/ 304254 h 425387"/>
              <a:gd name="connsiteX30" fmla="*/ 311632 w 451456"/>
              <a:gd name="connsiteY30" fmla="*/ 334507 h 425387"/>
              <a:gd name="connsiteX31" fmla="*/ 311632 w 451456"/>
              <a:gd name="connsiteY31" fmla="*/ 425388 h 425387"/>
              <a:gd name="connsiteX32" fmla="*/ 333568 w 451456"/>
              <a:gd name="connsiteY32" fmla="*/ 425388 h 425387"/>
              <a:gd name="connsiteX33" fmla="*/ 333568 w 451456"/>
              <a:gd name="connsiteY33" fmla="*/ 327715 h 425387"/>
              <a:gd name="connsiteX34" fmla="*/ 327563 w 451456"/>
              <a:gd name="connsiteY34" fmla="*/ 317837 h 425387"/>
              <a:gd name="connsiteX35" fmla="*/ 267516 w 451456"/>
              <a:gd name="connsiteY35" fmla="*/ 287584 h 425387"/>
              <a:gd name="connsiteX36" fmla="*/ 280874 w 451456"/>
              <a:gd name="connsiteY36" fmla="*/ 244119 h 425387"/>
              <a:gd name="connsiteX37" fmla="*/ 318618 w 451456"/>
              <a:gd name="connsiteY37" fmla="*/ 224733 h 425387"/>
              <a:gd name="connsiteX38" fmla="*/ 369474 w 451456"/>
              <a:gd name="connsiteY38" fmla="*/ 224733 h 425387"/>
              <a:gd name="connsiteX39" fmla="*/ 429521 w 451456"/>
              <a:gd name="connsiteY39" fmla="*/ 254986 h 425387"/>
              <a:gd name="connsiteX40" fmla="*/ 429521 w 451456"/>
              <a:gd name="connsiteY40" fmla="*/ 340187 h 425387"/>
              <a:gd name="connsiteX41" fmla="*/ 451456 w 451456"/>
              <a:gd name="connsiteY41" fmla="*/ 340187 h 425387"/>
              <a:gd name="connsiteX42" fmla="*/ 451456 w 451456"/>
              <a:gd name="connsiteY42" fmla="*/ 248194 h 425387"/>
              <a:gd name="connsiteX43" fmla="*/ 445329 w 451456"/>
              <a:gd name="connsiteY43" fmla="*/ 238316 h 425387"/>
              <a:gd name="connsiteX44" fmla="*/ 225728 w 451456"/>
              <a:gd name="connsiteY44" fmla="*/ 22103 h 425387"/>
              <a:gd name="connsiteX45" fmla="*/ 258570 w 451456"/>
              <a:gd name="connsiteY45" fmla="*/ 55195 h 425387"/>
              <a:gd name="connsiteX46" fmla="*/ 225728 w 451456"/>
              <a:gd name="connsiteY46" fmla="*/ 105946 h 425387"/>
              <a:gd name="connsiteX47" fmla="*/ 192886 w 451456"/>
              <a:gd name="connsiteY47" fmla="*/ 55195 h 425387"/>
              <a:gd name="connsiteX48" fmla="*/ 225728 w 451456"/>
              <a:gd name="connsiteY48" fmla="*/ 22103 h 425387"/>
              <a:gd name="connsiteX49" fmla="*/ 107350 w 451456"/>
              <a:gd name="connsiteY49" fmla="*/ 210656 h 425387"/>
              <a:gd name="connsiteX50" fmla="*/ 74508 w 451456"/>
              <a:gd name="connsiteY50" fmla="*/ 159906 h 425387"/>
              <a:gd name="connsiteX51" fmla="*/ 107350 w 451456"/>
              <a:gd name="connsiteY51" fmla="*/ 126814 h 425387"/>
              <a:gd name="connsiteX52" fmla="*/ 140192 w 451456"/>
              <a:gd name="connsiteY52" fmla="*/ 159906 h 425387"/>
              <a:gd name="connsiteX53" fmla="*/ 107350 w 451456"/>
              <a:gd name="connsiteY53" fmla="*/ 210656 h 425387"/>
              <a:gd name="connsiteX54" fmla="*/ 225728 w 451456"/>
              <a:gd name="connsiteY54" fmla="*/ 290177 h 425387"/>
              <a:gd name="connsiteX55" fmla="*/ 192886 w 451456"/>
              <a:gd name="connsiteY55" fmla="*/ 239427 h 425387"/>
              <a:gd name="connsiteX56" fmla="*/ 225728 w 451456"/>
              <a:gd name="connsiteY56" fmla="*/ 206211 h 425387"/>
              <a:gd name="connsiteX57" fmla="*/ 258570 w 451456"/>
              <a:gd name="connsiteY57" fmla="*/ 239427 h 425387"/>
              <a:gd name="connsiteX58" fmla="*/ 225728 w 451456"/>
              <a:gd name="connsiteY58" fmla="*/ 290177 h 425387"/>
              <a:gd name="connsiteX59" fmla="*/ 225728 w 451456"/>
              <a:gd name="connsiteY59" fmla="*/ 184108 h 425387"/>
              <a:gd name="connsiteX60" fmla="*/ 172544 w 451456"/>
              <a:gd name="connsiteY60" fmla="*/ 220164 h 425387"/>
              <a:gd name="connsiteX61" fmla="*/ 148647 w 451456"/>
              <a:gd name="connsiteY61" fmla="*/ 207816 h 425387"/>
              <a:gd name="connsiteX62" fmla="*/ 162127 w 451456"/>
              <a:gd name="connsiteY62" fmla="*/ 159659 h 425387"/>
              <a:gd name="connsiteX63" fmla="*/ 160412 w 451456"/>
              <a:gd name="connsiteY63" fmla="*/ 139903 h 425387"/>
              <a:gd name="connsiteX64" fmla="*/ 200361 w 451456"/>
              <a:gd name="connsiteY64" fmla="*/ 119899 h 425387"/>
              <a:gd name="connsiteX65" fmla="*/ 251095 w 451456"/>
              <a:gd name="connsiteY65" fmla="*/ 119899 h 425387"/>
              <a:gd name="connsiteX66" fmla="*/ 291045 w 451456"/>
              <a:gd name="connsiteY66" fmla="*/ 139903 h 425387"/>
              <a:gd name="connsiteX67" fmla="*/ 289207 w 451456"/>
              <a:gd name="connsiteY67" fmla="*/ 160524 h 425387"/>
              <a:gd name="connsiteX68" fmla="*/ 302809 w 451456"/>
              <a:gd name="connsiteY68" fmla="*/ 208681 h 425387"/>
              <a:gd name="connsiteX69" fmla="*/ 278300 w 451456"/>
              <a:gd name="connsiteY69" fmla="*/ 221029 h 425387"/>
              <a:gd name="connsiteX70" fmla="*/ 225728 w 451456"/>
              <a:gd name="connsiteY70" fmla="*/ 184108 h 425387"/>
              <a:gd name="connsiteX71" fmla="*/ 344107 w 451456"/>
              <a:gd name="connsiteY71" fmla="*/ 210656 h 425387"/>
              <a:gd name="connsiteX72" fmla="*/ 311142 w 451456"/>
              <a:gd name="connsiteY72" fmla="*/ 159906 h 425387"/>
              <a:gd name="connsiteX73" fmla="*/ 344107 w 451456"/>
              <a:gd name="connsiteY73" fmla="*/ 126814 h 425387"/>
              <a:gd name="connsiteX74" fmla="*/ 376949 w 451456"/>
              <a:gd name="connsiteY74" fmla="*/ 159906 h 425387"/>
              <a:gd name="connsiteX75" fmla="*/ 344107 w 451456"/>
              <a:gd name="connsiteY75" fmla="*/ 210656 h 42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51456" h="425387">
                <a:moveTo>
                  <a:pt x="445329" y="238316"/>
                </a:moveTo>
                <a:lnTo>
                  <a:pt x="385282" y="208063"/>
                </a:lnTo>
                <a:cubicBezTo>
                  <a:pt x="394177" y="193827"/>
                  <a:pt x="398892" y="177346"/>
                  <a:pt x="398885" y="160524"/>
                </a:cubicBezTo>
                <a:cubicBezTo>
                  <a:pt x="398885" y="121257"/>
                  <a:pt x="382954" y="105328"/>
                  <a:pt x="344107" y="105328"/>
                </a:cubicBezTo>
                <a:cubicBezTo>
                  <a:pt x="322907" y="105328"/>
                  <a:pt x="308691" y="110020"/>
                  <a:pt x="299991" y="120640"/>
                </a:cubicBezTo>
                <a:lnTo>
                  <a:pt x="267026" y="103353"/>
                </a:lnTo>
                <a:cubicBezTo>
                  <a:pt x="275939" y="88904"/>
                  <a:pt x="280613" y="72208"/>
                  <a:pt x="280506" y="55195"/>
                </a:cubicBezTo>
                <a:cubicBezTo>
                  <a:pt x="280506" y="16052"/>
                  <a:pt x="264575" y="0"/>
                  <a:pt x="225728" y="0"/>
                </a:cubicBezTo>
                <a:cubicBezTo>
                  <a:pt x="186882" y="0"/>
                  <a:pt x="171563" y="16052"/>
                  <a:pt x="171563" y="55195"/>
                </a:cubicBezTo>
                <a:cubicBezTo>
                  <a:pt x="171457" y="72208"/>
                  <a:pt x="176130" y="88904"/>
                  <a:pt x="185043" y="103353"/>
                </a:cubicBezTo>
                <a:lnTo>
                  <a:pt x="151466" y="120022"/>
                </a:lnTo>
                <a:cubicBezTo>
                  <a:pt x="142765" y="109403"/>
                  <a:pt x="128550" y="104711"/>
                  <a:pt x="107350" y="104711"/>
                </a:cubicBezTo>
                <a:cubicBezTo>
                  <a:pt x="68503" y="104711"/>
                  <a:pt x="52572" y="120640"/>
                  <a:pt x="52572" y="160524"/>
                </a:cubicBezTo>
                <a:cubicBezTo>
                  <a:pt x="52465" y="177536"/>
                  <a:pt x="57139" y="194232"/>
                  <a:pt x="66052" y="208681"/>
                </a:cubicBezTo>
                <a:lnTo>
                  <a:pt x="6005" y="238316"/>
                </a:lnTo>
                <a:cubicBezTo>
                  <a:pt x="2304" y="240192"/>
                  <a:pt x="-23" y="244019"/>
                  <a:pt x="0" y="248194"/>
                </a:cubicBezTo>
                <a:lnTo>
                  <a:pt x="0" y="340187"/>
                </a:lnTo>
                <a:lnTo>
                  <a:pt x="21936" y="340187"/>
                </a:lnTo>
                <a:lnTo>
                  <a:pt x="21936" y="254986"/>
                </a:lnTo>
                <a:lnTo>
                  <a:pt x="81983" y="224733"/>
                </a:lnTo>
                <a:cubicBezTo>
                  <a:pt x="97275" y="235424"/>
                  <a:pt x="117547" y="235424"/>
                  <a:pt x="132839" y="224733"/>
                </a:cubicBezTo>
                <a:lnTo>
                  <a:pt x="171563" y="244119"/>
                </a:lnTo>
                <a:cubicBezTo>
                  <a:pt x="172248" y="259521"/>
                  <a:pt x="176848" y="274488"/>
                  <a:pt x="184921" y="287584"/>
                </a:cubicBezTo>
                <a:lnTo>
                  <a:pt x="124874" y="317837"/>
                </a:lnTo>
                <a:cubicBezTo>
                  <a:pt x="121172" y="319713"/>
                  <a:pt x="118846" y="323540"/>
                  <a:pt x="118869" y="327715"/>
                </a:cubicBezTo>
                <a:lnTo>
                  <a:pt x="118869" y="425388"/>
                </a:lnTo>
                <a:lnTo>
                  <a:pt x="140682" y="425388"/>
                </a:lnTo>
                <a:lnTo>
                  <a:pt x="140682" y="334507"/>
                </a:lnTo>
                <a:lnTo>
                  <a:pt x="200852" y="304254"/>
                </a:lnTo>
                <a:cubicBezTo>
                  <a:pt x="216094" y="314959"/>
                  <a:pt x="236343" y="314959"/>
                  <a:pt x="251585" y="304254"/>
                </a:cubicBezTo>
                <a:lnTo>
                  <a:pt x="311632" y="334507"/>
                </a:lnTo>
                <a:lnTo>
                  <a:pt x="311632" y="425388"/>
                </a:lnTo>
                <a:lnTo>
                  <a:pt x="333568" y="425388"/>
                </a:lnTo>
                <a:lnTo>
                  <a:pt x="333568" y="327715"/>
                </a:lnTo>
                <a:cubicBezTo>
                  <a:pt x="333591" y="323540"/>
                  <a:pt x="331265" y="319713"/>
                  <a:pt x="327563" y="317837"/>
                </a:cubicBezTo>
                <a:lnTo>
                  <a:pt x="267516" y="287584"/>
                </a:lnTo>
                <a:cubicBezTo>
                  <a:pt x="275589" y="274488"/>
                  <a:pt x="280189" y="259521"/>
                  <a:pt x="280874" y="244119"/>
                </a:cubicBezTo>
                <a:lnTo>
                  <a:pt x="318618" y="224733"/>
                </a:lnTo>
                <a:cubicBezTo>
                  <a:pt x="333909" y="235424"/>
                  <a:pt x="354182" y="235424"/>
                  <a:pt x="369474" y="224733"/>
                </a:cubicBezTo>
                <a:lnTo>
                  <a:pt x="429521" y="254986"/>
                </a:lnTo>
                <a:lnTo>
                  <a:pt x="429521" y="340187"/>
                </a:lnTo>
                <a:lnTo>
                  <a:pt x="451456" y="340187"/>
                </a:lnTo>
                <a:lnTo>
                  <a:pt x="451456" y="248194"/>
                </a:lnTo>
                <a:cubicBezTo>
                  <a:pt x="451486" y="243983"/>
                  <a:pt x="449099" y="240134"/>
                  <a:pt x="445329" y="238316"/>
                </a:cubicBezTo>
                <a:close/>
                <a:moveTo>
                  <a:pt x="225728" y="22103"/>
                </a:moveTo>
                <a:cubicBezTo>
                  <a:pt x="254036" y="22103"/>
                  <a:pt x="258570" y="30006"/>
                  <a:pt x="258570" y="55195"/>
                </a:cubicBezTo>
                <a:cubicBezTo>
                  <a:pt x="258570" y="80385"/>
                  <a:pt x="245090" y="105946"/>
                  <a:pt x="225728" y="105946"/>
                </a:cubicBezTo>
                <a:cubicBezTo>
                  <a:pt x="206366" y="105946"/>
                  <a:pt x="192886" y="79768"/>
                  <a:pt x="192886" y="55195"/>
                </a:cubicBezTo>
                <a:cubicBezTo>
                  <a:pt x="192886" y="30623"/>
                  <a:pt x="197420" y="22103"/>
                  <a:pt x="225728" y="22103"/>
                </a:cubicBezTo>
                <a:close/>
                <a:moveTo>
                  <a:pt x="107350" y="210656"/>
                </a:moveTo>
                <a:cubicBezTo>
                  <a:pt x="87742" y="210656"/>
                  <a:pt x="74508" y="184355"/>
                  <a:pt x="74508" y="159906"/>
                </a:cubicBezTo>
                <a:cubicBezTo>
                  <a:pt x="74508" y="135457"/>
                  <a:pt x="79042" y="126814"/>
                  <a:pt x="107350" y="126814"/>
                </a:cubicBezTo>
                <a:cubicBezTo>
                  <a:pt x="135658" y="126814"/>
                  <a:pt x="140192" y="134593"/>
                  <a:pt x="140192" y="159906"/>
                </a:cubicBezTo>
                <a:cubicBezTo>
                  <a:pt x="140192" y="185220"/>
                  <a:pt x="127079" y="210656"/>
                  <a:pt x="107350" y="210656"/>
                </a:cubicBezTo>
                <a:close/>
                <a:moveTo>
                  <a:pt x="225728" y="290177"/>
                </a:moveTo>
                <a:cubicBezTo>
                  <a:pt x="205999" y="290177"/>
                  <a:pt x="192886" y="263876"/>
                  <a:pt x="192886" y="239427"/>
                </a:cubicBezTo>
                <a:cubicBezTo>
                  <a:pt x="192886" y="214978"/>
                  <a:pt x="197420" y="206211"/>
                  <a:pt x="225728" y="206211"/>
                </a:cubicBezTo>
                <a:cubicBezTo>
                  <a:pt x="254036" y="206211"/>
                  <a:pt x="258570" y="214114"/>
                  <a:pt x="258570" y="239427"/>
                </a:cubicBezTo>
                <a:cubicBezTo>
                  <a:pt x="258570" y="264741"/>
                  <a:pt x="245090" y="290177"/>
                  <a:pt x="225728" y="290177"/>
                </a:cubicBezTo>
                <a:close/>
                <a:moveTo>
                  <a:pt x="225728" y="184108"/>
                </a:moveTo>
                <a:cubicBezTo>
                  <a:pt x="193989" y="184108"/>
                  <a:pt x="177568" y="194851"/>
                  <a:pt x="172544" y="220164"/>
                </a:cubicBezTo>
                <a:lnTo>
                  <a:pt x="148647" y="207816"/>
                </a:lnTo>
                <a:cubicBezTo>
                  <a:pt x="157561" y="193367"/>
                  <a:pt x="162234" y="176672"/>
                  <a:pt x="162127" y="159659"/>
                </a:cubicBezTo>
                <a:cubicBezTo>
                  <a:pt x="162236" y="153032"/>
                  <a:pt x="161661" y="146410"/>
                  <a:pt x="160412" y="139903"/>
                </a:cubicBezTo>
                <a:lnTo>
                  <a:pt x="200361" y="119899"/>
                </a:lnTo>
                <a:cubicBezTo>
                  <a:pt x="215659" y="130427"/>
                  <a:pt x="235798" y="130427"/>
                  <a:pt x="251095" y="119899"/>
                </a:cubicBezTo>
                <a:lnTo>
                  <a:pt x="291045" y="139903"/>
                </a:lnTo>
                <a:cubicBezTo>
                  <a:pt x="289689" y="146688"/>
                  <a:pt x="289073" y="153603"/>
                  <a:pt x="289207" y="160524"/>
                </a:cubicBezTo>
                <a:cubicBezTo>
                  <a:pt x="289082" y="177556"/>
                  <a:pt x="293803" y="194267"/>
                  <a:pt x="302809" y="208681"/>
                </a:cubicBezTo>
                <a:lnTo>
                  <a:pt x="278300" y="221029"/>
                </a:lnTo>
                <a:cubicBezTo>
                  <a:pt x="273889" y="194851"/>
                  <a:pt x="257345" y="184108"/>
                  <a:pt x="225728" y="184108"/>
                </a:cubicBezTo>
                <a:close/>
                <a:moveTo>
                  <a:pt x="344107" y="210656"/>
                </a:moveTo>
                <a:cubicBezTo>
                  <a:pt x="324377" y="210656"/>
                  <a:pt x="311142" y="184355"/>
                  <a:pt x="311142" y="159906"/>
                </a:cubicBezTo>
                <a:cubicBezTo>
                  <a:pt x="311142" y="135457"/>
                  <a:pt x="315676" y="126814"/>
                  <a:pt x="344107" y="126814"/>
                </a:cubicBezTo>
                <a:cubicBezTo>
                  <a:pt x="372537" y="126814"/>
                  <a:pt x="376949" y="134593"/>
                  <a:pt x="376949" y="159906"/>
                </a:cubicBezTo>
                <a:cubicBezTo>
                  <a:pt x="376949" y="185220"/>
                  <a:pt x="363714" y="210656"/>
                  <a:pt x="344107" y="210656"/>
                </a:cubicBezTo>
                <a:close/>
              </a:path>
            </a:pathLst>
          </a:custGeom>
          <a:solidFill>
            <a:schemeClr val="accent5"/>
          </a:solidFill>
          <a:ln w="12099" cap="flat">
            <a:noFill/>
            <a:prstDash val="solid"/>
            <a:miter/>
          </a:ln>
        </p:spPr>
        <p:txBody>
          <a:bodyPr rtlCol="0" anchor="ctr"/>
          <a:lstStyle/>
          <a:p>
            <a:endParaRPr lang="en-US"/>
          </a:p>
        </p:txBody>
      </p:sp>
      <p:sp>
        <p:nvSpPr>
          <p:cNvPr id="116" name="Revenue in Billions USD">
            <a:extLst>
              <a:ext uri="{FF2B5EF4-FFF2-40B4-BE49-F238E27FC236}">
                <a16:creationId xmlns:a16="http://schemas.microsoft.com/office/drawing/2014/main" id="{E287B836-FF18-4A66-8DB5-69CBE7D07E15}"/>
              </a:ext>
            </a:extLst>
          </p:cNvPr>
          <p:cNvSpPr>
            <a:spLocks noGrp="1" noRot="1" noMove="1" noResize="1" noEditPoints="1" noAdjustHandles="1" noChangeArrowheads="1" noChangeShapeType="1"/>
          </p:cNvSpPr>
          <p:nvPr>
            <p:ph type="body" sz="quarter" idx="76" hasCustomPrompt="1"/>
          </p:nvPr>
        </p:nvSpPr>
        <p:spPr>
          <a:xfrm>
            <a:off x="20387554" y="12513062"/>
            <a:ext cx="742832"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$XXXB</a:t>
            </a:r>
          </a:p>
        </p:txBody>
      </p:sp>
      <p:sp>
        <p:nvSpPr>
          <p:cNvPr id="115" name="&quot;revenue&quot;">
            <a:extLst>
              <a:ext uri="{FF2B5EF4-FFF2-40B4-BE49-F238E27FC236}">
                <a16:creationId xmlns:a16="http://schemas.microsoft.com/office/drawing/2014/main" id="{82196980-AC81-4C03-8A0D-FA86BD611911}"/>
              </a:ext>
            </a:extLst>
          </p:cNvPr>
          <p:cNvSpPr txBox="1">
            <a:spLocks noGrp="1" noRot="1" noMove="1" noResize="1" noEditPoints="1" noAdjustHandles="1" noChangeArrowheads="1" noChangeShapeType="1"/>
          </p:cNvSpPr>
          <p:nvPr userDrawn="1"/>
        </p:nvSpPr>
        <p:spPr>
          <a:xfrm>
            <a:off x="19549180" y="12513062"/>
            <a:ext cx="835368"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revenue</a:t>
            </a:r>
          </a:p>
        </p:txBody>
      </p:sp>
      <p:sp>
        <p:nvSpPr>
          <p:cNvPr id="101" name="Revenue Icon">
            <a:extLst>
              <a:ext uri="{FF2B5EF4-FFF2-40B4-BE49-F238E27FC236}">
                <a16:creationId xmlns:a16="http://schemas.microsoft.com/office/drawing/2014/main" id="{676A0841-6854-347A-5F52-D878F0446EDB}"/>
              </a:ext>
            </a:extLst>
          </p:cNvPr>
          <p:cNvSpPr>
            <a:spLocks noGrp="1" noRot="1" noMove="1" noResize="1" noEditPoints="1" noAdjustHandles="1" noChangeArrowheads="1" noChangeShapeType="1"/>
          </p:cNvSpPr>
          <p:nvPr userDrawn="1"/>
        </p:nvSpPr>
        <p:spPr>
          <a:xfrm>
            <a:off x="19097339" y="12510660"/>
            <a:ext cx="355806" cy="317476"/>
          </a:xfrm>
          <a:custGeom>
            <a:avLst/>
            <a:gdLst>
              <a:gd name="connsiteX0" fmla="*/ 355807 w 355806"/>
              <a:gd name="connsiteY0" fmla="*/ 292933 h 317476"/>
              <a:gd name="connsiteX1" fmla="*/ 355807 w 355806"/>
              <a:gd name="connsiteY1" fmla="*/ 317477 h 317476"/>
              <a:gd name="connsiteX2" fmla="*/ 0 w 355806"/>
              <a:gd name="connsiteY2" fmla="*/ 317477 h 317476"/>
              <a:gd name="connsiteX3" fmla="*/ 0 w 355806"/>
              <a:gd name="connsiteY3" fmla="*/ 0 h 317476"/>
              <a:gd name="connsiteX4" fmla="*/ 25190 w 355806"/>
              <a:gd name="connsiteY4" fmla="*/ 0 h 317476"/>
              <a:gd name="connsiteX5" fmla="*/ 25190 w 355806"/>
              <a:gd name="connsiteY5" fmla="*/ 292933 h 317476"/>
              <a:gd name="connsiteX6" fmla="*/ 146983 w 355806"/>
              <a:gd name="connsiteY6" fmla="*/ 157941 h 317476"/>
              <a:gd name="connsiteX7" fmla="*/ 177337 w 355806"/>
              <a:gd name="connsiteY7" fmla="*/ 187516 h 317476"/>
              <a:gd name="connsiteX8" fmla="*/ 228724 w 355806"/>
              <a:gd name="connsiteY8" fmla="*/ 137569 h 317476"/>
              <a:gd name="connsiteX9" fmla="*/ 260463 w 355806"/>
              <a:gd name="connsiteY9" fmla="*/ 168495 h 317476"/>
              <a:gd name="connsiteX10" fmla="*/ 328350 w 355806"/>
              <a:gd name="connsiteY10" fmla="*/ 102471 h 317476"/>
              <a:gd name="connsiteX11" fmla="*/ 354547 w 355806"/>
              <a:gd name="connsiteY11" fmla="*/ 127997 h 317476"/>
              <a:gd name="connsiteX12" fmla="*/ 354547 w 355806"/>
              <a:gd name="connsiteY12" fmla="*/ 60133 h 317476"/>
              <a:gd name="connsiteX13" fmla="*/ 284645 w 355806"/>
              <a:gd name="connsiteY13" fmla="*/ 60133 h 317476"/>
              <a:gd name="connsiteX14" fmla="*/ 309835 w 355806"/>
              <a:gd name="connsiteY14" fmla="*/ 85413 h 317476"/>
              <a:gd name="connsiteX15" fmla="*/ 259456 w 355806"/>
              <a:gd name="connsiteY15" fmla="*/ 134501 h 317476"/>
              <a:gd name="connsiteX16" fmla="*/ 228724 w 355806"/>
              <a:gd name="connsiteY16" fmla="*/ 103085 h 317476"/>
              <a:gd name="connsiteX17" fmla="*/ 177337 w 355806"/>
              <a:gd name="connsiteY17" fmla="*/ 153155 h 317476"/>
              <a:gd name="connsiteX18" fmla="*/ 146983 w 355806"/>
              <a:gd name="connsiteY18" fmla="*/ 123456 h 317476"/>
              <a:gd name="connsiteX19" fmla="*/ 54032 w 355806"/>
              <a:gd name="connsiteY19" fmla="*/ 214024 h 317476"/>
              <a:gd name="connsiteX20" fmla="*/ 71917 w 355806"/>
              <a:gd name="connsiteY20" fmla="*/ 231450 h 317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5806" h="317476">
                <a:moveTo>
                  <a:pt x="355807" y="292933"/>
                </a:moveTo>
                <a:lnTo>
                  <a:pt x="355807" y="317477"/>
                </a:lnTo>
                <a:lnTo>
                  <a:pt x="0" y="317477"/>
                </a:lnTo>
                <a:lnTo>
                  <a:pt x="0" y="0"/>
                </a:lnTo>
                <a:lnTo>
                  <a:pt x="25190" y="0"/>
                </a:lnTo>
                <a:lnTo>
                  <a:pt x="25190" y="292933"/>
                </a:lnTo>
                <a:close/>
                <a:moveTo>
                  <a:pt x="146983" y="157941"/>
                </a:moveTo>
                <a:lnTo>
                  <a:pt x="177337" y="187516"/>
                </a:lnTo>
                <a:lnTo>
                  <a:pt x="228724" y="137569"/>
                </a:lnTo>
                <a:lnTo>
                  <a:pt x="260463" y="168495"/>
                </a:lnTo>
                <a:lnTo>
                  <a:pt x="328350" y="102471"/>
                </a:lnTo>
                <a:lnTo>
                  <a:pt x="354547" y="127997"/>
                </a:lnTo>
                <a:lnTo>
                  <a:pt x="354547" y="60133"/>
                </a:lnTo>
                <a:lnTo>
                  <a:pt x="284645" y="60133"/>
                </a:lnTo>
                <a:lnTo>
                  <a:pt x="309835" y="85413"/>
                </a:lnTo>
                <a:lnTo>
                  <a:pt x="259456" y="134501"/>
                </a:lnTo>
                <a:lnTo>
                  <a:pt x="228724" y="103085"/>
                </a:lnTo>
                <a:lnTo>
                  <a:pt x="177337" y="153155"/>
                </a:lnTo>
                <a:lnTo>
                  <a:pt x="146983" y="123456"/>
                </a:lnTo>
                <a:lnTo>
                  <a:pt x="54032" y="214024"/>
                </a:lnTo>
                <a:lnTo>
                  <a:pt x="71917" y="231450"/>
                </a:lnTo>
                <a:close/>
              </a:path>
            </a:pathLst>
          </a:custGeom>
          <a:solidFill>
            <a:schemeClr val="accent5"/>
          </a:solidFill>
          <a:ln w="12587" cap="flat">
            <a:noFill/>
            <a:prstDash val="solid"/>
            <a:miter/>
          </a:ln>
        </p:spPr>
        <p:txBody>
          <a:bodyPr rtlCol="0" anchor="ctr"/>
          <a:lstStyle/>
          <a:p>
            <a:endParaRPr lang="en-US"/>
          </a:p>
        </p:txBody>
      </p:sp>
      <p:sp>
        <p:nvSpPr>
          <p:cNvPr id="108" name="Headquarters Area">
            <a:extLst>
              <a:ext uri="{FF2B5EF4-FFF2-40B4-BE49-F238E27FC236}">
                <a16:creationId xmlns:a16="http://schemas.microsoft.com/office/drawing/2014/main" id="{B2E667B4-6BA4-4DE5-BF10-BDF0495AE3D4}"/>
              </a:ext>
            </a:extLst>
          </p:cNvPr>
          <p:cNvSpPr>
            <a:spLocks noGrp="1" noRot="1" noMove="1" noResize="1" noEditPoints="1" noAdjustHandles="1" noChangeArrowheads="1" noChangeShapeType="1"/>
          </p:cNvSpPr>
          <p:nvPr>
            <p:ph type="body" sz="quarter" idx="75" hasCustomPrompt="1"/>
          </p:nvPr>
        </p:nvSpPr>
        <p:spPr>
          <a:xfrm>
            <a:off x="17900868" y="12513062"/>
            <a:ext cx="681325"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AREA</a:t>
            </a:r>
          </a:p>
        </p:txBody>
      </p:sp>
      <p:sp>
        <p:nvSpPr>
          <p:cNvPr id="82" name="&quot;headquarters&quot;">
            <a:extLst>
              <a:ext uri="{FF2B5EF4-FFF2-40B4-BE49-F238E27FC236}">
                <a16:creationId xmlns:a16="http://schemas.microsoft.com/office/drawing/2014/main" id="{1EE71E7C-B26C-4AA0-B252-C5DE2999E77E}"/>
              </a:ext>
            </a:extLst>
          </p:cNvPr>
          <p:cNvSpPr txBox="1">
            <a:spLocks noGrp="1" noRot="1" noMove="1" noResize="1" noEditPoints="1" noAdjustHandles="1" noChangeArrowheads="1" noChangeShapeType="1"/>
          </p:cNvSpPr>
          <p:nvPr userDrawn="1"/>
        </p:nvSpPr>
        <p:spPr>
          <a:xfrm>
            <a:off x="16598959" y="12513062"/>
            <a:ext cx="1298903"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headquarters</a:t>
            </a:r>
          </a:p>
        </p:txBody>
      </p:sp>
      <p:sp>
        <p:nvSpPr>
          <p:cNvPr id="102" name="Headquarters Icon">
            <a:extLst>
              <a:ext uri="{FF2B5EF4-FFF2-40B4-BE49-F238E27FC236}">
                <a16:creationId xmlns:a16="http://schemas.microsoft.com/office/drawing/2014/main" id="{9B9C2F95-9E0B-D6DF-D76F-4442D083B2B1}"/>
              </a:ext>
            </a:extLst>
          </p:cNvPr>
          <p:cNvSpPr>
            <a:spLocks noGrp="1" noRot="1" noMove="1" noResize="1" noEditPoints="1" noAdjustHandles="1" noChangeArrowheads="1" noChangeShapeType="1"/>
          </p:cNvSpPr>
          <p:nvPr userDrawn="1"/>
        </p:nvSpPr>
        <p:spPr>
          <a:xfrm>
            <a:off x="16126034" y="12457814"/>
            <a:ext cx="400035" cy="423169"/>
          </a:xfrm>
          <a:custGeom>
            <a:avLst/>
            <a:gdLst>
              <a:gd name="connsiteX0" fmla="*/ 357727 w 400035"/>
              <a:gd name="connsiteY0" fmla="*/ 91971 h 423169"/>
              <a:gd name="connsiteX1" fmla="*/ 228118 w 400035"/>
              <a:gd name="connsiteY1" fmla="*/ 20102 h 423169"/>
              <a:gd name="connsiteX2" fmla="*/ 190414 w 400035"/>
              <a:gd name="connsiteY2" fmla="*/ 1482 h 423169"/>
              <a:gd name="connsiteX3" fmla="*/ 171422 w 400035"/>
              <a:gd name="connsiteY3" fmla="*/ 38446 h 423169"/>
              <a:gd name="connsiteX4" fmla="*/ 209126 w 400035"/>
              <a:gd name="connsiteY4" fmla="*/ 57066 h 423169"/>
              <a:gd name="connsiteX5" fmla="*/ 226732 w 400035"/>
              <a:gd name="connsiteY5" fmla="*/ 41836 h 423169"/>
              <a:gd name="connsiteX6" fmla="*/ 340093 w 400035"/>
              <a:gd name="connsiteY6" fmla="*/ 105431 h 423169"/>
              <a:gd name="connsiteX7" fmla="*/ 376368 w 400035"/>
              <a:gd name="connsiteY7" fmla="*/ 227436 h 423169"/>
              <a:gd name="connsiteX8" fmla="*/ 300795 w 400035"/>
              <a:gd name="connsiteY8" fmla="*/ 347959 h 423169"/>
              <a:gd name="connsiteX9" fmla="*/ 313390 w 400035"/>
              <a:gd name="connsiteY9" fmla="*/ 365864 h 423169"/>
              <a:gd name="connsiteX10" fmla="*/ 398789 w 400035"/>
              <a:gd name="connsiteY10" fmla="*/ 230029 h 423169"/>
              <a:gd name="connsiteX11" fmla="*/ 357727 w 400035"/>
              <a:gd name="connsiteY11" fmla="*/ 91971 h 423169"/>
              <a:gd name="connsiteX12" fmla="*/ 200030 w 400035"/>
              <a:gd name="connsiteY12" fmla="*/ 37390 h 423169"/>
              <a:gd name="connsiteX13" fmla="*/ 191970 w 400035"/>
              <a:gd name="connsiteY13" fmla="*/ 29734 h 423169"/>
              <a:gd name="connsiteX14" fmla="*/ 199780 w 400035"/>
              <a:gd name="connsiteY14" fmla="*/ 21833 h 423169"/>
              <a:gd name="connsiteX15" fmla="*/ 207839 w 400035"/>
              <a:gd name="connsiteY15" fmla="*/ 29489 h 423169"/>
              <a:gd name="connsiteX16" fmla="*/ 207839 w 400035"/>
              <a:gd name="connsiteY16" fmla="*/ 29734 h 423169"/>
              <a:gd name="connsiteX17" fmla="*/ 200030 w 400035"/>
              <a:gd name="connsiteY17" fmla="*/ 37390 h 423169"/>
              <a:gd name="connsiteX18" fmla="*/ 84024 w 400035"/>
              <a:gd name="connsiteY18" fmla="*/ 157666 h 423169"/>
              <a:gd name="connsiteX19" fmla="*/ 101658 w 400035"/>
              <a:gd name="connsiteY19" fmla="*/ 130005 h 423169"/>
              <a:gd name="connsiteX20" fmla="*/ 149773 w 400035"/>
              <a:gd name="connsiteY20" fmla="*/ 146552 h 423169"/>
              <a:gd name="connsiteX21" fmla="*/ 144987 w 400035"/>
              <a:gd name="connsiteY21" fmla="*/ 197922 h 423169"/>
              <a:gd name="connsiteX22" fmla="*/ 86039 w 400035"/>
              <a:gd name="connsiteY22" fmla="*/ 197922 h 423169"/>
              <a:gd name="connsiteX23" fmla="*/ 47140 w 400035"/>
              <a:gd name="connsiteY23" fmla="*/ 181396 h 423169"/>
              <a:gd name="connsiteX24" fmla="*/ 30283 w 400035"/>
              <a:gd name="connsiteY24" fmla="*/ 219533 h 423169"/>
              <a:gd name="connsiteX25" fmla="*/ 69182 w 400035"/>
              <a:gd name="connsiteY25" fmla="*/ 236059 h 423169"/>
              <a:gd name="connsiteX26" fmla="*/ 86039 w 400035"/>
              <a:gd name="connsiteY26" fmla="*/ 219533 h 423169"/>
              <a:gd name="connsiteX27" fmla="*/ 144987 w 400035"/>
              <a:gd name="connsiteY27" fmla="*/ 219533 h 423169"/>
              <a:gd name="connsiteX28" fmla="*/ 151159 w 400035"/>
              <a:gd name="connsiteY28" fmla="*/ 276830 h 423169"/>
              <a:gd name="connsiteX29" fmla="*/ 103547 w 400035"/>
              <a:gd name="connsiteY29" fmla="*/ 292760 h 423169"/>
              <a:gd name="connsiteX30" fmla="*/ 84402 w 400035"/>
              <a:gd name="connsiteY30" fmla="*/ 265593 h 423169"/>
              <a:gd name="connsiteX31" fmla="*/ 64627 w 400035"/>
              <a:gd name="connsiteY31" fmla="*/ 275349 h 423169"/>
              <a:gd name="connsiteX32" fmla="*/ 136674 w 400035"/>
              <a:gd name="connsiteY32" fmla="*/ 342155 h 423169"/>
              <a:gd name="connsiteX33" fmla="*/ 199652 w 400035"/>
              <a:gd name="connsiteY33" fmla="*/ 355244 h 423169"/>
              <a:gd name="connsiteX34" fmla="*/ 201541 w 400035"/>
              <a:gd name="connsiteY34" fmla="*/ 355244 h 423169"/>
              <a:gd name="connsiteX35" fmla="*/ 336062 w 400035"/>
              <a:gd name="connsiteY35" fmla="*/ 275349 h 423169"/>
              <a:gd name="connsiteX36" fmla="*/ 316287 w 400035"/>
              <a:gd name="connsiteY36" fmla="*/ 265593 h 423169"/>
              <a:gd name="connsiteX37" fmla="*/ 297142 w 400035"/>
              <a:gd name="connsiteY37" fmla="*/ 292760 h 423169"/>
              <a:gd name="connsiteX38" fmla="*/ 249530 w 400035"/>
              <a:gd name="connsiteY38" fmla="*/ 276830 h 423169"/>
              <a:gd name="connsiteX39" fmla="*/ 255198 w 400035"/>
              <a:gd name="connsiteY39" fmla="*/ 219533 h 423169"/>
              <a:gd name="connsiteX40" fmla="*/ 314146 w 400035"/>
              <a:gd name="connsiteY40" fmla="*/ 219533 h 423169"/>
              <a:gd name="connsiteX41" fmla="*/ 353045 w 400035"/>
              <a:gd name="connsiteY41" fmla="*/ 236059 h 423169"/>
              <a:gd name="connsiteX42" fmla="*/ 369902 w 400035"/>
              <a:gd name="connsiteY42" fmla="*/ 197922 h 423169"/>
              <a:gd name="connsiteX43" fmla="*/ 331003 w 400035"/>
              <a:gd name="connsiteY43" fmla="*/ 181396 h 423169"/>
              <a:gd name="connsiteX44" fmla="*/ 314146 w 400035"/>
              <a:gd name="connsiteY44" fmla="*/ 197922 h 423169"/>
              <a:gd name="connsiteX45" fmla="*/ 254947 w 400035"/>
              <a:gd name="connsiteY45" fmla="*/ 197922 h 423169"/>
              <a:gd name="connsiteX46" fmla="*/ 250286 w 400035"/>
              <a:gd name="connsiteY46" fmla="*/ 146552 h 423169"/>
              <a:gd name="connsiteX47" fmla="*/ 298275 w 400035"/>
              <a:gd name="connsiteY47" fmla="*/ 130005 h 423169"/>
              <a:gd name="connsiteX48" fmla="*/ 315909 w 400035"/>
              <a:gd name="connsiteY48" fmla="*/ 157666 h 423169"/>
              <a:gd name="connsiteX49" fmla="*/ 335936 w 400035"/>
              <a:gd name="connsiteY49" fmla="*/ 148528 h 423169"/>
              <a:gd name="connsiteX50" fmla="*/ 264519 w 400035"/>
              <a:gd name="connsiteY50" fmla="*/ 76535 h 423169"/>
              <a:gd name="connsiteX51" fmla="*/ 201541 w 400035"/>
              <a:gd name="connsiteY51" fmla="*/ 62087 h 423169"/>
              <a:gd name="connsiteX52" fmla="*/ 199400 w 400035"/>
              <a:gd name="connsiteY52" fmla="*/ 62087 h 423169"/>
              <a:gd name="connsiteX53" fmla="*/ 150655 w 400035"/>
              <a:gd name="connsiteY53" fmla="*/ 70484 h 423169"/>
              <a:gd name="connsiteX54" fmla="*/ 63997 w 400035"/>
              <a:gd name="connsiteY54" fmla="*/ 148528 h 423169"/>
              <a:gd name="connsiteX55" fmla="*/ 58833 w 400035"/>
              <a:gd name="connsiteY55" fmla="*/ 216445 h 423169"/>
              <a:gd name="connsiteX56" fmla="*/ 50773 w 400035"/>
              <a:gd name="connsiteY56" fmla="*/ 208789 h 423169"/>
              <a:gd name="connsiteX57" fmla="*/ 58583 w 400035"/>
              <a:gd name="connsiteY57" fmla="*/ 200888 h 423169"/>
              <a:gd name="connsiteX58" fmla="*/ 66642 w 400035"/>
              <a:gd name="connsiteY58" fmla="*/ 208544 h 423169"/>
              <a:gd name="connsiteX59" fmla="*/ 66642 w 400035"/>
              <a:gd name="connsiteY59" fmla="*/ 208789 h 423169"/>
              <a:gd name="connsiteX60" fmla="*/ 58591 w 400035"/>
              <a:gd name="connsiteY60" fmla="*/ 216453 h 423169"/>
              <a:gd name="connsiteX61" fmla="*/ 58329 w 400035"/>
              <a:gd name="connsiteY61" fmla="*/ 216445 h 423169"/>
              <a:gd name="connsiteX62" fmla="*/ 342234 w 400035"/>
              <a:gd name="connsiteY62" fmla="*/ 201010 h 423169"/>
              <a:gd name="connsiteX63" fmla="*/ 350169 w 400035"/>
              <a:gd name="connsiteY63" fmla="*/ 208789 h 423169"/>
              <a:gd name="connsiteX64" fmla="*/ 342234 w 400035"/>
              <a:gd name="connsiteY64" fmla="*/ 216569 h 423169"/>
              <a:gd name="connsiteX65" fmla="*/ 334299 w 400035"/>
              <a:gd name="connsiteY65" fmla="*/ 208789 h 423169"/>
              <a:gd name="connsiteX66" fmla="*/ 341730 w 400035"/>
              <a:gd name="connsiteY66" fmla="*/ 201010 h 423169"/>
              <a:gd name="connsiteX67" fmla="*/ 145113 w 400035"/>
              <a:gd name="connsiteY67" fmla="*/ 322397 h 423169"/>
              <a:gd name="connsiteX68" fmla="*/ 120929 w 400035"/>
              <a:gd name="connsiteY68" fmla="*/ 309060 h 423169"/>
              <a:gd name="connsiteX69" fmla="*/ 155441 w 400035"/>
              <a:gd name="connsiteY69" fmla="*/ 298564 h 423169"/>
              <a:gd name="connsiteX70" fmla="*/ 168037 w 400035"/>
              <a:gd name="connsiteY70" fmla="*/ 330423 h 423169"/>
              <a:gd name="connsiteX71" fmla="*/ 145113 w 400035"/>
              <a:gd name="connsiteY71" fmla="*/ 322397 h 423169"/>
              <a:gd name="connsiteX72" fmla="*/ 200659 w 400035"/>
              <a:gd name="connsiteY72" fmla="*/ 333634 h 423169"/>
              <a:gd name="connsiteX73" fmla="*/ 199400 w 400035"/>
              <a:gd name="connsiteY73" fmla="*/ 333634 h 423169"/>
              <a:gd name="connsiteX74" fmla="*/ 177232 w 400035"/>
              <a:gd name="connsiteY74" fmla="*/ 294736 h 423169"/>
              <a:gd name="connsiteX75" fmla="*/ 200030 w 400035"/>
              <a:gd name="connsiteY75" fmla="*/ 293624 h 423169"/>
              <a:gd name="connsiteX76" fmla="*/ 222702 w 400035"/>
              <a:gd name="connsiteY76" fmla="*/ 294736 h 423169"/>
              <a:gd name="connsiteX77" fmla="*/ 200659 w 400035"/>
              <a:gd name="connsiteY77" fmla="*/ 333758 h 423169"/>
              <a:gd name="connsiteX78" fmla="*/ 200659 w 400035"/>
              <a:gd name="connsiteY78" fmla="*/ 271891 h 423169"/>
              <a:gd name="connsiteX79" fmla="*/ 172949 w 400035"/>
              <a:gd name="connsiteY79" fmla="*/ 273373 h 423169"/>
              <a:gd name="connsiteX80" fmla="*/ 167785 w 400035"/>
              <a:gd name="connsiteY80" fmla="*/ 219409 h 423169"/>
              <a:gd name="connsiteX81" fmla="*/ 233534 w 400035"/>
              <a:gd name="connsiteY81" fmla="*/ 219409 h 423169"/>
              <a:gd name="connsiteX82" fmla="*/ 228244 w 400035"/>
              <a:gd name="connsiteY82" fmla="*/ 273373 h 423169"/>
              <a:gd name="connsiteX83" fmla="*/ 200030 w 400035"/>
              <a:gd name="connsiteY83" fmla="*/ 272014 h 423169"/>
              <a:gd name="connsiteX84" fmla="*/ 279004 w 400035"/>
              <a:gd name="connsiteY84" fmla="*/ 309060 h 423169"/>
              <a:gd name="connsiteX85" fmla="*/ 232400 w 400035"/>
              <a:gd name="connsiteY85" fmla="*/ 330423 h 423169"/>
              <a:gd name="connsiteX86" fmla="*/ 244996 w 400035"/>
              <a:gd name="connsiteY86" fmla="*/ 298564 h 423169"/>
              <a:gd name="connsiteX87" fmla="*/ 279004 w 400035"/>
              <a:gd name="connsiteY87" fmla="*/ 309060 h 423169"/>
              <a:gd name="connsiteX88" fmla="*/ 254443 w 400035"/>
              <a:gd name="connsiteY88" fmla="*/ 95923 h 423169"/>
              <a:gd name="connsiteX89" fmla="*/ 282153 w 400035"/>
              <a:gd name="connsiteY89" fmla="*/ 113828 h 423169"/>
              <a:gd name="connsiteX90" fmla="*/ 246004 w 400035"/>
              <a:gd name="connsiteY90" fmla="*/ 125312 h 423169"/>
              <a:gd name="connsiteX91" fmla="*/ 232526 w 400035"/>
              <a:gd name="connsiteY91" fmla="*/ 88266 h 423169"/>
              <a:gd name="connsiteX92" fmla="*/ 254443 w 400035"/>
              <a:gd name="connsiteY92" fmla="*/ 95923 h 423169"/>
              <a:gd name="connsiteX93" fmla="*/ 199400 w 400035"/>
              <a:gd name="connsiteY93" fmla="*/ 83574 h 423169"/>
              <a:gd name="connsiteX94" fmla="*/ 200533 w 400035"/>
              <a:gd name="connsiteY94" fmla="*/ 83574 h 423169"/>
              <a:gd name="connsiteX95" fmla="*/ 224339 w 400035"/>
              <a:gd name="connsiteY95" fmla="*/ 128400 h 423169"/>
              <a:gd name="connsiteX96" fmla="*/ 200030 w 400035"/>
              <a:gd name="connsiteY96" fmla="*/ 129758 h 423169"/>
              <a:gd name="connsiteX97" fmla="*/ 175594 w 400035"/>
              <a:gd name="connsiteY97" fmla="*/ 128400 h 423169"/>
              <a:gd name="connsiteX98" fmla="*/ 199400 w 400035"/>
              <a:gd name="connsiteY98" fmla="*/ 83821 h 423169"/>
              <a:gd name="connsiteX99" fmla="*/ 200030 w 400035"/>
              <a:gd name="connsiteY99" fmla="*/ 151368 h 423169"/>
              <a:gd name="connsiteX100" fmla="*/ 228622 w 400035"/>
              <a:gd name="connsiteY100" fmla="*/ 149763 h 423169"/>
              <a:gd name="connsiteX101" fmla="*/ 232904 w 400035"/>
              <a:gd name="connsiteY101" fmla="*/ 197922 h 423169"/>
              <a:gd name="connsiteX102" fmla="*/ 167155 w 400035"/>
              <a:gd name="connsiteY102" fmla="*/ 197922 h 423169"/>
              <a:gd name="connsiteX103" fmla="*/ 171312 w 400035"/>
              <a:gd name="connsiteY103" fmla="*/ 150010 h 423169"/>
              <a:gd name="connsiteX104" fmla="*/ 200030 w 400035"/>
              <a:gd name="connsiteY104" fmla="*/ 151615 h 423169"/>
              <a:gd name="connsiteX105" fmla="*/ 157582 w 400035"/>
              <a:gd name="connsiteY105" fmla="*/ 90983 h 423169"/>
              <a:gd name="connsiteX106" fmla="*/ 167281 w 400035"/>
              <a:gd name="connsiteY106" fmla="*/ 88020 h 423169"/>
              <a:gd name="connsiteX107" fmla="*/ 153930 w 400035"/>
              <a:gd name="connsiteY107" fmla="*/ 125065 h 423169"/>
              <a:gd name="connsiteX108" fmla="*/ 117780 w 400035"/>
              <a:gd name="connsiteY108" fmla="*/ 113581 h 423169"/>
              <a:gd name="connsiteX109" fmla="*/ 157582 w 400035"/>
              <a:gd name="connsiteY109" fmla="*/ 90983 h 423169"/>
              <a:gd name="connsiteX110" fmla="*/ 200030 w 400035"/>
              <a:gd name="connsiteY110" fmla="*/ 364629 h 423169"/>
              <a:gd name="connsiteX111" fmla="*/ 172823 w 400035"/>
              <a:gd name="connsiteY111" fmla="*/ 381794 h 423169"/>
              <a:gd name="connsiteX112" fmla="*/ 60596 w 400035"/>
              <a:gd name="connsiteY112" fmla="*/ 318198 h 423169"/>
              <a:gd name="connsiteX113" fmla="*/ 22809 w 400035"/>
              <a:gd name="connsiteY113" fmla="*/ 192366 h 423169"/>
              <a:gd name="connsiteX114" fmla="*/ 98383 w 400035"/>
              <a:gd name="connsiteY114" fmla="*/ 68879 h 423169"/>
              <a:gd name="connsiteX115" fmla="*/ 85787 w 400035"/>
              <a:gd name="connsiteY115" fmla="*/ 50974 h 423169"/>
              <a:gd name="connsiteX116" fmla="*/ 1271 w 400035"/>
              <a:gd name="connsiteY116" fmla="*/ 190019 h 423169"/>
              <a:gd name="connsiteX117" fmla="*/ 43340 w 400035"/>
              <a:gd name="connsiteY117" fmla="*/ 331658 h 423169"/>
              <a:gd name="connsiteX118" fmla="*/ 171815 w 400035"/>
              <a:gd name="connsiteY118" fmla="*/ 403404 h 423169"/>
              <a:gd name="connsiteX119" fmla="*/ 209746 w 400035"/>
              <a:gd name="connsiteY119" fmla="*/ 421574 h 423169"/>
              <a:gd name="connsiteX120" fmla="*/ 228280 w 400035"/>
              <a:gd name="connsiteY120" fmla="*/ 384387 h 423169"/>
              <a:gd name="connsiteX121" fmla="*/ 200030 w 400035"/>
              <a:gd name="connsiteY121" fmla="*/ 364629 h 423169"/>
              <a:gd name="connsiteX122" fmla="*/ 200030 w 400035"/>
              <a:gd name="connsiteY122" fmla="*/ 401675 h 423169"/>
              <a:gd name="connsiteX123" fmla="*/ 191970 w 400035"/>
              <a:gd name="connsiteY123" fmla="*/ 394019 h 423169"/>
              <a:gd name="connsiteX124" fmla="*/ 199780 w 400035"/>
              <a:gd name="connsiteY124" fmla="*/ 386118 h 423169"/>
              <a:gd name="connsiteX125" fmla="*/ 207839 w 400035"/>
              <a:gd name="connsiteY125" fmla="*/ 393774 h 423169"/>
              <a:gd name="connsiteX126" fmla="*/ 207839 w 400035"/>
              <a:gd name="connsiteY126" fmla="*/ 394019 h 423169"/>
              <a:gd name="connsiteX127" fmla="*/ 200030 w 400035"/>
              <a:gd name="connsiteY127" fmla="*/ 401675 h 423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400035" h="423169">
                <a:moveTo>
                  <a:pt x="357727" y="91971"/>
                </a:moveTo>
                <a:cubicBezTo>
                  <a:pt x="325408" y="52739"/>
                  <a:pt x="279066" y="27043"/>
                  <a:pt x="228118" y="20102"/>
                </a:cubicBezTo>
                <a:cubicBezTo>
                  <a:pt x="222951" y="4753"/>
                  <a:pt x="206070" y="-3583"/>
                  <a:pt x="190414" y="1482"/>
                </a:cubicBezTo>
                <a:cubicBezTo>
                  <a:pt x="174758" y="6548"/>
                  <a:pt x="166255" y="23097"/>
                  <a:pt x="171422" y="38446"/>
                </a:cubicBezTo>
                <a:cubicBezTo>
                  <a:pt x="176590" y="53795"/>
                  <a:pt x="193470" y="62132"/>
                  <a:pt x="209126" y="57066"/>
                </a:cubicBezTo>
                <a:cubicBezTo>
                  <a:pt x="216870" y="54560"/>
                  <a:pt x="223232" y="49057"/>
                  <a:pt x="226732" y="41836"/>
                </a:cubicBezTo>
                <a:cubicBezTo>
                  <a:pt x="271329" y="48313"/>
                  <a:pt x="311801" y="71019"/>
                  <a:pt x="340093" y="105431"/>
                </a:cubicBezTo>
                <a:cubicBezTo>
                  <a:pt x="368445" y="139653"/>
                  <a:pt x="381523" y="183638"/>
                  <a:pt x="376368" y="227436"/>
                </a:cubicBezTo>
                <a:cubicBezTo>
                  <a:pt x="370409" y="276526"/>
                  <a:pt x="342783" y="320583"/>
                  <a:pt x="300795" y="347959"/>
                </a:cubicBezTo>
                <a:lnTo>
                  <a:pt x="313390" y="365864"/>
                </a:lnTo>
                <a:cubicBezTo>
                  <a:pt x="360805" y="335062"/>
                  <a:pt x="392028" y="285398"/>
                  <a:pt x="398789" y="230029"/>
                </a:cubicBezTo>
                <a:cubicBezTo>
                  <a:pt x="404625" y="180466"/>
                  <a:pt x="389820" y="130691"/>
                  <a:pt x="357727" y="91971"/>
                </a:cubicBezTo>
                <a:close/>
                <a:moveTo>
                  <a:pt x="200030" y="37390"/>
                </a:moveTo>
                <a:cubicBezTo>
                  <a:pt x="195648" y="37458"/>
                  <a:pt x="192039" y="34030"/>
                  <a:pt x="191970" y="29734"/>
                </a:cubicBezTo>
                <a:cubicBezTo>
                  <a:pt x="191901" y="25438"/>
                  <a:pt x="195398" y="21900"/>
                  <a:pt x="199780" y="21833"/>
                </a:cubicBezTo>
                <a:cubicBezTo>
                  <a:pt x="204162" y="21765"/>
                  <a:pt x="207770" y="25193"/>
                  <a:pt x="207839" y="29489"/>
                </a:cubicBezTo>
                <a:cubicBezTo>
                  <a:pt x="207840" y="29571"/>
                  <a:pt x="207840" y="29652"/>
                  <a:pt x="207839" y="29734"/>
                </a:cubicBezTo>
                <a:cubicBezTo>
                  <a:pt x="207771" y="33935"/>
                  <a:pt x="204314" y="37324"/>
                  <a:pt x="200030" y="37390"/>
                </a:cubicBezTo>
                <a:close/>
                <a:moveTo>
                  <a:pt x="84024" y="157666"/>
                </a:moveTo>
                <a:cubicBezTo>
                  <a:pt x="88713" y="147766"/>
                  <a:pt x="94636" y="138475"/>
                  <a:pt x="101658" y="130005"/>
                </a:cubicBezTo>
                <a:cubicBezTo>
                  <a:pt x="116760" y="137853"/>
                  <a:pt x="132979" y="143431"/>
                  <a:pt x="149773" y="146552"/>
                </a:cubicBezTo>
                <a:cubicBezTo>
                  <a:pt x="147055" y="163557"/>
                  <a:pt x="145456" y="180716"/>
                  <a:pt x="144987" y="197922"/>
                </a:cubicBezTo>
                <a:lnTo>
                  <a:pt x="86039" y="197922"/>
                </a:lnTo>
                <a:cubicBezTo>
                  <a:pt x="79952" y="182828"/>
                  <a:pt x="62537" y="175429"/>
                  <a:pt x="47140" y="181396"/>
                </a:cubicBezTo>
                <a:cubicBezTo>
                  <a:pt x="31743" y="187364"/>
                  <a:pt x="24196" y="204438"/>
                  <a:pt x="30283" y="219533"/>
                </a:cubicBezTo>
                <a:cubicBezTo>
                  <a:pt x="36370" y="234627"/>
                  <a:pt x="53786" y="242027"/>
                  <a:pt x="69182" y="236059"/>
                </a:cubicBezTo>
                <a:cubicBezTo>
                  <a:pt x="76890" y="233072"/>
                  <a:pt x="82992" y="227089"/>
                  <a:pt x="86039" y="219533"/>
                </a:cubicBezTo>
                <a:lnTo>
                  <a:pt x="144987" y="219533"/>
                </a:lnTo>
                <a:cubicBezTo>
                  <a:pt x="145639" y="238752"/>
                  <a:pt x="147701" y="257901"/>
                  <a:pt x="151159" y="276830"/>
                </a:cubicBezTo>
                <a:cubicBezTo>
                  <a:pt x="134604" y="279923"/>
                  <a:pt x="118576" y="285285"/>
                  <a:pt x="103547" y="292760"/>
                </a:cubicBezTo>
                <a:cubicBezTo>
                  <a:pt x="95862" y="284657"/>
                  <a:pt x="89414" y="275507"/>
                  <a:pt x="84402" y="265593"/>
                </a:cubicBezTo>
                <a:lnTo>
                  <a:pt x="64627" y="275349"/>
                </a:lnTo>
                <a:cubicBezTo>
                  <a:pt x="80100" y="305071"/>
                  <a:pt x="105542" y="328663"/>
                  <a:pt x="136674" y="342155"/>
                </a:cubicBezTo>
                <a:cubicBezTo>
                  <a:pt x="156504" y="350779"/>
                  <a:pt x="177957" y="355238"/>
                  <a:pt x="199652" y="355244"/>
                </a:cubicBezTo>
                <a:lnTo>
                  <a:pt x="201541" y="355244"/>
                </a:lnTo>
                <a:cubicBezTo>
                  <a:pt x="258097" y="355384"/>
                  <a:pt x="310000" y="324557"/>
                  <a:pt x="336062" y="275349"/>
                </a:cubicBezTo>
                <a:lnTo>
                  <a:pt x="316287" y="265593"/>
                </a:lnTo>
                <a:cubicBezTo>
                  <a:pt x="311294" y="275517"/>
                  <a:pt x="304843" y="284670"/>
                  <a:pt x="297142" y="292760"/>
                </a:cubicBezTo>
                <a:cubicBezTo>
                  <a:pt x="282113" y="285285"/>
                  <a:pt x="266085" y="279923"/>
                  <a:pt x="249530" y="276830"/>
                </a:cubicBezTo>
                <a:cubicBezTo>
                  <a:pt x="252881" y="257897"/>
                  <a:pt x="254776" y="238744"/>
                  <a:pt x="255198" y="219533"/>
                </a:cubicBezTo>
                <a:lnTo>
                  <a:pt x="314146" y="219533"/>
                </a:lnTo>
                <a:cubicBezTo>
                  <a:pt x="320233" y="234627"/>
                  <a:pt x="337649" y="242027"/>
                  <a:pt x="353045" y="236059"/>
                </a:cubicBezTo>
                <a:cubicBezTo>
                  <a:pt x="368442" y="230092"/>
                  <a:pt x="375989" y="213017"/>
                  <a:pt x="369902" y="197922"/>
                </a:cubicBezTo>
                <a:cubicBezTo>
                  <a:pt x="363815" y="182828"/>
                  <a:pt x="346400" y="175429"/>
                  <a:pt x="331003" y="181396"/>
                </a:cubicBezTo>
                <a:cubicBezTo>
                  <a:pt x="323295" y="184383"/>
                  <a:pt x="317193" y="190366"/>
                  <a:pt x="314146" y="197922"/>
                </a:cubicBezTo>
                <a:lnTo>
                  <a:pt x="254947" y="197922"/>
                </a:lnTo>
                <a:cubicBezTo>
                  <a:pt x="254518" y="180719"/>
                  <a:pt x="252962" y="163560"/>
                  <a:pt x="250286" y="146552"/>
                </a:cubicBezTo>
                <a:cubicBezTo>
                  <a:pt x="267024" y="143375"/>
                  <a:pt x="283194" y="137800"/>
                  <a:pt x="298275" y="130005"/>
                </a:cubicBezTo>
                <a:cubicBezTo>
                  <a:pt x="305357" y="138433"/>
                  <a:pt x="311285" y="147732"/>
                  <a:pt x="315909" y="157666"/>
                </a:cubicBezTo>
                <a:lnTo>
                  <a:pt x="335936" y="148528"/>
                </a:lnTo>
                <a:cubicBezTo>
                  <a:pt x="321403" y="117112"/>
                  <a:pt x="296146" y="91652"/>
                  <a:pt x="264519" y="76535"/>
                </a:cubicBezTo>
                <a:cubicBezTo>
                  <a:pt x="244892" y="67163"/>
                  <a:pt x="223372" y="62226"/>
                  <a:pt x="201541" y="62087"/>
                </a:cubicBezTo>
                <a:lnTo>
                  <a:pt x="199400" y="62087"/>
                </a:lnTo>
                <a:cubicBezTo>
                  <a:pt x="182786" y="62189"/>
                  <a:pt x="166308" y="65027"/>
                  <a:pt x="150655" y="70484"/>
                </a:cubicBezTo>
                <a:cubicBezTo>
                  <a:pt x="112202" y="83955"/>
                  <a:pt x="80944" y="112105"/>
                  <a:pt x="63997" y="148528"/>
                </a:cubicBezTo>
                <a:close/>
                <a:moveTo>
                  <a:pt x="58833" y="216445"/>
                </a:moveTo>
                <a:cubicBezTo>
                  <a:pt x="54451" y="216513"/>
                  <a:pt x="50842" y="213085"/>
                  <a:pt x="50773" y="208789"/>
                </a:cubicBezTo>
                <a:cubicBezTo>
                  <a:pt x="50704" y="204493"/>
                  <a:pt x="54201" y="200956"/>
                  <a:pt x="58583" y="200888"/>
                </a:cubicBezTo>
                <a:cubicBezTo>
                  <a:pt x="62965" y="200820"/>
                  <a:pt x="66573" y="204248"/>
                  <a:pt x="66642" y="208544"/>
                </a:cubicBezTo>
                <a:cubicBezTo>
                  <a:pt x="66643" y="208626"/>
                  <a:pt x="66643" y="208708"/>
                  <a:pt x="66642" y="208789"/>
                </a:cubicBezTo>
                <a:cubicBezTo>
                  <a:pt x="66577" y="213085"/>
                  <a:pt x="62973" y="216517"/>
                  <a:pt x="58591" y="216453"/>
                </a:cubicBezTo>
                <a:cubicBezTo>
                  <a:pt x="58503" y="216452"/>
                  <a:pt x="58416" y="216450"/>
                  <a:pt x="58329" y="216445"/>
                </a:cubicBezTo>
                <a:close/>
                <a:moveTo>
                  <a:pt x="342234" y="201010"/>
                </a:moveTo>
                <a:cubicBezTo>
                  <a:pt x="346617" y="201010"/>
                  <a:pt x="350169" y="204493"/>
                  <a:pt x="350169" y="208789"/>
                </a:cubicBezTo>
                <a:cubicBezTo>
                  <a:pt x="350169" y="213086"/>
                  <a:pt x="346617" y="216569"/>
                  <a:pt x="342234" y="216569"/>
                </a:cubicBezTo>
                <a:cubicBezTo>
                  <a:pt x="337852" y="216569"/>
                  <a:pt x="334299" y="213086"/>
                  <a:pt x="334299" y="208789"/>
                </a:cubicBezTo>
                <a:cubicBezTo>
                  <a:pt x="334291" y="204678"/>
                  <a:pt x="337546" y="201271"/>
                  <a:pt x="341730" y="201010"/>
                </a:cubicBezTo>
                <a:close/>
                <a:moveTo>
                  <a:pt x="145113" y="322397"/>
                </a:moveTo>
                <a:cubicBezTo>
                  <a:pt x="136584" y="318820"/>
                  <a:pt x="128476" y="314349"/>
                  <a:pt x="120929" y="309060"/>
                </a:cubicBezTo>
                <a:cubicBezTo>
                  <a:pt x="132008" y="304337"/>
                  <a:pt x="143581" y="300817"/>
                  <a:pt x="155441" y="298564"/>
                </a:cubicBezTo>
                <a:cubicBezTo>
                  <a:pt x="158396" y="309617"/>
                  <a:pt x="162621" y="320305"/>
                  <a:pt x="168037" y="330423"/>
                </a:cubicBezTo>
                <a:cubicBezTo>
                  <a:pt x="160170" y="328412"/>
                  <a:pt x="152499" y="325727"/>
                  <a:pt x="145113" y="322397"/>
                </a:cubicBezTo>
                <a:close/>
                <a:moveTo>
                  <a:pt x="200659" y="333634"/>
                </a:moveTo>
                <a:lnTo>
                  <a:pt x="199400" y="333634"/>
                </a:lnTo>
                <a:cubicBezTo>
                  <a:pt x="193228" y="332770"/>
                  <a:pt x="184159" y="319433"/>
                  <a:pt x="177232" y="294736"/>
                </a:cubicBezTo>
                <a:cubicBezTo>
                  <a:pt x="184663" y="294118"/>
                  <a:pt x="192220" y="293624"/>
                  <a:pt x="200030" y="293624"/>
                </a:cubicBezTo>
                <a:cubicBezTo>
                  <a:pt x="207839" y="293624"/>
                  <a:pt x="215270" y="293624"/>
                  <a:pt x="222702" y="294736"/>
                </a:cubicBezTo>
                <a:cubicBezTo>
                  <a:pt x="215774" y="319433"/>
                  <a:pt x="206831" y="332770"/>
                  <a:pt x="200659" y="333758"/>
                </a:cubicBezTo>
                <a:close/>
                <a:moveTo>
                  <a:pt x="200659" y="271891"/>
                </a:moveTo>
                <a:cubicBezTo>
                  <a:pt x="191213" y="271891"/>
                  <a:pt x="182018" y="272508"/>
                  <a:pt x="172949" y="273373"/>
                </a:cubicBezTo>
                <a:cubicBezTo>
                  <a:pt x="169840" y="255539"/>
                  <a:pt x="168113" y="237499"/>
                  <a:pt x="167785" y="219409"/>
                </a:cubicBezTo>
                <a:lnTo>
                  <a:pt x="233534" y="219409"/>
                </a:lnTo>
                <a:cubicBezTo>
                  <a:pt x="233167" y="237502"/>
                  <a:pt x="231399" y="255542"/>
                  <a:pt x="228244" y="273373"/>
                </a:cubicBezTo>
                <a:cubicBezTo>
                  <a:pt x="218671" y="272632"/>
                  <a:pt x="209350" y="272014"/>
                  <a:pt x="200030" y="272014"/>
                </a:cubicBezTo>
                <a:close/>
                <a:moveTo>
                  <a:pt x="279004" y="309060"/>
                </a:moveTo>
                <a:cubicBezTo>
                  <a:pt x="265051" y="319112"/>
                  <a:pt x="249215" y="326371"/>
                  <a:pt x="232400" y="330423"/>
                </a:cubicBezTo>
                <a:cubicBezTo>
                  <a:pt x="237816" y="320305"/>
                  <a:pt x="242041" y="309617"/>
                  <a:pt x="244996" y="298564"/>
                </a:cubicBezTo>
                <a:cubicBezTo>
                  <a:pt x="256684" y="300852"/>
                  <a:pt x="268087" y="304371"/>
                  <a:pt x="279004" y="309060"/>
                </a:cubicBezTo>
                <a:close/>
                <a:moveTo>
                  <a:pt x="254443" y="95923"/>
                </a:moveTo>
                <a:cubicBezTo>
                  <a:pt x="264455" y="100649"/>
                  <a:pt x="273775" y="106671"/>
                  <a:pt x="282153" y="113828"/>
                </a:cubicBezTo>
                <a:cubicBezTo>
                  <a:pt x="270596" y="119012"/>
                  <a:pt x="258466" y="122866"/>
                  <a:pt x="246004" y="125312"/>
                </a:cubicBezTo>
                <a:cubicBezTo>
                  <a:pt x="243064" y="112473"/>
                  <a:pt x="238538" y="100032"/>
                  <a:pt x="232526" y="88266"/>
                </a:cubicBezTo>
                <a:cubicBezTo>
                  <a:pt x="240061" y="90137"/>
                  <a:pt x="247399" y="92700"/>
                  <a:pt x="254443" y="95923"/>
                </a:cubicBezTo>
                <a:close/>
                <a:moveTo>
                  <a:pt x="199400" y="83574"/>
                </a:moveTo>
                <a:lnTo>
                  <a:pt x="200533" y="83574"/>
                </a:lnTo>
                <a:cubicBezTo>
                  <a:pt x="207209" y="84315"/>
                  <a:pt x="217160" y="99751"/>
                  <a:pt x="224339" y="128400"/>
                </a:cubicBezTo>
                <a:cubicBezTo>
                  <a:pt x="216268" y="129290"/>
                  <a:pt x="208152" y="129743"/>
                  <a:pt x="200030" y="129758"/>
                </a:cubicBezTo>
                <a:cubicBezTo>
                  <a:pt x="191865" y="129743"/>
                  <a:pt x="183708" y="129290"/>
                  <a:pt x="175594" y="128400"/>
                </a:cubicBezTo>
                <a:cubicBezTo>
                  <a:pt x="182774" y="99998"/>
                  <a:pt x="192724" y="84562"/>
                  <a:pt x="199400" y="83821"/>
                </a:cubicBezTo>
                <a:close/>
                <a:moveTo>
                  <a:pt x="200030" y="151368"/>
                </a:moveTo>
                <a:cubicBezTo>
                  <a:pt x="209583" y="151336"/>
                  <a:pt x="219127" y="150800"/>
                  <a:pt x="228622" y="149763"/>
                </a:cubicBezTo>
                <a:cubicBezTo>
                  <a:pt x="231117" y="165707"/>
                  <a:pt x="232548" y="181795"/>
                  <a:pt x="232904" y="197922"/>
                </a:cubicBezTo>
                <a:lnTo>
                  <a:pt x="167155" y="197922"/>
                </a:lnTo>
                <a:cubicBezTo>
                  <a:pt x="167422" y="181877"/>
                  <a:pt x="168810" y="165869"/>
                  <a:pt x="171312" y="150010"/>
                </a:cubicBezTo>
                <a:cubicBezTo>
                  <a:pt x="180848" y="151051"/>
                  <a:pt x="190434" y="151587"/>
                  <a:pt x="200030" y="151615"/>
                </a:cubicBezTo>
                <a:close/>
                <a:moveTo>
                  <a:pt x="157582" y="90983"/>
                </a:moveTo>
                <a:cubicBezTo>
                  <a:pt x="160731" y="89872"/>
                  <a:pt x="164006" y="88884"/>
                  <a:pt x="167281" y="88020"/>
                </a:cubicBezTo>
                <a:cubicBezTo>
                  <a:pt x="161368" y="99814"/>
                  <a:pt x="156887" y="112248"/>
                  <a:pt x="153930" y="125065"/>
                </a:cubicBezTo>
                <a:cubicBezTo>
                  <a:pt x="141458" y="122657"/>
                  <a:pt x="129323" y="118802"/>
                  <a:pt x="117780" y="113581"/>
                </a:cubicBezTo>
                <a:cubicBezTo>
                  <a:pt x="129558" y="103769"/>
                  <a:pt x="143040" y="96115"/>
                  <a:pt x="157582" y="90983"/>
                </a:cubicBezTo>
                <a:close/>
                <a:moveTo>
                  <a:pt x="200030" y="364629"/>
                </a:moveTo>
                <a:cubicBezTo>
                  <a:pt x="188320" y="364650"/>
                  <a:pt x="177694" y="371354"/>
                  <a:pt x="172823" y="381794"/>
                </a:cubicBezTo>
                <a:cubicBezTo>
                  <a:pt x="128640" y="375041"/>
                  <a:pt x="88619" y="352363"/>
                  <a:pt x="60596" y="318198"/>
                </a:cubicBezTo>
                <a:cubicBezTo>
                  <a:pt x="31290" y="282923"/>
                  <a:pt x="17674" y="237581"/>
                  <a:pt x="22809" y="192366"/>
                </a:cubicBezTo>
                <a:cubicBezTo>
                  <a:pt x="28482" y="142387"/>
                  <a:pt x="56072" y="97306"/>
                  <a:pt x="98383" y="68879"/>
                </a:cubicBezTo>
                <a:lnTo>
                  <a:pt x="85787" y="50974"/>
                </a:lnTo>
                <a:cubicBezTo>
                  <a:pt x="38309" y="83047"/>
                  <a:pt x="7449" y="133817"/>
                  <a:pt x="1271" y="190019"/>
                </a:cubicBezTo>
                <a:cubicBezTo>
                  <a:pt x="-4688" y="240856"/>
                  <a:pt x="10474" y="291905"/>
                  <a:pt x="43340" y="331658"/>
                </a:cubicBezTo>
                <a:cubicBezTo>
                  <a:pt x="75272" y="370754"/>
                  <a:pt x="121228" y="396418"/>
                  <a:pt x="171815" y="403404"/>
                </a:cubicBezTo>
                <a:cubicBezTo>
                  <a:pt x="177172" y="418690"/>
                  <a:pt x="194154" y="426825"/>
                  <a:pt x="209746" y="421574"/>
                </a:cubicBezTo>
                <a:cubicBezTo>
                  <a:pt x="225338" y="416323"/>
                  <a:pt x="233636" y="399674"/>
                  <a:pt x="228280" y="384387"/>
                </a:cubicBezTo>
                <a:cubicBezTo>
                  <a:pt x="224136" y="372560"/>
                  <a:pt x="212785" y="364622"/>
                  <a:pt x="200030" y="364629"/>
                </a:cubicBezTo>
                <a:close/>
                <a:moveTo>
                  <a:pt x="200030" y="401675"/>
                </a:moveTo>
                <a:cubicBezTo>
                  <a:pt x="195648" y="401743"/>
                  <a:pt x="192039" y="398315"/>
                  <a:pt x="191970" y="394019"/>
                </a:cubicBezTo>
                <a:cubicBezTo>
                  <a:pt x="191901" y="389723"/>
                  <a:pt x="195398" y="386185"/>
                  <a:pt x="199780" y="386118"/>
                </a:cubicBezTo>
                <a:cubicBezTo>
                  <a:pt x="204162" y="386050"/>
                  <a:pt x="207770" y="389478"/>
                  <a:pt x="207839" y="393774"/>
                </a:cubicBezTo>
                <a:cubicBezTo>
                  <a:pt x="207840" y="393856"/>
                  <a:pt x="207840" y="393937"/>
                  <a:pt x="207839" y="394019"/>
                </a:cubicBezTo>
                <a:cubicBezTo>
                  <a:pt x="207771" y="398220"/>
                  <a:pt x="204314" y="401609"/>
                  <a:pt x="200030" y="401675"/>
                </a:cubicBezTo>
                <a:close/>
              </a:path>
            </a:pathLst>
          </a:custGeom>
          <a:solidFill>
            <a:schemeClr val="accent5"/>
          </a:solidFill>
          <a:ln w="12502" cap="flat">
            <a:noFill/>
            <a:prstDash val="solid"/>
            <a:miter/>
          </a:ln>
        </p:spPr>
        <p:txBody>
          <a:bodyPr rtlCol="0" anchor="ctr"/>
          <a:lstStyle/>
          <a:p>
            <a:endParaRPr lang="en-US"/>
          </a:p>
        </p:txBody>
      </p:sp>
      <p:sp>
        <p:nvSpPr>
          <p:cNvPr id="90" name="Chart">
            <a:extLst>
              <a:ext uri="{FF2B5EF4-FFF2-40B4-BE49-F238E27FC236}">
                <a16:creationId xmlns:a16="http://schemas.microsoft.com/office/drawing/2014/main" id="{3C808DFA-C5F7-410F-B958-D7C50709BBD2}"/>
              </a:ext>
            </a:extLst>
          </p:cNvPr>
          <p:cNvSpPr>
            <a:spLocks noGrp="1" noRot="1" noMove="1" noResize="1" noEditPoints="1" noAdjustHandles="1" noChangeArrowheads="1" noChangeShapeType="1"/>
          </p:cNvSpPr>
          <p:nvPr>
            <p:ph type="chart" sz="quarter" idx="68" hasCustomPrompt="1"/>
          </p:nvPr>
        </p:nvSpPr>
        <p:spPr>
          <a:xfrm>
            <a:off x="16059066" y="2001085"/>
            <a:ext cx="7315200" cy="4114800"/>
          </a:xfrm>
        </p:spPr>
        <p:txBody>
          <a:bodyPr anchor="ctr"/>
          <a:lstStyle>
            <a:lvl1pPr marL="0" indent="0" algn="ctr">
              <a:buNone/>
              <a:defRPr>
                <a:solidFill>
                  <a:schemeClr val="bg1"/>
                </a:solidFill>
              </a:defRPr>
            </a:lvl1pPr>
          </a:lstStyle>
          <a:p>
            <a:r>
              <a:rPr lang="en-US"/>
              <a:t>Click to create a chart</a:t>
            </a:r>
          </a:p>
        </p:txBody>
      </p:sp>
      <p:sp>
        <p:nvSpPr>
          <p:cNvPr id="7" name="Chart Date">
            <a:extLst>
              <a:ext uri="{FF2B5EF4-FFF2-40B4-BE49-F238E27FC236}">
                <a16:creationId xmlns:a16="http://schemas.microsoft.com/office/drawing/2014/main" id="{DAE85896-1111-4543-B3EA-8582738D0871}"/>
              </a:ext>
            </a:extLst>
          </p:cNvPr>
          <p:cNvSpPr>
            <a:spLocks noGrp="1" noRot="1" noMove="1" noResize="1" noEditPoints="1" noAdjustHandles="1" noChangeArrowheads="1" noChangeShapeType="1"/>
          </p:cNvSpPr>
          <p:nvPr>
            <p:ph type="body" sz="quarter" idx="81" hasCustomPrompt="1"/>
          </p:nvPr>
        </p:nvSpPr>
        <p:spPr>
          <a:xfrm>
            <a:off x="16059066" y="1685482"/>
            <a:ext cx="7315200" cy="228600"/>
          </a:xfrm>
        </p:spPr>
        <p:txBody>
          <a:bodyPr lIns="0" rIns="365760">
            <a:noAutofit/>
          </a:bodyPr>
          <a:lstStyle>
            <a:lvl1pPr marL="3175" indent="0" algn="r">
              <a:buNone/>
              <a:tabLst/>
              <a:defRPr sz="1050" b="0" i="1">
                <a:solidFill>
                  <a:schemeClr val="bg1"/>
                </a:solidFill>
              </a:defRPr>
            </a:lvl1pPr>
            <a:lvl2pPr marL="914355" indent="0">
              <a:buNone/>
              <a:defRPr sz="1000">
                <a:solidFill>
                  <a:schemeClr val="bg1"/>
                </a:solidFill>
              </a:defRPr>
            </a:lvl2pPr>
            <a:lvl3pPr marL="1373186" indent="0">
              <a:buNone/>
              <a:defRPr sz="1000">
                <a:solidFill>
                  <a:schemeClr val="bg1"/>
                </a:solidFill>
              </a:defRPr>
            </a:lvl3pPr>
            <a:lvl4pPr marL="1835150" indent="0">
              <a:buNone/>
              <a:defRPr sz="1000">
                <a:solidFill>
                  <a:schemeClr val="bg1"/>
                </a:solidFill>
              </a:defRPr>
            </a:lvl4pPr>
            <a:lvl5pPr marL="3657418" indent="0">
              <a:buNone/>
              <a:defRPr sz="1000">
                <a:solidFill>
                  <a:schemeClr val="bg1"/>
                </a:solidFill>
              </a:defRPr>
            </a:lvl5pPr>
          </a:lstStyle>
          <a:p>
            <a:pPr lvl="0"/>
            <a:r>
              <a:rPr lang="en-US" err="1"/>
              <a:t>Mmm</a:t>
            </a:r>
            <a:r>
              <a:rPr lang="en-US"/>
              <a:t> YYYY (11 </a:t>
            </a:r>
            <a:r>
              <a:rPr lang="en-US" err="1"/>
              <a:t>pt</a:t>
            </a:r>
            <a:r>
              <a:rPr lang="en-US"/>
              <a:t> Italic)</a:t>
            </a:r>
          </a:p>
        </p:txBody>
      </p:sp>
      <p:sp>
        <p:nvSpPr>
          <p:cNvPr id="123" name="Results Bulleted List">
            <a:extLst>
              <a:ext uri="{FF2B5EF4-FFF2-40B4-BE49-F238E27FC236}">
                <a16:creationId xmlns:a16="http://schemas.microsoft.com/office/drawing/2014/main" id="{36832F5F-2DBC-4327-ADA2-700BB4CCD513}"/>
              </a:ext>
            </a:extLst>
          </p:cNvPr>
          <p:cNvSpPr>
            <a:spLocks noGrp="1" noRot="1" noMove="1" noResize="1" noEditPoints="1" noAdjustHandles="1" noChangeArrowheads="1" noChangeShapeType="1"/>
          </p:cNvSpPr>
          <p:nvPr>
            <p:ph type="body" sz="quarter" idx="78" hasCustomPrompt="1"/>
          </p:nvPr>
        </p:nvSpPr>
        <p:spPr>
          <a:xfrm>
            <a:off x="15740743" y="6663848"/>
            <a:ext cx="7975128" cy="5240636"/>
          </a:xfrm>
        </p:spPr>
        <p:txBody>
          <a:bodyPr lIns="548640" tIns="228600" rIns="548640" bIns="228600">
            <a:noAutofit/>
          </a:bodyPr>
          <a:lstStyle>
            <a:lvl1pPr marL="0" indent="0">
              <a:lnSpc>
                <a:spcPct val="90000"/>
              </a:lnSpc>
              <a:spcBef>
                <a:spcPts val="600"/>
              </a:spcBef>
              <a:spcAft>
                <a:spcPts val="600"/>
              </a:spcAft>
              <a:buNone/>
              <a:defRPr sz="2200" b="0" i="0">
                <a:solidFill>
                  <a:schemeClr val="bg1"/>
                </a:solidFill>
                <a:latin typeface="TT Norms Pro Light" panose="02000503020000020003" pitchFamily="2" charset="0"/>
              </a:defRPr>
            </a:lvl1pPr>
            <a:lvl2pPr marL="34925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2pPr>
            <a:lvl3pPr marL="68580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3pPr>
            <a:lvl4pPr marL="103505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4pPr>
            <a:lvl5pPr marL="137160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50" name="&quot;RESULTS&quot;">
            <a:extLst>
              <a:ext uri="{FF2B5EF4-FFF2-40B4-BE49-F238E27FC236}">
                <a16:creationId xmlns:a16="http://schemas.microsoft.com/office/drawing/2014/main" id="{BDE69417-172A-41FE-8CF0-69AA45011BC1}"/>
              </a:ext>
            </a:extLst>
          </p:cNvPr>
          <p:cNvSpPr txBox="1">
            <a:spLocks noGrp="1" noRot="1" noMove="1" noResize="1" noEditPoints="1" noAdjustHandles="1" noChangeArrowheads="1" noChangeShapeType="1"/>
          </p:cNvSpPr>
          <p:nvPr userDrawn="1"/>
        </p:nvSpPr>
        <p:spPr>
          <a:xfrm>
            <a:off x="16099536" y="1038965"/>
            <a:ext cx="7251192" cy="620170"/>
          </a:xfrm>
          <a:prstGeom prst="rect">
            <a:avLst/>
          </a:prstGeom>
          <a:noFill/>
        </p:spPr>
        <p:txBody>
          <a:bodyPr wrap="square" lIns="137160" rtlCol="0">
            <a:spAutoFit/>
          </a:bodyPr>
          <a:lstStyle/>
          <a:p>
            <a:pPr>
              <a:lnSpc>
                <a:spcPct val="130000"/>
              </a:lnSpc>
              <a:spcAft>
                <a:spcPts val="600"/>
              </a:spcAft>
              <a:buClrTx/>
              <a:buSzPct val="100000"/>
            </a:pPr>
            <a:r>
              <a:rPr lang="en-US" sz="2400" b="1">
                <a:solidFill>
                  <a:schemeClr val="bg1"/>
                </a:solidFill>
                <a:latin typeface="TT Norms Pro Normal" panose="02000503030000020003" pitchFamily="2" charset="0"/>
                <a:ea typeface="Calibri"/>
                <a:cs typeface="Calibri"/>
                <a:sym typeface="Calibri"/>
              </a:rPr>
              <a:t>RESULTS</a:t>
            </a:r>
            <a:r>
              <a:rPr lang="en-US" sz="2800" b="1">
                <a:solidFill>
                  <a:schemeClr val="bg1"/>
                </a:solidFill>
                <a:latin typeface="TT Norms Pro Light" panose="02000503020000020003" pitchFamily="2" charset="0"/>
                <a:ea typeface="Calibri"/>
                <a:cs typeface="Calibri"/>
                <a:sym typeface="Calibri"/>
              </a:rPr>
              <a:t> </a:t>
            </a:r>
            <a:r>
              <a:rPr lang="en-US" sz="2800" b="1">
                <a:solidFill>
                  <a:schemeClr val="accent5"/>
                </a:solidFill>
                <a:latin typeface="TT Norms Pro Light" panose="02000503020000020003" pitchFamily="2" charset="0"/>
                <a:ea typeface="Calibri"/>
                <a:cs typeface="Calibri"/>
                <a:sym typeface="Calibri"/>
              </a:rPr>
              <a:t> </a:t>
            </a:r>
            <a:r>
              <a:rPr lang="de-DE" sz="2300">
                <a:solidFill>
                  <a:schemeClr val="accent5"/>
                </a:solidFill>
                <a:ea typeface="HGGothicE" panose="020B0909000000000000" pitchFamily="49" charset="-128"/>
                <a:cs typeface="Calibri"/>
                <a:sym typeface="Calibri"/>
              </a:rPr>
              <a:t>▼</a:t>
            </a:r>
            <a:endParaRPr lang="en-US" sz="2300" b="1">
              <a:solidFill>
                <a:schemeClr val="accent5"/>
              </a:solidFill>
              <a:cs typeface="Calibri"/>
            </a:endParaRPr>
          </a:p>
        </p:txBody>
      </p:sp>
      <p:sp>
        <p:nvSpPr>
          <p:cNvPr id="124" name="Solution Bulleted List">
            <a:extLst>
              <a:ext uri="{FF2B5EF4-FFF2-40B4-BE49-F238E27FC236}">
                <a16:creationId xmlns:a16="http://schemas.microsoft.com/office/drawing/2014/main" id="{8003FF54-213C-4E1E-A6A8-4CB140FEE20D}"/>
              </a:ext>
            </a:extLst>
          </p:cNvPr>
          <p:cNvSpPr>
            <a:spLocks noGrp="1" noRot="1" noMove="1" noResize="1" noEditPoints="1" noAdjustHandles="1" noChangeArrowheads="1" noChangeShapeType="1"/>
          </p:cNvSpPr>
          <p:nvPr>
            <p:ph type="body" sz="quarter" idx="79" hasCustomPrompt="1"/>
          </p:nvPr>
        </p:nvSpPr>
        <p:spPr>
          <a:xfrm>
            <a:off x="7541325" y="6663848"/>
            <a:ext cx="7516641" cy="6197666"/>
          </a:xfrm>
        </p:spPr>
        <p:txBody>
          <a:bodyPr lIns="548640" tIns="228600" rIns="1005840" bIns="228600">
            <a:noAutofit/>
          </a:bodyPr>
          <a:lstStyle>
            <a:lvl1pPr marL="0" indent="0">
              <a:lnSpc>
                <a:spcPct val="90000"/>
              </a:lnSpc>
              <a:spcBef>
                <a:spcPts val="600"/>
              </a:spcBef>
              <a:spcAft>
                <a:spcPts val="600"/>
              </a:spcAft>
              <a:buNone/>
              <a:defRPr sz="2200">
                <a:solidFill>
                  <a:schemeClr val="tx2"/>
                </a:solidFill>
                <a:latin typeface="+mn-lt"/>
              </a:defRPr>
            </a:lvl1pPr>
            <a:lvl2pPr marL="242888" indent="-242888">
              <a:lnSpc>
                <a:spcPct val="90000"/>
              </a:lnSpc>
              <a:spcBef>
                <a:spcPts val="600"/>
              </a:spcBef>
              <a:spcAft>
                <a:spcPts val="600"/>
              </a:spcAft>
              <a:buFont typeface="Arial" panose="020B0604020202020204" pitchFamily="34" charset="0"/>
              <a:buChar char="•"/>
              <a:tabLst/>
              <a:defRPr sz="2200">
                <a:solidFill>
                  <a:schemeClr val="tx2"/>
                </a:solidFill>
                <a:latin typeface="+mn-lt"/>
              </a:defRPr>
            </a:lvl2pPr>
            <a:lvl3pPr marL="457200" indent="-228600">
              <a:lnSpc>
                <a:spcPct val="90000"/>
              </a:lnSpc>
              <a:spcBef>
                <a:spcPts val="600"/>
              </a:spcBef>
              <a:spcAft>
                <a:spcPts val="600"/>
              </a:spcAft>
              <a:buFont typeface="Arial" panose="020B0604020202020204" pitchFamily="34" charset="0"/>
              <a:buChar char="•"/>
              <a:tabLst/>
              <a:defRPr sz="2200">
                <a:solidFill>
                  <a:schemeClr val="tx2"/>
                </a:solidFill>
                <a:latin typeface="+mn-lt"/>
              </a:defRPr>
            </a:lvl3pPr>
            <a:lvl4pPr marL="685800" indent="-238125">
              <a:lnSpc>
                <a:spcPct val="90000"/>
              </a:lnSpc>
              <a:spcBef>
                <a:spcPts val="600"/>
              </a:spcBef>
              <a:spcAft>
                <a:spcPts val="600"/>
              </a:spcAft>
              <a:buFont typeface="Arial" panose="020B0604020202020204" pitchFamily="34" charset="0"/>
              <a:buChar char="•"/>
              <a:tabLst/>
              <a:defRPr sz="2200">
                <a:solidFill>
                  <a:schemeClr val="tx2"/>
                </a:solidFill>
                <a:latin typeface="+mn-lt"/>
              </a:defRPr>
            </a:lvl4pPr>
            <a:lvl5pPr marL="1035050" indent="-342900">
              <a:lnSpc>
                <a:spcPct val="90000"/>
              </a:lnSpc>
              <a:spcBef>
                <a:spcPts val="600"/>
              </a:spcBef>
              <a:spcAft>
                <a:spcPts val="600"/>
              </a:spcAft>
              <a:buFont typeface="Arial" panose="020B0604020202020204" pitchFamily="34" charset="0"/>
              <a:buChar char="•"/>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94" name="Challenge Bulleted List">
            <a:extLst>
              <a:ext uri="{FF2B5EF4-FFF2-40B4-BE49-F238E27FC236}">
                <a16:creationId xmlns:a16="http://schemas.microsoft.com/office/drawing/2014/main" id="{CB17ED53-144B-4ADB-ACCB-378E124C857B}"/>
              </a:ext>
            </a:extLst>
          </p:cNvPr>
          <p:cNvSpPr>
            <a:spLocks noGrp="1" noRot="1" noMove="1" noResize="1" noEditPoints="1" noAdjustHandles="1" noChangeArrowheads="1" noChangeShapeType="1"/>
          </p:cNvSpPr>
          <p:nvPr>
            <p:ph type="body" sz="quarter" idx="69" hasCustomPrompt="1"/>
          </p:nvPr>
        </p:nvSpPr>
        <p:spPr>
          <a:xfrm>
            <a:off x="0" y="6663848"/>
            <a:ext cx="7516641" cy="6197666"/>
          </a:xfrm>
        </p:spPr>
        <p:txBody>
          <a:bodyPr lIns="91440" tIns="228600" rIns="548640" bIns="228600">
            <a:noAutofit/>
          </a:bodyPr>
          <a:lstStyle>
            <a:lvl1pPr marL="914400" indent="0">
              <a:lnSpc>
                <a:spcPct val="90000"/>
              </a:lnSpc>
              <a:spcBef>
                <a:spcPts val="600"/>
              </a:spcBef>
              <a:spcAft>
                <a:spcPts val="600"/>
              </a:spcAft>
              <a:buNone/>
              <a:defRPr sz="2200">
                <a:solidFill>
                  <a:schemeClr val="tx2"/>
                </a:solidFill>
                <a:latin typeface="+mn-lt"/>
              </a:defRPr>
            </a:lvl1pPr>
            <a:lvl2pPr marL="1143000" indent="-242888">
              <a:lnSpc>
                <a:spcPct val="90000"/>
              </a:lnSpc>
              <a:spcBef>
                <a:spcPts val="600"/>
              </a:spcBef>
              <a:spcAft>
                <a:spcPts val="600"/>
              </a:spcAft>
              <a:buFont typeface="Arial" panose="020B0604020202020204" pitchFamily="34" charset="0"/>
              <a:buChar char="•"/>
              <a:tabLst/>
              <a:defRPr sz="2200">
                <a:solidFill>
                  <a:schemeClr val="tx2"/>
                </a:solidFill>
                <a:latin typeface="+mn-lt"/>
              </a:defRPr>
            </a:lvl2pPr>
            <a:lvl3pPr marL="1371600" indent="-228600">
              <a:lnSpc>
                <a:spcPct val="90000"/>
              </a:lnSpc>
              <a:spcBef>
                <a:spcPts val="600"/>
              </a:spcBef>
              <a:spcAft>
                <a:spcPts val="600"/>
              </a:spcAft>
              <a:buFont typeface="Arial" panose="020B0604020202020204" pitchFamily="34" charset="0"/>
              <a:buChar char="•"/>
              <a:tabLst/>
              <a:defRPr sz="2200">
                <a:solidFill>
                  <a:schemeClr val="tx2"/>
                </a:solidFill>
                <a:latin typeface="+mn-lt"/>
              </a:defRPr>
            </a:lvl3pPr>
            <a:lvl4pPr marL="1600200" indent="-238125">
              <a:lnSpc>
                <a:spcPct val="90000"/>
              </a:lnSpc>
              <a:spcBef>
                <a:spcPts val="600"/>
              </a:spcBef>
              <a:spcAft>
                <a:spcPts val="600"/>
              </a:spcAft>
              <a:buFont typeface="Arial" panose="020B0604020202020204" pitchFamily="34" charset="0"/>
              <a:buChar char="•"/>
              <a:tabLst/>
              <a:defRPr sz="2200">
                <a:solidFill>
                  <a:schemeClr val="tx2"/>
                </a:solidFill>
                <a:latin typeface="+mn-lt"/>
              </a:defRPr>
            </a:lvl4pPr>
            <a:lvl5pPr marL="1828800" indent="-246063">
              <a:lnSpc>
                <a:spcPct val="90000"/>
              </a:lnSpc>
              <a:spcBef>
                <a:spcPts val="600"/>
              </a:spcBef>
              <a:spcAft>
                <a:spcPts val="600"/>
              </a:spcAft>
              <a:buFont typeface="Arial" panose="020B0604020202020204" pitchFamily="34" charset="0"/>
              <a:buChar char="•"/>
              <a:tabLst/>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graphicFrame>
        <p:nvGraphicFramePr>
          <p:cNvPr id="48" name="Table of &quot;CHALLENGE&quot; &amp; &quot;SOLUTION&quot;">
            <a:extLst>
              <a:ext uri="{FF2B5EF4-FFF2-40B4-BE49-F238E27FC236}">
                <a16:creationId xmlns:a16="http://schemas.microsoft.com/office/drawing/2014/main" id="{E1BBC372-9A6F-4BB6-A198-244CFF252019}"/>
              </a:ext>
            </a:extLst>
          </p:cNvPr>
          <p:cNvGraphicFramePr>
            <a:graphicFrameLocks noGrp="1" noDrilldown="1" noMove="1" noResize="1"/>
          </p:cNvGraphicFramePr>
          <p:nvPr userDrawn="1">
            <p:extLst>
              <p:ext uri="{D42A27DB-BD31-4B8C-83A1-F6EECF244321}">
                <p14:modId xmlns:p14="http://schemas.microsoft.com/office/powerpoint/2010/main" val="2876226161"/>
              </p:ext>
            </p:extLst>
          </p:nvPr>
        </p:nvGraphicFramePr>
        <p:xfrm>
          <a:off x="0" y="5705981"/>
          <a:ext cx="15036105" cy="7081520"/>
        </p:xfrm>
        <a:graphic>
          <a:graphicData uri="http://schemas.openxmlformats.org/drawingml/2006/table">
            <a:tbl>
              <a:tblPr firstRow="1" bandRow="1">
                <a:tableStyleId>{5C22544A-7EE6-4342-B048-85BDC9FD1C3A}</a:tableStyleId>
              </a:tblPr>
              <a:tblGrid>
                <a:gridCol w="7519737">
                  <a:extLst>
                    <a:ext uri="{9D8B030D-6E8A-4147-A177-3AD203B41FA5}">
                      <a16:colId xmlns:a16="http://schemas.microsoft.com/office/drawing/2014/main" val="3488762945"/>
                    </a:ext>
                  </a:extLst>
                </a:gridCol>
                <a:gridCol w="7516368">
                  <a:extLst>
                    <a:ext uri="{9D8B030D-6E8A-4147-A177-3AD203B41FA5}">
                      <a16:colId xmlns:a16="http://schemas.microsoft.com/office/drawing/2014/main" val="48670049"/>
                    </a:ext>
                  </a:extLst>
                </a:gridCol>
              </a:tblGrid>
              <a:tr h="0">
                <a:tc>
                  <a:txBody>
                    <a:bodyPr/>
                    <a:lstStyle/>
                    <a:p>
                      <a:endParaRPr lang="en-US" sz="100"/>
                    </a:p>
                  </a:txBody>
                  <a:tcPr marL="731520" marT="0" marB="274320">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100" b="1">
                        <a:solidFill>
                          <a:schemeClr val="accent3"/>
                        </a:solidFill>
                        <a:latin typeface="TT Norms Pro" panose="02000503030000020003" pitchFamily="2" charset="0"/>
                        <a:ea typeface="Calibri"/>
                        <a:cs typeface="Calibri"/>
                        <a:sym typeface="Calibri"/>
                      </a:endParaRPr>
                    </a:p>
                  </a:txBody>
                  <a:tcPr marL="731520" marT="0" marB="274320">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extLst>
                  <a:ext uri="{0D108BD9-81ED-4DB2-BD59-A6C34878D82A}">
                    <a16:rowId xmlns:a16="http://schemas.microsoft.com/office/drawing/2014/main" val="3767590600"/>
                  </a:ext>
                </a:extLst>
              </a:tr>
              <a:tr h="580809">
                <a:tc>
                  <a:txBody>
                    <a:bodyPr/>
                    <a:lstStyle/>
                    <a:p>
                      <a:pPr marL="914400" indent="0"/>
                      <a:r>
                        <a:rPr lang="de-DE" sz="2400" b="1">
                          <a:solidFill>
                            <a:srgbClr val="002B49"/>
                          </a:solidFill>
                          <a:latin typeface="TT Norms Pro" panose="02000503030000020003" pitchFamily="2" charset="0"/>
                          <a:ea typeface="Calibri"/>
                          <a:cs typeface="Calibri"/>
                          <a:sym typeface="Calibri"/>
                        </a:rPr>
                        <a:t>CHALLENGE</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4"/>
                          </a:solidFill>
                          <a:latin typeface="+mn-lt"/>
                          <a:ea typeface="HGGothicE" panose="020B0909000000000000" pitchFamily="49" charset="-128"/>
                          <a:cs typeface="Calibri"/>
                          <a:sym typeface="Calibri"/>
                        </a:rPr>
                        <a:t>▼</a:t>
                      </a:r>
                      <a:r>
                        <a:rPr lang="de-DE" sz="2400">
                          <a:solidFill>
                            <a:schemeClr val="accent4"/>
                          </a:solidFill>
                          <a:latin typeface="TT Norms Pro" panose="02000503030000020003" pitchFamily="2" charset="0"/>
                          <a:ea typeface="Calibri"/>
                          <a:cs typeface="Calibri"/>
                          <a:sym typeface="Calibri"/>
                        </a:rPr>
                        <a:t> </a:t>
                      </a:r>
                      <a:endParaRPr lang="en-US" sz="2800"/>
                    </a:p>
                  </a:txBody>
                  <a:tcPr marT="0" marB="182880">
                    <a:lnL w="12700" cap="flat" cmpd="sng" algn="ctr">
                      <a:noFill/>
                      <a:prstDash val="solid"/>
                      <a:round/>
                      <a:headEnd type="none" w="med" len="med"/>
                      <a:tailEnd type="none" w="med" len="med"/>
                    </a:lnL>
                    <a:lnR w="19050" cap="flat" cmpd="sng" algn="ctr">
                      <a:no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de-DE" sz="2400" b="1" i="0">
                          <a:solidFill>
                            <a:srgbClr val="002B49"/>
                          </a:solidFill>
                          <a:latin typeface="TT Norms Pro" panose="02000503030000020003" pitchFamily="2" charset="0"/>
                          <a:ea typeface="Calibri"/>
                          <a:cs typeface="Calibri"/>
                          <a:sym typeface="Calibri"/>
                        </a:rPr>
                        <a:t>SOLUTION</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3"/>
                          </a:solidFill>
                          <a:latin typeface="+mn-lt"/>
                          <a:ea typeface="HGGothicE" panose="020B0909000000000000" pitchFamily="49" charset="-128"/>
                          <a:cs typeface="Calibri"/>
                          <a:sym typeface="Calibri"/>
                        </a:rPr>
                        <a:t>▼</a:t>
                      </a:r>
                      <a:endParaRPr lang="de-DE" sz="2300" b="1">
                        <a:solidFill>
                          <a:schemeClr val="accent3"/>
                        </a:solidFill>
                        <a:latin typeface="+mn-lt"/>
                        <a:ea typeface="Calibri"/>
                        <a:cs typeface="Calibri"/>
                        <a:sym typeface="Calibri"/>
                      </a:endParaRPr>
                    </a:p>
                  </a:txBody>
                  <a:tcPr marL="548640" marT="0" marB="182880">
                    <a:lnL w="1905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657512891"/>
                  </a:ext>
                </a:extLst>
              </a:tr>
              <a:tr h="6172200">
                <a:tc>
                  <a:txBody>
                    <a:bodyPr/>
                    <a:lstStyle/>
                    <a:p>
                      <a:endParaRPr lang="en-US" sz="2800"/>
                    </a:p>
                  </a:txBody>
                  <a:tcPr marL="548640" marT="0" marB="36576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2300" b="1">
                        <a:solidFill>
                          <a:schemeClr val="accent3"/>
                        </a:solidFill>
                        <a:latin typeface="+mn-lt"/>
                        <a:ea typeface="Calibri"/>
                        <a:cs typeface="Calibri"/>
                        <a:sym typeface="Calibri"/>
                      </a:endParaRPr>
                    </a:p>
                  </a:txBody>
                  <a:tcPr marL="548640" marT="0" marB="36576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883953418"/>
                  </a:ext>
                </a:extLst>
              </a:tr>
            </a:tbl>
          </a:graphicData>
        </a:graphic>
      </p:graphicFrame>
      <p:sp>
        <p:nvSpPr>
          <p:cNvPr id="2" name="Title">
            <a:extLst>
              <a:ext uri="{FF2B5EF4-FFF2-40B4-BE49-F238E27FC236}">
                <a16:creationId xmlns:a16="http://schemas.microsoft.com/office/drawing/2014/main" id="{4E058ED0-BD33-45D0-9A66-DF2F776A0520}"/>
              </a:ext>
            </a:extLst>
          </p:cNvPr>
          <p:cNvSpPr>
            <a:spLocks noGrp="1" noRot="1" noMove="1" noResize="1" noEditPoints="1" noAdjustHandles="1" noChangeArrowheads="1" noChangeShapeType="1"/>
          </p:cNvSpPr>
          <p:nvPr>
            <p:ph type="title" hasCustomPrompt="1"/>
          </p:nvPr>
        </p:nvSpPr>
        <p:spPr>
          <a:xfrm>
            <a:off x="0" y="2524190"/>
            <a:ext cx="15060041" cy="2340864"/>
          </a:xfrm>
        </p:spPr>
        <p:txBody>
          <a:bodyPr rIns="685800" anchor="b"/>
          <a:lstStyle>
            <a:lvl1pPr marL="914400" indent="0" algn="l">
              <a:tabLst/>
              <a:defRPr>
                <a:solidFill>
                  <a:schemeClr val="tx2"/>
                </a:solidFill>
              </a:defRPr>
            </a:lvl1pPr>
          </a:lstStyle>
          <a:p>
            <a:r>
              <a:rPr kumimoji="0" lang="en-US" sz="6599" b="1" i="0" u="none" strike="noStrike" kern="1200" cap="none" spc="-100" normalizeH="0" baseline="0" noProof="0">
                <a:ln>
                  <a:noFill/>
                </a:ln>
                <a:solidFill>
                  <a:srgbClr val="002B49"/>
                </a:solidFill>
                <a:effectLst/>
                <a:uLnTx/>
                <a:uFillTx/>
                <a:latin typeface="TT Norms Pro"/>
                <a:ea typeface="+mj-ea"/>
                <a:cs typeface="+mj-cs"/>
              </a:rPr>
              <a:t>Title (Title Caps, 66 Pt Bold)</a:t>
            </a:r>
            <a:endParaRPr lang="en-US"/>
          </a:p>
        </p:txBody>
      </p:sp>
      <p:sp>
        <p:nvSpPr>
          <p:cNvPr id="52" name="Section">
            <a:extLst>
              <a:ext uri="{FF2B5EF4-FFF2-40B4-BE49-F238E27FC236}">
                <a16:creationId xmlns:a16="http://schemas.microsoft.com/office/drawing/2014/main" id="{25B887B7-63D4-4312-A5E0-AD5D0BBC2F28}"/>
              </a:ext>
            </a:extLst>
          </p:cNvPr>
          <p:cNvSpPr>
            <a:spLocks noGrp="1" noRot="1" noMove="1" noResize="1" noEditPoints="1" noAdjustHandles="1" noChangeArrowheads="1" noChangeShapeType="1"/>
          </p:cNvSpPr>
          <p:nvPr>
            <p:ph type="body" sz="quarter" idx="8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sp>
        <p:nvSpPr>
          <p:cNvPr id="87" name="Other Logo">
            <a:extLst>
              <a:ext uri="{FF2B5EF4-FFF2-40B4-BE49-F238E27FC236}">
                <a16:creationId xmlns:a16="http://schemas.microsoft.com/office/drawing/2014/main" id="{048FE6DB-DDA5-42EC-9201-A460A66B9C4F}"/>
              </a:ext>
            </a:extLst>
          </p:cNvPr>
          <p:cNvSpPr>
            <a:spLocks noGrp="1" noRot="1" noMove="1" noResize="1" noEditPoints="1" noAdjustHandles="1" noChangeArrowheads="1" noChangeShapeType="1"/>
          </p:cNvSpPr>
          <p:nvPr>
            <p:ph type="pic" sz="quarter" idx="67" hasCustomPrompt="1"/>
          </p:nvPr>
        </p:nvSpPr>
        <p:spPr>
          <a:xfrm>
            <a:off x="1375270" y="446566"/>
            <a:ext cx="2331720" cy="2331720"/>
          </a:xfrm>
          <a:prstGeom prst="rect">
            <a:avLst/>
          </a:prstGeom>
          <a:noFill/>
        </p:spPr>
        <p:txBody>
          <a:bodyPr anchor="ctr">
            <a:normAutofit/>
          </a:bodyPr>
          <a:lstStyle>
            <a:lvl1pPr marL="0" marR="0" indent="0" algn="ctr" defTabSz="670871" rtl="0" eaLnBrk="1" fontAlgn="auto" latinLnBrk="0" hangingPunct="1">
              <a:lnSpc>
                <a:spcPct val="150000"/>
              </a:lnSpc>
              <a:spcBef>
                <a:spcPts val="1488"/>
              </a:spcBef>
              <a:spcAft>
                <a:spcPts val="0"/>
              </a:spcAft>
              <a:buClrTx/>
              <a:buSzPct val="100000"/>
              <a:buFontTx/>
              <a:buNone/>
              <a:tabLst/>
              <a:defRPr sz="2000"/>
            </a:lvl1pPr>
          </a:lstStyle>
          <a:p>
            <a:r>
              <a:rPr lang="en-US"/>
              <a:t>Click icon to browse, or select placeholder to paste</a:t>
            </a:r>
          </a:p>
        </p:txBody>
      </p:sp>
      <p:pic>
        <p:nvPicPr>
          <p:cNvPr id="92" name="Anglepoint Logo">
            <a:hlinkClick r:id="" action="ppaction://noaction"/>
            <a:extLst>
              <a:ext uri="{FF2B5EF4-FFF2-40B4-BE49-F238E27FC236}">
                <a16:creationId xmlns:a16="http://schemas.microsoft.com/office/drawing/2014/main" id="{92E62252-6BEC-4DCD-88FD-13DA2FE94BFB}"/>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22522361" y="362087"/>
            <a:ext cx="1487736" cy="320709"/>
          </a:xfrm>
          <a:prstGeom prst="rect">
            <a:avLst/>
          </a:prstGeom>
        </p:spPr>
      </p:pic>
      <p:sp>
        <p:nvSpPr>
          <p:cNvPr id="26" name="Subtitle">
            <a:extLst>
              <a:ext uri="{FF2B5EF4-FFF2-40B4-BE49-F238E27FC236}">
                <a16:creationId xmlns:a16="http://schemas.microsoft.com/office/drawing/2014/main" id="{5F6B4C91-3F94-2BC8-AD50-24BFC44EFD9D}"/>
              </a:ext>
            </a:extLst>
          </p:cNvPr>
          <p:cNvSpPr>
            <a:spLocks noGrp="1" noRot="1" noMove="1" noResize="1" noEditPoints="1" noAdjustHandles="1" noChangeArrowheads="1" noChangeShapeType="1"/>
          </p:cNvSpPr>
          <p:nvPr>
            <p:ph type="body" sz="quarter" idx="16" hasCustomPrompt="1"/>
          </p:nvPr>
        </p:nvSpPr>
        <p:spPr>
          <a:xfrm>
            <a:off x="0" y="1913892"/>
            <a:ext cx="15060168" cy="713231"/>
          </a:xfrm>
          <a:prstGeom prst="rect">
            <a:avLst/>
          </a:prstGeom>
        </p:spPr>
        <p:txBody>
          <a:bodyPr lIns="91440" rIns="685800" anchor="b"/>
          <a:lstStyle>
            <a:lvl1pPr marL="91440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Tree>
    <p:extLst>
      <p:ext uri="{BB962C8B-B14F-4D97-AF65-F5344CB8AC3E}">
        <p14:creationId xmlns:p14="http://schemas.microsoft.com/office/powerpoint/2010/main" val="2639197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3" name="Footer">
            <a:extLst>
              <a:ext uri="{FF2B5EF4-FFF2-40B4-BE49-F238E27FC236}">
                <a16:creationId xmlns:a16="http://schemas.microsoft.com/office/drawing/2014/main" id="{5E13D4CF-DED8-4F0A-BC97-8B42B4CA9DC4}"/>
              </a:ext>
            </a:extLst>
          </p:cNvPr>
          <p:cNvSpPr>
            <a:spLocks noGrp="1" noRot="1" noMove="1" noResize="1" noEditPoints="1" noAdjustHandles="1" noChangeArrowheads="1" noChangeShapeType="1"/>
          </p:cNvSpPr>
          <p:nvPr>
            <p:ph type="ftr" sz="quarter" idx="1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1" name="Date">
            <a:extLst>
              <a:ext uri="{FF2B5EF4-FFF2-40B4-BE49-F238E27FC236}">
                <a16:creationId xmlns:a16="http://schemas.microsoft.com/office/drawing/2014/main" id="{2C224A1D-A29D-4452-AD9D-3640B5DA43D2}"/>
              </a:ext>
            </a:extLst>
          </p:cNvPr>
          <p:cNvSpPr txBox="1">
            <a:spLocks noGrp="1" noRot="1" noMove="1" noResize="1" noEditPoints="1" noAdjustHandles="1" noChangeArrowheads="1" noChangeShapeType="1"/>
          </p:cNvSpPr>
          <p:nvPr userDrawn="1"/>
        </p:nvSpPr>
        <p:spPr>
          <a:xfrm>
            <a:off x="0" y="13441680"/>
            <a:ext cx="1143000" cy="274320"/>
          </a:xfrm>
          <a:prstGeom prst="rect">
            <a:avLst/>
          </a:prstGeom>
        </p:spPr>
        <p:txBody>
          <a:bodyPr vert="horz" lIns="91440" tIns="45720" rIns="91440" bIns="27432" rtlCol="0" anchor="ctr"/>
          <a:lstStyle>
            <a:defPPr>
              <a:defRPr lang="en-US"/>
            </a:defPPr>
            <a:lvl1pPr marL="0" algn="l" defTabSz="457131" rtl="0" eaLnBrk="1" latinLnBrk="0" hangingPunct="1">
              <a:defRPr sz="800" kern="1200">
                <a:solidFill>
                  <a:schemeClr val="bg1"/>
                </a:solidFill>
                <a:latin typeface="TT Norms Pro" panose="020B0604020202020204" charset="0"/>
                <a:ea typeface="+mn-ea"/>
                <a:cs typeface="+mn-cs"/>
              </a:defRPr>
            </a:lvl1pPr>
            <a:lvl2pPr marL="457131" algn="l" defTabSz="457131" rtl="0" eaLnBrk="1" latinLnBrk="0" hangingPunct="1">
              <a:defRPr sz="1800" kern="1200">
                <a:solidFill>
                  <a:schemeClr val="tx1"/>
                </a:solidFill>
                <a:latin typeface="+mn-lt"/>
                <a:ea typeface="+mn-ea"/>
                <a:cs typeface="+mn-cs"/>
              </a:defRPr>
            </a:lvl2pPr>
            <a:lvl3pPr marL="914264" algn="l" defTabSz="457131" rtl="0" eaLnBrk="1" latinLnBrk="0" hangingPunct="1">
              <a:defRPr sz="1800" kern="1200">
                <a:solidFill>
                  <a:schemeClr val="tx1"/>
                </a:solidFill>
                <a:latin typeface="+mn-lt"/>
                <a:ea typeface="+mn-ea"/>
                <a:cs typeface="+mn-cs"/>
              </a:defRPr>
            </a:lvl3pPr>
            <a:lvl4pPr marL="1371395" algn="l" defTabSz="457131" rtl="0" eaLnBrk="1" latinLnBrk="0" hangingPunct="1">
              <a:defRPr sz="1800" kern="1200">
                <a:solidFill>
                  <a:schemeClr val="tx1"/>
                </a:solidFill>
                <a:latin typeface="+mn-lt"/>
                <a:ea typeface="+mn-ea"/>
                <a:cs typeface="+mn-cs"/>
              </a:defRPr>
            </a:lvl4pPr>
            <a:lvl5pPr marL="1828525" algn="l" defTabSz="457131" rtl="0" eaLnBrk="1" latinLnBrk="0" hangingPunct="1">
              <a:defRPr sz="1800" kern="1200">
                <a:solidFill>
                  <a:schemeClr val="tx1"/>
                </a:solidFill>
                <a:latin typeface="+mn-lt"/>
                <a:ea typeface="+mn-ea"/>
                <a:cs typeface="+mn-cs"/>
              </a:defRPr>
            </a:lvl5pPr>
            <a:lvl6pPr marL="2285656" algn="l" defTabSz="457131" rtl="0" eaLnBrk="1" latinLnBrk="0" hangingPunct="1">
              <a:defRPr sz="1800" kern="1200">
                <a:solidFill>
                  <a:schemeClr val="tx1"/>
                </a:solidFill>
                <a:latin typeface="+mn-lt"/>
                <a:ea typeface="+mn-ea"/>
                <a:cs typeface="+mn-cs"/>
              </a:defRPr>
            </a:lvl6pPr>
            <a:lvl7pPr marL="2742789" algn="l" defTabSz="457131" rtl="0" eaLnBrk="1" latinLnBrk="0" hangingPunct="1">
              <a:defRPr sz="1800" kern="1200">
                <a:solidFill>
                  <a:schemeClr val="tx1"/>
                </a:solidFill>
                <a:latin typeface="+mn-lt"/>
                <a:ea typeface="+mn-ea"/>
                <a:cs typeface="+mn-cs"/>
              </a:defRPr>
            </a:lvl7pPr>
            <a:lvl8pPr marL="3199920" algn="l" defTabSz="457131" rtl="0" eaLnBrk="1" latinLnBrk="0" hangingPunct="1">
              <a:defRPr sz="1800" kern="1200">
                <a:solidFill>
                  <a:schemeClr val="tx1"/>
                </a:solidFill>
                <a:latin typeface="+mn-lt"/>
                <a:ea typeface="+mn-ea"/>
                <a:cs typeface="+mn-cs"/>
              </a:defRPr>
            </a:lvl8pPr>
            <a:lvl9pPr marL="3657051" algn="l" defTabSz="457131" rtl="0" eaLnBrk="1" latinLnBrk="0" hangingPunct="1">
              <a:defRPr sz="1800" kern="1200">
                <a:solidFill>
                  <a:schemeClr val="tx1"/>
                </a:solidFill>
                <a:latin typeface="+mn-lt"/>
                <a:ea typeface="+mn-ea"/>
                <a:cs typeface="+mn-cs"/>
              </a:defRPr>
            </a:lvl9pPr>
          </a:lstStyle>
          <a:p>
            <a:fld id="{9CC7B6BA-D44D-4729-BD5A-BF29607FF773}" type="datetime4">
              <a:rPr lang="en-US" smtClean="0"/>
              <a:pPr/>
              <a:t>June 10, 2026</a:t>
            </a:fld>
            <a:endParaRPr lang="en-US"/>
          </a:p>
        </p:txBody>
      </p:sp>
      <p:sp>
        <p:nvSpPr>
          <p:cNvPr id="14" name="Slide Number">
            <a:extLst>
              <a:ext uri="{FF2B5EF4-FFF2-40B4-BE49-F238E27FC236}">
                <a16:creationId xmlns:a16="http://schemas.microsoft.com/office/drawing/2014/main" id="{46F078EB-DEFD-4309-BB37-5573CCD31165}"/>
              </a:ext>
            </a:extLst>
          </p:cNvPr>
          <p:cNvSpPr>
            <a:spLocks noGrp="1" noRot="1" noMove="1" noResize="1" noEditPoints="1" noAdjustHandles="1" noChangeArrowheads="1" noChangeShapeType="1"/>
          </p:cNvSpPr>
          <p:nvPr>
            <p:ph type="sldNum" sz="quarter" idx="19"/>
          </p:nvPr>
        </p:nvSpPr>
        <p:spPr/>
        <p:txBody>
          <a:bodyPr/>
          <a:lstStyle/>
          <a:p>
            <a:fld id="{65CC2327-6B8B-47BD-B581-B21CDA88CCFB}" type="slidenum">
              <a:rPr lang="en-US" smtClean="0"/>
              <a:pPr/>
              <a:t>‹#›</a:t>
            </a:fld>
            <a:endParaRPr lang="en-US"/>
          </a:p>
        </p:txBody>
      </p:sp>
      <p:sp>
        <p:nvSpPr>
          <p:cNvPr id="66" name="Subtitle">
            <a:extLst>
              <a:ext uri="{FF2B5EF4-FFF2-40B4-BE49-F238E27FC236}">
                <a16:creationId xmlns:a16="http://schemas.microsoft.com/office/drawing/2014/main" id="{0B8F79EE-ACBD-46F9-9F0D-235A653AE1F7}"/>
              </a:ext>
            </a:extLst>
          </p:cNvPr>
          <p:cNvSpPr>
            <a:spLocks noGrp="1" noRot="1" noMove="1" noResize="1" noEditPoints="1" noAdjustHandles="1" noChangeArrowheads="1" noChangeShapeType="1"/>
          </p:cNvSpPr>
          <p:nvPr>
            <p:ph type="body" sz="quarter" idx="16" hasCustomPrompt="1"/>
          </p:nvPr>
        </p:nvSpPr>
        <p:spPr>
          <a:xfrm>
            <a:off x="1515004" y="3670712"/>
            <a:ext cx="9500616"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65" name="Title">
            <a:extLst>
              <a:ext uri="{FF2B5EF4-FFF2-40B4-BE49-F238E27FC236}">
                <a16:creationId xmlns:a16="http://schemas.microsoft.com/office/drawing/2014/main" id="{60B56E13-134C-40AD-8247-0C3F425B0188}"/>
              </a:ext>
            </a:extLst>
          </p:cNvPr>
          <p:cNvSpPr>
            <a:spLocks noGrp="1" noRot="1" noMove="1" noResize="1" noEditPoints="1" noAdjustHandles="1" noChangeArrowheads="1" noChangeShapeType="1"/>
          </p:cNvSpPr>
          <p:nvPr>
            <p:ph type="title" hasCustomPrompt="1"/>
          </p:nvPr>
        </p:nvSpPr>
        <p:spPr>
          <a:xfrm>
            <a:off x="1515004" y="4127912"/>
            <a:ext cx="9500616" cy="4622918"/>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44" name="Section">
            <a:extLst>
              <a:ext uri="{FF2B5EF4-FFF2-40B4-BE49-F238E27FC236}">
                <a16:creationId xmlns:a16="http://schemas.microsoft.com/office/drawing/2014/main" id="{B7E03F3E-57DA-4167-BE3A-75401D0149D7}"/>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3" name="Anglepoint Logo">
            <a:hlinkClick r:id="" action="ppaction://noaction"/>
            <a:extLst>
              <a:ext uri="{FF2B5EF4-FFF2-40B4-BE49-F238E27FC236}">
                <a16:creationId xmlns:a16="http://schemas.microsoft.com/office/drawing/2014/main" id="{71706911-E94F-F544-BD95-B78CB9870EB6}"/>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22521672" y="369813"/>
            <a:ext cx="1485185" cy="320159"/>
          </a:xfrm>
          <a:prstGeom prst="rect">
            <a:avLst/>
          </a:prstGeom>
        </p:spPr>
      </p:pic>
    </p:spTree>
    <p:extLst>
      <p:ext uri="{BB962C8B-B14F-4D97-AF65-F5344CB8AC3E}">
        <p14:creationId xmlns:p14="http://schemas.microsoft.com/office/powerpoint/2010/main" val="1122242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 1-4 Headshots">
    <p:spTree>
      <p:nvGrpSpPr>
        <p:cNvPr id="1" name=""/>
        <p:cNvGrpSpPr/>
        <p:nvPr/>
      </p:nvGrpSpPr>
      <p:grpSpPr>
        <a:xfrm>
          <a:off x="0" y="0"/>
          <a:ext cx="0" cy="0"/>
          <a:chOff x="0" y="0"/>
          <a:chExt cx="0" cy="0"/>
        </a:xfrm>
      </p:grpSpPr>
      <p:sp>
        <p:nvSpPr>
          <p:cNvPr id="4" name="Footer">
            <a:extLst>
              <a:ext uri="{FF2B5EF4-FFF2-40B4-BE49-F238E27FC236}">
                <a16:creationId xmlns:a16="http://schemas.microsoft.com/office/drawing/2014/main" id="{AD453CE4-1370-4592-8A3C-6BCDFE783B4A}"/>
              </a:ext>
            </a:extLst>
          </p:cNvPr>
          <p:cNvSpPr>
            <a:spLocks noGrp="1" noRot="1" noMove="1" noResize="1" noEditPoints="1" noAdjustHandles="1" noChangeArrowheads="1" noChangeShapeType="1"/>
          </p:cNvSpPr>
          <p:nvPr>
            <p:ph type="ftr" sz="quarter" idx="64"/>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7" name="Date">
            <a:extLst>
              <a:ext uri="{FF2B5EF4-FFF2-40B4-BE49-F238E27FC236}">
                <a16:creationId xmlns:a16="http://schemas.microsoft.com/office/drawing/2014/main" id="{5F340DBB-0F9C-4E40-BC58-31BA031D2932}"/>
              </a:ext>
            </a:extLst>
          </p:cNvPr>
          <p:cNvSpPr>
            <a:spLocks noGrp="1" noRot="1" noMove="1" noResize="1" noEditPoints="1" noAdjustHandles="1" noChangeArrowheads="1" noChangeShapeType="1"/>
          </p:cNvSpPr>
          <p:nvPr>
            <p:ph type="dt" sz="half" idx="67"/>
          </p:nvPr>
        </p:nvSpPr>
        <p:spPr>
          <a:xfrm>
            <a:off x="0" y="13441680"/>
            <a:ext cx="1143000" cy="274320"/>
          </a:xfrm>
        </p:spPr>
        <p:txBody>
          <a:bodyPr/>
          <a:lstStyle/>
          <a:p>
            <a:fld id="{3E0C123E-1512-E94C-A7BA-23C97C449BAA}" type="datetime4">
              <a:rPr lang="en-US" smtClean="0"/>
              <a:t>June 10, 2026</a:t>
            </a:fld>
            <a:endParaRPr lang="en-US"/>
          </a:p>
        </p:txBody>
      </p:sp>
      <p:sp>
        <p:nvSpPr>
          <p:cNvPr id="5" name="Slide Number">
            <a:extLst>
              <a:ext uri="{FF2B5EF4-FFF2-40B4-BE49-F238E27FC236}">
                <a16:creationId xmlns:a16="http://schemas.microsoft.com/office/drawing/2014/main" id="{9C714588-32EA-4A9F-8A3D-A5B677FE0DF7}"/>
              </a:ext>
            </a:extLst>
          </p:cNvPr>
          <p:cNvSpPr>
            <a:spLocks noGrp="1" noRot="1" noMove="1" noResize="1" noEditPoints="1" noAdjustHandles="1" noChangeArrowheads="1" noChangeShapeType="1"/>
          </p:cNvSpPr>
          <p:nvPr>
            <p:ph type="sldNum" sz="quarter" idx="65"/>
          </p:nvPr>
        </p:nvSpPr>
        <p:spPr/>
        <p:txBody>
          <a:bodyPr/>
          <a:lstStyle/>
          <a:p>
            <a:fld id="{65CC2327-6B8B-47BD-B581-B21CDA88CCFB}" type="slidenum">
              <a:rPr lang="en-US" smtClean="0"/>
              <a:pPr/>
              <a:t>‹#›</a:t>
            </a:fld>
            <a:endParaRPr lang="en-US"/>
          </a:p>
        </p:txBody>
      </p:sp>
      <p:sp>
        <p:nvSpPr>
          <p:cNvPr id="64" name="Headshot 4 Title">
            <a:extLst>
              <a:ext uri="{FF2B5EF4-FFF2-40B4-BE49-F238E27FC236}">
                <a16:creationId xmlns:a16="http://schemas.microsoft.com/office/drawing/2014/main" id="{20B932D0-1A8B-44BC-9869-9F1B816767DB}"/>
              </a:ext>
            </a:extLst>
          </p:cNvPr>
          <p:cNvSpPr>
            <a:spLocks noGrp="1"/>
          </p:cNvSpPr>
          <p:nvPr>
            <p:ph type="body" sz="quarter" idx="40" hasCustomPrompt="1"/>
          </p:nvPr>
        </p:nvSpPr>
        <p:spPr>
          <a:xfrm>
            <a:off x="18235978"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5" name="Headshot 4 Name">
            <a:extLst>
              <a:ext uri="{FF2B5EF4-FFF2-40B4-BE49-F238E27FC236}">
                <a16:creationId xmlns:a16="http://schemas.microsoft.com/office/drawing/2014/main" id="{1E568CFC-8CB7-49F5-BDEB-7269906FDE91}"/>
              </a:ext>
            </a:extLst>
          </p:cNvPr>
          <p:cNvSpPr>
            <a:spLocks noGrp="1"/>
          </p:cNvSpPr>
          <p:nvPr>
            <p:ph type="body" sz="quarter" idx="39" hasCustomPrompt="1"/>
          </p:nvPr>
        </p:nvSpPr>
        <p:spPr>
          <a:xfrm>
            <a:off x="18235978"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6" name="Headshot 4 Image">
            <a:extLst>
              <a:ext uri="{FF2B5EF4-FFF2-40B4-BE49-F238E27FC236}">
                <a16:creationId xmlns:a16="http://schemas.microsoft.com/office/drawing/2014/main" id="{412A36D4-2F79-47D0-9491-390F25BCF2AC}"/>
              </a:ext>
            </a:extLst>
          </p:cNvPr>
          <p:cNvSpPr>
            <a:spLocks noGrp="1"/>
          </p:cNvSpPr>
          <p:nvPr userDrawn="1">
            <p:ph type="pic" sz="quarter" idx="68" hasCustomPrompt="1"/>
          </p:nvPr>
        </p:nvSpPr>
        <p:spPr>
          <a:xfrm>
            <a:off x="18240677" y="5680074"/>
            <a:ext cx="4631494" cy="4636008"/>
          </a:xfrm>
          <a:prstGeom prst="rect">
            <a:avLst/>
          </a:prstGeom>
        </p:spPr>
        <p:txBody>
          <a:bodyPr tIns="365760" anchor="ctr" anchorCtr="0"/>
          <a:lstStyle>
            <a:lvl1pPr marL="0" indent="0" algn="ctr">
              <a:lnSpc>
                <a:spcPct val="150000"/>
              </a:lnSpc>
              <a:spcBef>
                <a:spcPts val="600"/>
              </a:spcBef>
              <a:buNone/>
              <a:defRPr sz="3600">
                <a:latin typeface="TT Norms Pro" panose="02000503030000020003" pitchFamily="2" charset="0"/>
              </a:defRPr>
            </a:lvl1pPr>
          </a:lstStyle>
          <a:p>
            <a:r>
              <a:rPr lang="en-US"/>
              <a:t>Click icon to browse or select placeholder to paste 500 pixel square headshot</a:t>
            </a:r>
          </a:p>
        </p:txBody>
      </p:sp>
      <p:sp>
        <p:nvSpPr>
          <p:cNvPr id="68" name="Headshot 3 Title">
            <a:extLst>
              <a:ext uri="{FF2B5EF4-FFF2-40B4-BE49-F238E27FC236}">
                <a16:creationId xmlns:a16="http://schemas.microsoft.com/office/drawing/2014/main" id="{2EEAA748-BC51-4483-9368-F5AB1080C093}"/>
              </a:ext>
            </a:extLst>
          </p:cNvPr>
          <p:cNvSpPr>
            <a:spLocks noGrp="1"/>
          </p:cNvSpPr>
          <p:nvPr userDrawn="1">
            <p:ph type="body" sz="quarter" idx="38" hasCustomPrompt="1"/>
          </p:nvPr>
        </p:nvSpPr>
        <p:spPr>
          <a:xfrm>
            <a:off x="12662320"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9" name="Headshot 3 Name">
            <a:extLst>
              <a:ext uri="{FF2B5EF4-FFF2-40B4-BE49-F238E27FC236}">
                <a16:creationId xmlns:a16="http://schemas.microsoft.com/office/drawing/2014/main" id="{0C5D5FB7-1AC5-4740-BA56-E28A4CB1380E}"/>
              </a:ext>
            </a:extLst>
          </p:cNvPr>
          <p:cNvSpPr>
            <a:spLocks noGrp="1"/>
          </p:cNvSpPr>
          <p:nvPr userDrawn="1">
            <p:ph type="body" sz="quarter" idx="37" hasCustomPrompt="1"/>
          </p:nvPr>
        </p:nvSpPr>
        <p:spPr>
          <a:xfrm>
            <a:off x="12662320"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0" name="Headshot 3 Image">
            <a:extLst>
              <a:ext uri="{FF2B5EF4-FFF2-40B4-BE49-F238E27FC236}">
                <a16:creationId xmlns:a16="http://schemas.microsoft.com/office/drawing/2014/main" id="{75D7E82C-28D7-44EF-8BF9-5ACD48E223F3}"/>
              </a:ext>
            </a:extLst>
          </p:cNvPr>
          <p:cNvSpPr>
            <a:spLocks noGrp="1"/>
          </p:cNvSpPr>
          <p:nvPr userDrawn="1">
            <p:ph type="pic" sz="quarter" idx="69" hasCustomPrompt="1"/>
          </p:nvPr>
        </p:nvSpPr>
        <p:spPr>
          <a:xfrm>
            <a:off x="12662320"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72" name="Headshot 2 Title">
            <a:extLst>
              <a:ext uri="{FF2B5EF4-FFF2-40B4-BE49-F238E27FC236}">
                <a16:creationId xmlns:a16="http://schemas.microsoft.com/office/drawing/2014/main" id="{A4E888AC-0862-4C56-8D57-731D358F908F}"/>
              </a:ext>
            </a:extLst>
          </p:cNvPr>
          <p:cNvSpPr>
            <a:spLocks noGrp="1"/>
          </p:cNvSpPr>
          <p:nvPr userDrawn="1">
            <p:ph type="body" sz="quarter" idx="36" hasCustomPrompt="1"/>
          </p:nvPr>
        </p:nvSpPr>
        <p:spPr>
          <a:xfrm>
            <a:off x="7088662"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73" name="Headshot 2 Name">
            <a:extLst>
              <a:ext uri="{FF2B5EF4-FFF2-40B4-BE49-F238E27FC236}">
                <a16:creationId xmlns:a16="http://schemas.microsoft.com/office/drawing/2014/main" id="{3EEBB013-B979-4C20-8375-21C53316CBFB}"/>
              </a:ext>
            </a:extLst>
          </p:cNvPr>
          <p:cNvSpPr>
            <a:spLocks noGrp="1"/>
          </p:cNvSpPr>
          <p:nvPr userDrawn="1">
            <p:ph type="body" sz="quarter" idx="35" hasCustomPrompt="1"/>
          </p:nvPr>
        </p:nvSpPr>
        <p:spPr>
          <a:xfrm>
            <a:off x="7088662"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4" name="Headshot 2 Image">
            <a:extLst>
              <a:ext uri="{FF2B5EF4-FFF2-40B4-BE49-F238E27FC236}">
                <a16:creationId xmlns:a16="http://schemas.microsoft.com/office/drawing/2014/main" id="{CAAA4876-31CF-4A91-9E11-D482CF5446AF}"/>
              </a:ext>
            </a:extLst>
          </p:cNvPr>
          <p:cNvSpPr>
            <a:spLocks noGrp="1"/>
          </p:cNvSpPr>
          <p:nvPr userDrawn="1">
            <p:ph type="pic" sz="quarter" idx="70" hasCustomPrompt="1"/>
          </p:nvPr>
        </p:nvSpPr>
        <p:spPr>
          <a:xfrm>
            <a:off x="7088662"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76" name="Headshot 1 Title">
            <a:extLst>
              <a:ext uri="{FF2B5EF4-FFF2-40B4-BE49-F238E27FC236}">
                <a16:creationId xmlns:a16="http://schemas.microsoft.com/office/drawing/2014/main" id="{0E18E760-9E4E-4D15-A6D3-65B57033434E}"/>
              </a:ext>
            </a:extLst>
          </p:cNvPr>
          <p:cNvSpPr>
            <a:spLocks noGrp="1"/>
          </p:cNvSpPr>
          <p:nvPr userDrawn="1">
            <p:ph type="body" sz="quarter" idx="34" hasCustomPrompt="1"/>
          </p:nvPr>
        </p:nvSpPr>
        <p:spPr>
          <a:xfrm>
            <a:off x="1515004"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77" name="Headshot 1 Name">
            <a:extLst>
              <a:ext uri="{FF2B5EF4-FFF2-40B4-BE49-F238E27FC236}">
                <a16:creationId xmlns:a16="http://schemas.microsoft.com/office/drawing/2014/main" id="{79591A9B-DB2A-426F-B599-31DAD9FF5CA7}"/>
              </a:ext>
            </a:extLst>
          </p:cNvPr>
          <p:cNvSpPr>
            <a:spLocks noGrp="1"/>
          </p:cNvSpPr>
          <p:nvPr userDrawn="1">
            <p:ph type="body" sz="quarter" idx="33" hasCustomPrompt="1"/>
          </p:nvPr>
        </p:nvSpPr>
        <p:spPr>
          <a:xfrm>
            <a:off x="1515004"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8" name="Headshot 1 Image">
            <a:extLst>
              <a:ext uri="{FF2B5EF4-FFF2-40B4-BE49-F238E27FC236}">
                <a16:creationId xmlns:a16="http://schemas.microsoft.com/office/drawing/2014/main" id="{B230C8B6-9F76-476B-9D4B-0D2E157BB2A6}"/>
              </a:ext>
            </a:extLst>
          </p:cNvPr>
          <p:cNvSpPr>
            <a:spLocks noGrp="1"/>
          </p:cNvSpPr>
          <p:nvPr userDrawn="1">
            <p:ph type="pic" sz="quarter" idx="71" hasCustomPrompt="1"/>
          </p:nvPr>
        </p:nvSpPr>
        <p:spPr>
          <a:xfrm>
            <a:off x="1515004"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2" name="Title">
            <a:extLst>
              <a:ext uri="{FF2B5EF4-FFF2-40B4-BE49-F238E27FC236}">
                <a16:creationId xmlns:a16="http://schemas.microsoft.com/office/drawing/2014/main" id="{557B33AF-875E-4DDA-B91A-E2FC809F363F}"/>
              </a:ext>
            </a:extLst>
          </p:cNvPr>
          <p:cNvSpPr>
            <a:spLocks noGrp="1" noRot="1" noMove="1" noResize="1" noEditPoints="1" noAdjustHandles="1" noChangeArrowheads="1" noChangeShapeType="1"/>
          </p:cNvSpPr>
          <p:nvPr userDrawn="1">
            <p:ph type="title" hasCustomPrompt="1"/>
          </p:nvPr>
        </p:nvSpPr>
        <p:spPr>
          <a:xfrm>
            <a:off x="1515004" y="2388315"/>
            <a:ext cx="21356982" cy="2359152"/>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56" name="Subtitle">
            <a:extLst>
              <a:ext uri="{FF2B5EF4-FFF2-40B4-BE49-F238E27FC236}">
                <a16:creationId xmlns:a16="http://schemas.microsoft.com/office/drawing/2014/main" id="{324EFA29-2227-4C18-AC76-BEFC6F23437E}"/>
              </a:ext>
            </a:extLst>
          </p:cNvPr>
          <p:cNvSpPr>
            <a:spLocks noGrp="1" noRot="1" noMove="1" noResize="1" noEditPoints="1" noAdjustHandles="1" noChangeArrowheads="1" noChangeShapeType="1"/>
          </p:cNvSpPr>
          <p:nvPr userDrawn="1">
            <p:ph type="body" sz="quarter" idx="16" hasCustomPrompt="1"/>
          </p:nvPr>
        </p:nvSpPr>
        <p:spPr>
          <a:xfrm>
            <a:off x="1515003" y="1913893"/>
            <a:ext cx="21360384"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FC6CA76C-D78A-4270-9774-0BE6CEEB34FA}"/>
              </a:ext>
            </a:extLst>
          </p:cNvPr>
          <p:cNvSpPr>
            <a:spLocks noGrp="1" noRot="1" noMove="1" noResize="1" noEditPoints="1" noAdjustHandles="1" noChangeArrowheads="1" noChangeShapeType="1"/>
          </p:cNvSpPr>
          <p:nvPr userDrawn="1">
            <p:ph type="body" sz="quarter" idx="66"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29" name="Anglepoint Logo">
            <a:hlinkClick r:id="" action="ppaction://noaction"/>
            <a:extLst>
              <a:ext uri="{FF2B5EF4-FFF2-40B4-BE49-F238E27FC236}">
                <a16:creationId xmlns:a16="http://schemas.microsoft.com/office/drawing/2014/main" id="{D6FE01C8-6D5B-4516-84D1-AB14ED0CA84A}"/>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304917945"/>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 5-8 Headshots">
    <p:spTree>
      <p:nvGrpSpPr>
        <p:cNvPr id="1" name=""/>
        <p:cNvGrpSpPr/>
        <p:nvPr/>
      </p:nvGrpSpPr>
      <p:grpSpPr>
        <a:xfrm>
          <a:off x="0" y="0"/>
          <a:ext cx="0" cy="0"/>
          <a:chOff x="0" y="0"/>
          <a:chExt cx="0" cy="0"/>
        </a:xfrm>
      </p:grpSpPr>
      <p:sp>
        <p:nvSpPr>
          <p:cNvPr id="4" name="Footer">
            <a:extLst>
              <a:ext uri="{FF2B5EF4-FFF2-40B4-BE49-F238E27FC236}">
                <a16:creationId xmlns:a16="http://schemas.microsoft.com/office/drawing/2014/main" id="{AD453CE4-1370-4592-8A3C-6BCDFE783B4A}"/>
              </a:ext>
            </a:extLst>
          </p:cNvPr>
          <p:cNvSpPr>
            <a:spLocks noGrp="1" noRot="1" noMove="1" noResize="1" noEditPoints="1" noAdjustHandles="1" noChangeArrowheads="1" noChangeShapeType="1"/>
          </p:cNvSpPr>
          <p:nvPr>
            <p:ph type="ftr" sz="quarter" idx="64"/>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7" name="Date">
            <a:extLst>
              <a:ext uri="{FF2B5EF4-FFF2-40B4-BE49-F238E27FC236}">
                <a16:creationId xmlns:a16="http://schemas.microsoft.com/office/drawing/2014/main" id="{5F340DBB-0F9C-4E40-BC58-31BA031D2932}"/>
              </a:ext>
            </a:extLst>
          </p:cNvPr>
          <p:cNvSpPr>
            <a:spLocks noGrp="1" noRot="1" noMove="1" noResize="1" noEditPoints="1" noAdjustHandles="1" noChangeArrowheads="1" noChangeShapeType="1"/>
          </p:cNvSpPr>
          <p:nvPr>
            <p:ph type="dt" sz="half" idx="67"/>
          </p:nvPr>
        </p:nvSpPr>
        <p:spPr>
          <a:xfrm>
            <a:off x="0" y="13441680"/>
            <a:ext cx="1143000" cy="274320"/>
          </a:xfrm>
        </p:spPr>
        <p:txBody>
          <a:bodyPr/>
          <a:lstStyle/>
          <a:p>
            <a:fld id="{3E0C123E-1512-E94C-A7BA-23C97C449BAA}" type="datetime4">
              <a:rPr lang="en-US" smtClean="0"/>
              <a:t>June 10, 2026</a:t>
            </a:fld>
            <a:endParaRPr lang="en-US"/>
          </a:p>
        </p:txBody>
      </p:sp>
      <p:sp>
        <p:nvSpPr>
          <p:cNvPr id="5" name="Slide Number">
            <a:extLst>
              <a:ext uri="{FF2B5EF4-FFF2-40B4-BE49-F238E27FC236}">
                <a16:creationId xmlns:a16="http://schemas.microsoft.com/office/drawing/2014/main" id="{9C714588-32EA-4A9F-8A3D-A5B677FE0DF7}"/>
              </a:ext>
            </a:extLst>
          </p:cNvPr>
          <p:cNvSpPr>
            <a:spLocks noGrp="1" noRot="1" noMove="1" noResize="1" noEditPoints="1" noAdjustHandles="1" noChangeArrowheads="1" noChangeShapeType="1"/>
          </p:cNvSpPr>
          <p:nvPr>
            <p:ph type="sldNum" sz="quarter" idx="65"/>
          </p:nvPr>
        </p:nvSpPr>
        <p:spPr/>
        <p:txBody>
          <a:bodyPr/>
          <a:lstStyle/>
          <a:p>
            <a:fld id="{65CC2327-6B8B-47BD-B581-B21CDA88CCFB}" type="slidenum">
              <a:rPr lang="en-US" smtClean="0"/>
              <a:pPr/>
              <a:t>‹#›</a:t>
            </a:fld>
            <a:endParaRPr lang="en-US"/>
          </a:p>
        </p:txBody>
      </p:sp>
      <p:sp>
        <p:nvSpPr>
          <p:cNvPr id="137" name="Headshot 9 Title">
            <a:extLst>
              <a:ext uri="{FF2B5EF4-FFF2-40B4-BE49-F238E27FC236}">
                <a16:creationId xmlns:a16="http://schemas.microsoft.com/office/drawing/2014/main" id="{9B4EA6D6-E592-4893-8729-749BE936C101}"/>
              </a:ext>
            </a:extLst>
          </p:cNvPr>
          <p:cNvSpPr>
            <a:spLocks noGrp="1"/>
          </p:cNvSpPr>
          <p:nvPr>
            <p:ph type="body" sz="quarter" idx="56" hasCustomPrompt="1"/>
          </p:nvPr>
        </p:nvSpPr>
        <p:spPr>
          <a:xfrm>
            <a:off x="1971973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36" name="Headshot 9 Name">
            <a:extLst>
              <a:ext uri="{FF2B5EF4-FFF2-40B4-BE49-F238E27FC236}">
                <a16:creationId xmlns:a16="http://schemas.microsoft.com/office/drawing/2014/main" id="{235AD1C0-3695-4688-B10E-37483D282F31}"/>
              </a:ext>
            </a:extLst>
          </p:cNvPr>
          <p:cNvSpPr>
            <a:spLocks noGrp="1"/>
          </p:cNvSpPr>
          <p:nvPr>
            <p:ph type="body" sz="quarter" idx="55" hasCustomPrompt="1"/>
          </p:nvPr>
        </p:nvSpPr>
        <p:spPr>
          <a:xfrm>
            <a:off x="19719735"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20" name="Headshot 9 Image">
            <a:extLst>
              <a:ext uri="{FF2B5EF4-FFF2-40B4-BE49-F238E27FC236}">
                <a16:creationId xmlns:a16="http://schemas.microsoft.com/office/drawing/2014/main" id="{FE124FF8-6531-814A-8790-2179F5A32F22}"/>
              </a:ext>
            </a:extLst>
          </p:cNvPr>
          <p:cNvSpPr>
            <a:spLocks noGrp="1"/>
          </p:cNvSpPr>
          <p:nvPr userDrawn="1">
            <p:ph type="pic" sz="quarter" idx="15" hasCustomPrompt="1"/>
          </p:nvPr>
        </p:nvSpPr>
        <p:spPr>
          <a:xfrm>
            <a:off x="1971973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9" name="Headshot 8 Title">
            <a:extLst>
              <a:ext uri="{FF2B5EF4-FFF2-40B4-BE49-F238E27FC236}">
                <a16:creationId xmlns:a16="http://schemas.microsoft.com/office/drawing/2014/main" id="{425C8BBB-2629-403F-AE6C-77F22674628B}"/>
              </a:ext>
            </a:extLst>
          </p:cNvPr>
          <p:cNvSpPr>
            <a:spLocks noGrp="1"/>
          </p:cNvSpPr>
          <p:nvPr userDrawn="1">
            <p:ph type="body" sz="quarter" idx="54" hasCustomPrompt="1"/>
          </p:nvPr>
        </p:nvSpPr>
        <p:spPr>
          <a:xfrm>
            <a:off x="16078821"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8" name="Headshot 8 Name">
            <a:extLst>
              <a:ext uri="{FF2B5EF4-FFF2-40B4-BE49-F238E27FC236}">
                <a16:creationId xmlns:a16="http://schemas.microsoft.com/office/drawing/2014/main" id="{438637C9-22E4-43A3-B564-529C95070A81}"/>
              </a:ext>
            </a:extLst>
          </p:cNvPr>
          <p:cNvSpPr>
            <a:spLocks noGrp="1"/>
          </p:cNvSpPr>
          <p:nvPr userDrawn="1">
            <p:ph type="body" sz="quarter" idx="53" hasCustomPrompt="1"/>
          </p:nvPr>
        </p:nvSpPr>
        <p:spPr>
          <a:xfrm>
            <a:off x="16078821"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9" name="Headshot 8 Image">
            <a:extLst>
              <a:ext uri="{FF2B5EF4-FFF2-40B4-BE49-F238E27FC236}">
                <a16:creationId xmlns:a16="http://schemas.microsoft.com/office/drawing/2014/main" id="{4C5310C9-26B2-E043-B2F5-839DDD294C04}"/>
              </a:ext>
            </a:extLst>
          </p:cNvPr>
          <p:cNvSpPr>
            <a:spLocks noGrp="1"/>
          </p:cNvSpPr>
          <p:nvPr userDrawn="1">
            <p:ph type="pic" sz="quarter" idx="14" hasCustomPrompt="1"/>
          </p:nvPr>
        </p:nvSpPr>
        <p:spPr>
          <a:xfrm>
            <a:off x="1607882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5" name="Headshot 7 Title">
            <a:extLst>
              <a:ext uri="{FF2B5EF4-FFF2-40B4-BE49-F238E27FC236}">
                <a16:creationId xmlns:a16="http://schemas.microsoft.com/office/drawing/2014/main" id="{7B729B38-71D9-4F4A-8902-E9E95C3D4079}"/>
              </a:ext>
            </a:extLst>
          </p:cNvPr>
          <p:cNvSpPr>
            <a:spLocks noGrp="1"/>
          </p:cNvSpPr>
          <p:nvPr userDrawn="1">
            <p:ph type="body" sz="quarter" idx="52" hasCustomPrompt="1"/>
          </p:nvPr>
        </p:nvSpPr>
        <p:spPr>
          <a:xfrm>
            <a:off x="12437839"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4" name="Headshot 7 Name">
            <a:extLst>
              <a:ext uri="{FF2B5EF4-FFF2-40B4-BE49-F238E27FC236}">
                <a16:creationId xmlns:a16="http://schemas.microsoft.com/office/drawing/2014/main" id="{193D88E1-E637-430A-B896-20C10D9C81A6}"/>
              </a:ext>
            </a:extLst>
          </p:cNvPr>
          <p:cNvSpPr>
            <a:spLocks noGrp="1"/>
          </p:cNvSpPr>
          <p:nvPr userDrawn="1">
            <p:ph type="body" sz="quarter" idx="51" hasCustomPrompt="1"/>
          </p:nvPr>
        </p:nvSpPr>
        <p:spPr>
          <a:xfrm>
            <a:off x="12437839"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8" name="Headshot 7 Image">
            <a:extLst>
              <a:ext uri="{FF2B5EF4-FFF2-40B4-BE49-F238E27FC236}">
                <a16:creationId xmlns:a16="http://schemas.microsoft.com/office/drawing/2014/main" id="{F4BD81BD-7377-EA4D-923F-88FE4E0D7573}"/>
              </a:ext>
            </a:extLst>
          </p:cNvPr>
          <p:cNvSpPr>
            <a:spLocks noGrp="1"/>
          </p:cNvSpPr>
          <p:nvPr userDrawn="1">
            <p:ph type="pic" sz="quarter" idx="13" hasCustomPrompt="1"/>
          </p:nvPr>
        </p:nvSpPr>
        <p:spPr>
          <a:xfrm>
            <a:off x="12437907"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1" name="Headshot 6 Title">
            <a:extLst>
              <a:ext uri="{FF2B5EF4-FFF2-40B4-BE49-F238E27FC236}">
                <a16:creationId xmlns:a16="http://schemas.microsoft.com/office/drawing/2014/main" id="{DFC132F2-8063-488A-8CD0-655B62AE94CE}"/>
              </a:ext>
            </a:extLst>
          </p:cNvPr>
          <p:cNvSpPr>
            <a:spLocks noGrp="1"/>
          </p:cNvSpPr>
          <p:nvPr userDrawn="1">
            <p:ph type="body" sz="quarter" idx="50" hasCustomPrompt="1"/>
          </p:nvPr>
        </p:nvSpPr>
        <p:spPr>
          <a:xfrm>
            <a:off x="879696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0" name="Headshot 6 Name">
            <a:extLst>
              <a:ext uri="{FF2B5EF4-FFF2-40B4-BE49-F238E27FC236}">
                <a16:creationId xmlns:a16="http://schemas.microsoft.com/office/drawing/2014/main" id="{DE3AF9B2-2DA5-417F-ADDC-5122F2E4ECD3}"/>
              </a:ext>
            </a:extLst>
          </p:cNvPr>
          <p:cNvSpPr>
            <a:spLocks noGrp="1"/>
          </p:cNvSpPr>
          <p:nvPr userDrawn="1">
            <p:ph type="body" sz="quarter" idx="49" hasCustomPrompt="1"/>
          </p:nvPr>
        </p:nvSpPr>
        <p:spPr>
          <a:xfrm>
            <a:off x="8796965"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4" name="Headshot 6 Image">
            <a:extLst>
              <a:ext uri="{FF2B5EF4-FFF2-40B4-BE49-F238E27FC236}">
                <a16:creationId xmlns:a16="http://schemas.microsoft.com/office/drawing/2014/main" id="{A52E1C16-97C6-0C4C-A4C1-DB214BC0F92A}"/>
              </a:ext>
            </a:extLst>
          </p:cNvPr>
          <p:cNvSpPr>
            <a:spLocks noGrp="1"/>
          </p:cNvSpPr>
          <p:nvPr userDrawn="1">
            <p:ph type="pic" sz="quarter" idx="25" hasCustomPrompt="1"/>
          </p:nvPr>
        </p:nvSpPr>
        <p:spPr>
          <a:xfrm>
            <a:off x="8796992"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17" name="Headshot 5 Title">
            <a:extLst>
              <a:ext uri="{FF2B5EF4-FFF2-40B4-BE49-F238E27FC236}">
                <a16:creationId xmlns:a16="http://schemas.microsoft.com/office/drawing/2014/main" id="{318FE40D-EEA5-4248-AED1-CF755C16C6F1}"/>
              </a:ext>
            </a:extLst>
          </p:cNvPr>
          <p:cNvSpPr>
            <a:spLocks noGrp="1"/>
          </p:cNvSpPr>
          <p:nvPr userDrawn="1">
            <p:ph type="body" sz="quarter" idx="48" hasCustomPrompt="1"/>
          </p:nvPr>
        </p:nvSpPr>
        <p:spPr>
          <a:xfrm>
            <a:off x="5156091"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16" name="Headshot 5 Name">
            <a:extLst>
              <a:ext uri="{FF2B5EF4-FFF2-40B4-BE49-F238E27FC236}">
                <a16:creationId xmlns:a16="http://schemas.microsoft.com/office/drawing/2014/main" id="{02E3585C-5813-45A9-A772-E8845DD8020F}"/>
              </a:ext>
            </a:extLst>
          </p:cNvPr>
          <p:cNvSpPr>
            <a:spLocks noGrp="1"/>
          </p:cNvSpPr>
          <p:nvPr userDrawn="1">
            <p:ph type="body" sz="quarter" idx="47" hasCustomPrompt="1"/>
          </p:nvPr>
        </p:nvSpPr>
        <p:spPr>
          <a:xfrm>
            <a:off x="5156091"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3" name="Headshot 5 Image">
            <a:extLst>
              <a:ext uri="{FF2B5EF4-FFF2-40B4-BE49-F238E27FC236}">
                <a16:creationId xmlns:a16="http://schemas.microsoft.com/office/drawing/2014/main" id="{53CF112F-1D30-9D4F-BAB2-C745A662D123}"/>
              </a:ext>
            </a:extLst>
          </p:cNvPr>
          <p:cNvSpPr>
            <a:spLocks noGrp="1"/>
          </p:cNvSpPr>
          <p:nvPr userDrawn="1">
            <p:ph type="pic" sz="quarter" idx="24" hasCustomPrompt="1"/>
          </p:nvPr>
        </p:nvSpPr>
        <p:spPr>
          <a:xfrm>
            <a:off x="515609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87" name="Headshot 4 Title">
            <a:extLst>
              <a:ext uri="{FF2B5EF4-FFF2-40B4-BE49-F238E27FC236}">
                <a16:creationId xmlns:a16="http://schemas.microsoft.com/office/drawing/2014/main" id="{04C6C523-C73E-4677-8B82-DC1C371617E8}"/>
              </a:ext>
            </a:extLst>
          </p:cNvPr>
          <p:cNvSpPr>
            <a:spLocks noGrp="1"/>
          </p:cNvSpPr>
          <p:nvPr userDrawn="1">
            <p:ph type="body" sz="quarter" idx="34" hasCustomPrompt="1"/>
          </p:nvPr>
        </p:nvSpPr>
        <p:spPr>
          <a:xfrm>
            <a:off x="151500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86" name="Headshot 4 Name">
            <a:extLst>
              <a:ext uri="{FF2B5EF4-FFF2-40B4-BE49-F238E27FC236}">
                <a16:creationId xmlns:a16="http://schemas.microsoft.com/office/drawing/2014/main" id="{5A43AAF7-BD7B-4D0F-8FC6-5D16B3A6BC7F}"/>
              </a:ext>
            </a:extLst>
          </p:cNvPr>
          <p:cNvSpPr>
            <a:spLocks noGrp="1"/>
          </p:cNvSpPr>
          <p:nvPr userDrawn="1">
            <p:ph type="body" sz="quarter" idx="33" hasCustomPrompt="1"/>
          </p:nvPr>
        </p:nvSpPr>
        <p:spPr>
          <a:xfrm>
            <a:off x="1515005" y="10828146"/>
            <a:ext cx="3145536" cy="539496"/>
          </a:xfrm>
          <a:prstGeom prst="rect">
            <a:avLst/>
          </a:prstGeom>
          <a:solidFill>
            <a:schemeClr val="tx1">
              <a:lumMod val="20000"/>
              <a:lumOff val="80000"/>
            </a:schemeClr>
          </a:solidFill>
        </p:spPr>
        <p:txBody>
          <a:bodyPr lIns="182880" tIns="4572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55" name="Headshot 4 Image">
            <a:extLst>
              <a:ext uri="{FF2B5EF4-FFF2-40B4-BE49-F238E27FC236}">
                <a16:creationId xmlns:a16="http://schemas.microsoft.com/office/drawing/2014/main" id="{7400B20C-D969-964E-B2B7-D2EF3E9D42E2}"/>
              </a:ext>
            </a:extLst>
          </p:cNvPr>
          <p:cNvSpPr>
            <a:spLocks noGrp="1"/>
          </p:cNvSpPr>
          <p:nvPr userDrawn="1">
            <p:ph type="pic" sz="quarter" idx="28" hasCustomPrompt="1"/>
          </p:nvPr>
        </p:nvSpPr>
        <p:spPr>
          <a:xfrm>
            <a:off x="151500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49" name="Headshot 3 Title">
            <a:extLst>
              <a:ext uri="{FF2B5EF4-FFF2-40B4-BE49-F238E27FC236}">
                <a16:creationId xmlns:a16="http://schemas.microsoft.com/office/drawing/2014/main" id="{FA7E17B7-A75B-459E-BD36-412F61E30671}"/>
              </a:ext>
            </a:extLst>
          </p:cNvPr>
          <p:cNvSpPr>
            <a:spLocks noGrp="1"/>
          </p:cNvSpPr>
          <p:nvPr userDrawn="1">
            <p:ph type="body" sz="quarter" idx="62" hasCustomPrompt="1"/>
          </p:nvPr>
        </p:nvSpPr>
        <p:spPr>
          <a:xfrm>
            <a:off x="19719735" y="647291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8" name="Headshot 3 Name">
            <a:extLst>
              <a:ext uri="{FF2B5EF4-FFF2-40B4-BE49-F238E27FC236}">
                <a16:creationId xmlns:a16="http://schemas.microsoft.com/office/drawing/2014/main" id="{604D779B-1F9A-469C-8BAC-1B180766BBA0}"/>
              </a:ext>
            </a:extLst>
          </p:cNvPr>
          <p:cNvSpPr>
            <a:spLocks noGrp="1"/>
          </p:cNvSpPr>
          <p:nvPr userDrawn="1">
            <p:ph type="body" sz="quarter" idx="61" hasCustomPrompt="1"/>
          </p:nvPr>
        </p:nvSpPr>
        <p:spPr>
          <a:xfrm>
            <a:off x="19719735"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7" name="Headshot 3 Image">
            <a:extLst>
              <a:ext uri="{FF2B5EF4-FFF2-40B4-BE49-F238E27FC236}">
                <a16:creationId xmlns:a16="http://schemas.microsoft.com/office/drawing/2014/main" id="{BD059C14-E991-2640-98FB-741FA61927D7}"/>
              </a:ext>
            </a:extLst>
          </p:cNvPr>
          <p:cNvSpPr>
            <a:spLocks noGrp="1"/>
          </p:cNvSpPr>
          <p:nvPr userDrawn="1">
            <p:ph type="pic" sz="quarter" idx="12" hasCustomPrompt="1"/>
          </p:nvPr>
        </p:nvSpPr>
        <p:spPr>
          <a:xfrm>
            <a:off x="19719735" y="2787880"/>
            <a:ext cx="3145536" cy="3145536"/>
          </a:xfrm>
          <a:prstGeom prst="rect">
            <a:avLst/>
          </a:prstGeom>
        </p:spPr>
        <p:txBody>
          <a:bodyPr tIns="365760" anchor="ctr"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47" name="Headshot 2 Title">
            <a:extLst>
              <a:ext uri="{FF2B5EF4-FFF2-40B4-BE49-F238E27FC236}">
                <a16:creationId xmlns:a16="http://schemas.microsoft.com/office/drawing/2014/main" id="{44F78D72-A4D7-412B-8D54-07450DA91307}"/>
              </a:ext>
            </a:extLst>
          </p:cNvPr>
          <p:cNvSpPr>
            <a:spLocks noGrp="1"/>
          </p:cNvSpPr>
          <p:nvPr userDrawn="1">
            <p:ph type="body" sz="quarter" idx="60" hasCustomPrompt="1"/>
          </p:nvPr>
        </p:nvSpPr>
        <p:spPr>
          <a:xfrm>
            <a:off x="16078821" y="6472912"/>
            <a:ext cx="3145536" cy="539496"/>
          </a:xfrm>
          <a:prstGeom prst="rect">
            <a:avLst/>
          </a:prstGeom>
          <a:solidFill>
            <a:schemeClr val="tx1">
              <a:lumMod val="20000"/>
              <a:lumOff val="80000"/>
            </a:schemeClr>
          </a:solidFill>
        </p:spPr>
        <p:txBody>
          <a:bodyPr lIns="182880" tIns="18288" rIns="182880" anchor="t" anchorCtr="0">
            <a:normAutofit/>
          </a:bodyPr>
          <a:lstStyle>
            <a:lvl1pPr marL="0" indent="0" algn="ctr">
              <a:lnSpc>
                <a:spcPct val="80000"/>
              </a:lnSpc>
              <a:spcBef>
                <a:spcPts val="0"/>
              </a:spcBef>
              <a:spcAft>
                <a:spcPts val="0"/>
              </a:spcAft>
              <a:buNone/>
              <a:defRPr lang="en-US" sz="1600" b="0" i="0" kern="1200" spc="-50" baseline="0" noProof="0" dirty="0">
                <a:solidFill>
                  <a:schemeClr val="tx2"/>
                </a:solidFill>
                <a:latin typeface="TT Norms Pro" panose="02000503030000020003" pitchFamily="2" charset="0"/>
                <a:ea typeface="+mn-ea"/>
                <a:cs typeface="+mn-cs"/>
              </a:defRPr>
            </a:lvl1pPr>
          </a:lstStyle>
          <a:p>
            <a:pPr marL="0" lvl="0" indent="0" algn="ctr" defTabSz="1828708" rtl="0" eaLnBrk="1" latinLnBrk="0" hangingPunct="1">
              <a:lnSpc>
                <a:spcPct val="80000"/>
              </a:lnSpc>
              <a:spcBef>
                <a:spcPts val="0"/>
              </a:spcBef>
              <a:spcAft>
                <a:spcPts val="0"/>
              </a:spcAft>
              <a:buFont typeface="Arial" panose="020B0604020202020204" pitchFamily="34" charset="0"/>
              <a:buNone/>
            </a:pPr>
            <a:r>
              <a:rPr lang="en-US"/>
              <a:t>Title (16 </a:t>
            </a:r>
            <a:r>
              <a:rPr lang="en-US" err="1"/>
              <a:t>pt</a:t>
            </a:r>
            <a:r>
              <a:rPr lang="en-US"/>
              <a:t> regular)</a:t>
            </a:r>
          </a:p>
        </p:txBody>
      </p:sp>
      <p:sp>
        <p:nvSpPr>
          <p:cNvPr id="146" name="Headshot 2 Name">
            <a:extLst>
              <a:ext uri="{FF2B5EF4-FFF2-40B4-BE49-F238E27FC236}">
                <a16:creationId xmlns:a16="http://schemas.microsoft.com/office/drawing/2014/main" id="{C718CDDB-5D42-48CF-93CD-3607FB8BB9AB}"/>
              </a:ext>
            </a:extLst>
          </p:cNvPr>
          <p:cNvSpPr>
            <a:spLocks noGrp="1"/>
          </p:cNvSpPr>
          <p:nvPr userDrawn="1">
            <p:ph type="body" sz="quarter" idx="59" hasCustomPrompt="1"/>
          </p:nvPr>
        </p:nvSpPr>
        <p:spPr>
          <a:xfrm>
            <a:off x="16078821"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6" name="Headshot 2 Image">
            <a:extLst>
              <a:ext uri="{FF2B5EF4-FFF2-40B4-BE49-F238E27FC236}">
                <a16:creationId xmlns:a16="http://schemas.microsoft.com/office/drawing/2014/main" id="{5D53F939-BDBC-AD4F-B30F-7BB7432158E8}"/>
              </a:ext>
            </a:extLst>
          </p:cNvPr>
          <p:cNvSpPr>
            <a:spLocks noGrp="1"/>
          </p:cNvSpPr>
          <p:nvPr userDrawn="1">
            <p:ph type="pic" sz="quarter" idx="11" hasCustomPrompt="1"/>
          </p:nvPr>
        </p:nvSpPr>
        <p:spPr>
          <a:xfrm>
            <a:off x="16078821"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145" name="Headshot 1 Title">
            <a:extLst>
              <a:ext uri="{FF2B5EF4-FFF2-40B4-BE49-F238E27FC236}">
                <a16:creationId xmlns:a16="http://schemas.microsoft.com/office/drawing/2014/main" id="{79E2707B-5A69-40CC-8E44-FB933406F463}"/>
              </a:ext>
            </a:extLst>
          </p:cNvPr>
          <p:cNvSpPr>
            <a:spLocks noGrp="1"/>
          </p:cNvSpPr>
          <p:nvPr userDrawn="1">
            <p:ph type="body" sz="quarter" idx="58" hasCustomPrompt="1"/>
          </p:nvPr>
        </p:nvSpPr>
        <p:spPr>
          <a:xfrm>
            <a:off x="12437839" y="647291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4" name="Headshot 1 Name">
            <a:extLst>
              <a:ext uri="{FF2B5EF4-FFF2-40B4-BE49-F238E27FC236}">
                <a16:creationId xmlns:a16="http://schemas.microsoft.com/office/drawing/2014/main" id="{1C075D70-4DC9-4766-9792-C861DA69328D}"/>
              </a:ext>
            </a:extLst>
          </p:cNvPr>
          <p:cNvSpPr>
            <a:spLocks noGrp="1"/>
          </p:cNvSpPr>
          <p:nvPr userDrawn="1">
            <p:ph type="body" sz="quarter" idx="57" hasCustomPrompt="1"/>
          </p:nvPr>
        </p:nvSpPr>
        <p:spPr>
          <a:xfrm>
            <a:off x="12437839"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 name="Headshot 1 Image">
            <a:extLst>
              <a:ext uri="{FF2B5EF4-FFF2-40B4-BE49-F238E27FC236}">
                <a16:creationId xmlns:a16="http://schemas.microsoft.com/office/drawing/2014/main" id="{15685170-DFAB-6547-8534-9967010DFFBF}"/>
              </a:ext>
            </a:extLst>
          </p:cNvPr>
          <p:cNvSpPr>
            <a:spLocks noGrp="1"/>
          </p:cNvSpPr>
          <p:nvPr userDrawn="1">
            <p:ph type="pic" sz="quarter" idx="10" hasCustomPrompt="1"/>
          </p:nvPr>
        </p:nvSpPr>
        <p:spPr>
          <a:xfrm>
            <a:off x="12437907"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2" name="Title">
            <a:extLst>
              <a:ext uri="{FF2B5EF4-FFF2-40B4-BE49-F238E27FC236}">
                <a16:creationId xmlns:a16="http://schemas.microsoft.com/office/drawing/2014/main" id="{557B33AF-875E-4DDA-B91A-E2FC809F363F}"/>
              </a:ext>
            </a:extLst>
          </p:cNvPr>
          <p:cNvSpPr>
            <a:spLocks noGrp="1" noRot="1" noMove="1" noResize="1" noEditPoints="1" noAdjustHandles="1" noChangeArrowheads="1" noChangeShapeType="1"/>
          </p:cNvSpPr>
          <p:nvPr userDrawn="1">
            <p:ph type="title" hasCustomPrompt="1"/>
          </p:nvPr>
        </p:nvSpPr>
        <p:spPr>
          <a:xfrm>
            <a:off x="1515004" y="2388315"/>
            <a:ext cx="10251934" cy="4622918"/>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56" name="Subtitle">
            <a:extLst>
              <a:ext uri="{FF2B5EF4-FFF2-40B4-BE49-F238E27FC236}">
                <a16:creationId xmlns:a16="http://schemas.microsoft.com/office/drawing/2014/main" id="{324EFA29-2227-4C18-AC76-BEFC6F23437E}"/>
              </a:ext>
            </a:extLst>
          </p:cNvPr>
          <p:cNvSpPr>
            <a:spLocks noGrp="1" noRot="1" noMove="1" noResize="1" noEditPoints="1" noAdjustHandles="1" noChangeArrowheads="1" noChangeShapeType="1"/>
          </p:cNvSpPr>
          <p:nvPr userDrawn="1">
            <p:ph type="body" sz="quarter" idx="16" hasCustomPrompt="1"/>
          </p:nvPr>
        </p:nvSpPr>
        <p:spPr>
          <a:xfrm>
            <a:off x="1515003" y="1913893"/>
            <a:ext cx="10250424"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FC6CA76C-D78A-4270-9774-0BE6CEEB34FA}"/>
              </a:ext>
            </a:extLst>
          </p:cNvPr>
          <p:cNvSpPr>
            <a:spLocks noGrp="1" noRot="1" noMove="1" noResize="1" noEditPoints="1" noAdjustHandles="1" noChangeArrowheads="1" noChangeShapeType="1"/>
          </p:cNvSpPr>
          <p:nvPr userDrawn="1">
            <p:ph type="body" sz="quarter" idx="66"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45" name="Anglepoint Logo">
            <a:hlinkClick r:id="" action="ppaction://noaction"/>
            <a:extLst>
              <a:ext uri="{FF2B5EF4-FFF2-40B4-BE49-F238E27FC236}">
                <a16:creationId xmlns:a16="http://schemas.microsoft.com/office/drawing/2014/main" id="{3A46ADE1-A0F8-435B-8CB2-CD9BC2D3AEF1}"/>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306817991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llage - 16 Logos">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A5F3BCE7-2230-48C6-9F7F-EB90130EF5C0}"/>
              </a:ext>
            </a:extLst>
          </p:cNvPr>
          <p:cNvSpPr>
            <a:spLocks noGrp="1" noRot="1" noMove="1" noResize="1" noEditPoints="1" noAdjustHandles="1" noChangeArrowheads="1" noChangeShapeType="1"/>
          </p:cNvSpPr>
          <p:nvPr>
            <p:ph type="ftr" sz="quarter" idx="6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43" name="Date" hidden="1">
            <a:extLst>
              <a:ext uri="{FF2B5EF4-FFF2-40B4-BE49-F238E27FC236}">
                <a16:creationId xmlns:a16="http://schemas.microsoft.com/office/drawing/2014/main" id="{920E0566-C6B6-4063-8713-8F92FB6979A9}"/>
              </a:ext>
            </a:extLst>
          </p:cNvPr>
          <p:cNvSpPr>
            <a:spLocks noGrp="1" noRot="1" noMove="1" noResize="1" noEditPoints="1" noAdjustHandles="1" noChangeArrowheads="1" noChangeShapeType="1"/>
          </p:cNvSpPr>
          <p:nvPr>
            <p:ph type="dt" sz="half" idx="70"/>
          </p:nvPr>
        </p:nvSpPr>
        <p:spPr>
          <a:xfrm>
            <a:off x="0" y="13441680"/>
            <a:ext cx="1143000" cy="274320"/>
          </a:xfrm>
        </p:spPr>
        <p:txBody>
          <a:bodyPr/>
          <a:lstStyle/>
          <a:p>
            <a:fld id="{79197C9B-6776-2944-90D9-A148B5F06E4E}" type="datetime4">
              <a:rPr lang="en-US" smtClean="0"/>
              <a:t>June 10, 2026</a:t>
            </a:fld>
            <a:endParaRPr lang="en-US"/>
          </a:p>
        </p:txBody>
      </p:sp>
      <p:sp>
        <p:nvSpPr>
          <p:cNvPr id="3" name="Slide Number">
            <a:extLst>
              <a:ext uri="{FF2B5EF4-FFF2-40B4-BE49-F238E27FC236}">
                <a16:creationId xmlns:a16="http://schemas.microsoft.com/office/drawing/2014/main" id="{5A03D63E-46B0-4461-8045-CCF3D3EED8F7}"/>
              </a:ext>
            </a:extLst>
          </p:cNvPr>
          <p:cNvSpPr>
            <a:spLocks noGrp="1" noRot="1" noMove="1" noResize="1" noEditPoints="1" noAdjustHandles="1" noChangeArrowheads="1" noChangeShapeType="1"/>
          </p:cNvSpPr>
          <p:nvPr>
            <p:ph type="sldNum" sz="quarter" idx="69"/>
          </p:nvPr>
        </p:nvSpPr>
        <p:spPr/>
        <p:txBody>
          <a:bodyPr/>
          <a:lstStyle/>
          <a:p>
            <a:fld id="{65CC2327-6B8B-47BD-B581-B21CDA88CCFB}" type="slidenum">
              <a:rPr lang="en-US" smtClean="0"/>
              <a:pPr/>
              <a:t>‹#›</a:t>
            </a:fld>
            <a:endParaRPr lang="en-US"/>
          </a:p>
        </p:txBody>
      </p:sp>
      <p:sp>
        <p:nvSpPr>
          <p:cNvPr id="38" name="Logo 16">
            <a:extLst>
              <a:ext uri="{FF2B5EF4-FFF2-40B4-BE49-F238E27FC236}">
                <a16:creationId xmlns:a16="http://schemas.microsoft.com/office/drawing/2014/main" id="{C4DCC261-E207-3F4E-BF2C-4D682046B680}"/>
              </a:ext>
            </a:extLst>
          </p:cNvPr>
          <p:cNvSpPr>
            <a:spLocks noGrp="1" noRot="1" noMove="1" noResize="1" noEditPoints="1" noAdjustHandles="1" noChangeArrowheads="1" noChangeShapeType="1"/>
          </p:cNvSpPr>
          <p:nvPr>
            <p:ph type="pic" sz="quarter" idx="44" hasCustomPrompt="1"/>
          </p:nvPr>
        </p:nvSpPr>
        <p:spPr>
          <a:xfrm>
            <a:off x="20101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7" name="Logo 15">
            <a:extLst>
              <a:ext uri="{FF2B5EF4-FFF2-40B4-BE49-F238E27FC236}">
                <a16:creationId xmlns:a16="http://schemas.microsoft.com/office/drawing/2014/main" id="{6EF833F9-BAAF-6A45-B384-376431515C11}"/>
              </a:ext>
            </a:extLst>
          </p:cNvPr>
          <p:cNvSpPr>
            <a:spLocks noGrp="1" noRot="1" noMove="1" noResize="1" noEditPoints="1" noAdjustHandles="1" noChangeArrowheads="1" noChangeShapeType="1"/>
          </p:cNvSpPr>
          <p:nvPr>
            <p:ph type="pic" sz="quarter" idx="43" hasCustomPrompt="1"/>
          </p:nvPr>
        </p:nvSpPr>
        <p:spPr>
          <a:xfrm>
            <a:off x="17053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2" name="Logo 14">
            <a:extLst>
              <a:ext uri="{FF2B5EF4-FFF2-40B4-BE49-F238E27FC236}">
                <a16:creationId xmlns:a16="http://schemas.microsoft.com/office/drawing/2014/main" id="{BFFE0A8A-E797-774B-BE30-A70A9846D072}"/>
              </a:ext>
            </a:extLst>
          </p:cNvPr>
          <p:cNvSpPr>
            <a:spLocks noGrp="1" noRot="1" noMove="1" noResize="1" noEditPoints="1" noAdjustHandles="1" noChangeArrowheads="1" noChangeShapeType="1"/>
          </p:cNvSpPr>
          <p:nvPr>
            <p:ph type="pic" sz="quarter" idx="47" hasCustomPrompt="1"/>
          </p:nvPr>
        </p:nvSpPr>
        <p:spPr>
          <a:xfrm>
            <a:off x="14005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0" name="Logo 13">
            <a:extLst>
              <a:ext uri="{FF2B5EF4-FFF2-40B4-BE49-F238E27FC236}">
                <a16:creationId xmlns:a16="http://schemas.microsoft.com/office/drawing/2014/main" id="{7CCF94FD-D411-B04F-BD09-C15940DDF452}"/>
              </a:ext>
            </a:extLst>
          </p:cNvPr>
          <p:cNvSpPr>
            <a:spLocks noGrp="1" noRot="1" noMove="1" noResize="1" noEditPoints="1" noAdjustHandles="1" noChangeArrowheads="1" noChangeShapeType="1"/>
          </p:cNvSpPr>
          <p:nvPr>
            <p:ph type="pic" sz="quarter" idx="63" hasCustomPrompt="1"/>
          </p:nvPr>
        </p:nvSpPr>
        <p:spPr>
          <a:xfrm>
            <a:off x="10957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4" name="Logo 12">
            <a:extLst>
              <a:ext uri="{FF2B5EF4-FFF2-40B4-BE49-F238E27FC236}">
                <a16:creationId xmlns:a16="http://schemas.microsoft.com/office/drawing/2014/main" id="{D37503E6-E4C3-7A4C-A4C7-D39FE17B387A}"/>
              </a:ext>
            </a:extLst>
          </p:cNvPr>
          <p:cNvSpPr>
            <a:spLocks noGrp="1" noRot="1" noMove="1" noResize="1" noEditPoints="1" noAdjustHandles="1" noChangeArrowheads="1" noChangeShapeType="1"/>
          </p:cNvSpPr>
          <p:nvPr>
            <p:ph type="pic" sz="quarter" idx="42" hasCustomPrompt="1"/>
          </p:nvPr>
        </p:nvSpPr>
        <p:spPr>
          <a:xfrm>
            <a:off x="20101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3" name="Logo 11">
            <a:extLst>
              <a:ext uri="{FF2B5EF4-FFF2-40B4-BE49-F238E27FC236}">
                <a16:creationId xmlns:a16="http://schemas.microsoft.com/office/drawing/2014/main" id="{F1BA1056-F051-5948-A98A-CFE8AE801FD1}"/>
              </a:ext>
            </a:extLst>
          </p:cNvPr>
          <p:cNvSpPr>
            <a:spLocks noGrp="1" noRot="1" noMove="1" noResize="1" noEditPoints="1" noAdjustHandles="1" noChangeArrowheads="1" noChangeShapeType="1"/>
          </p:cNvSpPr>
          <p:nvPr>
            <p:ph type="pic" sz="quarter" idx="41" hasCustomPrompt="1"/>
          </p:nvPr>
        </p:nvSpPr>
        <p:spPr>
          <a:xfrm>
            <a:off x="17053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1" name="Logo 10">
            <a:extLst>
              <a:ext uri="{FF2B5EF4-FFF2-40B4-BE49-F238E27FC236}">
                <a16:creationId xmlns:a16="http://schemas.microsoft.com/office/drawing/2014/main" id="{5611E84E-A7D3-F849-8827-5FE361B49FF9}"/>
              </a:ext>
            </a:extLst>
          </p:cNvPr>
          <p:cNvSpPr>
            <a:spLocks noGrp="1" noRot="1" noMove="1" noResize="1" noEditPoints="1" noAdjustHandles="1" noChangeArrowheads="1" noChangeShapeType="1"/>
          </p:cNvSpPr>
          <p:nvPr>
            <p:ph type="pic" sz="quarter" idx="46" hasCustomPrompt="1"/>
          </p:nvPr>
        </p:nvSpPr>
        <p:spPr>
          <a:xfrm>
            <a:off x="14005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9" name="Logo 9">
            <a:extLst>
              <a:ext uri="{FF2B5EF4-FFF2-40B4-BE49-F238E27FC236}">
                <a16:creationId xmlns:a16="http://schemas.microsoft.com/office/drawing/2014/main" id="{075CD6DA-163D-4A41-A5B3-3C5CF67BA6A4}"/>
              </a:ext>
            </a:extLst>
          </p:cNvPr>
          <p:cNvSpPr>
            <a:spLocks noGrp="1" noRot="1" noMove="1" noResize="1" noEditPoints="1" noAdjustHandles="1" noChangeArrowheads="1" noChangeShapeType="1"/>
          </p:cNvSpPr>
          <p:nvPr>
            <p:ph type="pic" sz="quarter" idx="62" hasCustomPrompt="1"/>
          </p:nvPr>
        </p:nvSpPr>
        <p:spPr>
          <a:xfrm>
            <a:off x="10957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1" name="Logo 8">
            <a:extLst>
              <a:ext uri="{FF2B5EF4-FFF2-40B4-BE49-F238E27FC236}">
                <a16:creationId xmlns:a16="http://schemas.microsoft.com/office/drawing/2014/main" id="{903DD465-9A44-A844-8F88-FEB7E413929D}"/>
              </a:ext>
            </a:extLst>
          </p:cNvPr>
          <p:cNvSpPr>
            <a:spLocks noGrp="1" noRot="1" noMove="1" noResize="1" noEditPoints="1" noAdjustHandles="1" noChangeArrowheads="1" noChangeShapeType="1"/>
          </p:cNvSpPr>
          <p:nvPr>
            <p:ph type="pic" sz="quarter" idx="40" hasCustomPrompt="1"/>
          </p:nvPr>
        </p:nvSpPr>
        <p:spPr>
          <a:xfrm>
            <a:off x="20101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29" name="Logo 7">
            <a:extLst>
              <a:ext uri="{FF2B5EF4-FFF2-40B4-BE49-F238E27FC236}">
                <a16:creationId xmlns:a16="http://schemas.microsoft.com/office/drawing/2014/main" id="{D96CC5A6-7D99-D74E-945F-60453F9BF305}"/>
              </a:ext>
            </a:extLst>
          </p:cNvPr>
          <p:cNvSpPr>
            <a:spLocks noGrp="1" noRot="1" noMove="1" noResize="1" noEditPoints="1" noAdjustHandles="1" noChangeArrowheads="1" noChangeShapeType="1"/>
          </p:cNvSpPr>
          <p:nvPr>
            <p:ph type="pic" sz="quarter" idx="19" hasCustomPrompt="1"/>
          </p:nvPr>
        </p:nvSpPr>
        <p:spPr>
          <a:xfrm>
            <a:off x="17053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0" name="Logo 6">
            <a:extLst>
              <a:ext uri="{FF2B5EF4-FFF2-40B4-BE49-F238E27FC236}">
                <a16:creationId xmlns:a16="http://schemas.microsoft.com/office/drawing/2014/main" id="{6122BB72-B8AF-FA40-8B44-8A3D9C4D4613}"/>
              </a:ext>
            </a:extLst>
          </p:cNvPr>
          <p:cNvSpPr>
            <a:spLocks noGrp="1" noRot="1" noMove="1" noResize="1" noEditPoints="1" noAdjustHandles="1" noChangeArrowheads="1" noChangeShapeType="1"/>
          </p:cNvSpPr>
          <p:nvPr>
            <p:ph type="pic" sz="quarter" idx="45" hasCustomPrompt="1"/>
          </p:nvPr>
        </p:nvSpPr>
        <p:spPr>
          <a:xfrm>
            <a:off x="14005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8" name="Logo 5">
            <a:extLst>
              <a:ext uri="{FF2B5EF4-FFF2-40B4-BE49-F238E27FC236}">
                <a16:creationId xmlns:a16="http://schemas.microsoft.com/office/drawing/2014/main" id="{EB0B61C2-C788-994D-81AF-E264B3CC30F6}"/>
              </a:ext>
            </a:extLst>
          </p:cNvPr>
          <p:cNvSpPr>
            <a:spLocks noGrp="1" noRot="1" noMove="1" noResize="1" noEditPoints="1" noAdjustHandles="1" noChangeArrowheads="1" noChangeShapeType="1"/>
          </p:cNvSpPr>
          <p:nvPr>
            <p:ph type="pic" sz="quarter" idx="61" hasCustomPrompt="1"/>
          </p:nvPr>
        </p:nvSpPr>
        <p:spPr>
          <a:xfrm>
            <a:off x="10957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noRot="1" noMove="1" noResize="1" noEditPoints="1" noAdjustHandles="1" noChangeArrowheads="1" noChangeShapeType="1"/>
          </p:cNvSpPr>
          <p:nvPr>
            <p:ph type="pic" sz="quarter" idx="65" hasCustomPrompt="1"/>
          </p:nvPr>
        </p:nvSpPr>
        <p:spPr>
          <a:xfrm>
            <a:off x="20101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noRot="1" noMove="1" noResize="1" noEditPoints="1" noAdjustHandles="1" noChangeArrowheads="1" noChangeShapeType="1"/>
          </p:cNvSpPr>
          <p:nvPr>
            <p:ph type="pic" sz="quarter" idx="64" hasCustomPrompt="1"/>
          </p:nvPr>
        </p:nvSpPr>
        <p:spPr>
          <a:xfrm>
            <a:off x="17053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noRot="1" noMove="1" noResize="1" noEditPoints="1" noAdjustHandles="1" noChangeArrowheads="1" noChangeShapeType="1"/>
          </p:cNvSpPr>
          <p:nvPr>
            <p:ph type="pic" sz="quarter" idx="66" hasCustomPrompt="1"/>
          </p:nvPr>
        </p:nvSpPr>
        <p:spPr>
          <a:xfrm>
            <a:off x="14005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lang="en-US" sz="1400" b="0" i="0" kern="1200" spc="-50" baseline="0" noProof="0" dirty="0">
                <a:solidFill>
                  <a:schemeClr val="tx2"/>
                </a:solidFill>
                <a:latin typeface="+mn-lt"/>
                <a:ea typeface="+mn-ea"/>
                <a:cs typeface="+mn-cs"/>
              </a:defRPr>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Rot="1" noMove="1" noResize="1" noEditPoints="1" noAdjustHandles="1" noChangeArrowheads="1" noChangeShapeType="1"/>
          </p:cNvSpPr>
          <p:nvPr>
            <p:ph type="pic" sz="quarter" idx="67" hasCustomPrompt="1"/>
          </p:nvPr>
        </p:nvSpPr>
        <p:spPr>
          <a:xfrm>
            <a:off x="10957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graphicFrame>
        <p:nvGraphicFramePr>
          <p:cNvPr id="6" name="Table Grid">
            <a:extLst>
              <a:ext uri="{FF2B5EF4-FFF2-40B4-BE49-F238E27FC236}">
                <a16:creationId xmlns:a16="http://schemas.microsoft.com/office/drawing/2014/main" id="{1D1159A7-972B-42DE-A689-D276F615250D}"/>
              </a:ext>
            </a:extLst>
          </p:cNvPr>
          <p:cNvGraphicFramePr>
            <a:graphicFrameLocks noGrp="1" noDrilldown="1" noMove="1" noResize="1"/>
          </p:cNvGraphicFramePr>
          <p:nvPr userDrawn="1">
            <p:extLst>
              <p:ext uri="{D42A27DB-BD31-4B8C-83A1-F6EECF244321}">
                <p14:modId xmlns:p14="http://schemas.microsoft.com/office/powerpoint/2010/main" val="501720432"/>
              </p:ext>
            </p:extLst>
          </p:nvPr>
        </p:nvGraphicFramePr>
        <p:xfrm>
          <a:off x="10645276" y="1494332"/>
          <a:ext cx="11594592" cy="10058400"/>
        </p:xfrm>
        <a:graphic>
          <a:graphicData uri="http://schemas.openxmlformats.org/drawingml/2006/table">
            <a:tbl>
              <a:tblPr firstRow="1" bandRow="1">
                <a:tableStyleId>{5C22544A-7EE6-4342-B048-85BDC9FD1C3A}</a:tableStyleId>
              </a:tblPr>
              <a:tblGrid>
                <a:gridCol w="301752">
                  <a:extLst>
                    <a:ext uri="{9D8B030D-6E8A-4147-A177-3AD203B41FA5}">
                      <a16:colId xmlns:a16="http://schemas.microsoft.com/office/drawing/2014/main" val="2799599681"/>
                    </a:ext>
                  </a:extLst>
                </a:gridCol>
                <a:gridCol w="2441448">
                  <a:extLst>
                    <a:ext uri="{9D8B030D-6E8A-4147-A177-3AD203B41FA5}">
                      <a16:colId xmlns:a16="http://schemas.microsoft.com/office/drawing/2014/main" val="1246895404"/>
                    </a:ext>
                  </a:extLst>
                </a:gridCol>
                <a:gridCol w="3054096">
                  <a:extLst>
                    <a:ext uri="{9D8B030D-6E8A-4147-A177-3AD203B41FA5}">
                      <a16:colId xmlns:a16="http://schemas.microsoft.com/office/drawing/2014/main" val="4080972086"/>
                    </a:ext>
                  </a:extLst>
                </a:gridCol>
                <a:gridCol w="3054096">
                  <a:extLst>
                    <a:ext uri="{9D8B030D-6E8A-4147-A177-3AD203B41FA5}">
                      <a16:colId xmlns:a16="http://schemas.microsoft.com/office/drawing/2014/main" val="220106149"/>
                    </a:ext>
                  </a:extLst>
                </a:gridCol>
                <a:gridCol w="2441448">
                  <a:extLst>
                    <a:ext uri="{9D8B030D-6E8A-4147-A177-3AD203B41FA5}">
                      <a16:colId xmlns:a16="http://schemas.microsoft.com/office/drawing/2014/main" val="646839733"/>
                    </a:ext>
                  </a:extLst>
                </a:gridCol>
                <a:gridCol w="301752">
                  <a:extLst>
                    <a:ext uri="{9D8B030D-6E8A-4147-A177-3AD203B41FA5}">
                      <a16:colId xmlns:a16="http://schemas.microsoft.com/office/drawing/2014/main" val="1617671806"/>
                    </a:ext>
                  </a:extLst>
                </a:gridCol>
              </a:tblGrid>
              <a:tr h="22860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27432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27432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22860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55" name="Summary">
            <a:extLst>
              <a:ext uri="{FF2B5EF4-FFF2-40B4-BE49-F238E27FC236}">
                <a16:creationId xmlns:a16="http://schemas.microsoft.com/office/drawing/2014/main" id="{7BD18BE6-6A9D-E34F-B018-9E9313E0A645}"/>
              </a:ext>
            </a:extLst>
          </p:cNvPr>
          <p:cNvSpPr>
            <a:spLocks noGrp="1" noRot="1" noMove="1" noResize="1" noEditPoints="1" noAdjustHandles="1" noChangeArrowheads="1" noChangeShapeType="1"/>
          </p:cNvSpPr>
          <p:nvPr userDrawn="1">
            <p:ph type="body" sz="quarter" idx="60" hasCustomPrompt="1"/>
          </p:nvPr>
        </p:nvSpPr>
        <p:spPr>
          <a:xfrm>
            <a:off x="1815733" y="8968941"/>
            <a:ext cx="7490063" cy="2579547"/>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52" name="TItle">
            <a:extLst>
              <a:ext uri="{FF2B5EF4-FFF2-40B4-BE49-F238E27FC236}">
                <a16:creationId xmlns:a16="http://schemas.microsoft.com/office/drawing/2014/main" id="{E399F675-24E5-E64C-8FFA-06E230294F2C}"/>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45" name="Subtitle">
            <a:extLst>
              <a:ext uri="{FF2B5EF4-FFF2-40B4-BE49-F238E27FC236}">
                <a16:creationId xmlns:a16="http://schemas.microsoft.com/office/drawing/2014/main" id="{30F1B1FA-4C4F-4B71-9676-DD62E0FDF7C1}"/>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72135433-3B13-47F5-A915-305452A94B4C}"/>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28" name="Anglepoint Logo">
            <a:hlinkClick r:id="" action="ppaction://noaction"/>
            <a:extLst>
              <a:ext uri="{FF2B5EF4-FFF2-40B4-BE49-F238E27FC236}">
                <a16:creationId xmlns:a16="http://schemas.microsoft.com/office/drawing/2014/main" id="{2FFC4614-BFFA-4A01-A35B-C3378606BF73}"/>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4010222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lage - 25 Logos">
    <p:spTree>
      <p:nvGrpSpPr>
        <p:cNvPr id="1" name=""/>
        <p:cNvGrpSpPr/>
        <p:nvPr/>
      </p:nvGrpSpPr>
      <p:grpSpPr>
        <a:xfrm>
          <a:off x="0" y="0"/>
          <a:ext cx="0" cy="0"/>
          <a:chOff x="0" y="0"/>
          <a:chExt cx="0" cy="0"/>
        </a:xfrm>
      </p:grpSpPr>
      <p:sp>
        <p:nvSpPr>
          <p:cNvPr id="3" name="Footer">
            <a:extLst>
              <a:ext uri="{FF2B5EF4-FFF2-40B4-BE49-F238E27FC236}">
                <a16:creationId xmlns:a16="http://schemas.microsoft.com/office/drawing/2014/main" id="{963C93A1-BA19-41CF-9744-772DE12C730A}"/>
              </a:ext>
            </a:extLst>
          </p:cNvPr>
          <p:cNvSpPr>
            <a:spLocks noGrp="1" noRot="1" noMove="1" noResize="1" noEditPoints="1" noAdjustHandles="1" noChangeArrowheads="1" noChangeShapeType="1"/>
          </p:cNvSpPr>
          <p:nvPr>
            <p:ph type="ftr" sz="quarter" idx="89"/>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46" name="Date">
            <a:extLst>
              <a:ext uri="{FF2B5EF4-FFF2-40B4-BE49-F238E27FC236}">
                <a16:creationId xmlns:a16="http://schemas.microsoft.com/office/drawing/2014/main" id="{90C3DCAD-63E7-4250-A5E8-493923488F98}"/>
              </a:ext>
            </a:extLst>
          </p:cNvPr>
          <p:cNvSpPr>
            <a:spLocks noGrp="1" noRot="1" noMove="1" noResize="1" noEditPoints="1" noAdjustHandles="1" noChangeArrowheads="1" noChangeShapeType="1"/>
          </p:cNvSpPr>
          <p:nvPr>
            <p:ph type="dt" sz="half" idx="91"/>
          </p:nvPr>
        </p:nvSpPr>
        <p:spPr>
          <a:xfrm>
            <a:off x="0" y="13441680"/>
            <a:ext cx="1143000" cy="274320"/>
          </a:xfrm>
        </p:spPr>
        <p:txBody>
          <a:bodyPr/>
          <a:lstStyle/>
          <a:p>
            <a:fld id="{2FEA1B31-496A-754F-916C-D61E9C8934ED}" type="datetime4">
              <a:rPr lang="en-US" smtClean="0"/>
              <a:t>June 10, 2026</a:t>
            </a:fld>
            <a:endParaRPr lang="en-US"/>
          </a:p>
        </p:txBody>
      </p:sp>
      <p:sp>
        <p:nvSpPr>
          <p:cNvPr id="5" name="Slide Number">
            <a:extLst>
              <a:ext uri="{FF2B5EF4-FFF2-40B4-BE49-F238E27FC236}">
                <a16:creationId xmlns:a16="http://schemas.microsoft.com/office/drawing/2014/main" id="{8503EDF1-C8B8-400D-B281-71FF8E28F4A9}"/>
              </a:ext>
            </a:extLst>
          </p:cNvPr>
          <p:cNvSpPr>
            <a:spLocks noGrp="1" noRot="1" noMove="1" noResize="1" noEditPoints="1" noAdjustHandles="1" noChangeArrowheads="1" noChangeShapeType="1"/>
          </p:cNvSpPr>
          <p:nvPr>
            <p:ph type="sldNum" sz="quarter" idx="90"/>
          </p:nvPr>
        </p:nvSpPr>
        <p:spPr/>
        <p:txBody>
          <a:bodyPr/>
          <a:lstStyle/>
          <a:p>
            <a:fld id="{65CC2327-6B8B-47BD-B581-B21CDA88CCFB}" type="slidenum">
              <a:rPr lang="en-US" smtClean="0"/>
              <a:pPr/>
              <a:t>‹#›</a:t>
            </a:fld>
            <a:endParaRPr lang="en-US"/>
          </a:p>
        </p:txBody>
      </p:sp>
      <p:sp>
        <p:nvSpPr>
          <p:cNvPr id="113" name="Logo 25">
            <a:extLst>
              <a:ext uri="{FF2B5EF4-FFF2-40B4-BE49-F238E27FC236}">
                <a16:creationId xmlns:a16="http://schemas.microsoft.com/office/drawing/2014/main" id="{308C0CC9-D237-014E-871D-E6742A33916C}"/>
              </a:ext>
            </a:extLst>
          </p:cNvPr>
          <p:cNvSpPr>
            <a:spLocks noGrp="1"/>
          </p:cNvSpPr>
          <p:nvPr>
            <p:ph type="pic" sz="quarter" idx="88" hasCustomPrompt="1"/>
          </p:nvPr>
        </p:nvSpPr>
        <p:spPr>
          <a:xfrm>
            <a:off x="2046757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0" name="Logo 24">
            <a:extLst>
              <a:ext uri="{FF2B5EF4-FFF2-40B4-BE49-F238E27FC236}">
                <a16:creationId xmlns:a16="http://schemas.microsoft.com/office/drawing/2014/main" id="{A6E777BC-72C4-FF41-92F2-A8B13C17CA89}"/>
              </a:ext>
            </a:extLst>
          </p:cNvPr>
          <p:cNvSpPr>
            <a:spLocks noGrp="1"/>
          </p:cNvSpPr>
          <p:nvPr>
            <p:ph type="pic" sz="quarter" idx="85" hasCustomPrompt="1"/>
          </p:nvPr>
        </p:nvSpPr>
        <p:spPr>
          <a:xfrm>
            <a:off x="1809013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9" name="Logo 23">
            <a:extLst>
              <a:ext uri="{FF2B5EF4-FFF2-40B4-BE49-F238E27FC236}">
                <a16:creationId xmlns:a16="http://schemas.microsoft.com/office/drawing/2014/main" id="{F183E6DF-B70F-AA49-B36D-23DF03851731}"/>
              </a:ext>
            </a:extLst>
          </p:cNvPr>
          <p:cNvSpPr>
            <a:spLocks noGrp="1"/>
          </p:cNvSpPr>
          <p:nvPr>
            <p:ph type="pic" sz="quarter" idx="84" hasCustomPrompt="1"/>
          </p:nvPr>
        </p:nvSpPr>
        <p:spPr>
          <a:xfrm>
            <a:off x="1571269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1" name="Logo 22">
            <a:extLst>
              <a:ext uri="{FF2B5EF4-FFF2-40B4-BE49-F238E27FC236}">
                <a16:creationId xmlns:a16="http://schemas.microsoft.com/office/drawing/2014/main" id="{44B0F08B-B1F7-1945-BA8C-E28F123EE591}"/>
              </a:ext>
            </a:extLst>
          </p:cNvPr>
          <p:cNvSpPr>
            <a:spLocks noGrp="1"/>
          </p:cNvSpPr>
          <p:nvPr>
            <p:ph type="pic" sz="quarter" idx="86" hasCustomPrompt="1"/>
          </p:nvPr>
        </p:nvSpPr>
        <p:spPr>
          <a:xfrm>
            <a:off x="1333525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2" name="Logo 21">
            <a:extLst>
              <a:ext uri="{FF2B5EF4-FFF2-40B4-BE49-F238E27FC236}">
                <a16:creationId xmlns:a16="http://schemas.microsoft.com/office/drawing/2014/main" id="{2808FB49-3B69-3A48-8C98-29BDFF182DF5}"/>
              </a:ext>
            </a:extLst>
          </p:cNvPr>
          <p:cNvSpPr>
            <a:spLocks noGrp="1" noChangeAspect="1"/>
          </p:cNvSpPr>
          <p:nvPr>
            <p:ph type="pic" sz="quarter" idx="87" hasCustomPrompt="1"/>
          </p:nvPr>
        </p:nvSpPr>
        <p:spPr>
          <a:xfrm>
            <a:off x="1095781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8" name="Logo 20">
            <a:extLst>
              <a:ext uri="{FF2B5EF4-FFF2-40B4-BE49-F238E27FC236}">
                <a16:creationId xmlns:a16="http://schemas.microsoft.com/office/drawing/2014/main" id="{7A099AF8-347E-DC41-9EEE-E5A89437C6FF}"/>
              </a:ext>
            </a:extLst>
          </p:cNvPr>
          <p:cNvSpPr>
            <a:spLocks noGrp="1"/>
          </p:cNvSpPr>
          <p:nvPr>
            <p:ph type="pic" sz="quarter" idx="83" hasCustomPrompt="1"/>
          </p:nvPr>
        </p:nvSpPr>
        <p:spPr>
          <a:xfrm>
            <a:off x="2046757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5" name="Logo 19">
            <a:extLst>
              <a:ext uri="{FF2B5EF4-FFF2-40B4-BE49-F238E27FC236}">
                <a16:creationId xmlns:a16="http://schemas.microsoft.com/office/drawing/2014/main" id="{D9E5C961-B888-7C43-8A64-470BA039C5EE}"/>
              </a:ext>
            </a:extLst>
          </p:cNvPr>
          <p:cNvSpPr>
            <a:spLocks noGrp="1"/>
          </p:cNvSpPr>
          <p:nvPr>
            <p:ph type="pic" sz="quarter" idx="80" hasCustomPrompt="1"/>
          </p:nvPr>
        </p:nvSpPr>
        <p:spPr>
          <a:xfrm>
            <a:off x="1809013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4" name="Logo 18">
            <a:extLst>
              <a:ext uri="{FF2B5EF4-FFF2-40B4-BE49-F238E27FC236}">
                <a16:creationId xmlns:a16="http://schemas.microsoft.com/office/drawing/2014/main" id="{48CD9A60-A4B6-FC43-9358-41F296E6D71E}"/>
              </a:ext>
            </a:extLst>
          </p:cNvPr>
          <p:cNvSpPr>
            <a:spLocks noGrp="1"/>
          </p:cNvSpPr>
          <p:nvPr>
            <p:ph type="pic" sz="quarter" idx="79" hasCustomPrompt="1"/>
          </p:nvPr>
        </p:nvSpPr>
        <p:spPr>
          <a:xfrm>
            <a:off x="1571269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6" name="Logo 17">
            <a:extLst>
              <a:ext uri="{FF2B5EF4-FFF2-40B4-BE49-F238E27FC236}">
                <a16:creationId xmlns:a16="http://schemas.microsoft.com/office/drawing/2014/main" id="{E489D711-9055-9C40-AB53-0A74ACB4DA88}"/>
              </a:ext>
            </a:extLst>
          </p:cNvPr>
          <p:cNvSpPr>
            <a:spLocks noGrp="1"/>
          </p:cNvSpPr>
          <p:nvPr>
            <p:ph type="pic" sz="quarter" idx="81" hasCustomPrompt="1"/>
          </p:nvPr>
        </p:nvSpPr>
        <p:spPr>
          <a:xfrm>
            <a:off x="1333525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7" name="Logo 16">
            <a:extLst>
              <a:ext uri="{FF2B5EF4-FFF2-40B4-BE49-F238E27FC236}">
                <a16:creationId xmlns:a16="http://schemas.microsoft.com/office/drawing/2014/main" id="{A7C8DA76-9C71-4143-BC07-17C3C7F1914A}"/>
              </a:ext>
            </a:extLst>
          </p:cNvPr>
          <p:cNvSpPr>
            <a:spLocks noGrp="1" noChangeAspect="1"/>
          </p:cNvSpPr>
          <p:nvPr>
            <p:ph type="pic" sz="quarter" idx="82" hasCustomPrompt="1"/>
          </p:nvPr>
        </p:nvSpPr>
        <p:spPr>
          <a:xfrm>
            <a:off x="1095781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3" name="Logo 15">
            <a:extLst>
              <a:ext uri="{FF2B5EF4-FFF2-40B4-BE49-F238E27FC236}">
                <a16:creationId xmlns:a16="http://schemas.microsoft.com/office/drawing/2014/main" id="{DD69138C-DAC3-E445-92A1-9F82EB093E1D}"/>
              </a:ext>
            </a:extLst>
          </p:cNvPr>
          <p:cNvSpPr>
            <a:spLocks noGrp="1"/>
          </p:cNvSpPr>
          <p:nvPr>
            <p:ph type="pic" sz="quarter" idx="78" hasCustomPrompt="1"/>
          </p:nvPr>
        </p:nvSpPr>
        <p:spPr>
          <a:xfrm>
            <a:off x="2046757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0" name="Logo 14">
            <a:extLst>
              <a:ext uri="{FF2B5EF4-FFF2-40B4-BE49-F238E27FC236}">
                <a16:creationId xmlns:a16="http://schemas.microsoft.com/office/drawing/2014/main" id="{5905493A-4289-0543-B95C-13C235FD3653}"/>
              </a:ext>
            </a:extLst>
          </p:cNvPr>
          <p:cNvSpPr>
            <a:spLocks noGrp="1"/>
          </p:cNvSpPr>
          <p:nvPr>
            <p:ph type="pic" sz="quarter" idx="75" hasCustomPrompt="1"/>
          </p:nvPr>
        </p:nvSpPr>
        <p:spPr>
          <a:xfrm>
            <a:off x="1809013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9" name="Logo 13">
            <a:extLst>
              <a:ext uri="{FF2B5EF4-FFF2-40B4-BE49-F238E27FC236}">
                <a16:creationId xmlns:a16="http://schemas.microsoft.com/office/drawing/2014/main" id="{52720793-EB87-0148-9EE4-2B3799AABAD0}"/>
              </a:ext>
            </a:extLst>
          </p:cNvPr>
          <p:cNvSpPr>
            <a:spLocks noGrp="1"/>
          </p:cNvSpPr>
          <p:nvPr>
            <p:ph type="pic" sz="quarter" idx="74" hasCustomPrompt="1"/>
          </p:nvPr>
        </p:nvSpPr>
        <p:spPr>
          <a:xfrm>
            <a:off x="1571269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1" name="Logo 12">
            <a:extLst>
              <a:ext uri="{FF2B5EF4-FFF2-40B4-BE49-F238E27FC236}">
                <a16:creationId xmlns:a16="http://schemas.microsoft.com/office/drawing/2014/main" id="{FB90F93C-22CE-3241-A8BC-14E50FDF2D74}"/>
              </a:ext>
            </a:extLst>
          </p:cNvPr>
          <p:cNvSpPr>
            <a:spLocks noGrp="1"/>
          </p:cNvSpPr>
          <p:nvPr>
            <p:ph type="pic" sz="quarter" idx="76" hasCustomPrompt="1"/>
          </p:nvPr>
        </p:nvSpPr>
        <p:spPr>
          <a:xfrm>
            <a:off x="1333525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2" name="Logo 11">
            <a:extLst>
              <a:ext uri="{FF2B5EF4-FFF2-40B4-BE49-F238E27FC236}">
                <a16:creationId xmlns:a16="http://schemas.microsoft.com/office/drawing/2014/main" id="{E6B1A4AE-4BB4-FA47-937F-8372D0C2BFFB}"/>
              </a:ext>
            </a:extLst>
          </p:cNvPr>
          <p:cNvSpPr>
            <a:spLocks noGrp="1" noChangeAspect="1"/>
          </p:cNvSpPr>
          <p:nvPr>
            <p:ph type="pic" sz="quarter" idx="77" hasCustomPrompt="1"/>
          </p:nvPr>
        </p:nvSpPr>
        <p:spPr>
          <a:xfrm>
            <a:off x="1095781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8" name="Logo 10">
            <a:extLst>
              <a:ext uri="{FF2B5EF4-FFF2-40B4-BE49-F238E27FC236}">
                <a16:creationId xmlns:a16="http://schemas.microsoft.com/office/drawing/2014/main" id="{395D7864-8946-DD40-8A1A-5BAF006A49FC}"/>
              </a:ext>
            </a:extLst>
          </p:cNvPr>
          <p:cNvSpPr>
            <a:spLocks noGrp="1"/>
          </p:cNvSpPr>
          <p:nvPr>
            <p:ph type="pic" sz="quarter" idx="73" hasCustomPrompt="1"/>
          </p:nvPr>
        </p:nvSpPr>
        <p:spPr>
          <a:xfrm>
            <a:off x="20467572"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5" name="Logo 9">
            <a:extLst>
              <a:ext uri="{FF2B5EF4-FFF2-40B4-BE49-F238E27FC236}">
                <a16:creationId xmlns:a16="http://schemas.microsoft.com/office/drawing/2014/main" id="{80483B91-2A50-0444-BAE0-16220E7F0B34}"/>
              </a:ext>
            </a:extLst>
          </p:cNvPr>
          <p:cNvSpPr>
            <a:spLocks noGrp="1"/>
          </p:cNvSpPr>
          <p:nvPr>
            <p:ph type="pic" sz="quarter" idx="70" hasCustomPrompt="1"/>
          </p:nvPr>
        </p:nvSpPr>
        <p:spPr>
          <a:xfrm>
            <a:off x="18084456"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4" name="Logo 8">
            <a:extLst>
              <a:ext uri="{FF2B5EF4-FFF2-40B4-BE49-F238E27FC236}">
                <a16:creationId xmlns:a16="http://schemas.microsoft.com/office/drawing/2014/main" id="{F0D67F03-C3C0-9D4B-A37B-F9D55220C9BB}"/>
              </a:ext>
            </a:extLst>
          </p:cNvPr>
          <p:cNvSpPr>
            <a:spLocks noGrp="1"/>
          </p:cNvSpPr>
          <p:nvPr>
            <p:ph type="pic" sz="quarter" idx="69" hasCustomPrompt="1"/>
          </p:nvPr>
        </p:nvSpPr>
        <p:spPr>
          <a:xfrm>
            <a:off x="15708908"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6" name="Logo 7">
            <a:extLst>
              <a:ext uri="{FF2B5EF4-FFF2-40B4-BE49-F238E27FC236}">
                <a16:creationId xmlns:a16="http://schemas.microsoft.com/office/drawing/2014/main" id="{1047FEFC-5F5D-DE4F-99EC-B5090B81113D}"/>
              </a:ext>
            </a:extLst>
          </p:cNvPr>
          <p:cNvSpPr>
            <a:spLocks noGrp="1"/>
          </p:cNvSpPr>
          <p:nvPr>
            <p:ph type="pic" sz="quarter" idx="71" hasCustomPrompt="1"/>
          </p:nvPr>
        </p:nvSpPr>
        <p:spPr>
          <a:xfrm>
            <a:off x="13333360"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7" name="Logo 6">
            <a:extLst>
              <a:ext uri="{FF2B5EF4-FFF2-40B4-BE49-F238E27FC236}">
                <a16:creationId xmlns:a16="http://schemas.microsoft.com/office/drawing/2014/main" id="{F6B1D749-1D39-104F-8385-BF1C1C67C682}"/>
              </a:ext>
            </a:extLst>
          </p:cNvPr>
          <p:cNvSpPr>
            <a:spLocks noGrp="1" noChangeAspect="1"/>
          </p:cNvSpPr>
          <p:nvPr>
            <p:ph type="pic" sz="quarter" idx="72" hasCustomPrompt="1"/>
          </p:nvPr>
        </p:nvSpPr>
        <p:spPr>
          <a:xfrm>
            <a:off x="10957812"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3" name="Logo 5">
            <a:extLst>
              <a:ext uri="{FF2B5EF4-FFF2-40B4-BE49-F238E27FC236}">
                <a16:creationId xmlns:a16="http://schemas.microsoft.com/office/drawing/2014/main" id="{77BBD705-D6ED-4A4B-9158-2301211CA9F3}"/>
              </a:ext>
            </a:extLst>
          </p:cNvPr>
          <p:cNvSpPr>
            <a:spLocks noGrp="1"/>
          </p:cNvSpPr>
          <p:nvPr>
            <p:ph type="pic" sz="quarter" idx="68" hasCustomPrompt="1"/>
          </p:nvPr>
        </p:nvSpPr>
        <p:spPr>
          <a:xfrm>
            <a:off x="2046757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p:cNvSpPr>
          <p:nvPr>
            <p:ph type="pic" sz="quarter" idx="65" hasCustomPrompt="1"/>
          </p:nvPr>
        </p:nvSpPr>
        <p:spPr>
          <a:xfrm>
            <a:off x="1809013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p:cNvSpPr>
          <p:nvPr>
            <p:ph type="pic" sz="quarter" idx="64" hasCustomPrompt="1"/>
          </p:nvPr>
        </p:nvSpPr>
        <p:spPr>
          <a:xfrm>
            <a:off x="1571269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p:cNvSpPr>
          <p:nvPr>
            <p:ph type="pic" sz="quarter" idx="66" hasCustomPrompt="1"/>
          </p:nvPr>
        </p:nvSpPr>
        <p:spPr>
          <a:xfrm>
            <a:off x="1333525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ChangeAspect="1"/>
          </p:cNvSpPr>
          <p:nvPr>
            <p:ph type="pic" sz="quarter" idx="67" hasCustomPrompt="1"/>
          </p:nvPr>
        </p:nvSpPr>
        <p:spPr>
          <a:xfrm>
            <a:off x="1095781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0"/>
              </a:spcBef>
              <a:spcAft>
                <a:spcPts val="0"/>
              </a:spcAft>
              <a:buClrTx/>
              <a:buSzPct val="100000"/>
              <a:buFontTx/>
              <a:buNone/>
              <a:tabLst/>
              <a:defRPr sz="1400"/>
            </a:lvl1pPr>
          </a:lstStyle>
          <a:p>
            <a:r>
              <a:rPr lang="en-US"/>
              <a:t>Click icon to browse, or select placeholder to paste</a:t>
            </a:r>
          </a:p>
        </p:txBody>
      </p:sp>
      <p:graphicFrame>
        <p:nvGraphicFramePr>
          <p:cNvPr id="49" name="Table Grid">
            <a:extLst>
              <a:ext uri="{FF2B5EF4-FFF2-40B4-BE49-F238E27FC236}">
                <a16:creationId xmlns:a16="http://schemas.microsoft.com/office/drawing/2014/main" id="{FC5FD425-FD65-4C0F-BC5D-7591C67FFC4B}"/>
              </a:ext>
            </a:extLst>
          </p:cNvPr>
          <p:cNvGraphicFramePr>
            <a:graphicFrameLocks/>
          </p:cNvGraphicFramePr>
          <p:nvPr userDrawn="1">
            <p:extLst>
              <p:ext uri="{D42A27DB-BD31-4B8C-83A1-F6EECF244321}">
                <p14:modId xmlns:p14="http://schemas.microsoft.com/office/powerpoint/2010/main" val="549069513"/>
              </p:ext>
            </p:extLst>
          </p:nvPr>
        </p:nvGraphicFramePr>
        <p:xfrm>
          <a:off x="10729212" y="1490472"/>
          <a:ext cx="11430000" cy="10094976"/>
        </p:xfrm>
        <a:graphic>
          <a:graphicData uri="http://schemas.openxmlformats.org/drawingml/2006/table">
            <a:tbl>
              <a:tblPr firstRow="1" bandRow="1">
                <a:tableStyleId>{5C22544A-7EE6-4342-B048-85BDC9FD1C3A}</a:tableStyleId>
              </a:tblPr>
              <a:tblGrid>
                <a:gridCol w="228600">
                  <a:extLst>
                    <a:ext uri="{9D8B030D-6E8A-4147-A177-3AD203B41FA5}">
                      <a16:colId xmlns:a16="http://schemas.microsoft.com/office/drawing/2014/main" val="2799599681"/>
                    </a:ext>
                  </a:extLst>
                </a:gridCol>
                <a:gridCol w="1920240">
                  <a:extLst>
                    <a:ext uri="{9D8B030D-6E8A-4147-A177-3AD203B41FA5}">
                      <a16:colId xmlns:a16="http://schemas.microsoft.com/office/drawing/2014/main" val="1246895404"/>
                    </a:ext>
                  </a:extLst>
                </a:gridCol>
                <a:gridCol w="2377440">
                  <a:extLst>
                    <a:ext uri="{9D8B030D-6E8A-4147-A177-3AD203B41FA5}">
                      <a16:colId xmlns:a16="http://schemas.microsoft.com/office/drawing/2014/main" val="4080972086"/>
                    </a:ext>
                  </a:extLst>
                </a:gridCol>
                <a:gridCol w="2377440">
                  <a:extLst>
                    <a:ext uri="{9D8B030D-6E8A-4147-A177-3AD203B41FA5}">
                      <a16:colId xmlns:a16="http://schemas.microsoft.com/office/drawing/2014/main" val="2655003483"/>
                    </a:ext>
                  </a:extLst>
                </a:gridCol>
                <a:gridCol w="2377440">
                  <a:extLst>
                    <a:ext uri="{9D8B030D-6E8A-4147-A177-3AD203B41FA5}">
                      <a16:colId xmlns:a16="http://schemas.microsoft.com/office/drawing/2014/main" val="220106149"/>
                    </a:ext>
                  </a:extLst>
                </a:gridCol>
                <a:gridCol w="1920240">
                  <a:extLst>
                    <a:ext uri="{9D8B030D-6E8A-4147-A177-3AD203B41FA5}">
                      <a16:colId xmlns:a16="http://schemas.microsoft.com/office/drawing/2014/main" val="646839733"/>
                    </a:ext>
                  </a:extLst>
                </a:gridCol>
                <a:gridCol w="228600">
                  <a:extLst>
                    <a:ext uri="{9D8B030D-6E8A-4147-A177-3AD203B41FA5}">
                      <a16:colId xmlns:a16="http://schemas.microsoft.com/office/drawing/2014/main" val="1617671806"/>
                    </a:ext>
                  </a:extLst>
                </a:gridCol>
              </a:tblGrid>
              <a:tr h="1810512">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818968"/>
                  </a:ext>
                </a:extLst>
              </a:tr>
              <a:tr h="1810512">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48" name="Summary">
            <a:extLst>
              <a:ext uri="{FF2B5EF4-FFF2-40B4-BE49-F238E27FC236}">
                <a16:creationId xmlns:a16="http://schemas.microsoft.com/office/drawing/2014/main" id="{2E92AB09-56F5-47E4-BAF9-36BD77D885D5}"/>
              </a:ext>
            </a:extLst>
          </p:cNvPr>
          <p:cNvSpPr>
            <a:spLocks noGrp="1" noRot="1" noMove="1" noResize="1" noEditPoints="1" noAdjustHandles="1" noChangeArrowheads="1" noChangeShapeType="1"/>
          </p:cNvSpPr>
          <p:nvPr userDrawn="1">
            <p:ph type="body" sz="quarter" idx="60" hasCustomPrompt="1"/>
          </p:nvPr>
        </p:nvSpPr>
        <p:spPr>
          <a:xfrm>
            <a:off x="1815733" y="8968942"/>
            <a:ext cx="7490063" cy="2578608"/>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91" name="Title">
            <a:extLst>
              <a:ext uri="{FF2B5EF4-FFF2-40B4-BE49-F238E27FC236}">
                <a16:creationId xmlns:a16="http://schemas.microsoft.com/office/drawing/2014/main" id="{995FFD26-4BB9-7647-9968-BBF5DA00FD5E}"/>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50" name="Subtitle">
            <a:extLst>
              <a:ext uri="{FF2B5EF4-FFF2-40B4-BE49-F238E27FC236}">
                <a16:creationId xmlns:a16="http://schemas.microsoft.com/office/drawing/2014/main" id="{D86A38AE-46FD-4228-88B6-354ADADB78CD}"/>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44" name="Section">
            <a:extLst>
              <a:ext uri="{FF2B5EF4-FFF2-40B4-BE49-F238E27FC236}">
                <a16:creationId xmlns:a16="http://schemas.microsoft.com/office/drawing/2014/main" id="{C12B7EE4-8614-404F-A24D-406F3C48B623}"/>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37" name="Anglepoint Logo">
            <a:hlinkClick r:id="" action="ppaction://noaction"/>
            <a:extLst>
              <a:ext uri="{FF2B5EF4-FFF2-40B4-BE49-F238E27FC236}">
                <a16:creationId xmlns:a16="http://schemas.microsoft.com/office/drawing/2014/main" id="{E1A82CA6-DD60-4CA9-8A00-BB675E2CDF58}"/>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2077345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llage - 36 Logos">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5B8A8BF6-3F4D-4784-9E6D-8E9BDF7651F4}"/>
              </a:ext>
            </a:extLst>
          </p:cNvPr>
          <p:cNvSpPr>
            <a:spLocks noGrp="1" noRot="1" noMove="1" noResize="1" noEditPoints="1" noAdjustHandles="1" noChangeArrowheads="1" noChangeShapeType="1"/>
          </p:cNvSpPr>
          <p:nvPr>
            <p:ph type="ftr" sz="quarter" idx="12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60" name="Date">
            <a:extLst>
              <a:ext uri="{FF2B5EF4-FFF2-40B4-BE49-F238E27FC236}">
                <a16:creationId xmlns:a16="http://schemas.microsoft.com/office/drawing/2014/main" id="{A2E04D99-6587-4662-B6C1-212157175EAE}"/>
              </a:ext>
            </a:extLst>
          </p:cNvPr>
          <p:cNvSpPr>
            <a:spLocks noGrp="1" noRot="1" noMove="1" noResize="1" noEditPoints="1" noAdjustHandles="1" noChangeArrowheads="1" noChangeShapeType="1"/>
          </p:cNvSpPr>
          <p:nvPr>
            <p:ph type="dt" sz="half" idx="122"/>
          </p:nvPr>
        </p:nvSpPr>
        <p:spPr>
          <a:xfrm>
            <a:off x="0" y="13441680"/>
            <a:ext cx="1143000" cy="274320"/>
          </a:xfrm>
        </p:spPr>
        <p:txBody>
          <a:bodyPr/>
          <a:lstStyle/>
          <a:p>
            <a:fld id="{A3C12718-9207-184D-B12A-1B78602D3697}" type="datetime4">
              <a:rPr lang="en-US" smtClean="0"/>
              <a:t>June 10, 2026</a:t>
            </a:fld>
            <a:endParaRPr lang="en-US"/>
          </a:p>
        </p:txBody>
      </p:sp>
      <p:sp>
        <p:nvSpPr>
          <p:cNvPr id="3" name="Slide Number">
            <a:extLst>
              <a:ext uri="{FF2B5EF4-FFF2-40B4-BE49-F238E27FC236}">
                <a16:creationId xmlns:a16="http://schemas.microsoft.com/office/drawing/2014/main" id="{4C71D475-E51F-4C3D-B254-B5DA39F53471}"/>
              </a:ext>
            </a:extLst>
          </p:cNvPr>
          <p:cNvSpPr>
            <a:spLocks noGrp="1" noRot="1" noMove="1" noResize="1" noEditPoints="1" noAdjustHandles="1" noChangeArrowheads="1" noChangeShapeType="1"/>
          </p:cNvSpPr>
          <p:nvPr>
            <p:ph type="sldNum" sz="quarter" idx="121"/>
          </p:nvPr>
        </p:nvSpPr>
        <p:spPr/>
        <p:txBody>
          <a:bodyPr/>
          <a:lstStyle/>
          <a:p>
            <a:fld id="{65CC2327-6B8B-47BD-B581-B21CDA88CCFB}" type="slidenum">
              <a:rPr lang="en-US" smtClean="0"/>
              <a:pPr/>
              <a:t>‹#›</a:t>
            </a:fld>
            <a:endParaRPr lang="en-US"/>
          </a:p>
        </p:txBody>
      </p:sp>
      <p:sp>
        <p:nvSpPr>
          <p:cNvPr id="175" name="Logo 36">
            <a:extLst>
              <a:ext uri="{FF2B5EF4-FFF2-40B4-BE49-F238E27FC236}">
                <a16:creationId xmlns:a16="http://schemas.microsoft.com/office/drawing/2014/main" id="{660CBEBF-75FA-4847-BDEA-4CFD04FEEF5A}"/>
              </a:ext>
            </a:extLst>
          </p:cNvPr>
          <p:cNvSpPr>
            <a:spLocks noGrp="1" noRot="1" noMove="1" noResize="1" noEditPoints="1" noAdjustHandles="1" noChangeArrowheads="1" noChangeShapeType="1"/>
          </p:cNvSpPr>
          <p:nvPr>
            <p:ph type="pic" sz="quarter" idx="118" hasCustomPrompt="1"/>
          </p:nvPr>
        </p:nvSpPr>
        <p:spPr>
          <a:xfrm>
            <a:off x="20738592"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6" name="Logo 35">
            <a:extLst>
              <a:ext uri="{FF2B5EF4-FFF2-40B4-BE49-F238E27FC236}">
                <a16:creationId xmlns:a16="http://schemas.microsoft.com/office/drawing/2014/main" id="{2BDA7CEC-1A52-DA41-8FBF-61E16C1E697A}"/>
              </a:ext>
            </a:extLst>
          </p:cNvPr>
          <p:cNvSpPr>
            <a:spLocks noGrp="1" noRot="1" noMove="1" noResize="1" noEditPoints="1" noAdjustHandles="1" noChangeArrowheads="1" noChangeShapeType="1"/>
          </p:cNvSpPr>
          <p:nvPr>
            <p:ph type="pic" sz="quarter" idx="119" hasCustomPrompt="1"/>
          </p:nvPr>
        </p:nvSpPr>
        <p:spPr>
          <a:xfrm>
            <a:off x="18781776"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1" name="Logo 33">
            <a:extLst>
              <a:ext uri="{FF2B5EF4-FFF2-40B4-BE49-F238E27FC236}">
                <a16:creationId xmlns:a16="http://schemas.microsoft.com/office/drawing/2014/main" id="{4F58847C-04DA-9040-9F18-C5BCDC350CAC}"/>
              </a:ext>
            </a:extLst>
          </p:cNvPr>
          <p:cNvSpPr>
            <a:spLocks noGrp="1" noRot="1" noMove="1" noResize="1" noEditPoints="1" noAdjustHandles="1" noChangeArrowheads="1" noChangeShapeType="1"/>
          </p:cNvSpPr>
          <p:nvPr>
            <p:ph type="pic" sz="quarter" idx="114" hasCustomPrompt="1"/>
          </p:nvPr>
        </p:nvSpPr>
        <p:spPr>
          <a:xfrm>
            <a:off x="14868144"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2" name="Logo 34">
            <a:extLst>
              <a:ext uri="{FF2B5EF4-FFF2-40B4-BE49-F238E27FC236}">
                <a16:creationId xmlns:a16="http://schemas.microsoft.com/office/drawing/2014/main" id="{7F0CCB79-2AE2-6C46-80D8-3F6F3B91FC5C}"/>
              </a:ext>
            </a:extLst>
          </p:cNvPr>
          <p:cNvSpPr>
            <a:spLocks noGrp="1" noRot="1" noMove="1" noResize="1" noEditPoints="1" noAdjustHandles="1" noChangeArrowheads="1" noChangeShapeType="1"/>
          </p:cNvSpPr>
          <p:nvPr>
            <p:ph type="pic" sz="quarter" idx="115" hasCustomPrompt="1"/>
          </p:nvPr>
        </p:nvSpPr>
        <p:spPr>
          <a:xfrm>
            <a:off x="16824960"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3" name="Logo 32">
            <a:extLst>
              <a:ext uri="{FF2B5EF4-FFF2-40B4-BE49-F238E27FC236}">
                <a16:creationId xmlns:a16="http://schemas.microsoft.com/office/drawing/2014/main" id="{507ACBB8-E7BC-614A-8147-EFE89BE0F4F7}"/>
              </a:ext>
            </a:extLst>
          </p:cNvPr>
          <p:cNvSpPr>
            <a:spLocks noGrp="1" noRot="1" noMove="1" noResize="1" noEditPoints="1" noAdjustHandles="1" noChangeArrowheads="1" noChangeShapeType="1"/>
          </p:cNvSpPr>
          <p:nvPr>
            <p:ph type="pic" sz="quarter" idx="116" hasCustomPrompt="1"/>
          </p:nvPr>
        </p:nvSpPr>
        <p:spPr>
          <a:xfrm>
            <a:off x="12911328"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4" name="Logo 31">
            <a:extLst>
              <a:ext uri="{FF2B5EF4-FFF2-40B4-BE49-F238E27FC236}">
                <a16:creationId xmlns:a16="http://schemas.microsoft.com/office/drawing/2014/main" id="{55972CD3-242A-6045-9D09-95F866EADD71}"/>
              </a:ext>
            </a:extLst>
          </p:cNvPr>
          <p:cNvSpPr>
            <a:spLocks noGrp="1" noRot="1" noChangeAspect="1" noMove="1" noResize="1" noEditPoints="1" noAdjustHandles="1" noChangeArrowheads="1" noChangeShapeType="1"/>
          </p:cNvSpPr>
          <p:nvPr>
            <p:ph type="pic" sz="quarter" idx="117" hasCustomPrompt="1"/>
          </p:nvPr>
        </p:nvSpPr>
        <p:spPr>
          <a:xfrm>
            <a:off x="10954512"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9" name="Logo 30">
            <a:extLst>
              <a:ext uri="{FF2B5EF4-FFF2-40B4-BE49-F238E27FC236}">
                <a16:creationId xmlns:a16="http://schemas.microsoft.com/office/drawing/2014/main" id="{02D4D70C-DBBE-1249-A76D-75173AC8C322}"/>
              </a:ext>
            </a:extLst>
          </p:cNvPr>
          <p:cNvSpPr>
            <a:spLocks noGrp="1" noRot="1" noMove="1" noResize="1" noEditPoints="1" noAdjustHandles="1" noChangeArrowheads="1" noChangeShapeType="1"/>
          </p:cNvSpPr>
          <p:nvPr>
            <p:ph type="pic" sz="quarter" idx="112" hasCustomPrompt="1"/>
          </p:nvPr>
        </p:nvSpPr>
        <p:spPr>
          <a:xfrm>
            <a:off x="20738592"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0" name="Logo 29">
            <a:extLst>
              <a:ext uri="{FF2B5EF4-FFF2-40B4-BE49-F238E27FC236}">
                <a16:creationId xmlns:a16="http://schemas.microsoft.com/office/drawing/2014/main" id="{9A85C014-60CC-F545-94DF-B20AC00BECE1}"/>
              </a:ext>
            </a:extLst>
          </p:cNvPr>
          <p:cNvSpPr>
            <a:spLocks noGrp="1" noRot="1" noMove="1" noResize="1" noEditPoints="1" noAdjustHandles="1" noChangeArrowheads="1" noChangeShapeType="1"/>
          </p:cNvSpPr>
          <p:nvPr>
            <p:ph type="pic" sz="quarter" idx="113" hasCustomPrompt="1"/>
          </p:nvPr>
        </p:nvSpPr>
        <p:spPr>
          <a:xfrm>
            <a:off x="18781776"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6" name="Logo 28">
            <a:extLst>
              <a:ext uri="{FF2B5EF4-FFF2-40B4-BE49-F238E27FC236}">
                <a16:creationId xmlns:a16="http://schemas.microsoft.com/office/drawing/2014/main" id="{24B5EC1D-A08E-B84D-97FC-B87BF3F97021}"/>
              </a:ext>
            </a:extLst>
          </p:cNvPr>
          <p:cNvSpPr>
            <a:spLocks noGrp="1" noRot="1" noMove="1" noResize="1" noEditPoints="1" noAdjustHandles="1" noChangeArrowheads="1" noChangeShapeType="1"/>
          </p:cNvSpPr>
          <p:nvPr>
            <p:ph type="pic" sz="quarter" idx="109" hasCustomPrompt="1"/>
          </p:nvPr>
        </p:nvSpPr>
        <p:spPr>
          <a:xfrm>
            <a:off x="16824960"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5" name="Logo 27">
            <a:extLst>
              <a:ext uri="{FF2B5EF4-FFF2-40B4-BE49-F238E27FC236}">
                <a16:creationId xmlns:a16="http://schemas.microsoft.com/office/drawing/2014/main" id="{FA7BCC87-160B-D042-B53B-A8FB3BC663B6}"/>
              </a:ext>
            </a:extLst>
          </p:cNvPr>
          <p:cNvSpPr>
            <a:spLocks noGrp="1" noRot="1" noMove="1" noResize="1" noEditPoints="1" noAdjustHandles="1" noChangeArrowheads="1" noChangeShapeType="1"/>
          </p:cNvSpPr>
          <p:nvPr>
            <p:ph type="pic" sz="quarter" idx="108" hasCustomPrompt="1"/>
          </p:nvPr>
        </p:nvSpPr>
        <p:spPr>
          <a:xfrm>
            <a:off x="14868144"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7" name="Logo 26">
            <a:extLst>
              <a:ext uri="{FF2B5EF4-FFF2-40B4-BE49-F238E27FC236}">
                <a16:creationId xmlns:a16="http://schemas.microsoft.com/office/drawing/2014/main" id="{FAB54517-A1D9-1D40-980F-2C0DC8682FC4}"/>
              </a:ext>
            </a:extLst>
          </p:cNvPr>
          <p:cNvSpPr>
            <a:spLocks noGrp="1" noRot="1" noMove="1" noResize="1" noEditPoints="1" noAdjustHandles="1" noChangeArrowheads="1" noChangeShapeType="1"/>
          </p:cNvSpPr>
          <p:nvPr>
            <p:ph type="pic" sz="quarter" idx="110" hasCustomPrompt="1"/>
          </p:nvPr>
        </p:nvSpPr>
        <p:spPr>
          <a:xfrm>
            <a:off x="12911328"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8" name="Logo 25">
            <a:extLst>
              <a:ext uri="{FF2B5EF4-FFF2-40B4-BE49-F238E27FC236}">
                <a16:creationId xmlns:a16="http://schemas.microsoft.com/office/drawing/2014/main" id="{C7006CFD-8C11-2349-834A-3A970023887C}"/>
              </a:ext>
            </a:extLst>
          </p:cNvPr>
          <p:cNvSpPr>
            <a:spLocks noGrp="1" noRot="1" noChangeAspect="1" noMove="1" noResize="1" noEditPoints="1" noAdjustHandles="1" noChangeArrowheads="1" noChangeShapeType="1"/>
          </p:cNvSpPr>
          <p:nvPr>
            <p:ph type="pic" sz="quarter" idx="111" hasCustomPrompt="1"/>
          </p:nvPr>
        </p:nvSpPr>
        <p:spPr>
          <a:xfrm>
            <a:off x="10954512"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3" name="Logo 24">
            <a:extLst>
              <a:ext uri="{FF2B5EF4-FFF2-40B4-BE49-F238E27FC236}">
                <a16:creationId xmlns:a16="http://schemas.microsoft.com/office/drawing/2014/main" id="{3FCE5572-8608-B649-AE52-E5FF0160863C}"/>
              </a:ext>
            </a:extLst>
          </p:cNvPr>
          <p:cNvSpPr>
            <a:spLocks noGrp="1" noRot="1" noMove="1" noResize="1" noEditPoints="1" noAdjustHandles="1" noChangeArrowheads="1" noChangeShapeType="1"/>
          </p:cNvSpPr>
          <p:nvPr>
            <p:ph type="pic" sz="quarter" idx="106" hasCustomPrompt="1"/>
          </p:nvPr>
        </p:nvSpPr>
        <p:spPr>
          <a:xfrm>
            <a:off x="20738592"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4" name="Logo 23">
            <a:extLst>
              <a:ext uri="{FF2B5EF4-FFF2-40B4-BE49-F238E27FC236}">
                <a16:creationId xmlns:a16="http://schemas.microsoft.com/office/drawing/2014/main" id="{9B5E44D9-DCA1-3440-A0C8-413A8E863DC1}"/>
              </a:ext>
            </a:extLst>
          </p:cNvPr>
          <p:cNvSpPr>
            <a:spLocks noGrp="1" noRot="1" noMove="1" noResize="1" noEditPoints="1" noAdjustHandles="1" noChangeArrowheads="1" noChangeShapeType="1"/>
          </p:cNvSpPr>
          <p:nvPr>
            <p:ph type="pic" sz="quarter" idx="107" hasCustomPrompt="1"/>
          </p:nvPr>
        </p:nvSpPr>
        <p:spPr>
          <a:xfrm>
            <a:off x="18781776"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0" name="Logo 22">
            <a:extLst>
              <a:ext uri="{FF2B5EF4-FFF2-40B4-BE49-F238E27FC236}">
                <a16:creationId xmlns:a16="http://schemas.microsoft.com/office/drawing/2014/main" id="{1B78A18A-B176-EC4D-A0DC-52A6B22F8819}"/>
              </a:ext>
            </a:extLst>
          </p:cNvPr>
          <p:cNvSpPr>
            <a:spLocks noGrp="1" noRot="1" noMove="1" noResize="1" noEditPoints="1" noAdjustHandles="1" noChangeArrowheads="1" noChangeShapeType="1"/>
          </p:cNvSpPr>
          <p:nvPr>
            <p:ph type="pic" sz="quarter" idx="103" hasCustomPrompt="1"/>
          </p:nvPr>
        </p:nvSpPr>
        <p:spPr>
          <a:xfrm>
            <a:off x="16824960"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9" name="Logo 21">
            <a:extLst>
              <a:ext uri="{FF2B5EF4-FFF2-40B4-BE49-F238E27FC236}">
                <a16:creationId xmlns:a16="http://schemas.microsoft.com/office/drawing/2014/main" id="{0FB41EE3-4790-2E4D-B4B7-6D43EE5215D2}"/>
              </a:ext>
            </a:extLst>
          </p:cNvPr>
          <p:cNvSpPr>
            <a:spLocks noGrp="1" noRot="1" noMove="1" noResize="1" noEditPoints="1" noAdjustHandles="1" noChangeArrowheads="1" noChangeShapeType="1"/>
          </p:cNvSpPr>
          <p:nvPr>
            <p:ph type="pic" sz="quarter" idx="102" hasCustomPrompt="1"/>
          </p:nvPr>
        </p:nvSpPr>
        <p:spPr>
          <a:xfrm>
            <a:off x="14868144"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1" name="Logo 20">
            <a:extLst>
              <a:ext uri="{FF2B5EF4-FFF2-40B4-BE49-F238E27FC236}">
                <a16:creationId xmlns:a16="http://schemas.microsoft.com/office/drawing/2014/main" id="{5022F9FE-BF47-7F4F-BE90-87AA109A220C}"/>
              </a:ext>
            </a:extLst>
          </p:cNvPr>
          <p:cNvSpPr>
            <a:spLocks noGrp="1" noRot="1" noMove="1" noResize="1" noEditPoints="1" noAdjustHandles="1" noChangeArrowheads="1" noChangeShapeType="1"/>
          </p:cNvSpPr>
          <p:nvPr>
            <p:ph type="pic" sz="quarter" idx="104" hasCustomPrompt="1"/>
          </p:nvPr>
        </p:nvSpPr>
        <p:spPr>
          <a:xfrm>
            <a:off x="12911328"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2" name="Logo 19">
            <a:extLst>
              <a:ext uri="{FF2B5EF4-FFF2-40B4-BE49-F238E27FC236}">
                <a16:creationId xmlns:a16="http://schemas.microsoft.com/office/drawing/2014/main" id="{6357F317-8CE8-5049-A694-D71F547F1ABF}"/>
              </a:ext>
            </a:extLst>
          </p:cNvPr>
          <p:cNvSpPr>
            <a:spLocks noGrp="1" noRot="1" noChangeAspect="1" noMove="1" noResize="1" noEditPoints="1" noAdjustHandles="1" noChangeArrowheads="1" noChangeShapeType="1"/>
          </p:cNvSpPr>
          <p:nvPr>
            <p:ph type="pic" sz="quarter" idx="105" hasCustomPrompt="1"/>
          </p:nvPr>
        </p:nvSpPr>
        <p:spPr>
          <a:xfrm>
            <a:off x="10954512"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7" name="Logo 18">
            <a:extLst>
              <a:ext uri="{FF2B5EF4-FFF2-40B4-BE49-F238E27FC236}">
                <a16:creationId xmlns:a16="http://schemas.microsoft.com/office/drawing/2014/main" id="{FBC112E6-2B16-F64D-B75D-C477AA95EA23}"/>
              </a:ext>
            </a:extLst>
          </p:cNvPr>
          <p:cNvSpPr>
            <a:spLocks noGrp="1" noRot="1" noMove="1" noResize="1" noEditPoints="1" noAdjustHandles="1" noChangeArrowheads="1" noChangeShapeType="1"/>
          </p:cNvSpPr>
          <p:nvPr>
            <p:ph type="pic" sz="quarter" idx="100" hasCustomPrompt="1"/>
          </p:nvPr>
        </p:nvSpPr>
        <p:spPr>
          <a:xfrm>
            <a:off x="20738592"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8" name="Logo 17">
            <a:extLst>
              <a:ext uri="{FF2B5EF4-FFF2-40B4-BE49-F238E27FC236}">
                <a16:creationId xmlns:a16="http://schemas.microsoft.com/office/drawing/2014/main" id="{7267B1CF-13A7-B44E-820B-BEE887E985D6}"/>
              </a:ext>
            </a:extLst>
          </p:cNvPr>
          <p:cNvSpPr>
            <a:spLocks noGrp="1" noRot="1" noMove="1" noResize="1" noEditPoints="1" noAdjustHandles="1" noChangeArrowheads="1" noChangeShapeType="1"/>
          </p:cNvSpPr>
          <p:nvPr>
            <p:ph type="pic" sz="quarter" idx="101" hasCustomPrompt="1"/>
          </p:nvPr>
        </p:nvSpPr>
        <p:spPr>
          <a:xfrm>
            <a:off x="18781776"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4" name="Logo 16">
            <a:extLst>
              <a:ext uri="{FF2B5EF4-FFF2-40B4-BE49-F238E27FC236}">
                <a16:creationId xmlns:a16="http://schemas.microsoft.com/office/drawing/2014/main" id="{E7E64A57-ECDE-A342-867B-042B7C9191B6}"/>
              </a:ext>
            </a:extLst>
          </p:cNvPr>
          <p:cNvSpPr>
            <a:spLocks noGrp="1" noRot="1" noMove="1" noResize="1" noEditPoints="1" noAdjustHandles="1" noChangeArrowheads="1" noChangeShapeType="1"/>
          </p:cNvSpPr>
          <p:nvPr>
            <p:ph type="pic" sz="quarter" idx="97" hasCustomPrompt="1"/>
          </p:nvPr>
        </p:nvSpPr>
        <p:spPr>
          <a:xfrm>
            <a:off x="16824960"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3" name="Logo 15">
            <a:extLst>
              <a:ext uri="{FF2B5EF4-FFF2-40B4-BE49-F238E27FC236}">
                <a16:creationId xmlns:a16="http://schemas.microsoft.com/office/drawing/2014/main" id="{4F691854-B126-4A4E-9239-9A46E562D58C}"/>
              </a:ext>
            </a:extLst>
          </p:cNvPr>
          <p:cNvSpPr>
            <a:spLocks noGrp="1" noRot="1" noMove="1" noResize="1" noEditPoints="1" noAdjustHandles="1" noChangeArrowheads="1" noChangeShapeType="1"/>
          </p:cNvSpPr>
          <p:nvPr>
            <p:ph type="pic" sz="quarter" idx="96" hasCustomPrompt="1"/>
          </p:nvPr>
        </p:nvSpPr>
        <p:spPr>
          <a:xfrm>
            <a:off x="14868144"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5" name="Logo 14">
            <a:extLst>
              <a:ext uri="{FF2B5EF4-FFF2-40B4-BE49-F238E27FC236}">
                <a16:creationId xmlns:a16="http://schemas.microsoft.com/office/drawing/2014/main" id="{02A9F77A-7CA6-EA4F-AAE5-4BF88C3EA500}"/>
              </a:ext>
            </a:extLst>
          </p:cNvPr>
          <p:cNvSpPr>
            <a:spLocks noGrp="1" noRot="1" noMove="1" noResize="1" noEditPoints="1" noAdjustHandles="1" noChangeArrowheads="1" noChangeShapeType="1"/>
          </p:cNvSpPr>
          <p:nvPr>
            <p:ph type="pic" sz="quarter" idx="98" hasCustomPrompt="1"/>
          </p:nvPr>
        </p:nvSpPr>
        <p:spPr>
          <a:xfrm>
            <a:off x="12911328"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6" name="Logo 13">
            <a:extLst>
              <a:ext uri="{FF2B5EF4-FFF2-40B4-BE49-F238E27FC236}">
                <a16:creationId xmlns:a16="http://schemas.microsoft.com/office/drawing/2014/main" id="{9EBE77F3-1DEE-894B-B1CF-109497D4B4D2}"/>
              </a:ext>
            </a:extLst>
          </p:cNvPr>
          <p:cNvSpPr>
            <a:spLocks noGrp="1" noRot="1" noChangeAspect="1" noMove="1" noResize="1" noEditPoints="1" noAdjustHandles="1" noChangeArrowheads="1" noChangeShapeType="1"/>
          </p:cNvSpPr>
          <p:nvPr>
            <p:ph type="pic" sz="quarter" idx="99" hasCustomPrompt="1"/>
          </p:nvPr>
        </p:nvSpPr>
        <p:spPr>
          <a:xfrm>
            <a:off x="10954512"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1" name="Logo 12">
            <a:extLst>
              <a:ext uri="{FF2B5EF4-FFF2-40B4-BE49-F238E27FC236}">
                <a16:creationId xmlns:a16="http://schemas.microsoft.com/office/drawing/2014/main" id="{AB4D57C0-84AF-B249-BBF3-4185942BCDE0}"/>
              </a:ext>
            </a:extLst>
          </p:cNvPr>
          <p:cNvSpPr>
            <a:spLocks noGrp="1" noRot="1" noMove="1" noResize="1" noEditPoints="1" noAdjustHandles="1" noChangeArrowheads="1" noChangeShapeType="1"/>
          </p:cNvSpPr>
          <p:nvPr>
            <p:ph type="pic" sz="quarter" idx="94" hasCustomPrompt="1"/>
          </p:nvPr>
        </p:nvSpPr>
        <p:spPr>
          <a:xfrm>
            <a:off x="20738592"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2" name="Logo 11">
            <a:extLst>
              <a:ext uri="{FF2B5EF4-FFF2-40B4-BE49-F238E27FC236}">
                <a16:creationId xmlns:a16="http://schemas.microsoft.com/office/drawing/2014/main" id="{FA1FC1CD-8FAF-1F42-B5AF-736737028373}"/>
              </a:ext>
            </a:extLst>
          </p:cNvPr>
          <p:cNvSpPr>
            <a:spLocks noGrp="1" noRot="1" noMove="1" noResize="1" noEditPoints="1" noAdjustHandles="1" noChangeArrowheads="1" noChangeShapeType="1"/>
          </p:cNvSpPr>
          <p:nvPr>
            <p:ph type="pic" sz="quarter" idx="95" hasCustomPrompt="1"/>
          </p:nvPr>
        </p:nvSpPr>
        <p:spPr>
          <a:xfrm>
            <a:off x="18781776"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8" name="Logo 10">
            <a:extLst>
              <a:ext uri="{FF2B5EF4-FFF2-40B4-BE49-F238E27FC236}">
                <a16:creationId xmlns:a16="http://schemas.microsoft.com/office/drawing/2014/main" id="{E5765C17-3BB0-F643-9A16-1F07226F1E9A}"/>
              </a:ext>
            </a:extLst>
          </p:cNvPr>
          <p:cNvSpPr>
            <a:spLocks noGrp="1" noRot="1" noMove="1" noResize="1" noEditPoints="1" noAdjustHandles="1" noChangeArrowheads="1" noChangeShapeType="1"/>
          </p:cNvSpPr>
          <p:nvPr>
            <p:ph type="pic" sz="quarter" idx="91" hasCustomPrompt="1"/>
          </p:nvPr>
        </p:nvSpPr>
        <p:spPr>
          <a:xfrm>
            <a:off x="16824960"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7" name="Logo 9">
            <a:extLst>
              <a:ext uri="{FF2B5EF4-FFF2-40B4-BE49-F238E27FC236}">
                <a16:creationId xmlns:a16="http://schemas.microsoft.com/office/drawing/2014/main" id="{C9F38A16-7B94-D546-956A-FCD6554974E0}"/>
              </a:ext>
            </a:extLst>
          </p:cNvPr>
          <p:cNvSpPr>
            <a:spLocks noGrp="1" noRot="1" noMove="1" noResize="1" noEditPoints="1" noAdjustHandles="1" noChangeArrowheads="1" noChangeShapeType="1"/>
          </p:cNvSpPr>
          <p:nvPr>
            <p:ph type="pic" sz="quarter" idx="90" hasCustomPrompt="1"/>
          </p:nvPr>
        </p:nvSpPr>
        <p:spPr>
          <a:xfrm>
            <a:off x="14868144"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9" name="Logo 8">
            <a:extLst>
              <a:ext uri="{FF2B5EF4-FFF2-40B4-BE49-F238E27FC236}">
                <a16:creationId xmlns:a16="http://schemas.microsoft.com/office/drawing/2014/main" id="{2247F788-44F3-9443-A099-7C3A25053492}"/>
              </a:ext>
            </a:extLst>
          </p:cNvPr>
          <p:cNvSpPr>
            <a:spLocks noGrp="1" noRot="1" noMove="1" noResize="1" noEditPoints="1" noAdjustHandles="1" noChangeArrowheads="1" noChangeShapeType="1"/>
          </p:cNvSpPr>
          <p:nvPr>
            <p:ph type="pic" sz="quarter" idx="92" hasCustomPrompt="1"/>
          </p:nvPr>
        </p:nvSpPr>
        <p:spPr>
          <a:xfrm>
            <a:off x="12911328"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0" name="Logo 7">
            <a:extLst>
              <a:ext uri="{FF2B5EF4-FFF2-40B4-BE49-F238E27FC236}">
                <a16:creationId xmlns:a16="http://schemas.microsoft.com/office/drawing/2014/main" id="{86FF229B-B2D4-BA4F-821A-87E08A737F07}"/>
              </a:ext>
            </a:extLst>
          </p:cNvPr>
          <p:cNvSpPr>
            <a:spLocks noGrp="1" noRot="1" noChangeAspect="1" noMove="1" noResize="1" noEditPoints="1" noAdjustHandles="1" noChangeArrowheads="1" noChangeShapeType="1"/>
          </p:cNvSpPr>
          <p:nvPr>
            <p:ph type="pic" sz="quarter" idx="93" hasCustomPrompt="1"/>
          </p:nvPr>
        </p:nvSpPr>
        <p:spPr>
          <a:xfrm>
            <a:off x="10954512"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93" name="Logo 6">
            <a:extLst>
              <a:ext uri="{FF2B5EF4-FFF2-40B4-BE49-F238E27FC236}">
                <a16:creationId xmlns:a16="http://schemas.microsoft.com/office/drawing/2014/main" id="{77BBD705-D6ED-4A4B-9158-2301211CA9F3}"/>
              </a:ext>
            </a:extLst>
          </p:cNvPr>
          <p:cNvSpPr>
            <a:spLocks noGrp="1" noRot="1" noMove="1" noResize="1" noEditPoints="1" noAdjustHandles="1" noChangeArrowheads="1" noChangeShapeType="1"/>
          </p:cNvSpPr>
          <p:nvPr>
            <p:ph type="pic" sz="quarter" idx="68" hasCustomPrompt="1"/>
          </p:nvPr>
        </p:nvSpPr>
        <p:spPr>
          <a:xfrm>
            <a:off x="20738592"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91" name="Logo 5">
            <a:extLst>
              <a:ext uri="{FF2B5EF4-FFF2-40B4-BE49-F238E27FC236}">
                <a16:creationId xmlns:a16="http://schemas.microsoft.com/office/drawing/2014/main" id="{B1AFEDBF-4AF3-4D44-A638-F894CF5D9E34}"/>
              </a:ext>
            </a:extLst>
          </p:cNvPr>
          <p:cNvSpPr>
            <a:spLocks noGrp="1" noRot="1" noMove="1" noResize="1" noEditPoints="1" noAdjustHandles="1" noChangeArrowheads="1" noChangeShapeType="1"/>
          </p:cNvSpPr>
          <p:nvPr userDrawn="1">
            <p:ph type="pic" sz="quarter" idx="89" hasCustomPrompt="1"/>
          </p:nvPr>
        </p:nvSpPr>
        <p:spPr>
          <a:xfrm>
            <a:off x="18781776"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noRot="1" noMove="1" noResize="1" noEditPoints="1" noAdjustHandles="1" noChangeArrowheads="1" noChangeShapeType="1"/>
          </p:cNvSpPr>
          <p:nvPr>
            <p:ph type="pic" sz="quarter" idx="65" hasCustomPrompt="1"/>
          </p:nvPr>
        </p:nvSpPr>
        <p:spPr>
          <a:xfrm>
            <a:off x="16824960"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noRot="1" noMove="1" noResize="1" noEditPoints="1" noAdjustHandles="1" noChangeArrowheads="1" noChangeShapeType="1"/>
          </p:cNvSpPr>
          <p:nvPr>
            <p:ph type="pic" sz="quarter" idx="64" hasCustomPrompt="1"/>
          </p:nvPr>
        </p:nvSpPr>
        <p:spPr>
          <a:xfrm>
            <a:off x="14868144"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noRot="1" noMove="1" noResize="1" noEditPoints="1" noAdjustHandles="1" noChangeArrowheads="1" noChangeShapeType="1"/>
          </p:cNvSpPr>
          <p:nvPr>
            <p:ph type="pic" sz="quarter" idx="66" hasCustomPrompt="1"/>
          </p:nvPr>
        </p:nvSpPr>
        <p:spPr>
          <a:xfrm>
            <a:off x="12911328"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Rot="1" noChangeAspect="1" noMove="1" noResize="1" noEditPoints="1" noAdjustHandles="1" noChangeArrowheads="1" noChangeShapeType="1"/>
          </p:cNvSpPr>
          <p:nvPr>
            <p:ph type="pic" sz="quarter" idx="67" hasCustomPrompt="1"/>
          </p:nvPr>
        </p:nvSpPr>
        <p:spPr>
          <a:xfrm>
            <a:off x="10954512"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graphicFrame>
        <p:nvGraphicFramePr>
          <p:cNvPr id="114" name="Table Grid">
            <a:extLst>
              <a:ext uri="{FF2B5EF4-FFF2-40B4-BE49-F238E27FC236}">
                <a16:creationId xmlns:a16="http://schemas.microsoft.com/office/drawing/2014/main" id="{6F4AA393-5C76-4570-B2AB-097E4D70E7F4}"/>
              </a:ext>
            </a:extLst>
          </p:cNvPr>
          <p:cNvGraphicFramePr>
            <a:graphicFrameLocks noGrp="1" noDrilldown="1" noMove="1" noResize="1"/>
          </p:cNvGraphicFramePr>
          <p:nvPr userDrawn="1">
            <p:extLst>
              <p:ext uri="{D42A27DB-BD31-4B8C-83A1-F6EECF244321}">
                <p14:modId xmlns:p14="http://schemas.microsoft.com/office/powerpoint/2010/main" val="1974178221"/>
              </p:ext>
            </p:extLst>
          </p:nvPr>
        </p:nvGraphicFramePr>
        <p:xfrm>
          <a:off x="10781372" y="1490472"/>
          <a:ext cx="11411712" cy="9966960"/>
        </p:xfrm>
        <a:graphic>
          <a:graphicData uri="http://schemas.openxmlformats.org/drawingml/2006/table">
            <a:tbl>
              <a:tblPr firstRow="1" bandRow="1">
                <a:tableStyleId>{5C22544A-7EE6-4342-B048-85BDC9FD1C3A}</a:tableStyleId>
              </a:tblPr>
              <a:tblGrid>
                <a:gridCol w="173736">
                  <a:extLst>
                    <a:ext uri="{9D8B030D-6E8A-4147-A177-3AD203B41FA5}">
                      <a16:colId xmlns:a16="http://schemas.microsoft.com/office/drawing/2014/main" val="2799599681"/>
                    </a:ext>
                  </a:extLst>
                </a:gridCol>
                <a:gridCol w="1618488">
                  <a:extLst>
                    <a:ext uri="{9D8B030D-6E8A-4147-A177-3AD203B41FA5}">
                      <a16:colId xmlns:a16="http://schemas.microsoft.com/office/drawing/2014/main" val="1246895404"/>
                    </a:ext>
                  </a:extLst>
                </a:gridCol>
                <a:gridCol w="1956816">
                  <a:extLst>
                    <a:ext uri="{9D8B030D-6E8A-4147-A177-3AD203B41FA5}">
                      <a16:colId xmlns:a16="http://schemas.microsoft.com/office/drawing/2014/main" val="4080972086"/>
                    </a:ext>
                  </a:extLst>
                </a:gridCol>
                <a:gridCol w="1956816">
                  <a:extLst>
                    <a:ext uri="{9D8B030D-6E8A-4147-A177-3AD203B41FA5}">
                      <a16:colId xmlns:a16="http://schemas.microsoft.com/office/drawing/2014/main" val="2655003483"/>
                    </a:ext>
                  </a:extLst>
                </a:gridCol>
                <a:gridCol w="1956816">
                  <a:extLst>
                    <a:ext uri="{9D8B030D-6E8A-4147-A177-3AD203B41FA5}">
                      <a16:colId xmlns:a16="http://schemas.microsoft.com/office/drawing/2014/main" val="3789383639"/>
                    </a:ext>
                  </a:extLst>
                </a:gridCol>
                <a:gridCol w="1956816">
                  <a:extLst>
                    <a:ext uri="{9D8B030D-6E8A-4147-A177-3AD203B41FA5}">
                      <a16:colId xmlns:a16="http://schemas.microsoft.com/office/drawing/2014/main" val="220106149"/>
                    </a:ext>
                  </a:extLst>
                </a:gridCol>
                <a:gridCol w="1618488">
                  <a:extLst>
                    <a:ext uri="{9D8B030D-6E8A-4147-A177-3AD203B41FA5}">
                      <a16:colId xmlns:a16="http://schemas.microsoft.com/office/drawing/2014/main" val="646839733"/>
                    </a:ext>
                  </a:extLst>
                </a:gridCol>
                <a:gridCol w="173736">
                  <a:extLst>
                    <a:ext uri="{9D8B030D-6E8A-4147-A177-3AD203B41FA5}">
                      <a16:colId xmlns:a16="http://schemas.microsoft.com/office/drawing/2014/main" val="1617671806"/>
                    </a:ext>
                  </a:extLst>
                </a:gridCol>
              </a:tblGrid>
              <a:tr h="15087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818968"/>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4624100"/>
                  </a:ext>
                </a:extLst>
              </a:tr>
              <a:tr h="15087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62" name="Summary">
            <a:extLst>
              <a:ext uri="{FF2B5EF4-FFF2-40B4-BE49-F238E27FC236}">
                <a16:creationId xmlns:a16="http://schemas.microsoft.com/office/drawing/2014/main" id="{23889D11-F35F-4EB7-AABE-8E237FE12153}"/>
              </a:ext>
            </a:extLst>
          </p:cNvPr>
          <p:cNvSpPr>
            <a:spLocks noGrp="1" noRot="1" noMove="1" noResize="1" noEditPoints="1" noAdjustHandles="1" noChangeArrowheads="1" noChangeShapeType="1"/>
          </p:cNvSpPr>
          <p:nvPr userDrawn="1">
            <p:ph type="body" sz="quarter" idx="60" hasCustomPrompt="1"/>
          </p:nvPr>
        </p:nvSpPr>
        <p:spPr>
          <a:xfrm>
            <a:off x="1815733" y="8968942"/>
            <a:ext cx="7490063" cy="2578608"/>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80" name="Title">
            <a:extLst>
              <a:ext uri="{FF2B5EF4-FFF2-40B4-BE49-F238E27FC236}">
                <a16:creationId xmlns:a16="http://schemas.microsoft.com/office/drawing/2014/main" id="{8B9AE492-9C11-4741-BC03-29AD5F33EC3A}"/>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63" name="Subtitle">
            <a:extLst>
              <a:ext uri="{FF2B5EF4-FFF2-40B4-BE49-F238E27FC236}">
                <a16:creationId xmlns:a16="http://schemas.microsoft.com/office/drawing/2014/main" id="{92EB8B40-464C-4EDD-BABB-5D3CC826C60D}"/>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57" name="Section">
            <a:extLst>
              <a:ext uri="{FF2B5EF4-FFF2-40B4-BE49-F238E27FC236}">
                <a16:creationId xmlns:a16="http://schemas.microsoft.com/office/drawing/2014/main" id="{A4A54137-431B-4FC7-8E36-155E8EA9082F}"/>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48" name="Anglepoint Logo">
            <a:hlinkClick r:id="" action="ppaction://noaction"/>
            <a:extLst>
              <a:ext uri="{FF2B5EF4-FFF2-40B4-BE49-F238E27FC236}">
                <a16:creationId xmlns:a16="http://schemas.microsoft.com/office/drawing/2014/main" id="{68C5BB45-53EA-46F2-8FF2-DF4A339BFB8C}"/>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87968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 Short Name - A">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2" name="Rectangle Separator">
            <a:extLst>
              <a:ext uri="{FF2B5EF4-FFF2-40B4-BE49-F238E27FC236}">
                <a16:creationId xmlns:a16="http://schemas.microsoft.com/office/drawing/2014/main" id="{073100E6-EAE8-40A8-892C-F49D79E8DD39}"/>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388250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 Short Name - B">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61D90533-AD9F-45CD-98BB-E8B5FEA8B72D}"/>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769304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 Short Name - C">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D5BB11A5-F5D6-44A6-ACEA-0EC92182742C}"/>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629881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 Short Name - D">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AE9D4D81-93A6-403B-8E10-8FD8E5041F82}"/>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0166902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 Short Name - E">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39CAE57B-E348-417A-B7BA-7721619202F9}"/>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051586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 Short Name - F">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EBFF5440-94F7-4579-96C0-93AE16ABC933}"/>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28272566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ank Dark">
    <p:bg>
      <p:bgPr>
        <a:gradFill>
          <a:gsLst>
            <a:gs pos="21000">
              <a:schemeClr val="tx2">
                <a:alpha val="97000"/>
              </a:schemeClr>
            </a:gs>
            <a:gs pos="100000">
              <a:srgbClr val="006282"/>
            </a:gs>
          </a:gsLst>
          <a:lin ang="33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8006549"/>
      </p:ext>
    </p:extLst>
  </p:cSld>
  <p:clrMapOvr>
    <a:masterClrMapping/>
  </p:clrMapOvr>
  <mc:AlternateContent xmlns:mc="http://schemas.openxmlformats.org/markup-compatibility/2006" xmlns:p14="http://schemas.microsoft.com/office/powerpoint/2010/main">
    <mc:Choice Requires="p14">
      <p:transition p14:dur="250" advClick="0" advTm="0">
        <p:fade/>
      </p:transition>
    </mc:Choice>
    <mc:Fallback xmlns="">
      <p:transition advClick="0" advTm="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pic>
        <p:nvPicPr>
          <p:cNvPr id="4" name="Background" descr="Background pattern&#10;&#10;Description automatically generated">
            <a:extLst>
              <a:ext uri="{FF2B5EF4-FFF2-40B4-BE49-F238E27FC236}">
                <a16:creationId xmlns:a16="http://schemas.microsoft.com/office/drawing/2014/main" id="{71E4FC9B-0725-41AB-AC23-1F008AF09F9D}"/>
              </a:ext>
            </a:extLst>
          </p:cNvPr>
          <p:cNvPicPr>
            <a:picLocks noGrp="1" noRot="1" noChangeAspect="1" noMove="1" noResize="1" noEditPoints="1" noAdjustHandles="1" noChangeArrowheads="1" noChangeShapeType="1" noCrop="1"/>
          </p:cNvPicPr>
          <p:nvPr userDrawn="1"/>
        </p:nvPicPr>
        <p:blipFill rotWithShape="1">
          <a:blip r:embed="rId2" cstate="email">
            <a:extLst>
              <a:ext uri="{28A0092B-C50C-407E-A947-70E740481C1C}">
                <a14:useLocalDpi xmlns:a14="http://schemas.microsoft.com/office/drawing/2010/main" val="0"/>
              </a:ext>
            </a:extLst>
          </a:blip>
          <a:srcRect/>
          <a:stretch/>
        </p:blipFill>
        <p:spPr>
          <a:xfrm>
            <a:off x="0" y="1"/>
            <a:ext cx="24387048" cy="10605898"/>
          </a:xfrm>
          <a:prstGeom prst="rect">
            <a:avLst/>
          </a:prstGeom>
        </p:spPr>
      </p:pic>
      <p:sp>
        <p:nvSpPr>
          <p:cNvPr id="8" name="Optional Logo">
            <a:extLst>
              <a:ext uri="{FF2B5EF4-FFF2-40B4-BE49-F238E27FC236}">
                <a16:creationId xmlns:a16="http://schemas.microsoft.com/office/drawing/2014/main" id="{C483C36E-BCA9-5F44-9FE8-29FFDB0F4B81}"/>
              </a:ext>
            </a:extLst>
          </p:cNvPr>
          <p:cNvSpPr>
            <a:spLocks noGrp="1" noRot="1" noChangeAspect="1" noMove="1" noResize="1" noEditPoints="1" noAdjustHandles="1" noChangeArrowheads="1" noChangeShapeType="1"/>
          </p:cNvSpPr>
          <p:nvPr>
            <p:ph type="pic" sz="quarter" idx="15" hasCustomPrompt="1"/>
          </p:nvPr>
        </p:nvSpPr>
        <p:spPr>
          <a:xfrm>
            <a:off x="7187083" y="10902126"/>
            <a:ext cx="2743200" cy="2743200"/>
          </a:xfrm>
          <a:prstGeom prst="rect">
            <a:avLst/>
          </a:prstGeom>
        </p:spPr>
        <p:txBody>
          <a:bodyPr anchor="ctr"/>
          <a:lstStyle>
            <a:lvl1pPr marL="0" indent="0" algn="ctr">
              <a:lnSpc>
                <a:spcPct val="125000"/>
              </a:lnSpc>
              <a:spcBef>
                <a:spcPts val="0"/>
              </a:spcBef>
              <a:buNone/>
              <a:defRPr sz="2400" b="0" i="0">
                <a:solidFill>
                  <a:schemeClr val="bg2"/>
                </a:solidFill>
                <a:latin typeface="TT Norms Pro" panose="02000503030000020003" pitchFamily="2" charset="0"/>
              </a:defRPr>
            </a:lvl1pPr>
          </a:lstStyle>
          <a:p>
            <a:r>
              <a:rPr lang="en-US"/>
              <a:t>Click icon to browse or select placeholder to paste client/partner logo</a:t>
            </a:r>
          </a:p>
        </p:txBody>
      </p:sp>
      <p:sp>
        <p:nvSpPr>
          <p:cNvPr id="15" name="+">
            <a:extLst>
              <a:ext uri="{FF2B5EF4-FFF2-40B4-BE49-F238E27FC236}">
                <a16:creationId xmlns:a16="http://schemas.microsoft.com/office/drawing/2014/main" id="{077BF308-9D58-4CAF-AE7E-E9D758E4647A}"/>
              </a:ext>
            </a:extLst>
          </p:cNvPr>
          <p:cNvSpPr>
            <a:spLocks noGrp="1" noRot="1" noMove="1" noResize="1" noEditPoints="1" noAdjustHandles="1" noChangeArrowheads="1" noChangeShapeType="1"/>
          </p:cNvSpPr>
          <p:nvPr>
            <p:ph type="body" sz="quarter" idx="19" hasCustomPrompt="1"/>
          </p:nvPr>
        </p:nvSpPr>
        <p:spPr>
          <a:xfrm>
            <a:off x="5916289" y="11491914"/>
            <a:ext cx="1074821" cy="1563624"/>
          </a:xfrm>
        </p:spPr>
        <p:txBody>
          <a:bodyPr lIns="0" tIns="0" rIns="0" bIns="0" anchor="ctr">
            <a:noAutofit/>
          </a:bodyPr>
          <a:lstStyle>
            <a:lvl1pPr marL="0" indent="0" algn="ctr" defTabSz="457131" rtl="0" eaLnBrk="1" latinLnBrk="0" hangingPunct="1">
              <a:lnSpc>
                <a:spcPct val="90000"/>
              </a:lnSpc>
              <a:spcAft>
                <a:spcPts val="1200"/>
              </a:spcAft>
              <a:buNone/>
              <a:defRPr lang="en-US" sz="8800" b="0" i="0" kern="1200" dirty="0" smtClean="0">
                <a:solidFill>
                  <a:schemeClr val="bg2"/>
                </a:solidFill>
                <a:latin typeface="TT Norms Pro Light" panose="02000503020000020003" pitchFamily="2" charset="0"/>
                <a:ea typeface="+mn-ea"/>
                <a:cs typeface="+mn-cs"/>
              </a:defRPr>
            </a:lvl1pPr>
            <a:lvl2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2pPr>
            <a:lvl3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3pPr>
            <a:lvl4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4pPr>
            <a:lvl5pPr marL="0" algn="ctr" defTabSz="457131" rtl="0" eaLnBrk="1" latinLnBrk="0" hangingPunct="1">
              <a:lnSpc>
                <a:spcPct val="90000"/>
              </a:lnSpc>
              <a:spcAft>
                <a:spcPts val="1200"/>
              </a:spcAft>
              <a:defRPr lang="en-US" sz="8800" b="0" i="0" kern="1200" dirty="0">
                <a:solidFill>
                  <a:schemeClr val="bg2"/>
                </a:solidFill>
                <a:latin typeface="TT Norms Pro Light" panose="02000503020000020003" pitchFamily="2" charset="0"/>
                <a:ea typeface="+mn-ea"/>
                <a:cs typeface="+mn-cs"/>
              </a:defRPr>
            </a:lvl5pPr>
          </a:lstStyle>
          <a:p>
            <a:pPr lvl="0"/>
            <a:r>
              <a:rPr lang="en-US"/>
              <a:t>+</a:t>
            </a:r>
          </a:p>
        </p:txBody>
      </p:sp>
      <p:pic>
        <p:nvPicPr>
          <p:cNvPr id="12" name="Anglepoint Logo">
            <a:hlinkClick r:id="rId3" action="ppaction://hlinksldjump"/>
            <a:extLst>
              <a:ext uri="{FF2B5EF4-FFF2-40B4-BE49-F238E27FC236}">
                <a16:creationId xmlns:a16="http://schemas.microsoft.com/office/drawing/2014/main" id="{F145EFD1-3597-8E45-87D1-CDA0A2402A5C}"/>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979435" y="11870517"/>
            <a:ext cx="3740881" cy="806417"/>
          </a:xfrm>
          <a:prstGeom prst="rect">
            <a:avLst/>
          </a:prstGeom>
        </p:spPr>
      </p:pic>
      <p:sp>
        <p:nvSpPr>
          <p:cNvPr id="17" name="Rectangle Separator">
            <a:extLst>
              <a:ext uri="{FF2B5EF4-FFF2-40B4-BE49-F238E27FC236}">
                <a16:creationId xmlns:a16="http://schemas.microsoft.com/office/drawing/2014/main" id="{E57A846A-07E9-4319-8F32-95E76C4ED8A5}"/>
              </a:ext>
            </a:extLst>
          </p:cNvPr>
          <p:cNvSpPr>
            <a:spLocks noGrp="1" noRot="1" noMove="1" noResize="1" noEditPoints="1" noAdjustHandles="1" noChangeArrowheads="1" noChangeShapeType="1"/>
          </p:cNvSpPr>
          <p:nvPr userDrawn="1"/>
        </p:nvSpPr>
        <p:spPr>
          <a:xfrm rot="16200000" flipH="1">
            <a:off x="12111228" y="-1505328"/>
            <a:ext cx="164592" cy="24387048"/>
          </a:xfrm>
          <a:prstGeom prst="rect">
            <a:avLst/>
          </a:prstGeom>
          <a:solidFill>
            <a:schemeClr val="accent2"/>
          </a:solidFill>
          <a:ln w="127000" cap="flat">
            <a:noFill/>
            <a:prstDash val="solid"/>
            <a:miter/>
          </a:ln>
        </p:spPr>
        <p:txBody>
          <a:bodyPr rtlCol="0" anchor="ctr"/>
          <a:lstStyle/>
          <a:p>
            <a:pPr algn="l"/>
            <a:endParaRPr lang="en-US"/>
          </a:p>
        </p:txBody>
      </p:sp>
      <p:sp>
        <p:nvSpPr>
          <p:cNvPr id="10" name="Subtitle">
            <a:extLst>
              <a:ext uri="{FF2B5EF4-FFF2-40B4-BE49-F238E27FC236}">
                <a16:creationId xmlns:a16="http://schemas.microsoft.com/office/drawing/2014/main" id="{BEE64100-429B-FB4A-B45A-2DD55333A108}"/>
              </a:ext>
            </a:extLst>
          </p:cNvPr>
          <p:cNvSpPr>
            <a:spLocks noGrp="1" noRot="1" noMove="1" noResize="1" noEditPoints="1" noAdjustHandles="1" noChangeArrowheads="1" noChangeShapeType="1"/>
          </p:cNvSpPr>
          <p:nvPr>
            <p:ph type="body" sz="quarter" idx="14" hasCustomPrompt="1"/>
          </p:nvPr>
        </p:nvSpPr>
        <p:spPr>
          <a:xfrm>
            <a:off x="0" y="8229600"/>
            <a:ext cx="24387175" cy="801520"/>
          </a:xfrm>
          <a:prstGeom prst="rect">
            <a:avLst/>
          </a:prstGeom>
        </p:spPr>
        <p:txBody>
          <a:bodyPr lIns="1828800" tIns="0" anchor="t"/>
          <a:lstStyle>
            <a:lvl1pPr marL="23812" indent="0">
              <a:spcBef>
                <a:spcPts val="0"/>
              </a:spcBef>
              <a:buNone/>
              <a:tabLst/>
              <a:defRPr sz="3601" b="0" i="0">
                <a:solidFill>
                  <a:schemeClr val="bg1"/>
                </a:solidFill>
                <a:latin typeface="TT Norms Pro Light" panose="02000503020000020003" pitchFamily="2" charset="0"/>
              </a:defRPr>
            </a:lvl1pPr>
          </a:lstStyle>
          <a:p>
            <a:pPr lvl="0"/>
            <a:r>
              <a:rPr lang="en-US"/>
              <a:t>Subtitle (Title Caps, 36 </a:t>
            </a:r>
            <a:r>
              <a:rPr lang="en-US" err="1"/>
              <a:t>pt</a:t>
            </a:r>
            <a:r>
              <a:rPr lang="en-US"/>
              <a:t> regular)</a:t>
            </a:r>
          </a:p>
        </p:txBody>
      </p:sp>
      <p:sp>
        <p:nvSpPr>
          <p:cNvPr id="13" name="Title">
            <a:extLst>
              <a:ext uri="{FF2B5EF4-FFF2-40B4-BE49-F238E27FC236}">
                <a16:creationId xmlns:a16="http://schemas.microsoft.com/office/drawing/2014/main" id="{7D282642-4511-408F-8D41-257A133172E7}"/>
              </a:ext>
            </a:extLst>
          </p:cNvPr>
          <p:cNvSpPr>
            <a:spLocks noGrp="1" noRot="1" noMove="1" noResize="1" noEditPoints="1" noAdjustHandles="1" noChangeArrowheads="1" noChangeShapeType="1"/>
          </p:cNvSpPr>
          <p:nvPr>
            <p:ph type="title" hasCustomPrompt="1"/>
          </p:nvPr>
        </p:nvSpPr>
        <p:spPr>
          <a:xfrm>
            <a:off x="0" y="3962400"/>
            <a:ext cx="24387048" cy="4114800"/>
          </a:xfrm>
        </p:spPr>
        <p:txBody>
          <a:bodyPr lIns="1828800" tIns="0" rIns="1371600" anchor="b" anchorCtr="0">
            <a:noAutofit/>
          </a:bodyPr>
          <a:lstStyle>
            <a:lvl1pPr marL="0" indent="0">
              <a:defRPr sz="13000">
                <a:solidFill>
                  <a:schemeClr val="bg1"/>
                </a:solidFill>
              </a:defRPr>
            </a:lvl1pPr>
          </a:lstStyle>
          <a:p>
            <a:r>
              <a:rPr lang="en-US"/>
              <a:t>Title (aligned with filename)</a:t>
            </a:r>
          </a:p>
        </p:txBody>
      </p:sp>
      <p:sp>
        <p:nvSpPr>
          <p:cNvPr id="11" name="Month Year">
            <a:extLst>
              <a:ext uri="{FF2B5EF4-FFF2-40B4-BE49-F238E27FC236}">
                <a16:creationId xmlns:a16="http://schemas.microsoft.com/office/drawing/2014/main" id="{BBAFF28C-3D3A-C94B-B112-4D26EB915D4C}"/>
              </a:ext>
            </a:extLst>
          </p:cNvPr>
          <p:cNvSpPr>
            <a:spLocks noGrp="1" noRot="1" noMove="1" noResize="1" noEditPoints="1" noAdjustHandles="1" noChangeArrowheads="1" noChangeShapeType="1"/>
          </p:cNvSpPr>
          <p:nvPr>
            <p:ph type="body" sz="quarter" idx="18" hasCustomPrompt="1"/>
          </p:nvPr>
        </p:nvSpPr>
        <p:spPr>
          <a:xfrm>
            <a:off x="1848806" y="1389459"/>
            <a:ext cx="2863541" cy="1044901"/>
          </a:xfrm>
          <a:prstGeom prst="rect">
            <a:avLst/>
          </a:prstGeom>
          <a:ln w="38100">
            <a:solidFill>
              <a:schemeClr val="bg2"/>
            </a:solidFill>
          </a:ln>
        </p:spPr>
        <p:txBody>
          <a:bodyPr wrap="none" lIns="274320" tIns="365760" rIns="265176" bIns="274320" anchor="ctr" anchorCtr="0">
            <a:spAutoFit/>
          </a:bodyPr>
          <a:lstStyle>
            <a:lvl1pPr marL="0" indent="0" algn="l">
              <a:buNone/>
              <a:defRPr sz="2800" b="0" i="0" cap="all" baseline="0">
                <a:solidFill>
                  <a:schemeClr val="bg1"/>
                </a:solidFill>
                <a:latin typeface="TT Norms Pro" panose="02000503030000020003" pitchFamily="2" charset="0"/>
              </a:defRPr>
            </a:lvl1pPr>
            <a:lvl2pPr marL="914081" indent="0">
              <a:buNone/>
              <a:defRPr b="1" i="0">
                <a:latin typeface="TT Norms Pro" panose="02000503030000020003" pitchFamily="2" charset="0"/>
              </a:defRPr>
            </a:lvl2pPr>
            <a:lvl3pPr marL="1828158" indent="0">
              <a:buNone/>
              <a:defRPr b="1" i="0">
                <a:latin typeface="TT Norms Pro" panose="02000503030000020003" pitchFamily="2" charset="0"/>
              </a:defRPr>
            </a:lvl3pPr>
            <a:lvl4pPr marL="2742239" indent="0">
              <a:buNone/>
              <a:defRPr b="1" i="0">
                <a:latin typeface="TT Norms Pro" panose="02000503030000020003" pitchFamily="2" charset="0"/>
              </a:defRPr>
            </a:lvl4pPr>
            <a:lvl5pPr marL="3656318" indent="0">
              <a:buNone/>
              <a:defRPr b="1" i="0">
                <a:latin typeface="TT Norms Pro" panose="02000503030000020003" pitchFamily="2" charset="0"/>
              </a:defRPr>
            </a:lvl5pPr>
          </a:lstStyle>
          <a:p>
            <a:pPr lvl="0"/>
            <a:r>
              <a:rPr lang="en-US"/>
              <a:t>MONTH YEAR</a:t>
            </a:r>
          </a:p>
        </p:txBody>
      </p:sp>
    </p:spTree>
    <p:extLst>
      <p:ext uri="{BB962C8B-B14F-4D97-AF65-F5344CB8AC3E}">
        <p14:creationId xmlns:p14="http://schemas.microsoft.com/office/powerpoint/2010/main" val="4320376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noRot="1" noMove="1" noResize="1" noEditPoints="1" noAdjustHandles="1" noChangeArrowheads="1" noChangeShapeType="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a:t>
            </a:r>
            <a:r>
              <a:rPr lang="en-US" err="1"/>
              <a:t>pt</a:t>
            </a:r>
            <a:r>
              <a:rPr lang="en-US"/>
              <a:t> regular; 20 </a:t>
            </a:r>
            <a:r>
              <a:rPr lang="en-US" err="1"/>
              <a:t>pt</a:t>
            </a:r>
            <a:r>
              <a:rPr lang="en-US"/>
              <a:t> before, 6 </a:t>
            </a:r>
            <a:r>
              <a:rPr lang="en-US" err="1"/>
              <a:t>pt</a:t>
            </a:r>
            <a:r>
              <a:rPr lang="en-US"/>
              <a:t> after; .9 line spacing)</a:t>
            </a:r>
          </a:p>
          <a:p>
            <a:pPr lvl="1"/>
            <a:r>
              <a:rPr lang="en-US"/>
              <a:t>Optional second level (32 </a:t>
            </a:r>
            <a:r>
              <a:rPr lang="en-US" err="1"/>
              <a:t>pt</a:t>
            </a:r>
            <a:r>
              <a:rPr lang="en-US"/>
              <a:t> regular; 10 </a:t>
            </a:r>
            <a:r>
              <a:rPr lang="en-US" err="1"/>
              <a:t>pt</a:t>
            </a:r>
            <a:r>
              <a:rPr lang="en-US"/>
              <a:t> before, 6 </a:t>
            </a:r>
            <a:r>
              <a:rPr lang="en-US" err="1"/>
              <a:t>pt</a:t>
            </a:r>
            <a:r>
              <a:rPr lang="en-US"/>
              <a:t> after; .9 line spacing)</a:t>
            </a:r>
          </a:p>
          <a:p>
            <a:pPr lvl="2"/>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lstStyle>
            <a:lvl1pPr>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2" action="ppaction://hlinksldjump"/>
            <a:extLst>
              <a:ext uri="{FF2B5EF4-FFF2-40B4-BE49-F238E27FC236}">
                <a16:creationId xmlns:a16="http://schemas.microsoft.com/office/drawing/2014/main" id="{B3F7E1DD-397C-4ED4-8567-AD570F650F30}"/>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3580038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lstStyle>
            <a:lvl1pPr>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2" action="ppaction://hlinksldjump"/>
            <a:extLst>
              <a:ext uri="{FF2B5EF4-FFF2-40B4-BE49-F238E27FC236}">
                <a16:creationId xmlns:a16="http://schemas.microsoft.com/office/drawing/2014/main" id="{B3F7E1DD-397C-4ED4-8567-AD570F650F30}"/>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
        <p:nvSpPr>
          <p:cNvPr id="2" name="Picture Placeholder 5">
            <a:extLst>
              <a:ext uri="{FF2B5EF4-FFF2-40B4-BE49-F238E27FC236}">
                <a16:creationId xmlns:a16="http://schemas.microsoft.com/office/drawing/2014/main" id="{CFE37452-868C-6DA8-F393-286FDF4E8C64}"/>
              </a:ext>
            </a:extLst>
          </p:cNvPr>
          <p:cNvSpPr>
            <a:spLocks noGrp="1"/>
          </p:cNvSpPr>
          <p:nvPr>
            <p:ph type="pic" sz="quarter" idx="18" hasCustomPrompt="1"/>
          </p:nvPr>
        </p:nvSpPr>
        <p:spPr>
          <a:xfrm>
            <a:off x="571500" y="7184570"/>
            <a:ext cx="2551611" cy="2551611"/>
          </a:xfrm>
        </p:spPr>
        <p:txBody>
          <a:bodyPr lIns="0" tIns="548640" rIns="0">
            <a:normAutofit/>
          </a:bodyPr>
          <a:lstStyle>
            <a:lvl1pPr marL="14288" indent="0" algn="ctr">
              <a:buFontTx/>
              <a:buNone/>
              <a:tabLst/>
              <a:defRPr sz="2400"/>
            </a:lvl1pPr>
          </a:lstStyle>
          <a:p>
            <a:r>
              <a:rPr lang="en-US"/>
              <a:t>Insert Client Logo</a:t>
            </a:r>
          </a:p>
        </p:txBody>
      </p:sp>
    </p:spTree>
    <p:extLst>
      <p:ext uri="{BB962C8B-B14F-4D97-AF65-F5344CB8AC3E}">
        <p14:creationId xmlns:p14="http://schemas.microsoft.com/office/powerpoint/2010/main" val="3234129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rk">
    <p:spTree>
      <p:nvGrpSpPr>
        <p:cNvPr id="1" name=""/>
        <p:cNvGrpSpPr/>
        <p:nvPr/>
      </p:nvGrpSpPr>
      <p:grpSpPr>
        <a:xfrm>
          <a:off x="0" y="0"/>
          <a:ext cx="0" cy="0"/>
          <a:chOff x="0" y="0"/>
          <a:chExt cx="0" cy="0"/>
        </a:xfrm>
      </p:grpSpPr>
      <p:pic>
        <p:nvPicPr>
          <p:cNvPr id="3" name="Dark Gradient" descr="Background pattern&#10;&#10;Description automatically generated">
            <a:extLst>
              <a:ext uri="{FF2B5EF4-FFF2-40B4-BE49-F238E27FC236}">
                <a16:creationId xmlns:a16="http://schemas.microsoft.com/office/drawing/2014/main" id="{5384496C-48CE-1044-23E6-ACCB2805580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24387048" cy="13721779"/>
          </a:xfrm>
          <a:prstGeom prst="rect">
            <a:avLst/>
          </a:prstGeom>
        </p:spPr>
      </p:pic>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noRot="1" noMove="1" noResize="1" noEditPoints="1" noAdjustHandles="1" noChangeArrowheads="1" noChangeShapeType="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bg1"/>
                </a:solidFill>
                <a:latin typeface="TT Norms Pro" panose="02000503030000020003" pitchFamily="2" charset="0"/>
              </a:defRPr>
            </a:lvl1pPr>
            <a:lvl2pPr marL="1828800" indent="-455614">
              <a:spcAft>
                <a:spcPts val="600"/>
              </a:spcAft>
              <a:defRPr sz="3200" b="0" i="0" spc="-40" baseline="0">
                <a:solidFill>
                  <a:schemeClr val="bg1"/>
                </a:solidFill>
                <a:latin typeface="TT Norms Pro" panose="02000503030000020003" pitchFamily="2" charset="0"/>
              </a:defRPr>
            </a:lvl2pPr>
            <a:lvl3pPr marL="2290764" indent="-455614">
              <a:spcAft>
                <a:spcPts val="600"/>
              </a:spcAft>
              <a:defRPr sz="2800" b="0" i="0" spc="-30" baseline="0">
                <a:solidFill>
                  <a:schemeClr val="bg1"/>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a:t>
            </a:r>
            <a:r>
              <a:rPr lang="en-US" err="1"/>
              <a:t>pt</a:t>
            </a:r>
            <a:r>
              <a:rPr lang="en-US"/>
              <a:t> regular; 20 </a:t>
            </a:r>
            <a:r>
              <a:rPr lang="en-US" err="1"/>
              <a:t>pt</a:t>
            </a:r>
            <a:r>
              <a:rPr lang="en-US"/>
              <a:t> before, 6 </a:t>
            </a:r>
            <a:r>
              <a:rPr lang="en-US" err="1"/>
              <a:t>pt</a:t>
            </a:r>
            <a:r>
              <a:rPr lang="en-US"/>
              <a:t> after; .9 line spacing)</a:t>
            </a:r>
          </a:p>
          <a:p>
            <a:pPr lvl="1"/>
            <a:r>
              <a:rPr lang="en-US"/>
              <a:t>Optional second level (32 </a:t>
            </a:r>
            <a:r>
              <a:rPr lang="en-US" err="1"/>
              <a:t>pt</a:t>
            </a:r>
            <a:r>
              <a:rPr lang="en-US"/>
              <a:t> regular; 10 </a:t>
            </a:r>
            <a:r>
              <a:rPr lang="en-US" err="1"/>
              <a:t>pt</a:t>
            </a:r>
            <a:r>
              <a:rPr lang="en-US"/>
              <a:t> before, 6 </a:t>
            </a:r>
            <a:r>
              <a:rPr lang="en-US" err="1"/>
              <a:t>pt</a:t>
            </a:r>
            <a:r>
              <a:rPr lang="en-US"/>
              <a:t> after; .9 line spacing)</a:t>
            </a:r>
          </a:p>
          <a:p>
            <a:pPr lvl="2"/>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lstStyle>
            <a:lvl1pPr>
              <a:defRPr>
                <a:solidFill>
                  <a:schemeClr val="bg1"/>
                </a:solidFill>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1" name="Anglepoint Logo">
            <a:hlinkClick r:id="rId3" action="ppaction://hlinksldjump"/>
            <a:extLst>
              <a:ext uri="{FF2B5EF4-FFF2-40B4-BE49-F238E27FC236}">
                <a16:creationId xmlns:a16="http://schemas.microsoft.com/office/drawing/2014/main" id="{71B22127-C50F-19DC-DE59-8BD1435E1623}"/>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2361" y="376601"/>
            <a:ext cx="1487736" cy="320709"/>
          </a:xfrm>
          <a:prstGeom prst="rect">
            <a:avLst/>
          </a:prstGeom>
        </p:spPr>
      </p:pic>
    </p:spTree>
    <p:extLst>
      <p:ext uri="{BB962C8B-B14F-4D97-AF65-F5344CB8AC3E}">
        <p14:creationId xmlns:p14="http://schemas.microsoft.com/office/powerpoint/2010/main" val="35013292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eft Side Bar">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146D87F7-F479-4D24-BBC0-2FECBBAA087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1" y="0"/>
            <a:ext cx="6939255" cy="13716000"/>
          </a:xfrm>
          <a:prstGeom prst="rect">
            <a:avLst/>
          </a:prstGeom>
        </p:spPr>
      </p:pic>
      <p:sp>
        <p:nvSpPr>
          <p:cNvPr id="4" name="Rectangle Separator">
            <a:extLst>
              <a:ext uri="{FF2B5EF4-FFF2-40B4-BE49-F238E27FC236}">
                <a16:creationId xmlns:a16="http://schemas.microsoft.com/office/drawing/2014/main" id="{FACCFEDB-7EA1-40D4-8D3E-883F0D88E9EB}"/>
              </a:ext>
            </a:extLst>
          </p:cNvPr>
          <p:cNvSpPr>
            <a:spLocks noGrp="1" noRot="1" noMove="1" noResize="1" noEditPoints="1" noAdjustHandles="1" noChangeArrowheads="1" noChangeShapeType="1"/>
          </p:cNvSpPr>
          <p:nvPr userDrawn="1"/>
        </p:nvSpPr>
        <p:spPr>
          <a:xfrm>
            <a:off x="6926442" y="-2"/>
            <a:ext cx="164592" cy="13716000"/>
          </a:xfrm>
          <a:prstGeom prst="rect">
            <a:avLst/>
          </a:prstGeom>
          <a:solidFill>
            <a:schemeClr val="accent2"/>
          </a:solidFill>
          <a:ln w="127000" cap="flat">
            <a:noFill/>
            <a:prstDash val="solid"/>
            <a:miter/>
          </a:ln>
        </p:spPr>
        <p:txBody>
          <a:bodyPr rtlCol="0" anchor="ctr"/>
          <a:lstStyle/>
          <a:p>
            <a:pPr algn="l"/>
            <a:endParaRPr lang="en-US"/>
          </a:p>
        </p:txBody>
      </p:sp>
      <p:sp>
        <p:nvSpPr>
          <p:cNvPr id="33" name="Bulleted List">
            <a:extLst>
              <a:ext uri="{FF2B5EF4-FFF2-40B4-BE49-F238E27FC236}">
                <a16:creationId xmlns:a16="http://schemas.microsoft.com/office/drawing/2014/main" id="{3F6D238A-65AC-4FE9-9B22-80002EB96CF1}"/>
              </a:ext>
            </a:extLst>
          </p:cNvPr>
          <p:cNvSpPr>
            <a:spLocks noGrp="1" noRot="1" noMove="1" noResize="1" noEditPoints="1" noAdjustHandles="1" noChangeArrowheads="1" noChangeShapeType="1"/>
          </p:cNvSpPr>
          <p:nvPr>
            <p:ph idx="1"/>
          </p:nvPr>
        </p:nvSpPr>
        <p:spPr>
          <a:xfrm>
            <a:off x="7109322" y="1828800"/>
            <a:ext cx="17277726" cy="11612880"/>
          </a:xfrm>
          <a:prstGeom prst="rect">
            <a:avLst/>
          </a:prstGeom>
        </p:spPr>
        <p:txBody>
          <a:bodyPr vert="horz" lIns="91440" tIns="45720" rIns="91440" bIns="45720" rtlCol="0">
            <a:normAutofit/>
          </a:bodyPr>
          <a:lstStyle/>
          <a:p>
            <a:pPr marL="1371600" marR="0" lvl="0"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Click to edit Master text styles</a:t>
            </a:r>
          </a:p>
          <a:p>
            <a:pPr marL="1371600" marR="0" lvl="1"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Second level</a:t>
            </a:r>
          </a:p>
          <a:p>
            <a:pPr marL="1371600" marR="0" lvl="2"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Third level</a:t>
            </a:r>
          </a:p>
        </p:txBody>
      </p:sp>
      <p:sp>
        <p:nvSpPr>
          <p:cNvPr id="2" name="Footer">
            <a:extLst>
              <a:ext uri="{FF2B5EF4-FFF2-40B4-BE49-F238E27FC236}">
                <a16:creationId xmlns:a16="http://schemas.microsoft.com/office/drawing/2014/main" id="{839AF3C0-BCA5-40AB-8972-8F54022A2E8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5" name="Date">
            <a:extLst>
              <a:ext uri="{FF2B5EF4-FFF2-40B4-BE49-F238E27FC236}">
                <a16:creationId xmlns:a16="http://schemas.microsoft.com/office/drawing/2014/main" id="{CF44DD6B-6E9F-4EAE-833D-8498D43B6C07}"/>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ECAB251D-51E5-3B46-9951-7B5D149B8327}" type="datetime4">
              <a:rPr lang="en-US" smtClean="0"/>
              <a:t>June 10, 2026</a:t>
            </a:fld>
            <a:endParaRPr lang="en-US"/>
          </a:p>
        </p:txBody>
      </p:sp>
      <p:sp>
        <p:nvSpPr>
          <p:cNvPr id="3" name="Slide Number">
            <a:extLst>
              <a:ext uri="{FF2B5EF4-FFF2-40B4-BE49-F238E27FC236}">
                <a16:creationId xmlns:a16="http://schemas.microsoft.com/office/drawing/2014/main" id="{F2EBEF6A-EF71-484B-A7C1-4AD4CDA22590}"/>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8" name="Subtitle">
            <a:extLst>
              <a:ext uri="{FF2B5EF4-FFF2-40B4-BE49-F238E27FC236}">
                <a16:creationId xmlns:a16="http://schemas.microsoft.com/office/drawing/2014/main" id="{565BFC57-126E-4A49-9E8F-63F489AE673B}"/>
              </a:ext>
            </a:extLst>
          </p:cNvPr>
          <p:cNvSpPr>
            <a:spLocks noGrp="1" noRot="1" noMove="1" noResize="1" noEditPoints="1" noAdjustHandles="1" noChangeArrowheads="1" noChangeShapeType="1"/>
          </p:cNvSpPr>
          <p:nvPr>
            <p:ph type="body" sz="quarter" idx="10" hasCustomPrompt="1"/>
          </p:nvPr>
        </p:nvSpPr>
        <p:spPr>
          <a:xfrm>
            <a:off x="1" y="5220925"/>
            <a:ext cx="6333063" cy="2205114"/>
          </a:xfrm>
          <a:prstGeom prst="rect">
            <a:avLst/>
          </a:prstGeom>
        </p:spPr>
        <p:txBody>
          <a:bodyPr>
            <a:normAutofit/>
          </a:bodyPr>
          <a:lstStyle>
            <a:lvl1pPr marL="687388" indent="-1588">
              <a:buNone/>
              <a:tabLst/>
              <a:defRPr sz="3200" b="0" i="1">
                <a:solidFill>
                  <a:schemeClr val="accent1">
                    <a:lumMod val="40000"/>
                    <a:lumOff val="60000"/>
                  </a:schemeClr>
                </a:solidFill>
                <a:latin typeface="TT Norms Pro Light" panose="02000503020000020003" pitchFamily="2" charset="0"/>
              </a:defRPr>
            </a:lvl1pPr>
          </a:lstStyle>
          <a:p>
            <a:pPr lvl="0"/>
            <a:r>
              <a:rPr lang="en-US"/>
              <a:t>Optional subtitle (sentence caps, 32 </a:t>
            </a:r>
            <a:r>
              <a:rPr lang="en-US" err="1"/>
              <a:t>pt</a:t>
            </a:r>
            <a:r>
              <a:rPr lang="en-US"/>
              <a:t> italic, no punctuation)</a:t>
            </a:r>
          </a:p>
        </p:txBody>
      </p:sp>
      <p:sp>
        <p:nvSpPr>
          <p:cNvPr id="5" name="Title">
            <a:extLst>
              <a:ext uri="{FF2B5EF4-FFF2-40B4-BE49-F238E27FC236}">
                <a16:creationId xmlns:a16="http://schemas.microsoft.com/office/drawing/2014/main" id="{E25B9C56-92AF-F540-832F-67981821137B}"/>
              </a:ext>
            </a:extLst>
          </p:cNvPr>
          <p:cNvSpPr>
            <a:spLocks noGrp="1" noRot="1" noMove="1" noResize="1" noEditPoints="1" noAdjustHandles="1" noChangeArrowheads="1" noChangeShapeType="1"/>
          </p:cNvSpPr>
          <p:nvPr>
            <p:ph type="title" hasCustomPrompt="1"/>
          </p:nvPr>
        </p:nvSpPr>
        <p:spPr>
          <a:xfrm>
            <a:off x="1" y="638359"/>
            <a:ext cx="6333063" cy="3844038"/>
          </a:xfrm>
          <a:prstGeom prst="rect">
            <a:avLst/>
          </a:prstGeom>
        </p:spPr>
        <p:txBody>
          <a:bodyPr anchor="b" anchorCtr="0"/>
          <a:lstStyle>
            <a:lvl1pPr marL="688941" indent="55560">
              <a:lnSpc>
                <a:spcPct val="80000"/>
              </a:lnSpc>
              <a:tabLst/>
              <a:defRPr sz="6599" spc="-100" baseline="0">
                <a:solidFill>
                  <a:schemeClr val="bg1"/>
                </a:solidFill>
                <a:latin typeface="TT Norms Pro" panose="02000503030000020003" pitchFamily="2" charset="0"/>
              </a:defRPr>
            </a:lvl1pPr>
          </a:lstStyle>
          <a:p>
            <a:r>
              <a:rPr lang="en-US"/>
              <a:t>Short Title (Title Caps, 66 Pt Regular)</a:t>
            </a:r>
          </a:p>
        </p:txBody>
      </p:sp>
      <p:sp>
        <p:nvSpPr>
          <p:cNvPr id="13" name="Section">
            <a:extLst>
              <a:ext uri="{FF2B5EF4-FFF2-40B4-BE49-F238E27FC236}">
                <a16:creationId xmlns:a16="http://schemas.microsoft.com/office/drawing/2014/main" id="{5623FE51-1BED-4DA1-BB40-A6FB8299C77A}"/>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3" action="ppaction://hlinksldjump"/>
            <a:extLst>
              <a:ext uri="{FF2B5EF4-FFF2-40B4-BE49-F238E27FC236}">
                <a16:creationId xmlns:a16="http://schemas.microsoft.com/office/drawing/2014/main" id="{3BB8C179-94D8-49B8-8880-65B2D4795F34}"/>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2758066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Left Side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6774FE-D575-7966-6B3B-803A19C13434}"/>
              </a:ext>
            </a:extLst>
          </p:cNvPr>
          <p:cNvSpPr/>
          <p:nvPr userDrawn="1"/>
        </p:nvSpPr>
        <p:spPr>
          <a:xfrm>
            <a:off x="0" y="-2"/>
            <a:ext cx="7024914" cy="13441681"/>
          </a:xfrm>
          <a:prstGeom prst="rect">
            <a:avLst/>
          </a:prstGeom>
          <a:gradFill>
            <a:gsLst>
              <a:gs pos="0">
                <a:schemeClr val="tx2"/>
              </a:gs>
              <a:gs pos="100000">
                <a:schemeClr val="tx2">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a:extLst>
              <a:ext uri="{FF2B5EF4-FFF2-40B4-BE49-F238E27FC236}">
                <a16:creationId xmlns:a16="http://schemas.microsoft.com/office/drawing/2014/main" id="{839AF3C0-BCA5-40AB-8972-8F54022A2E8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5" name="Date">
            <a:extLst>
              <a:ext uri="{FF2B5EF4-FFF2-40B4-BE49-F238E27FC236}">
                <a16:creationId xmlns:a16="http://schemas.microsoft.com/office/drawing/2014/main" id="{CF44DD6B-6E9F-4EAE-833D-8498D43B6C07}"/>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ECAB251D-51E5-3B46-9951-7B5D149B8327}" type="datetime4">
              <a:rPr lang="en-US" smtClean="0"/>
              <a:t>June 10, 2026</a:t>
            </a:fld>
            <a:endParaRPr lang="en-US"/>
          </a:p>
        </p:txBody>
      </p:sp>
      <p:sp>
        <p:nvSpPr>
          <p:cNvPr id="3" name="Slide Number">
            <a:extLst>
              <a:ext uri="{FF2B5EF4-FFF2-40B4-BE49-F238E27FC236}">
                <a16:creationId xmlns:a16="http://schemas.microsoft.com/office/drawing/2014/main" id="{F2EBEF6A-EF71-484B-A7C1-4AD4CDA22590}"/>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13" name="Section">
            <a:extLst>
              <a:ext uri="{FF2B5EF4-FFF2-40B4-BE49-F238E27FC236}">
                <a16:creationId xmlns:a16="http://schemas.microsoft.com/office/drawing/2014/main" id="{5623FE51-1BED-4DA1-BB40-A6FB8299C77A}"/>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2" action="ppaction://hlinksldjump"/>
            <a:extLst>
              <a:ext uri="{FF2B5EF4-FFF2-40B4-BE49-F238E27FC236}">
                <a16:creationId xmlns:a16="http://schemas.microsoft.com/office/drawing/2014/main" id="{3BB8C179-94D8-49B8-8880-65B2D4795F34}"/>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
        <p:nvSpPr>
          <p:cNvPr id="9" name="Title 1">
            <a:extLst>
              <a:ext uri="{FF2B5EF4-FFF2-40B4-BE49-F238E27FC236}">
                <a16:creationId xmlns:a16="http://schemas.microsoft.com/office/drawing/2014/main" id="{1032DB72-B759-1ED0-D257-AAFDB5F7CD74}"/>
              </a:ext>
            </a:extLst>
          </p:cNvPr>
          <p:cNvSpPr>
            <a:spLocks noGrp="1"/>
          </p:cNvSpPr>
          <p:nvPr>
            <p:ph type="title"/>
          </p:nvPr>
        </p:nvSpPr>
        <p:spPr>
          <a:xfrm>
            <a:off x="0" y="884912"/>
            <a:ext cx="6333063" cy="2580706"/>
          </a:xfrm>
        </p:spPr>
        <p:txBody>
          <a:bodyPr anchor="b" anchorCtr="0">
            <a:spAutoFit/>
          </a:bodyPr>
          <a:lstStyle>
            <a:lvl1pPr>
              <a:lnSpc>
                <a:spcPct val="80000"/>
              </a:lnSpc>
              <a:defRPr b="1" i="0">
                <a:solidFill>
                  <a:schemeClr val="bg1"/>
                </a:solidFill>
                <a:latin typeface="TT Norms Pro" panose="02000503030000020003" pitchFamily="2" charset="0"/>
              </a:defRPr>
            </a:lvl1pPr>
          </a:lstStyle>
          <a:p>
            <a:r>
              <a:rPr lang="en-US"/>
              <a:t>Click to edit Master title style</a:t>
            </a:r>
          </a:p>
        </p:txBody>
      </p:sp>
      <p:sp>
        <p:nvSpPr>
          <p:cNvPr id="10" name="Text Placeholder 7">
            <a:extLst>
              <a:ext uri="{FF2B5EF4-FFF2-40B4-BE49-F238E27FC236}">
                <a16:creationId xmlns:a16="http://schemas.microsoft.com/office/drawing/2014/main" id="{AE5AD81F-9078-885D-A1EB-486849169C28}"/>
              </a:ext>
            </a:extLst>
          </p:cNvPr>
          <p:cNvSpPr>
            <a:spLocks noGrp="1"/>
          </p:cNvSpPr>
          <p:nvPr>
            <p:ph type="body" sz="quarter" idx="10"/>
          </p:nvPr>
        </p:nvSpPr>
        <p:spPr>
          <a:xfrm>
            <a:off x="843836" y="3791846"/>
            <a:ext cx="5489227" cy="4092575"/>
          </a:xfrm>
          <a:prstGeom prst="rect">
            <a:avLst/>
          </a:prstGeom>
        </p:spPr>
        <p:txBody>
          <a:bodyPr/>
          <a:lstStyle>
            <a:lvl1pPr marL="0" indent="0">
              <a:buNone/>
              <a:defRPr sz="3200" b="0" i="0">
                <a:solidFill>
                  <a:schemeClr val="accent1">
                    <a:lumMod val="40000"/>
                    <a:lumOff val="60000"/>
                  </a:schemeClr>
                </a:solidFill>
                <a:latin typeface="TT Norms Pro" panose="02000503030000020003" pitchFamily="2" charset="0"/>
              </a:defRPr>
            </a:lvl1pPr>
          </a:lstStyle>
          <a:p>
            <a:pPr lvl="0"/>
            <a:r>
              <a:rPr lang="en-US"/>
              <a:t>Click to edit Master text styles</a:t>
            </a:r>
          </a:p>
        </p:txBody>
      </p:sp>
      <p:sp>
        <p:nvSpPr>
          <p:cNvPr id="11" name="Picture Placeholder 5">
            <a:extLst>
              <a:ext uri="{FF2B5EF4-FFF2-40B4-BE49-F238E27FC236}">
                <a16:creationId xmlns:a16="http://schemas.microsoft.com/office/drawing/2014/main" id="{B20C2557-F973-2B98-FC22-B40D39910698}"/>
              </a:ext>
            </a:extLst>
          </p:cNvPr>
          <p:cNvSpPr>
            <a:spLocks noGrp="1"/>
          </p:cNvSpPr>
          <p:nvPr>
            <p:ph type="pic" sz="quarter" idx="18" hasCustomPrompt="1"/>
          </p:nvPr>
        </p:nvSpPr>
        <p:spPr>
          <a:xfrm>
            <a:off x="8118930" y="858371"/>
            <a:ext cx="2551611" cy="2551611"/>
          </a:xfrm>
        </p:spPr>
        <p:txBody>
          <a:bodyPr lIns="0" tIns="548640" rIns="0">
            <a:normAutofit/>
          </a:bodyPr>
          <a:lstStyle>
            <a:lvl1pPr marL="14288" indent="0" algn="ctr">
              <a:buFontTx/>
              <a:buNone/>
              <a:tabLst/>
              <a:defRPr sz="2400"/>
            </a:lvl1pPr>
          </a:lstStyle>
          <a:p>
            <a:r>
              <a:rPr lang="en-US"/>
              <a:t>Insert Publisher Logo</a:t>
            </a:r>
          </a:p>
        </p:txBody>
      </p:sp>
    </p:spTree>
    <p:extLst>
      <p:ext uri="{BB962C8B-B14F-4D97-AF65-F5344CB8AC3E}">
        <p14:creationId xmlns:p14="http://schemas.microsoft.com/office/powerpoint/2010/main" val="2381938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Left Side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6774FE-D575-7966-6B3B-803A19C13434}"/>
              </a:ext>
            </a:extLst>
          </p:cNvPr>
          <p:cNvSpPr/>
          <p:nvPr userDrawn="1"/>
        </p:nvSpPr>
        <p:spPr>
          <a:xfrm>
            <a:off x="0" y="-2"/>
            <a:ext cx="7024914" cy="13441681"/>
          </a:xfrm>
          <a:prstGeom prst="rect">
            <a:avLst/>
          </a:prstGeom>
          <a:gradFill>
            <a:gsLst>
              <a:gs pos="0">
                <a:schemeClr val="tx2"/>
              </a:gs>
              <a:gs pos="100000">
                <a:schemeClr val="tx2">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a:extLst>
              <a:ext uri="{FF2B5EF4-FFF2-40B4-BE49-F238E27FC236}">
                <a16:creationId xmlns:a16="http://schemas.microsoft.com/office/drawing/2014/main" id="{839AF3C0-BCA5-40AB-8972-8F54022A2E8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5" name="Date">
            <a:extLst>
              <a:ext uri="{FF2B5EF4-FFF2-40B4-BE49-F238E27FC236}">
                <a16:creationId xmlns:a16="http://schemas.microsoft.com/office/drawing/2014/main" id="{CF44DD6B-6E9F-4EAE-833D-8498D43B6C07}"/>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ECAB251D-51E5-3B46-9951-7B5D149B8327}" type="datetime4">
              <a:rPr lang="en-US" smtClean="0"/>
              <a:t>June 10, 2026</a:t>
            </a:fld>
            <a:endParaRPr lang="en-US"/>
          </a:p>
        </p:txBody>
      </p:sp>
      <p:sp>
        <p:nvSpPr>
          <p:cNvPr id="3" name="Slide Number">
            <a:extLst>
              <a:ext uri="{FF2B5EF4-FFF2-40B4-BE49-F238E27FC236}">
                <a16:creationId xmlns:a16="http://schemas.microsoft.com/office/drawing/2014/main" id="{F2EBEF6A-EF71-484B-A7C1-4AD4CDA22590}"/>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13" name="Section">
            <a:extLst>
              <a:ext uri="{FF2B5EF4-FFF2-40B4-BE49-F238E27FC236}">
                <a16:creationId xmlns:a16="http://schemas.microsoft.com/office/drawing/2014/main" id="{5623FE51-1BED-4DA1-BB40-A6FB8299C77A}"/>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2" action="ppaction://hlinksldjump"/>
            <a:extLst>
              <a:ext uri="{FF2B5EF4-FFF2-40B4-BE49-F238E27FC236}">
                <a16:creationId xmlns:a16="http://schemas.microsoft.com/office/drawing/2014/main" id="{3BB8C179-94D8-49B8-8880-65B2D4795F34}"/>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
        <p:nvSpPr>
          <p:cNvPr id="9" name="Title 1">
            <a:extLst>
              <a:ext uri="{FF2B5EF4-FFF2-40B4-BE49-F238E27FC236}">
                <a16:creationId xmlns:a16="http://schemas.microsoft.com/office/drawing/2014/main" id="{1032DB72-B759-1ED0-D257-AAFDB5F7CD74}"/>
              </a:ext>
            </a:extLst>
          </p:cNvPr>
          <p:cNvSpPr>
            <a:spLocks noGrp="1"/>
          </p:cNvSpPr>
          <p:nvPr>
            <p:ph type="title"/>
          </p:nvPr>
        </p:nvSpPr>
        <p:spPr>
          <a:xfrm>
            <a:off x="0" y="884912"/>
            <a:ext cx="6333063" cy="2580706"/>
          </a:xfrm>
        </p:spPr>
        <p:txBody>
          <a:bodyPr anchor="b" anchorCtr="0">
            <a:spAutoFit/>
          </a:bodyPr>
          <a:lstStyle>
            <a:lvl1pPr>
              <a:lnSpc>
                <a:spcPct val="80000"/>
              </a:lnSpc>
              <a:defRPr b="1" i="0">
                <a:solidFill>
                  <a:schemeClr val="bg1"/>
                </a:solidFill>
                <a:latin typeface="TT Norms Pro" panose="02000503030000020003" pitchFamily="2" charset="0"/>
              </a:defRPr>
            </a:lvl1pPr>
          </a:lstStyle>
          <a:p>
            <a:r>
              <a:rPr lang="en-US"/>
              <a:t>Click to edit Master title style</a:t>
            </a:r>
          </a:p>
        </p:txBody>
      </p:sp>
      <p:sp>
        <p:nvSpPr>
          <p:cNvPr id="10" name="Text Placeholder 7">
            <a:extLst>
              <a:ext uri="{FF2B5EF4-FFF2-40B4-BE49-F238E27FC236}">
                <a16:creationId xmlns:a16="http://schemas.microsoft.com/office/drawing/2014/main" id="{AE5AD81F-9078-885D-A1EB-486849169C28}"/>
              </a:ext>
            </a:extLst>
          </p:cNvPr>
          <p:cNvSpPr>
            <a:spLocks noGrp="1"/>
          </p:cNvSpPr>
          <p:nvPr>
            <p:ph type="body" sz="quarter" idx="10"/>
          </p:nvPr>
        </p:nvSpPr>
        <p:spPr>
          <a:xfrm>
            <a:off x="843836" y="3791846"/>
            <a:ext cx="5489227" cy="8744283"/>
          </a:xfrm>
          <a:prstGeom prst="rect">
            <a:avLst/>
          </a:prstGeom>
        </p:spPr>
        <p:txBody>
          <a:bodyPr/>
          <a:lstStyle>
            <a:lvl1pPr marL="0" indent="0">
              <a:lnSpc>
                <a:spcPct val="100000"/>
              </a:lnSpc>
              <a:buNone/>
              <a:defRPr sz="3200" b="0" i="0">
                <a:solidFill>
                  <a:schemeClr val="accent1">
                    <a:lumMod val="40000"/>
                    <a:lumOff val="60000"/>
                  </a:schemeClr>
                </a:solidFill>
                <a:latin typeface="TT Norms Pro" panose="02000503030000020003" pitchFamily="2" charset="0"/>
              </a:defRPr>
            </a:lvl1pPr>
          </a:lstStyle>
          <a:p>
            <a:pPr lvl="0"/>
            <a:r>
              <a:rPr lang="en-US"/>
              <a:t>Click to edit Master text styles</a:t>
            </a:r>
          </a:p>
        </p:txBody>
      </p:sp>
      <p:sp>
        <p:nvSpPr>
          <p:cNvPr id="11" name="Picture Placeholder 5">
            <a:extLst>
              <a:ext uri="{FF2B5EF4-FFF2-40B4-BE49-F238E27FC236}">
                <a16:creationId xmlns:a16="http://schemas.microsoft.com/office/drawing/2014/main" id="{B20C2557-F973-2B98-FC22-B40D39910698}"/>
              </a:ext>
            </a:extLst>
          </p:cNvPr>
          <p:cNvSpPr>
            <a:spLocks noGrp="1"/>
          </p:cNvSpPr>
          <p:nvPr>
            <p:ph type="pic" sz="quarter" idx="18" hasCustomPrompt="1"/>
          </p:nvPr>
        </p:nvSpPr>
        <p:spPr>
          <a:xfrm>
            <a:off x="8502389" y="713232"/>
            <a:ext cx="1703495" cy="1703495"/>
          </a:xfrm>
        </p:spPr>
        <p:txBody>
          <a:bodyPr lIns="0" tIns="548640" rIns="0">
            <a:normAutofit/>
          </a:bodyPr>
          <a:lstStyle>
            <a:lvl1pPr marL="14288" indent="0" algn="ctr">
              <a:buFontTx/>
              <a:buNone/>
              <a:tabLst/>
              <a:defRPr sz="2400"/>
            </a:lvl1pPr>
          </a:lstStyle>
          <a:p>
            <a:r>
              <a:rPr lang="en-US"/>
              <a:t>Insert Publisher Logo</a:t>
            </a:r>
          </a:p>
        </p:txBody>
      </p:sp>
    </p:spTree>
    <p:extLst>
      <p:ext uri="{BB962C8B-B14F-4D97-AF65-F5344CB8AC3E}">
        <p14:creationId xmlns:p14="http://schemas.microsoft.com/office/powerpoint/2010/main" val="38399508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Left Side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6774FE-D575-7966-6B3B-803A19C13434}"/>
              </a:ext>
            </a:extLst>
          </p:cNvPr>
          <p:cNvSpPr/>
          <p:nvPr userDrawn="1"/>
        </p:nvSpPr>
        <p:spPr>
          <a:xfrm>
            <a:off x="0" y="-2"/>
            <a:ext cx="7024914" cy="13441681"/>
          </a:xfrm>
          <a:prstGeom prst="rect">
            <a:avLst/>
          </a:prstGeom>
          <a:gradFill>
            <a:gsLst>
              <a:gs pos="0">
                <a:schemeClr val="tx2"/>
              </a:gs>
              <a:gs pos="100000">
                <a:schemeClr val="tx2">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a:extLst>
              <a:ext uri="{FF2B5EF4-FFF2-40B4-BE49-F238E27FC236}">
                <a16:creationId xmlns:a16="http://schemas.microsoft.com/office/drawing/2014/main" id="{839AF3C0-BCA5-40AB-8972-8F54022A2E8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5" name="Date">
            <a:extLst>
              <a:ext uri="{FF2B5EF4-FFF2-40B4-BE49-F238E27FC236}">
                <a16:creationId xmlns:a16="http://schemas.microsoft.com/office/drawing/2014/main" id="{CF44DD6B-6E9F-4EAE-833D-8498D43B6C07}"/>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ECAB251D-51E5-3B46-9951-7B5D149B8327}" type="datetime4">
              <a:rPr lang="en-US" smtClean="0"/>
              <a:t>June 10, 2026</a:t>
            </a:fld>
            <a:endParaRPr lang="en-US"/>
          </a:p>
        </p:txBody>
      </p:sp>
      <p:sp>
        <p:nvSpPr>
          <p:cNvPr id="3" name="Slide Number">
            <a:extLst>
              <a:ext uri="{FF2B5EF4-FFF2-40B4-BE49-F238E27FC236}">
                <a16:creationId xmlns:a16="http://schemas.microsoft.com/office/drawing/2014/main" id="{F2EBEF6A-EF71-484B-A7C1-4AD4CDA22590}"/>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13" name="Section">
            <a:extLst>
              <a:ext uri="{FF2B5EF4-FFF2-40B4-BE49-F238E27FC236}">
                <a16:creationId xmlns:a16="http://schemas.microsoft.com/office/drawing/2014/main" id="{5623FE51-1BED-4DA1-BB40-A6FB8299C77A}"/>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2" action="ppaction://hlinksldjump"/>
            <a:extLst>
              <a:ext uri="{FF2B5EF4-FFF2-40B4-BE49-F238E27FC236}">
                <a16:creationId xmlns:a16="http://schemas.microsoft.com/office/drawing/2014/main" id="{3BB8C179-94D8-49B8-8880-65B2D4795F34}"/>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
        <p:nvSpPr>
          <p:cNvPr id="9" name="Title 1">
            <a:extLst>
              <a:ext uri="{FF2B5EF4-FFF2-40B4-BE49-F238E27FC236}">
                <a16:creationId xmlns:a16="http://schemas.microsoft.com/office/drawing/2014/main" id="{1032DB72-B759-1ED0-D257-AAFDB5F7CD74}"/>
              </a:ext>
            </a:extLst>
          </p:cNvPr>
          <p:cNvSpPr>
            <a:spLocks noGrp="1"/>
          </p:cNvSpPr>
          <p:nvPr>
            <p:ph type="title"/>
          </p:nvPr>
        </p:nvSpPr>
        <p:spPr>
          <a:xfrm>
            <a:off x="0" y="884912"/>
            <a:ext cx="6333063" cy="2580706"/>
          </a:xfrm>
        </p:spPr>
        <p:txBody>
          <a:bodyPr anchor="b" anchorCtr="0">
            <a:spAutoFit/>
          </a:bodyPr>
          <a:lstStyle>
            <a:lvl1pPr>
              <a:lnSpc>
                <a:spcPct val="80000"/>
              </a:lnSpc>
              <a:defRPr b="1" i="0">
                <a:solidFill>
                  <a:schemeClr val="bg1"/>
                </a:solidFill>
                <a:latin typeface="TT Norms Pro" panose="02000503030000020003" pitchFamily="2" charset="0"/>
              </a:defRPr>
            </a:lvl1pPr>
          </a:lstStyle>
          <a:p>
            <a:r>
              <a:rPr lang="en-US"/>
              <a:t>Click to edit Master title style</a:t>
            </a:r>
          </a:p>
        </p:txBody>
      </p:sp>
      <p:sp>
        <p:nvSpPr>
          <p:cNvPr id="10" name="Text Placeholder 7">
            <a:extLst>
              <a:ext uri="{FF2B5EF4-FFF2-40B4-BE49-F238E27FC236}">
                <a16:creationId xmlns:a16="http://schemas.microsoft.com/office/drawing/2014/main" id="{AE5AD81F-9078-885D-A1EB-486849169C28}"/>
              </a:ext>
            </a:extLst>
          </p:cNvPr>
          <p:cNvSpPr>
            <a:spLocks noGrp="1"/>
          </p:cNvSpPr>
          <p:nvPr>
            <p:ph type="body" sz="quarter" idx="10"/>
          </p:nvPr>
        </p:nvSpPr>
        <p:spPr>
          <a:xfrm>
            <a:off x="843836" y="3791846"/>
            <a:ext cx="5489227" cy="8744283"/>
          </a:xfrm>
          <a:prstGeom prst="rect">
            <a:avLst/>
          </a:prstGeom>
        </p:spPr>
        <p:txBody>
          <a:bodyPr/>
          <a:lstStyle>
            <a:lvl1pPr marL="0" indent="0">
              <a:lnSpc>
                <a:spcPct val="100000"/>
              </a:lnSpc>
              <a:buNone/>
              <a:defRPr sz="3200" b="0" i="0">
                <a:solidFill>
                  <a:schemeClr val="accent1">
                    <a:lumMod val="40000"/>
                    <a:lumOff val="60000"/>
                  </a:schemeClr>
                </a:solidFill>
                <a:latin typeface="TT Norms Pro" panose="02000503030000020003" pitchFamily="2" charset="0"/>
              </a:defRPr>
            </a:lvl1pPr>
          </a:lstStyle>
          <a:p>
            <a:pPr lvl="0"/>
            <a:r>
              <a:rPr lang="en-US"/>
              <a:t>Click to edit Master text styles</a:t>
            </a:r>
          </a:p>
        </p:txBody>
      </p:sp>
      <p:sp>
        <p:nvSpPr>
          <p:cNvPr id="11" name="Picture Placeholder 5">
            <a:extLst>
              <a:ext uri="{FF2B5EF4-FFF2-40B4-BE49-F238E27FC236}">
                <a16:creationId xmlns:a16="http://schemas.microsoft.com/office/drawing/2014/main" id="{B20C2557-F973-2B98-FC22-B40D39910698}"/>
              </a:ext>
            </a:extLst>
          </p:cNvPr>
          <p:cNvSpPr>
            <a:spLocks noGrp="1"/>
          </p:cNvSpPr>
          <p:nvPr>
            <p:ph type="pic" sz="quarter" idx="18" hasCustomPrompt="1"/>
          </p:nvPr>
        </p:nvSpPr>
        <p:spPr>
          <a:xfrm>
            <a:off x="8502389" y="713232"/>
            <a:ext cx="1703495" cy="1703495"/>
          </a:xfrm>
        </p:spPr>
        <p:txBody>
          <a:bodyPr lIns="0" tIns="548640" rIns="0">
            <a:normAutofit/>
          </a:bodyPr>
          <a:lstStyle>
            <a:lvl1pPr marL="14288" indent="0" algn="ctr">
              <a:buFontTx/>
              <a:buNone/>
              <a:tabLst/>
              <a:defRPr sz="2400"/>
            </a:lvl1pPr>
          </a:lstStyle>
          <a:p>
            <a:r>
              <a:rPr lang="en-US"/>
              <a:t>Insert Publisher Logo</a:t>
            </a:r>
          </a:p>
        </p:txBody>
      </p:sp>
    </p:spTree>
    <p:extLst>
      <p:ext uri="{BB962C8B-B14F-4D97-AF65-F5344CB8AC3E}">
        <p14:creationId xmlns:p14="http://schemas.microsoft.com/office/powerpoint/2010/main" val="33451442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ight Side Bar Layout">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B6B012EB-7D1A-8B85-CE7A-F645EE1AFA13}"/>
              </a:ext>
            </a:extLst>
          </p:cNvPr>
          <p:cNvSpPr>
            <a:spLocks noGrp="1" noRot="1" noMove="1" noResize="1" noEditPoints="1" noAdjustHandles="1" noChangeArrowheads="1" noChangeShapeType="1"/>
          </p:cNvSpPr>
          <p:nvPr>
            <p:ph type="ftr" sz="quarter" idx="15"/>
          </p:nvPr>
        </p:nvSpPr>
        <p:spPr>
          <a:xfrm>
            <a:off x="3175" y="13441680"/>
            <a:ext cx="24387048" cy="274320"/>
          </a:xfrm>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Date">
            <a:extLst>
              <a:ext uri="{FF2B5EF4-FFF2-40B4-BE49-F238E27FC236}">
                <a16:creationId xmlns:a16="http://schemas.microsoft.com/office/drawing/2014/main" id="{561A2104-9752-F2EB-AC92-C0C10114AE3C}"/>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June 10, 2026</a:t>
            </a:fld>
            <a:endParaRPr lang="en-US"/>
          </a:p>
        </p:txBody>
      </p:sp>
      <p:sp>
        <p:nvSpPr>
          <p:cNvPr id="5" name="Slide Number">
            <a:extLst>
              <a:ext uri="{FF2B5EF4-FFF2-40B4-BE49-F238E27FC236}">
                <a16:creationId xmlns:a16="http://schemas.microsoft.com/office/drawing/2014/main" id="{5D28513D-485F-E895-3DD6-9F24F51F8A25}"/>
              </a:ext>
            </a:extLst>
          </p:cNvPr>
          <p:cNvSpPr>
            <a:spLocks noGrp="1" noRot="1" noMove="1" noResize="1" noEditPoints="1" noAdjustHandles="1" noChangeArrowheads="1" noChangeShapeType="1"/>
          </p:cNvSpPr>
          <p:nvPr>
            <p:ph type="sldNum" sz="quarter" idx="16"/>
          </p:nvPr>
        </p:nvSpPr>
        <p:spPr>
          <a:xfrm>
            <a:off x="23244175" y="13441680"/>
            <a:ext cx="1143000" cy="274320"/>
          </a:xfrm>
        </p:spPr>
        <p:txBody>
          <a:bodyPr/>
          <a:lstStyle/>
          <a:p>
            <a:fld id="{65CC2327-6B8B-47BD-B581-B21CDA88CCFB}" type="slidenum">
              <a:rPr lang="en-US" smtClean="0"/>
              <a:pPr/>
              <a:t>‹#›</a:t>
            </a:fld>
            <a:endParaRPr lang="en-US"/>
          </a:p>
        </p:txBody>
      </p:sp>
      <p:sp>
        <p:nvSpPr>
          <p:cNvPr id="4" name="Subtitle">
            <a:extLst>
              <a:ext uri="{FF2B5EF4-FFF2-40B4-BE49-F238E27FC236}">
                <a16:creationId xmlns:a16="http://schemas.microsoft.com/office/drawing/2014/main" id="{47829FBA-DC7A-564D-15F5-86721A9E0EE6}"/>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9" name="Title">
            <a:extLst>
              <a:ext uri="{FF2B5EF4-FFF2-40B4-BE49-F238E27FC236}">
                <a16:creationId xmlns:a16="http://schemas.microsoft.com/office/drawing/2014/main" id="{F4A10C1E-4CEA-C328-7140-4576805F846E}"/>
              </a:ext>
            </a:extLst>
          </p:cNvPr>
          <p:cNvSpPr>
            <a:spLocks noGrp="1" noRot="1" noMove="1" noResize="1" noEditPoints="1" noAdjustHandles="1" noChangeArrowheads="1" noChangeShapeType="1"/>
          </p:cNvSpPr>
          <p:nvPr>
            <p:ph type="title" hasCustomPrompt="1"/>
          </p:nvPr>
        </p:nvSpPr>
        <p:spPr>
          <a:xfrm>
            <a:off x="0" y="822960"/>
            <a:ext cx="24387048" cy="1170432"/>
          </a:xfrm>
        </p:spPr>
        <p:txBody>
          <a:bodyPr/>
          <a:lstStyle>
            <a:lvl1pPr>
              <a:defRPr/>
            </a:lvl1pPr>
          </a:lstStyle>
          <a:p>
            <a:r>
              <a:rPr lang="en-US"/>
              <a:t>Title (Title Caps, 66 Pt Bold)</a:t>
            </a:r>
          </a:p>
        </p:txBody>
      </p:sp>
      <p:pic>
        <p:nvPicPr>
          <p:cNvPr id="10" name="Picture 9">
            <a:extLst>
              <a:ext uri="{FF2B5EF4-FFF2-40B4-BE49-F238E27FC236}">
                <a16:creationId xmlns:a16="http://schemas.microsoft.com/office/drawing/2014/main" id="{0C2FB422-2673-841C-A2F0-5DF784731EA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075409" y="0"/>
            <a:ext cx="7315200" cy="13441680"/>
          </a:xfrm>
          <a:prstGeom prst="rect">
            <a:avLst/>
          </a:prstGeom>
        </p:spPr>
      </p:pic>
      <p:sp>
        <p:nvSpPr>
          <p:cNvPr id="11" name="Rectangle 10">
            <a:extLst>
              <a:ext uri="{FF2B5EF4-FFF2-40B4-BE49-F238E27FC236}">
                <a16:creationId xmlns:a16="http://schemas.microsoft.com/office/drawing/2014/main" id="{BCC512C2-A4BE-6776-5867-CA6848A52B77}"/>
              </a:ext>
            </a:extLst>
          </p:cNvPr>
          <p:cNvSpPr/>
          <p:nvPr userDrawn="1"/>
        </p:nvSpPr>
        <p:spPr>
          <a:xfrm>
            <a:off x="17075409" y="0"/>
            <a:ext cx="7315200" cy="13441680"/>
          </a:xfrm>
          <a:prstGeom prst="rect">
            <a:avLst/>
          </a:prstGeom>
          <a:gradFill>
            <a:gsLst>
              <a:gs pos="0">
                <a:schemeClr val="tx2">
                  <a:alpha val="85636"/>
                </a:schemeClr>
              </a:gs>
              <a:gs pos="100000">
                <a:schemeClr val="tx2">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9553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6" name="Section">
            <a:extLst>
              <a:ext uri="{FF2B5EF4-FFF2-40B4-BE49-F238E27FC236}">
                <a16:creationId xmlns:a16="http://schemas.microsoft.com/office/drawing/2014/main" id="{A0437F40-13F9-4D0E-873E-085D7DD6A2EF}"/>
              </a:ext>
            </a:extLst>
          </p:cNvPr>
          <p:cNvSpPr>
            <a:spLocks noGrp="1" noRot="1" noMove="1" noResize="1" noEditPoints="1" noAdjustHandles="1" noChangeArrowheads="1" noChangeShapeType="1"/>
          </p:cNvSpPr>
          <p:nvPr userDrawn="1"/>
        </p:nvSpPr>
        <p:spPr>
          <a:xfrm>
            <a:off x="15069439" y="0"/>
            <a:ext cx="9317736" cy="13441680"/>
          </a:xfrm>
          <a:custGeom>
            <a:avLst/>
            <a:gdLst>
              <a:gd name="connsiteX0" fmla="*/ 0 w 10803986"/>
              <a:gd name="connsiteY0" fmla="*/ 0 h 13441680"/>
              <a:gd name="connsiteX1" fmla="*/ 10803986 w 10803986"/>
              <a:gd name="connsiteY1" fmla="*/ 0 h 13441680"/>
              <a:gd name="connsiteX2" fmla="*/ 10803986 w 10803986"/>
              <a:gd name="connsiteY2" fmla="*/ 13441680 h 13441680"/>
              <a:gd name="connsiteX3" fmla="*/ 0 w 10803986"/>
              <a:gd name="connsiteY3" fmla="*/ 13441680 h 13441680"/>
              <a:gd name="connsiteX4" fmla="*/ 0 w 10803986"/>
              <a:gd name="connsiteY4" fmla="*/ 7135948 h 13441680"/>
              <a:gd name="connsiteX5" fmla="*/ 483329 w 10803986"/>
              <a:gd name="connsiteY5" fmla="*/ 6720840 h 13441680"/>
              <a:gd name="connsiteX6" fmla="*/ 0 w 10803986"/>
              <a:gd name="connsiteY6" fmla="*/ 6305733 h 1344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3986" h="13441680">
                <a:moveTo>
                  <a:pt x="0" y="0"/>
                </a:moveTo>
                <a:lnTo>
                  <a:pt x="10803986" y="0"/>
                </a:lnTo>
                <a:lnTo>
                  <a:pt x="10803986" y="13441680"/>
                </a:lnTo>
                <a:lnTo>
                  <a:pt x="0" y="13441680"/>
                </a:lnTo>
                <a:lnTo>
                  <a:pt x="0" y="7135948"/>
                </a:lnTo>
                <a:lnTo>
                  <a:pt x="483329" y="6720840"/>
                </a:lnTo>
                <a:lnTo>
                  <a:pt x="0" y="6305733"/>
                </a:lnTo>
                <a:close/>
              </a:path>
            </a:pathLst>
          </a:custGeom>
          <a:gradFill>
            <a:gsLst>
              <a:gs pos="46000">
                <a:schemeClr val="tx2"/>
              </a:gs>
              <a:gs pos="100000">
                <a:schemeClr val="tx2">
                  <a:alpha val="90000"/>
                </a:schemeClr>
              </a:gs>
            </a:gsLst>
            <a:lin ang="5400000" scaled="1"/>
          </a:gra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TT Norms Pro Light" panose="02000503020000020003" pitchFamily="2" charset="0"/>
            </a:endParaRPr>
          </a:p>
        </p:txBody>
      </p:sp>
      <p:sp>
        <p:nvSpPr>
          <p:cNvPr id="3" name="Footer">
            <a:extLst>
              <a:ext uri="{FF2B5EF4-FFF2-40B4-BE49-F238E27FC236}">
                <a16:creationId xmlns:a16="http://schemas.microsoft.com/office/drawing/2014/main" id="{55057329-94EE-4239-B419-DC91DAE24DCC}"/>
              </a:ext>
            </a:extLst>
          </p:cNvPr>
          <p:cNvSpPr>
            <a:spLocks noGrp="1" noRot="1" noMove="1" noResize="1" noEditPoints="1" noAdjustHandles="1" noChangeArrowheads="1" noChangeShapeType="1"/>
          </p:cNvSpPr>
          <p:nvPr>
            <p:ph type="ftr" sz="quarter" idx="1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4" name="Slide Number">
            <a:extLst>
              <a:ext uri="{FF2B5EF4-FFF2-40B4-BE49-F238E27FC236}">
                <a16:creationId xmlns:a16="http://schemas.microsoft.com/office/drawing/2014/main" id="{8AE5466B-0154-447D-BD3D-5364CD98D250}"/>
              </a:ext>
            </a:extLst>
          </p:cNvPr>
          <p:cNvSpPr>
            <a:spLocks noGrp="1" noRot="1" noMove="1" noResize="1" noEditPoints="1" noAdjustHandles="1" noChangeArrowheads="1" noChangeShapeType="1"/>
          </p:cNvSpPr>
          <p:nvPr>
            <p:ph type="sldNum" sz="quarter" idx="11"/>
          </p:nvPr>
        </p:nvSpPr>
        <p:spPr/>
        <p:txBody>
          <a:bodyPr/>
          <a:lstStyle/>
          <a:p>
            <a:fld id="{65CC2327-6B8B-47BD-B581-B21CDA88CCFB}" type="slidenum">
              <a:rPr lang="en-US" smtClean="0"/>
              <a:pPr/>
              <a:t>‹#›</a:t>
            </a:fld>
            <a:endParaRPr lang="en-US"/>
          </a:p>
        </p:txBody>
      </p:sp>
      <p:sp>
        <p:nvSpPr>
          <p:cNvPr id="5" name="Date">
            <a:extLst>
              <a:ext uri="{FF2B5EF4-FFF2-40B4-BE49-F238E27FC236}">
                <a16:creationId xmlns:a16="http://schemas.microsoft.com/office/drawing/2014/main" id="{0E515052-BF9E-496C-8871-64690D5BCF6C}"/>
              </a:ext>
            </a:extLst>
          </p:cNvPr>
          <p:cNvSpPr>
            <a:spLocks noGrp="1" noRot="1" noMove="1" noResize="1" noEditPoints="1" noAdjustHandles="1" noChangeArrowheads="1" noChangeShapeType="1"/>
          </p:cNvSpPr>
          <p:nvPr>
            <p:ph type="dt" sz="half" idx="12"/>
          </p:nvPr>
        </p:nvSpPr>
        <p:spPr/>
        <p:txBody>
          <a:bodyPr/>
          <a:lstStyle/>
          <a:p>
            <a:fld id="{EE18E972-2F40-1C44-89BC-C8C1CAFD99D4}" type="datetime4">
              <a:rPr lang="en-US" smtClean="0"/>
              <a:t>June 10, 2026</a:t>
            </a:fld>
            <a:endParaRPr lang="en-US"/>
          </a:p>
        </p:txBody>
      </p:sp>
      <p:sp>
        <p:nvSpPr>
          <p:cNvPr id="120" name="Users in thousands">
            <a:extLst>
              <a:ext uri="{FF2B5EF4-FFF2-40B4-BE49-F238E27FC236}">
                <a16:creationId xmlns:a16="http://schemas.microsoft.com/office/drawing/2014/main" id="{0173795A-B298-4492-94E5-246F0E61EA5C}"/>
              </a:ext>
            </a:extLst>
          </p:cNvPr>
          <p:cNvSpPr>
            <a:spLocks noGrp="1" noRot="1" noMove="1" noResize="1" noEditPoints="1" noAdjustHandles="1" noChangeArrowheads="1" noChangeShapeType="1"/>
          </p:cNvSpPr>
          <p:nvPr>
            <p:ph type="body" sz="quarter" idx="77" hasCustomPrompt="1"/>
          </p:nvPr>
        </p:nvSpPr>
        <p:spPr>
          <a:xfrm>
            <a:off x="22776916" y="12513062"/>
            <a:ext cx="640080" cy="320040"/>
          </a:xfrm>
        </p:spPr>
        <p:txBody>
          <a:bodyPr wrap="none" lIns="45720" tIns="45720" rIns="0" bIns="0" anchor="ctr">
            <a:noAutofit/>
          </a:bodyPr>
          <a:lstStyle>
            <a:lvl1pPr marL="0" indent="0" algn="l">
              <a:buNone/>
              <a:defRPr sz="1600" b="1" cap="none"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err="1"/>
              <a:t>XXXk</a:t>
            </a:r>
            <a:endParaRPr lang="en-US"/>
          </a:p>
        </p:txBody>
      </p:sp>
      <p:sp>
        <p:nvSpPr>
          <p:cNvPr id="119" name="&quot;users&quot;">
            <a:extLst>
              <a:ext uri="{FF2B5EF4-FFF2-40B4-BE49-F238E27FC236}">
                <a16:creationId xmlns:a16="http://schemas.microsoft.com/office/drawing/2014/main" id="{B60E4962-D8C1-4523-B00E-7D6A3220378B}"/>
              </a:ext>
            </a:extLst>
          </p:cNvPr>
          <p:cNvSpPr txBox="1">
            <a:spLocks noGrp="1" noRot="1" noMove="1" noResize="1" noEditPoints="1" noAdjustHandles="1" noChangeArrowheads="1" noChangeShapeType="1"/>
          </p:cNvSpPr>
          <p:nvPr userDrawn="1"/>
        </p:nvSpPr>
        <p:spPr>
          <a:xfrm>
            <a:off x="22214028" y="12513062"/>
            <a:ext cx="551415"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users</a:t>
            </a:r>
          </a:p>
        </p:txBody>
      </p:sp>
      <p:sp>
        <p:nvSpPr>
          <p:cNvPr id="100" name="Users Icon">
            <a:extLst>
              <a:ext uri="{FF2B5EF4-FFF2-40B4-BE49-F238E27FC236}">
                <a16:creationId xmlns:a16="http://schemas.microsoft.com/office/drawing/2014/main" id="{BAA3C7DE-5291-84C9-E063-CD996B593815}"/>
              </a:ext>
            </a:extLst>
          </p:cNvPr>
          <p:cNvSpPr>
            <a:spLocks noGrp="1" noRot="1" noMove="1" noResize="1" noEditPoints="1" noAdjustHandles="1" noChangeArrowheads="1" noChangeShapeType="1"/>
          </p:cNvSpPr>
          <p:nvPr userDrawn="1"/>
        </p:nvSpPr>
        <p:spPr>
          <a:xfrm>
            <a:off x="21643767" y="12447261"/>
            <a:ext cx="471502" cy="444275"/>
          </a:xfrm>
          <a:custGeom>
            <a:avLst/>
            <a:gdLst>
              <a:gd name="connsiteX0" fmla="*/ 445329 w 451456"/>
              <a:gd name="connsiteY0" fmla="*/ 238316 h 425387"/>
              <a:gd name="connsiteX1" fmla="*/ 385282 w 451456"/>
              <a:gd name="connsiteY1" fmla="*/ 208063 h 425387"/>
              <a:gd name="connsiteX2" fmla="*/ 398885 w 451456"/>
              <a:gd name="connsiteY2" fmla="*/ 160524 h 425387"/>
              <a:gd name="connsiteX3" fmla="*/ 344107 w 451456"/>
              <a:gd name="connsiteY3" fmla="*/ 105328 h 425387"/>
              <a:gd name="connsiteX4" fmla="*/ 299991 w 451456"/>
              <a:gd name="connsiteY4" fmla="*/ 120640 h 425387"/>
              <a:gd name="connsiteX5" fmla="*/ 267026 w 451456"/>
              <a:gd name="connsiteY5" fmla="*/ 103353 h 425387"/>
              <a:gd name="connsiteX6" fmla="*/ 280506 w 451456"/>
              <a:gd name="connsiteY6" fmla="*/ 55195 h 425387"/>
              <a:gd name="connsiteX7" fmla="*/ 225728 w 451456"/>
              <a:gd name="connsiteY7" fmla="*/ 0 h 425387"/>
              <a:gd name="connsiteX8" fmla="*/ 171563 w 451456"/>
              <a:gd name="connsiteY8" fmla="*/ 55195 h 425387"/>
              <a:gd name="connsiteX9" fmla="*/ 185043 w 451456"/>
              <a:gd name="connsiteY9" fmla="*/ 103353 h 425387"/>
              <a:gd name="connsiteX10" fmla="*/ 151466 w 451456"/>
              <a:gd name="connsiteY10" fmla="*/ 120022 h 425387"/>
              <a:gd name="connsiteX11" fmla="*/ 107350 w 451456"/>
              <a:gd name="connsiteY11" fmla="*/ 104711 h 425387"/>
              <a:gd name="connsiteX12" fmla="*/ 52572 w 451456"/>
              <a:gd name="connsiteY12" fmla="*/ 160524 h 425387"/>
              <a:gd name="connsiteX13" fmla="*/ 66052 w 451456"/>
              <a:gd name="connsiteY13" fmla="*/ 208681 h 425387"/>
              <a:gd name="connsiteX14" fmla="*/ 6005 w 451456"/>
              <a:gd name="connsiteY14" fmla="*/ 238316 h 425387"/>
              <a:gd name="connsiteX15" fmla="*/ 0 w 451456"/>
              <a:gd name="connsiteY15" fmla="*/ 248194 h 425387"/>
              <a:gd name="connsiteX16" fmla="*/ 0 w 451456"/>
              <a:gd name="connsiteY16" fmla="*/ 340187 h 425387"/>
              <a:gd name="connsiteX17" fmla="*/ 21936 w 451456"/>
              <a:gd name="connsiteY17" fmla="*/ 340187 h 425387"/>
              <a:gd name="connsiteX18" fmla="*/ 21936 w 451456"/>
              <a:gd name="connsiteY18" fmla="*/ 254986 h 425387"/>
              <a:gd name="connsiteX19" fmla="*/ 81983 w 451456"/>
              <a:gd name="connsiteY19" fmla="*/ 224733 h 425387"/>
              <a:gd name="connsiteX20" fmla="*/ 132839 w 451456"/>
              <a:gd name="connsiteY20" fmla="*/ 224733 h 425387"/>
              <a:gd name="connsiteX21" fmla="*/ 171563 w 451456"/>
              <a:gd name="connsiteY21" fmla="*/ 244119 h 425387"/>
              <a:gd name="connsiteX22" fmla="*/ 184921 w 451456"/>
              <a:gd name="connsiteY22" fmla="*/ 287584 h 425387"/>
              <a:gd name="connsiteX23" fmla="*/ 124874 w 451456"/>
              <a:gd name="connsiteY23" fmla="*/ 317837 h 425387"/>
              <a:gd name="connsiteX24" fmla="*/ 118869 w 451456"/>
              <a:gd name="connsiteY24" fmla="*/ 327715 h 425387"/>
              <a:gd name="connsiteX25" fmla="*/ 118869 w 451456"/>
              <a:gd name="connsiteY25" fmla="*/ 425388 h 425387"/>
              <a:gd name="connsiteX26" fmla="*/ 140682 w 451456"/>
              <a:gd name="connsiteY26" fmla="*/ 425388 h 425387"/>
              <a:gd name="connsiteX27" fmla="*/ 140682 w 451456"/>
              <a:gd name="connsiteY27" fmla="*/ 334507 h 425387"/>
              <a:gd name="connsiteX28" fmla="*/ 200852 w 451456"/>
              <a:gd name="connsiteY28" fmla="*/ 304254 h 425387"/>
              <a:gd name="connsiteX29" fmla="*/ 251585 w 451456"/>
              <a:gd name="connsiteY29" fmla="*/ 304254 h 425387"/>
              <a:gd name="connsiteX30" fmla="*/ 311632 w 451456"/>
              <a:gd name="connsiteY30" fmla="*/ 334507 h 425387"/>
              <a:gd name="connsiteX31" fmla="*/ 311632 w 451456"/>
              <a:gd name="connsiteY31" fmla="*/ 425388 h 425387"/>
              <a:gd name="connsiteX32" fmla="*/ 333568 w 451456"/>
              <a:gd name="connsiteY32" fmla="*/ 425388 h 425387"/>
              <a:gd name="connsiteX33" fmla="*/ 333568 w 451456"/>
              <a:gd name="connsiteY33" fmla="*/ 327715 h 425387"/>
              <a:gd name="connsiteX34" fmla="*/ 327563 w 451456"/>
              <a:gd name="connsiteY34" fmla="*/ 317837 h 425387"/>
              <a:gd name="connsiteX35" fmla="*/ 267516 w 451456"/>
              <a:gd name="connsiteY35" fmla="*/ 287584 h 425387"/>
              <a:gd name="connsiteX36" fmla="*/ 280874 w 451456"/>
              <a:gd name="connsiteY36" fmla="*/ 244119 h 425387"/>
              <a:gd name="connsiteX37" fmla="*/ 318618 w 451456"/>
              <a:gd name="connsiteY37" fmla="*/ 224733 h 425387"/>
              <a:gd name="connsiteX38" fmla="*/ 369474 w 451456"/>
              <a:gd name="connsiteY38" fmla="*/ 224733 h 425387"/>
              <a:gd name="connsiteX39" fmla="*/ 429521 w 451456"/>
              <a:gd name="connsiteY39" fmla="*/ 254986 h 425387"/>
              <a:gd name="connsiteX40" fmla="*/ 429521 w 451456"/>
              <a:gd name="connsiteY40" fmla="*/ 340187 h 425387"/>
              <a:gd name="connsiteX41" fmla="*/ 451456 w 451456"/>
              <a:gd name="connsiteY41" fmla="*/ 340187 h 425387"/>
              <a:gd name="connsiteX42" fmla="*/ 451456 w 451456"/>
              <a:gd name="connsiteY42" fmla="*/ 248194 h 425387"/>
              <a:gd name="connsiteX43" fmla="*/ 445329 w 451456"/>
              <a:gd name="connsiteY43" fmla="*/ 238316 h 425387"/>
              <a:gd name="connsiteX44" fmla="*/ 225728 w 451456"/>
              <a:gd name="connsiteY44" fmla="*/ 22103 h 425387"/>
              <a:gd name="connsiteX45" fmla="*/ 258570 w 451456"/>
              <a:gd name="connsiteY45" fmla="*/ 55195 h 425387"/>
              <a:gd name="connsiteX46" fmla="*/ 225728 w 451456"/>
              <a:gd name="connsiteY46" fmla="*/ 105946 h 425387"/>
              <a:gd name="connsiteX47" fmla="*/ 192886 w 451456"/>
              <a:gd name="connsiteY47" fmla="*/ 55195 h 425387"/>
              <a:gd name="connsiteX48" fmla="*/ 225728 w 451456"/>
              <a:gd name="connsiteY48" fmla="*/ 22103 h 425387"/>
              <a:gd name="connsiteX49" fmla="*/ 107350 w 451456"/>
              <a:gd name="connsiteY49" fmla="*/ 210656 h 425387"/>
              <a:gd name="connsiteX50" fmla="*/ 74508 w 451456"/>
              <a:gd name="connsiteY50" fmla="*/ 159906 h 425387"/>
              <a:gd name="connsiteX51" fmla="*/ 107350 w 451456"/>
              <a:gd name="connsiteY51" fmla="*/ 126814 h 425387"/>
              <a:gd name="connsiteX52" fmla="*/ 140192 w 451456"/>
              <a:gd name="connsiteY52" fmla="*/ 159906 h 425387"/>
              <a:gd name="connsiteX53" fmla="*/ 107350 w 451456"/>
              <a:gd name="connsiteY53" fmla="*/ 210656 h 425387"/>
              <a:gd name="connsiteX54" fmla="*/ 225728 w 451456"/>
              <a:gd name="connsiteY54" fmla="*/ 290177 h 425387"/>
              <a:gd name="connsiteX55" fmla="*/ 192886 w 451456"/>
              <a:gd name="connsiteY55" fmla="*/ 239427 h 425387"/>
              <a:gd name="connsiteX56" fmla="*/ 225728 w 451456"/>
              <a:gd name="connsiteY56" fmla="*/ 206211 h 425387"/>
              <a:gd name="connsiteX57" fmla="*/ 258570 w 451456"/>
              <a:gd name="connsiteY57" fmla="*/ 239427 h 425387"/>
              <a:gd name="connsiteX58" fmla="*/ 225728 w 451456"/>
              <a:gd name="connsiteY58" fmla="*/ 290177 h 425387"/>
              <a:gd name="connsiteX59" fmla="*/ 225728 w 451456"/>
              <a:gd name="connsiteY59" fmla="*/ 184108 h 425387"/>
              <a:gd name="connsiteX60" fmla="*/ 172544 w 451456"/>
              <a:gd name="connsiteY60" fmla="*/ 220164 h 425387"/>
              <a:gd name="connsiteX61" fmla="*/ 148647 w 451456"/>
              <a:gd name="connsiteY61" fmla="*/ 207816 h 425387"/>
              <a:gd name="connsiteX62" fmla="*/ 162127 w 451456"/>
              <a:gd name="connsiteY62" fmla="*/ 159659 h 425387"/>
              <a:gd name="connsiteX63" fmla="*/ 160412 w 451456"/>
              <a:gd name="connsiteY63" fmla="*/ 139903 h 425387"/>
              <a:gd name="connsiteX64" fmla="*/ 200361 w 451456"/>
              <a:gd name="connsiteY64" fmla="*/ 119899 h 425387"/>
              <a:gd name="connsiteX65" fmla="*/ 251095 w 451456"/>
              <a:gd name="connsiteY65" fmla="*/ 119899 h 425387"/>
              <a:gd name="connsiteX66" fmla="*/ 291045 w 451456"/>
              <a:gd name="connsiteY66" fmla="*/ 139903 h 425387"/>
              <a:gd name="connsiteX67" fmla="*/ 289207 w 451456"/>
              <a:gd name="connsiteY67" fmla="*/ 160524 h 425387"/>
              <a:gd name="connsiteX68" fmla="*/ 302809 w 451456"/>
              <a:gd name="connsiteY68" fmla="*/ 208681 h 425387"/>
              <a:gd name="connsiteX69" fmla="*/ 278300 w 451456"/>
              <a:gd name="connsiteY69" fmla="*/ 221029 h 425387"/>
              <a:gd name="connsiteX70" fmla="*/ 225728 w 451456"/>
              <a:gd name="connsiteY70" fmla="*/ 184108 h 425387"/>
              <a:gd name="connsiteX71" fmla="*/ 344107 w 451456"/>
              <a:gd name="connsiteY71" fmla="*/ 210656 h 425387"/>
              <a:gd name="connsiteX72" fmla="*/ 311142 w 451456"/>
              <a:gd name="connsiteY72" fmla="*/ 159906 h 425387"/>
              <a:gd name="connsiteX73" fmla="*/ 344107 w 451456"/>
              <a:gd name="connsiteY73" fmla="*/ 126814 h 425387"/>
              <a:gd name="connsiteX74" fmla="*/ 376949 w 451456"/>
              <a:gd name="connsiteY74" fmla="*/ 159906 h 425387"/>
              <a:gd name="connsiteX75" fmla="*/ 344107 w 451456"/>
              <a:gd name="connsiteY75" fmla="*/ 210656 h 42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51456" h="425387">
                <a:moveTo>
                  <a:pt x="445329" y="238316"/>
                </a:moveTo>
                <a:lnTo>
                  <a:pt x="385282" y="208063"/>
                </a:lnTo>
                <a:cubicBezTo>
                  <a:pt x="394177" y="193827"/>
                  <a:pt x="398892" y="177346"/>
                  <a:pt x="398885" y="160524"/>
                </a:cubicBezTo>
                <a:cubicBezTo>
                  <a:pt x="398885" y="121257"/>
                  <a:pt x="382954" y="105328"/>
                  <a:pt x="344107" y="105328"/>
                </a:cubicBezTo>
                <a:cubicBezTo>
                  <a:pt x="322907" y="105328"/>
                  <a:pt x="308691" y="110020"/>
                  <a:pt x="299991" y="120640"/>
                </a:cubicBezTo>
                <a:lnTo>
                  <a:pt x="267026" y="103353"/>
                </a:lnTo>
                <a:cubicBezTo>
                  <a:pt x="275939" y="88904"/>
                  <a:pt x="280613" y="72208"/>
                  <a:pt x="280506" y="55195"/>
                </a:cubicBezTo>
                <a:cubicBezTo>
                  <a:pt x="280506" y="16052"/>
                  <a:pt x="264575" y="0"/>
                  <a:pt x="225728" y="0"/>
                </a:cubicBezTo>
                <a:cubicBezTo>
                  <a:pt x="186882" y="0"/>
                  <a:pt x="171563" y="16052"/>
                  <a:pt x="171563" y="55195"/>
                </a:cubicBezTo>
                <a:cubicBezTo>
                  <a:pt x="171457" y="72208"/>
                  <a:pt x="176130" y="88904"/>
                  <a:pt x="185043" y="103353"/>
                </a:cubicBezTo>
                <a:lnTo>
                  <a:pt x="151466" y="120022"/>
                </a:lnTo>
                <a:cubicBezTo>
                  <a:pt x="142765" y="109403"/>
                  <a:pt x="128550" y="104711"/>
                  <a:pt x="107350" y="104711"/>
                </a:cubicBezTo>
                <a:cubicBezTo>
                  <a:pt x="68503" y="104711"/>
                  <a:pt x="52572" y="120640"/>
                  <a:pt x="52572" y="160524"/>
                </a:cubicBezTo>
                <a:cubicBezTo>
                  <a:pt x="52465" y="177536"/>
                  <a:pt x="57139" y="194232"/>
                  <a:pt x="66052" y="208681"/>
                </a:cubicBezTo>
                <a:lnTo>
                  <a:pt x="6005" y="238316"/>
                </a:lnTo>
                <a:cubicBezTo>
                  <a:pt x="2304" y="240192"/>
                  <a:pt x="-23" y="244019"/>
                  <a:pt x="0" y="248194"/>
                </a:cubicBezTo>
                <a:lnTo>
                  <a:pt x="0" y="340187"/>
                </a:lnTo>
                <a:lnTo>
                  <a:pt x="21936" y="340187"/>
                </a:lnTo>
                <a:lnTo>
                  <a:pt x="21936" y="254986"/>
                </a:lnTo>
                <a:lnTo>
                  <a:pt x="81983" y="224733"/>
                </a:lnTo>
                <a:cubicBezTo>
                  <a:pt x="97275" y="235424"/>
                  <a:pt x="117547" y="235424"/>
                  <a:pt x="132839" y="224733"/>
                </a:cubicBezTo>
                <a:lnTo>
                  <a:pt x="171563" y="244119"/>
                </a:lnTo>
                <a:cubicBezTo>
                  <a:pt x="172248" y="259521"/>
                  <a:pt x="176848" y="274488"/>
                  <a:pt x="184921" y="287584"/>
                </a:cubicBezTo>
                <a:lnTo>
                  <a:pt x="124874" y="317837"/>
                </a:lnTo>
                <a:cubicBezTo>
                  <a:pt x="121172" y="319713"/>
                  <a:pt x="118846" y="323540"/>
                  <a:pt x="118869" y="327715"/>
                </a:cubicBezTo>
                <a:lnTo>
                  <a:pt x="118869" y="425388"/>
                </a:lnTo>
                <a:lnTo>
                  <a:pt x="140682" y="425388"/>
                </a:lnTo>
                <a:lnTo>
                  <a:pt x="140682" y="334507"/>
                </a:lnTo>
                <a:lnTo>
                  <a:pt x="200852" y="304254"/>
                </a:lnTo>
                <a:cubicBezTo>
                  <a:pt x="216094" y="314959"/>
                  <a:pt x="236343" y="314959"/>
                  <a:pt x="251585" y="304254"/>
                </a:cubicBezTo>
                <a:lnTo>
                  <a:pt x="311632" y="334507"/>
                </a:lnTo>
                <a:lnTo>
                  <a:pt x="311632" y="425388"/>
                </a:lnTo>
                <a:lnTo>
                  <a:pt x="333568" y="425388"/>
                </a:lnTo>
                <a:lnTo>
                  <a:pt x="333568" y="327715"/>
                </a:lnTo>
                <a:cubicBezTo>
                  <a:pt x="333591" y="323540"/>
                  <a:pt x="331265" y="319713"/>
                  <a:pt x="327563" y="317837"/>
                </a:cubicBezTo>
                <a:lnTo>
                  <a:pt x="267516" y="287584"/>
                </a:lnTo>
                <a:cubicBezTo>
                  <a:pt x="275589" y="274488"/>
                  <a:pt x="280189" y="259521"/>
                  <a:pt x="280874" y="244119"/>
                </a:cubicBezTo>
                <a:lnTo>
                  <a:pt x="318618" y="224733"/>
                </a:lnTo>
                <a:cubicBezTo>
                  <a:pt x="333909" y="235424"/>
                  <a:pt x="354182" y="235424"/>
                  <a:pt x="369474" y="224733"/>
                </a:cubicBezTo>
                <a:lnTo>
                  <a:pt x="429521" y="254986"/>
                </a:lnTo>
                <a:lnTo>
                  <a:pt x="429521" y="340187"/>
                </a:lnTo>
                <a:lnTo>
                  <a:pt x="451456" y="340187"/>
                </a:lnTo>
                <a:lnTo>
                  <a:pt x="451456" y="248194"/>
                </a:lnTo>
                <a:cubicBezTo>
                  <a:pt x="451486" y="243983"/>
                  <a:pt x="449099" y="240134"/>
                  <a:pt x="445329" y="238316"/>
                </a:cubicBezTo>
                <a:close/>
                <a:moveTo>
                  <a:pt x="225728" y="22103"/>
                </a:moveTo>
                <a:cubicBezTo>
                  <a:pt x="254036" y="22103"/>
                  <a:pt x="258570" y="30006"/>
                  <a:pt x="258570" y="55195"/>
                </a:cubicBezTo>
                <a:cubicBezTo>
                  <a:pt x="258570" y="80385"/>
                  <a:pt x="245090" y="105946"/>
                  <a:pt x="225728" y="105946"/>
                </a:cubicBezTo>
                <a:cubicBezTo>
                  <a:pt x="206366" y="105946"/>
                  <a:pt x="192886" y="79768"/>
                  <a:pt x="192886" y="55195"/>
                </a:cubicBezTo>
                <a:cubicBezTo>
                  <a:pt x="192886" y="30623"/>
                  <a:pt x="197420" y="22103"/>
                  <a:pt x="225728" y="22103"/>
                </a:cubicBezTo>
                <a:close/>
                <a:moveTo>
                  <a:pt x="107350" y="210656"/>
                </a:moveTo>
                <a:cubicBezTo>
                  <a:pt x="87742" y="210656"/>
                  <a:pt x="74508" y="184355"/>
                  <a:pt x="74508" y="159906"/>
                </a:cubicBezTo>
                <a:cubicBezTo>
                  <a:pt x="74508" y="135457"/>
                  <a:pt x="79042" y="126814"/>
                  <a:pt x="107350" y="126814"/>
                </a:cubicBezTo>
                <a:cubicBezTo>
                  <a:pt x="135658" y="126814"/>
                  <a:pt x="140192" y="134593"/>
                  <a:pt x="140192" y="159906"/>
                </a:cubicBezTo>
                <a:cubicBezTo>
                  <a:pt x="140192" y="185220"/>
                  <a:pt x="127079" y="210656"/>
                  <a:pt x="107350" y="210656"/>
                </a:cubicBezTo>
                <a:close/>
                <a:moveTo>
                  <a:pt x="225728" y="290177"/>
                </a:moveTo>
                <a:cubicBezTo>
                  <a:pt x="205999" y="290177"/>
                  <a:pt x="192886" y="263876"/>
                  <a:pt x="192886" y="239427"/>
                </a:cubicBezTo>
                <a:cubicBezTo>
                  <a:pt x="192886" y="214978"/>
                  <a:pt x="197420" y="206211"/>
                  <a:pt x="225728" y="206211"/>
                </a:cubicBezTo>
                <a:cubicBezTo>
                  <a:pt x="254036" y="206211"/>
                  <a:pt x="258570" y="214114"/>
                  <a:pt x="258570" y="239427"/>
                </a:cubicBezTo>
                <a:cubicBezTo>
                  <a:pt x="258570" y="264741"/>
                  <a:pt x="245090" y="290177"/>
                  <a:pt x="225728" y="290177"/>
                </a:cubicBezTo>
                <a:close/>
                <a:moveTo>
                  <a:pt x="225728" y="184108"/>
                </a:moveTo>
                <a:cubicBezTo>
                  <a:pt x="193989" y="184108"/>
                  <a:pt x="177568" y="194851"/>
                  <a:pt x="172544" y="220164"/>
                </a:cubicBezTo>
                <a:lnTo>
                  <a:pt x="148647" y="207816"/>
                </a:lnTo>
                <a:cubicBezTo>
                  <a:pt x="157561" y="193367"/>
                  <a:pt x="162234" y="176672"/>
                  <a:pt x="162127" y="159659"/>
                </a:cubicBezTo>
                <a:cubicBezTo>
                  <a:pt x="162236" y="153032"/>
                  <a:pt x="161661" y="146410"/>
                  <a:pt x="160412" y="139903"/>
                </a:cubicBezTo>
                <a:lnTo>
                  <a:pt x="200361" y="119899"/>
                </a:lnTo>
                <a:cubicBezTo>
                  <a:pt x="215659" y="130427"/>
                  <a:pt x="235798" y="130427"/>
                  <a:pt x="251095" y="119899"/>
                </a:cubicBezTo>
                <a:lnTo>
                  <a:pt x="291045" y="139903"/>
                </a:lnTo>
                <a:cubicBezTo>
                  <a:pt x="289689" y="146688"/>
                  <a:pt x="289073" y="153603"/>
                  <a:pt x="289207" y="160524"/>
                </a:cubicBezTo>
                <a:cubicBezTo>
                  <a:pt x="289082" y="177556"/>
                  <a:pt x="293803" y="194267"/>
                  <a:pt x="302809" y="208681"/>
                </a:cubicBezTo>
                <a:lnTo>
                  <a:pt x="278300" y="221029"/>
                </a:lnTo>
                <a:cubicBezTo>
                  <a:pt x="273889" y="194851"/>
                  <a:pt x="257345" y="184108"/>
                  <a:pt x="225728" y="184108"/>
                </a:cubicBezTo>
                <a:close/>
                <a:moveTo>
                  <a:pt x="344107" y="210656"/>
                </a:moveTo>
                <a:cubicBezTo>
                  <a:pt x="324377" y="210656"/>
                  <a:pt x="311142" y="184355"/>
                  <a:pt x="311142" y="159906"/>
                </a:cubicBezTo>
                <a:cubicBezTo>
                  <a:pt x="311142" y="135457"/>
                  <a:pt x="315676" y="126814"/>
                  <a:pt x="344107" y="126814"/>
                </a:cubicBezTo>
                <a:cubicBezTo>
                  <a:pt x="372537" y="126814"/>
                  <a:pt x="376949" y="134593"/>
                  <a:pt x="376949" y="159906"/>
                </a:cubicBezTo>
                <a:cubicBezTo>
                  <a:pt x="376949" y="185220"/>
                  <a:pt x="363714" y="210656"/>
                  <a:pt x="344107" y="210656"/>
                </a:cubicBezTo>
                <a:close/>
              </a:path>
            </a:pathLst>
          </a:custGeom>
          <a:solidFill>
            <a:schemeClr val="accent5"/>
          </a:solidFill>
          <a:ln w="12099" cap="flat">
            <a:noFill/>
            <a:prstDash val="solid"/>
            <a:miter/>
          </a:ln>
        </p:spPr>
        <p:txBody>
          <a:bodyPr rtlCol="0" anchor="ctr"/>
          <a:lstStyle/>
          <a:p>
            <a:endParaRPr lang="en-US"/>
          </a:p>
        </p:txBody>
      </p:sp>
      <p:sp>
        <p:nvSpPr>
          <p:cNvPr id="116" name="Revenue in Billions USD">
            <a:extLst>
              <a:ext uri="{FF2B5EF4-FFF2-40B4-BE49-F238E27FC236}">
                <a16:creationId xmlns:a16="http://schemas.microsoft.com/office/drawing/2014/main" id="{E287B836-FF18-4A66-8DB5-69CBE7D07E15}"/>
              </a:ext>
            </a:extLst>
          </p:cNvPr>
          <p:cNvSpPr>
            <a:spLocks noGrp="1" noRot="1" noMove="1" noResize="1" noEditPoints="1" noAdjustHandles="1" noChangeArrowheads="1" noChangeShapeType="1"/>
          </p:cNvSpPr>
          <p:nvPr>
            <p:ph type="body" sz="quarter" idx="76" hasCustomPrompt="1"/>
          </p:nvPr>
        </p:nvSpPr>
        <p:spPr>
          <a:xfrm>
            <a:off x="20387554" y="12513062"/>
            <a:ext cx="742832"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$XXXB</a:t>
            </a:r>
          </a:p>
        </p:txBody>
      </p:sp>
      <p:sp>
        <p:nvSpPr>
          <p:cNvPr id="115" name="&quot;revenue&quot;">
            <a:extLst>
              <a:ext uri="{FF2B5EF4-FFF2-40B4-BE49-F238E27FC236}">
                <a16:creationId xmlns:a16="http://schemas.microsoft.com/office/drawing/2014/main" id="{82196980-AC81-4C03-8A0D-FA86BD611911}"/>
              </a:ext>
            </a:extLst>
          </p:cNvPr>
          <p:cNvSpPr txBox="1">
            <a:spLocks noGrp="1" noRot="1" noMove="1" noResize="1" noEditPoints="1" noAdjustHandles="1" noChangeArrowheads="1" noChangeShapeType="1"/>
          </p:cNvSpPr>
          <p:nvPr userDrawn="1"/>
        </p:nvSpPr>
        <p:spPr>
          <a:xfrm>
            <a:off x="19549180" y="12513062"/>
            <a:ext cx="835368"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revenue</a:t>
            </a:r>
          </a:p>
        </p:txBody>
      </p:sp>
      <p:sp>
        <p:nvSpPr>
          <p:cNvPr id="101" name="Revenue Icon">
            <a:extLst>
              <a:ext uri="{FF2B5EF4-FFF2-40B4-BE49-F238E27FC236}">
                <a16:creationId xmlns:a16="http://schemas.microsoft.com/office/drawing/2014/main" id="{676A0841-6854-347A-5F52-D878F0446EDB}"/>
              </a:ext>
            </a:extLst>
          </p:cNvPr>
          <p:cNvSpPr>
            <a:spLocks noGrp="1" noRot="1" noMove="1" noResize="1" noEditPoints="1" noAdjustHandles="1" noChangeArrowheads="1" noChangeShapeType="1"/>
          </p:cNvSpPr>
          <p:nvPr userDrawn="1"/>
        </p:nvSpPr>
        <p:spPr>
          <a:xfrm>
            <a:off x="19097339" y="12510660"/>
            <a:ext cx="355806" cy="317476"/>
          </a:xfrm>
          <a:custGeom>
            <a:avLst/>
            <a:gdLst>
              <a:gd name="connsiteX0" fmla="*/ 355807 w 355806"/>
              <a:gd name="connsiteY0" fmla="*/ 292933 h 317476"/>
              <a:gd name="connsiteX1" fmla="*/ 355807 w 355806"/>
              <a:gd name="connsiteY1" fmla="*/ 317477 h 317476"/>
              <a:gd name="connsiteX2" fmla="*/ 0 w 355806"/>
              <a:gd name="connsiteY2" fmla="*/ 317477 h 317476"/>
              <a:gd name="connsiteX3" fmla="*/ 0 w 355806"/>
              <a:gd name="connsiteY3" fmla="*/ 0 h 317476"/>
              <a:gd name="connsiteX4" fmla="*/ 25190 w 355806"/>
              <a:gd name="connsiteY4" fmla="*/ 0 h 317476"/>
              <a:gd name="connsiteX5" fmla="*/ 25190 w 355806"/>
              <a:gd name="connsiteY5" fmla="*/ 292933 h 317476"/>
              <a:gd name="connsiteX6" fmla="*/ 146983 w 355806"/>
              <a:gd name="connsiteY6" fmla="*/ 157941 h 317476"/>
              <a:gd name="connsiteX7" fmla="*/ 177337 w 355806"/>
              <a:gd name="connsiteY7" fmla="*/ 187516 h 317476"/>
              <a:gd name="connsiteX8" fmla="*/ 228724 w 355806"/>
              <a:gd name="connsiteY8" fmla="*/ 137569 h 317476"/>
              <a:gd name="connsiteX9" fmla="*/ 260463 w 355806"/>
              <a:gd name="connsiteY9" fmla="*/ 168495 h 317476"/>
              <a:gd name="connsiteX10" fmla="*/ 328350 w 355806"/>
              <a:gd name="connsiteY10" fmla="*/ 102471 h 317476"/>
              <a:gd name="connsiteX11" fmla="*/ 354547 w 355806"/>
              <a:gd name="connsiteY11" fmla="*/ 127997 h 317476"/>
              <a:gd name="connsiteX12" fmla="*/ 354547 w 355806"/>
              <a:gd name="connsiteY12" fmla="*/ 60133 h 317476"/>
              <a:gd name="connsiteX13" fmla="*/ 284645 w 355806"/>
              <a:gd name="connsiteY13" fmla="*/ 60133 h 317476"/>
              <a:gd name="connsiteX14" fmla="*/ 309835 w 355806"/>
              <a:gd name="connsiteY14" fmla="*/ 85413 h 317476"/>
              <a:gd name="connsiteX15" fmla="*/ 259456 w 355806"/>
              <a:gd name="connsiteY15" fmla="*/ 134501 h 317476"/>
              <a:gd name="connsiteX16" fmla="*/ 228724 w 355806"/>
              <a:gd name="connsiteY16" fmla="*/ 103085 h 317476"/>
              <a:gd name="connsiteX17" fmla="*/ 177337 w 355806"/>
              <a:gd name="connsiteY17" fmla="*/ 153155 h 317476"/>
              <a:gd name="connsiteX18" fmla="*/ 146983 w 355806"/>
              <a:gd name="connsiteY18" fmla="*/ 123456 h 317476"/>
              <a:gd name="connsiteX19" fmla="*/ 54032 w 355806"/>
              <a:gd name="connsiteY19" fmla="*/ 214024 h 317476"/>
              <a:gd name="connsiteX20" fmla="*/ 71917 w 355806"/>
              <a:gd name="connsiteY20" fmla="*/ 231450 h 317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5806" h="317476">
                <a:moveTo>
                  <a:pt x="355807" y="292933"/>
                </a:moveTo>
                <a:lnTo>
                  <a:pt x="355807" y="317477"/>
                </a:lnTo>
                <a:lnTo>
                  <a:pt x="0" y="317477"/>
                </a:lnTo>
                <a:lnTo>
                  <a:pt x="0" y="0"/>
                </a:lnTo>
                <a:lnTo>
                  <a:pt x="25190" y="0"/>
                </a:lnTo>
                <a:lnTo>
                  <a:pt x="25190" y="292933"/>
                </a:lnTo>
                <a:close/>
                <a:moveTo>
                  <a:pt x="146983" y="157941"/>
                </a:moveTo>
                <a:lnTo>
                  <a:pt x="177337" y="187516"/>
                </a:lnTo>
                <a:lnTo>
                  <a:pt x="228724" y="137569"/>
                </a:lnTo>
                <a:lnTo>
                  <a:pt x="260463" y="168495"/>
                </a:lnTo>
                <a:lnTo>
                  <a:pt x="328350" y="102471"/>
                </a:lnTo>
                <a:lnTo>
                  <a:pt x="354547" y="127997"/>
                </a:lnTo>
                <a:lnTo>
                  <a:pt x="354547" y="60133"/>
                </a:lnTo>
                <a:lnTo>
                  <a:pt x="284645" y="60133"/>
                </a:lnTo>
                <a:lnTo>
                  <a:pt x="309835" y="85413"/>
                </a:lnTo>
                <a:lnTo>
                  <a:pt x="259456" y="134501"/>
                </a:lnTo>
                <a:lnTo>
                  <a:pt x="228724" y="103085"/>
                </a:lnTo>
                <a:lnTo>
                  <a:pt x="177337" y="153155"/>
                </a:lnTo>
                <a:lnTo>
                  <a:pt x="146983" y="123456"/>
                </a:lnTo>
                <a:lnTo>
                  <a:pt x="54032" y="214024"/>
                </a:lnTo>
                <a:lnTo>
                  <a:pt x="71917" y="231450"/>
                </a:lnTo>
                <a:close/>
              </a:path>
            </a:pathLst>
          </a:custGeom>
          <a:solidFill>
            <a:schemeClr val="accent5"/>
          </a:solidFill>
          <a:ln w="12587" cap="flat">
            <a:noFill/>
            <a:prstDash val="solid"/>
            <a:miter/>
          </a:ln>
        </p:spPr>
        <p:txBody>
          <a:bodyPr rtlCol="0" anchor="ctr"/>
          <a:lstStyle/>
          <a:p>
            <a:endParaRPr lang="en-US"/>
          </a:p>
        </p:txBody>
      </p:sp>
      <p:sp>
        <p:nvSpPr>
          <p:cNvPr id="108" name="Headquarters Area">
            <a:extLst>
              <a:ext uri="{FF2B5EF4-FFF2-40B4-BE49-F238E27FC236}">
                <a16:creationId xmlns:a16="http://schemas.microsoft.com/office/drawing/2014/main" id="{B2E667B4-6BA4-4DE5-BF10-BDF0495AE3D4}"/>
              </a:ext>
            </a:extLst>
          </p:cNvPr>
          <p:cNvSpPr>
            <a:spLocks noGrp="1" noRot="1" noMove="1" noResize="1" noEditPoints="1" noAdjustHandles="1" noChangeArrowheads="1" noChangeShapeType="1"/>
          </p:cNvSpPr>
          <p:nvPr>
            <p:ph type="body" sz="quarter" idx="75" hasCustomPrompt="1"/>
          </p:nvPr>
        </p:nvSpPr>
        <p:spPr>
          <a:xfrm>
            <a:off x="17900868" y="12513062"/>
            <a:ext cx="681325"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AREA</a:t>
            </a:r>
          </a:p>
        </p:txBody>
      </p:sp>
      <p:sp>
        <p:nvSpPr>
          <p:cNvPr id="82" name="&quot;headquarters&quot;">
            <a:extLst>
              <a:ext uri="{FF2B5EF4-FFF2-40B4-BE49-F238E27FC236}">
                <a16:creationId xmlns:a16="http://schemas.microsoft.com/office/drawing/2014/main" id="{1EE71E7C-B26C-4AA0-B252-C5DE2999E77E}"/>
              </a:ext>
            </a:extLst>
          </p:cNvPr>
          <p:cNvSpPr txBox="1">
            <a:spLocks noGrp="1" noRot="1" noMove="1" noResize="1" noEditPoints="1" noAdjustHandles="1" noChangeArrowheads="1" noChangeShapeType="1"/>
          </p:cNvSpPr>
          <p:nvPr userDrawn="1"/>
        </p:nvSpPr>
        <p:spPr>
          <a:xfrm>
            <a:off x="16598959" y="12513062"/>
            <a:ext cx="1298903"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headquarters</a:t>
            </a:r>
          </a:p>
        </p:txBody>
      </p:sp>
      <p:sp>
        <p:nvSpPr>
          <p:cNvPr id="102" name="Headquarters Icon">
            <a:extLst>
              <a:ext uri="{FF2B5EF4-FFF2-40B4-BE49-F238E27FC236}">
                <a16:creationId xmlns:a16="http://schemas.microsoft.com/office/drawing/2014/main" id="{9B9C2F95-9E0B-D6DF-D76F-4442D083B2B1}"/>
              </a:ext>
            </a:extLst>
          </p:cNvPr>
          <p:cNvSpPr>
            <a:spLocks noGrp="1" noRot="1" noMove="1" noResize="1" noEditPoints="1" noAdjustHandles="1" noChangeArrowheads="1" noChangeShapeType="1"/>
          </p:cNvSpPr>
          <p:nvPr userDrawn="1"/>
        </p:nvSpPr>
        <p:spPr>
          <a:xfrm>
            <a:off x="16126034" y="12457814"/>
            <a:ext cx="400035" cy="423169"/>
          </a:xfrm>
          <a:custGeom>
            <a:avLst/>
            <a:gdLst>
              <a:gd name="connsiteX0" fmla="*/ 357727 w 400035"/>
              <a:gd name="connsiteY0" fmla="*/ 91971 h 423169"/>
              <a:gd name="connsiteX1" fmla="*/ 228118 w 400035"/>
              <a:gd name="connsiteY1" fmla="*/ 20102 h 423169"/>
              <a:gd name="connsiteX2" fmla="*/ 190414 w 400035"/>
              <a:gd name="connsiteY2" fmla="*/ 1482 h 423169"/>
              <a:gd name="connsiteX3" fmla="*/ 171422 w 400035"/>
              <a:gd name="connsiteY3" fmla="*/ 38446 h 423169"/>
              <a:gd name="connsiteX4" fmla="*/ 209126 w 400035"/>
              <a:gd name="connsiteY4" fmla="*/ 57066 h 423169"/>
              <a:gd name="connsiteX5" fmla="*/ 226732 w 400035"/>
              <a:gd name="connsiteY5" fmla="*/ 41836 h 423169"/>
              <a:gd name="connsiteX6" fmla="*/ 340093 w 400035"/>
              <a:gd name="connsiteY6" fmla="*/ 105431 h 423169"/>
              <a:gd name="connsiteX7" fmla="*/ 376368 w 400035"/>
              <a:gd name="connsiteY7" fmla="*/ 227436 h 423169"/>
              <a:gd name="connsiteX8" fmla="*/ 300795 w 400035"/>
              <a:gd name="connsiteY8" fmla="*/ 347959 h 423169"/>
              <a:gd name="connsiteX9" fmla="*/ 313390 w 400035"/>
              <a:gd name="connsiteY9" fmla="*/ 365864 h 423169"/>
              <a:gd name="connsiteX10" fmla="*/ 398789 w 400035"/>
              <a:gd name="connsiteY10" fmla="*/ 230029 h 423169"/>
              <a:gd name="connsiteX11" fmla="*/ 357727 w 400035"/>
              <a:gd name="connsiteY11" fmla="*/ 91971 h 423169"/>
              <a:gd name="connsiteX12" fmla="*/ 200030 w 400035"/>
              <a:gd name="connsiteY12" fmla="*/ 37390 h 423169"/>
              <a:gd name="connsiteX13" fmla="*/ 191970 w 400035"/>
              <a:gd name="connsiteY13" fmla="*/ 29734 h 423169"/>
              <a:gd name="connsiteX14" fmla="*/ 199780 w 400035"/>
              <a:gd name="connsiteY14" fmla="*/ 21833 h 423169"/>
              <a:gd name="connsiteX15" fmla="*/ 207839 w 400035"/>
              <a:gd name="connsiteY15" fmla="*/ 29489 h 423169"/>
              <a:gd name="connsiteX16" fmla="*/ 207839 w 400035"/>
              <a:gd name="connsiteY16" fmla="*/ 29734 h 423169"/>
              <a:gd name="connsiteX17" fmla="*/ 200030 w 400035"/>
              <a:gd name="connsiteY17" fmla="*/ 37390 h 423169"/>
              <a:gd name="connsiteX18" fmla="*/ 84024 w 400035"/>
              <a:gd name="connsiteY18" fmla="*/ 157666 h 423169"/>
              <a:gd name="connsiteX19" fmla="*/ 101658 w 400035"/>
              <a:gd name="connsiteY19" fmla="*/ 130005 h 423169"/>
              <a:gd name="connsiteX20" fmla="*/ 149773 w 400035"/>
              <a:gd name="connsiteY20" fmla="*/ 146552 h 423169"/>
              <a:gd name="connsiteX21" fmla="*/ 144987 w 400035"/>
              <a:gd name="connsiteY21" fmla="*/ 197922 h 423169"/>
              <a:gd name="connsiteX22" fmla="*/ 86039 w 400035"/>
              <a:gd name="connsiteY22" fmla="*/ 197922 h 423169"/>
              <a:gd name="connsiteX23" fmla="*/ 47140 w 400035"/>
              <a:gd name="connsiteY23" fmla="*/ 181396 h 423169"/>
              <a:gd name="connsiteX24" fmla="*/ 30283 w 400035"/>
              <a:gd name="connsiteY24" fmla="*/ 219533 h 423169"/>
              <a:gd name="connsiteX25" fmla="*/ 69182 w 400035"/>
              <a:gd name="connsiteY25" fmla="*/ 236059 h 423169"/>
              <a:gd name="connsiteX26" fmla="*/ 86039 w 400035"/>
              <a:gd name="connsiteY26" fmla="*/ 219533 h 423169"/>
              <a:gd name="connsiteX27" fmla="*/ 144987 w 400035"/>
              <a:gd name="connsiteY27" fmla="*/ 219533 h 423169"/>
              <a:gd name="connsiteX28" fmla="*/ 151159 w 400035"/>
              <a:gd name="connsiteY28" fmla="*/ 276830 h 423169"/>
              <a:gd name="connsiteX29" fmla="*/ 103547 w 400035"/>
              <a:gd name="connsiteY29" fmla="*/ 292760 h 423169"/>
              <a:gd name="connsiteX30" fmla="*/ 84402 w 400035"/>
              <a:gd name="connsiteY30" fmla="*/ 265593 h 423169"/>
              <a:gd name="connsiteX31" fmla="*/ 64627 w 400035"/>
              <a:gd name="connsiteY31" fmla="*/ 275349 h 423169"/>
              <a:gd name="connsiteX32" fmla="*/ 136674 w 400035"/>
              <a:gd name="connsiteY32" fmla="*/ 342155 h 423169"/>
              <a:gd name="connsiteX33" fmla="*/ 199652 w 400035"/>
              <a:gd name="connsiteY33" fmla="*/ 355244 h 423169"/>
              <a:gd name="connsiteX34" fmla="*/ 201541 w 400035"/>
              <a:gd name="connsiteY34" fmla="*/ 355244 h 423169"/>
              <a:gd name="connsiteX35" fmla="*/ 336062 w 400035"/>
              <a:gd name="connsiteY35" fmla="*/ 275349 h 423169"/>
              <a:gd name="connsiteX36" fmla="*/ 316287 w 400035"/>
              <a:gd name="connsiteY36" fmla="*/ 265593 h 423169"/>
              <a:gd name="connsiteX37" fmla="*/ 297142 w 400035"/>
              <a:gd name="connsiteY37" fmla="*/ 292760 h 423169"/>
              <a:gd name="connsiteX38" fmla="*/ 249530 w 400035"/>
              <a:gd name="connsiteY38" fmla="*/ 276830 h 423169"/>
              <a:gd name="connsiteX39" fmla="*/ 255198 w 400035"/>
              <a:gd name="connsiteY39" fmla="*/ 219533 h 423169"/>
              <a:gd name="connsiteX40" fmla="*/ 314146 w 400035"/>
              <a:gd name="connsiteY40" fmla="*/ 219533 h 423169"/>
              <a:gd name="connsiteX41" fmla="*/ 353045 w 400035"/>
              <a:gd name="connsiteY41" fmla="*/ 236059 h 423169"/>
              <a:gd name="connsiteX42" fmla="*/ 369902 w 400035"/>
              <a:gd name="connsiteY42" fmla="*/ 197922 h 423169"/>
              <a:gd name="connsiteX43" fmla="*/ 331003 w 400035"/>
              <a:gd name="connsiteY43" fmla="*/ 181396 h 423169"/>
              <a:gd name="connsiteX44" fmla="*/ 314146 w 400035"/>
              <a:gd name="connsiteY44" fmla="*/ 197922 h 423169"/>
              <a:gd name="connsiteX45" fmla="*/ 254947 w 400035"/>
              <a:gd name="connsiteY45" fmla="*/ 197922 h 423169"/>
              <a:gd name="connsiteX46" fmla="*/ 250286 w 400035"/>
              <a:gd name="connsiteY46" fmla="*/ 146552 h 423169"/>
              <a:gd name="connsiteX47" fmla="*/ 298275 w 400035"/>
              <a:gd name="connsiteY47" fmla="*/ 130005 h 423169"/>
              <a:gd name="connsiteX48" fmla="*/ 315909 w 400035"/>
              <a:gd name="connsiteY48" fmla="*/ 157666 h 423169"/>
              <a:gd name="connsiteX49" fmla="*/ 335936 w 400035"/>
              <a:gd name="connsiteY49" fmla="*/ 148528 h 423169"/>
              <a:gd name="connsiteX50" fmla="*/ 264519 w 400035"/>
              <a:gd name="connsiteY50" fmla="*/ 76535 h 423169"/>
              <a:gd name="connsiteX51" fmla="*/ 201541 w 400035"/>
              <a:gd name="connsiteY51" fmla="*/ 62087 h 423169"/>
              <a:gd name="connsiteX52" fmla="*/ 199400 w 400035"/>
              <a:gd name="connsiteY52" fmla="*/ 62087 h 423169"/>
              <a:gd name="connsiteX53" fmla="*/ 150655 w 400035"/>
              <a:gd name="connsiteY53" fmla="*/ 70484 h 423169"/>
              <a:gd name="connsiteX54" fmla="*/ 63997 w 400035"/>
              <a:gd name="connsiteY54" fmla="*/ 148528 h 423169"/>
              <a:gd name="connsiteX55" fmla="*/ 58833 w 400035"/>
              <a:gd name="connsiteY55" fmla="*/ 216445 h 423169"/>
              <a:gd name="connsiteX56" fmla="*/ 50773 w 400035"/>
              <a:gd name="connsiteY56" fmla="*/ 208789 h 423169"/>
              <a:gd name="connsiteX57" fmla="*/ 58583 w 400035"/>
              <a:gd name="connsiteY57" fmla="*/ 200888 h 423169"/>
              <a:gd name="connsiteX58" fmla="*/ 66642 w 400035"/>
              <a:gd name="connsiteY58" fmla="*/ 208544 h 423169"/>
              <a:gd name="connsiteX59" fmla="*/ 66642 w 400035"/>
              <a:gd name="connsiteY59" fmla="*/ 208789 h 423169"/>
              <a:gd name="connsiteX60" fmla="*/ 58591 w 400035"/>
              <a:gd name="connsiteY60" fmla="*/ 216453 h 423169"/>
              <a:gd name="connsiteX61" fmla="*/ 58329 w 400035"/>
              <a:gd name="connsiteY61" fmla="*/ 216445 h 423169"/>
              <a:gd name="connsiteX62" fmla="*/ 342234 w 400035"/>
              <a:gd name="connsiteY62" fmla="*/ 201010 h 423169"/>
              <a:gd name="connsiteX63" fmla="*/ 350169 w 400035"/>
              <a:gd name="connsiteY63" fmla="*/ 208789 h 423169"/>
              <a:gd name="connsiteX64" fmla="*/ 342234 w 400035"/>
              <a:gd name="connsiteY64" fmla="*/ 216569 h 423169"/>
              <a:gd name="connsiteX65" fmla="*/ 334299 w 400035"/>
              <a:gd name="connsiteY65" fmla="*/ 208789 h 423169"/>
              <a:gd name="connsiteX66" fmla="*/ 341730 w 400035"/>
              <a:gd name="connsiteY66" fmla="*/ 201010 h 423169"/>
              <a:gd name="connsiteX67" fmla="*/ 145113 w 400035"/>
              <a:gd name="connsiteY67" fmla="*/ 322397 h 423169"/>
              <a:gd name="connsiteX68" fmla="*/ 120929 w 400035"/>
              <a:gd name="connsiteY68" fmla="*/ 309060 h 423169"/>
              <a:gd name="connsiteX69" fmla="*/ 155441 w 400035"/>
              <a:gd name="connsiteY69" fmla="*/ 298564 h 423169"/>
              <a:gd name="connsiteX70" fmla="*/ 168037 w 400035"/>
              <a:gd name="connsiteY70" fmla="*/ 330423 h 423169"/>
              <a:gd name="connsiteX71" fmla="*/ 145113 w 400035"/>
              <a:gd name="connsiteY71" fmla="*/ 322397 h 423169"/>
              <a:gd name="connsiteX72" fmla="*/ 200659 w 400035"/>
              <a:gd name="connsiteY72" fmla="*/ 333634 h 423169"/>
              <a:gd name="connsiteX73" fmla="*/ 199400 w 400035"/>
              <a:gd name="connsiteY73" fmla="*/ 333634 h 423169"/>
              <a:gd name="connsiteX74" fmla="*/ 177232 w 400035"/>
              <a:gd name="connsiteY74" fmla="*/ 294736 h 423169"/>
              <a:gd name="connsiteX75" fmla="*/ 200030 w 400035"/>
              <a:gd name="connsiteY75" fmla="*/ 293624 h 423169"/>
              <a:gd name="connsiteX76" fmla="*/ 222702 w 400035"/>
              <a:gd name="connsiteY76" fmla="*/ 294736 h 423169"/>
              <a:gd name="connsiteX77" fmla="*/ 200659 w 400035"/>
              <a:gd name="connsiteY77" fmla="*/ 333758 h 423169"/>
              <a:gd name="connsiteX78" fmla="*/ 200659 w 400035"/>
              <a:gd name="connsiteY78" fmla="*/ 271891 h 423169"/>
              <a:gd name="connsiteX79" fmla="*/ 172949 w 400035"/>
              <a:gd name="connsiteY79" fmla="*/ 273373 h 423169"/>
              <a:gd name="connsiteX80" fmla="*/ 167785 w 400035"/>
              <a:gd name="connsiteY80" fmla="*/ 219409 h 423169"/>
              <a:gd name="connsiteX81" fmla="*/ 233534 w 400035"/>
              <a:gd name="connsiteY81" fmla="*/ 219409 h 423169"/>
              <a:gd name="connsiteX82" fmla="*/ 228244 w 400035"/>
              <a:gd name="connsiteY82" fmla="*/ 273373 h 423169"/>
              <a:gd name="connsiteX83" fmla="*/ 200030 w 400035"/>
              <a:gd name="connsiteY83" fmla="*/ 272014 h 423169"/>
              <a:gd name="connsiteX84" fmla="*/ 279004 w 400035"/>
              <a:gd name="connsiteY84" fmla="*/ 309060 h 423169"/>
              <a:gd name="connsiteX85" fmla="*/ 232400 w 400035"/>
              <a:gd name="connsiteY85" fmla="*/ 330423 h 423169"/>
              <a:gd name="connsiteX86" fmla="*/ 244996 w 400035"/>
              <a:gd name="connsiteY86" fmla="*/ 298564 h 423169"/>
              <a:gd name="connsiteX87" fmla="*/ 279004 w 400035"/>
              <a:gd name="connsiteY87" fmla="*/ 309060 h 423169"/>
              <a:gd name="connsiteX88" fmla="*/ 254443 w 400035"/>
              <a:gd name="connsiteY88" fmla="*/ 95923 h 423169"/>
              <a:gd name="connsiteX89" fmla="*/ 282153 w 400035"/>
              <a:gd name="connsiteY89" fmla="*/ 113828 h 423169"/>
              <a:gd name="connsiteX90" fmla="*/ 246004 w 400035"/>
              <a:gd name="connsiteY90" fmla="*/ 125312 h 423169"/>
              <a:gd name="connsiteX91" fmla="*/ 232526 w 400035"/>
              <a:gd name="connsiteY91" fmla="*/ 88266 h 423169"/>
              <a:gd name="connsiteX92" fmla="*/ 254443 w 400035"/>
              <a:gd name="connsiteY92" fmla="*/ 95923 h 423169"/>
              <a:gd name="connsiteX93" fmla="*/ 199400 w 400035"/>
              <a:gd name="connsiteY93" fmla="*/ 83574 h 423169"/>
              <a:gd name="connsiteX94" fmla="*/ 200533 w 400035"/>
              <a:gd name="connsiteY94" fmla="*/ 83574 h 423169"/>
              <a:gd name="connsiteX95" fmla="*/ 224339 w 400035"/>
              <a:gd name="connsiteY95" fmla="*/ 128400 h 423169"/>
              <a:gd name="connsiteX96" fmla="*/ 200030 w 400035"/>
              <a:gd name="connsiteY96" fmla="*/ 129758 h 423169"/>
              <a:gd name="connsiteX97" fmla="*/ 175594 w 400035"/>
              <a:gd name="connsiteY97" fmla="*/ 128400 h 423169"/>
              <a:gd name="connsiteX98" fmla="*/ 199400 w 400035"/>
              <a:gd name="connsiteY98" fmla="*/ 83821 h 423169"/>
              <a:gd name="connsiteX99" fmla="*/ 200030 w 400035"/>
              <a:gd name="connsiteY99" fmla="*/ 151368 h 423169"/>
              <a:gd name="connsiteX100" fmla="*/ 228622 w 400035"/>
              <a:gd name="connsiteY100" fmla="*/ 149763 h 423169"/>
              <a:gd name="connsiteX101" fmla="*/ 232904 w 400035"/>
              <a:gd name="connsiteY101" fmla="*/ 197922 h 423169"/>
              <a:gd name="connsiteX102" fmla="*/ 167155 w 400035"/>
              <a:gd name="connsiteY102" fmla="*/ 197922 h 423169"/>
              <a:gd name="connsiteX103" fmla="*/ 171312 w 400035"/>
              <a:gd name="connsiteY103" fmla="*/ 150010 h 423169"/>
              <a:gd name="connsiteX104" fmla="*/ 200030 w 400035"/>
              <a:gd name="connsiteY104" fmla="*/ 151615 h 423169"/>
              <a:gd name="connsiteX105" fmla="*/ 157582 w 400035"/>
              <a:gd name="connsiteY105" fmla="*/ 90983 h 423169"/>
              <a:gd name="connsiteX106" fmla="*/ 167281 w 400035"/>
              <a:gd name="connsiteY106" fmla="*/ 88020 h 423169"/>
              <a:gd name="connsiteX107" fmla="*/ 153930 w 400035"/>
              <a:gd name="connsiteY107" fmla="*/ 125065 h 423169"/>
              <a:gd name="connsiteX108" fmla="*/ 117780 w 400035"/>
              <a:gd name="connsiteY108" fmla="*/ 113581 h 423169"/>
              <a:gd name="connsiteX109" fmla="*/ 157582 w 400035"/>
              <a:gd name="connsiteY109" fmla="*/ 90983 h 423169"/>
              <a:gd name="connsiteX110" fmla="*/ 200030 w 400035"/>
              <a:gd name="connsiteY110" fmla="*/ 364629 h 423169"/>
              <a:gd name="connsiteX111" fmla="*/ 172823 w 400035"/>
              <a:gd name="connsiteY111" fmla="*/ 381794 h 423169"/>
              <a:gd name="connsiteX112" fmla="*/ 60596 w 400035"/>
              <a:gd name="connsiteY112" fmla="*/ 318198 h 423169"/>
              <a:gd name="connsiteX113" fmla="*/ 22809 w 400035"/>
              <a:gd name="connsiteY113" fmla="*/ 192366 h 423169"/>
              <a:gd name="connsiteX114" fmla="*/ 98383 w 400035"/>
              <a:gd name="connsiteY114" fmla="*/ 68879 h 423169"/>
              <a:gd name="connsiteX115" fmla="*/ 85787 w 400035"/>
              <a:gd name="connsiteY115" fmla="*/ 50974 h 423169"/>
              <a:gd name="connsiteX116" fmla="*/ 1271 w 400035"/>
              <a:gd name="connsiteY116" fmla="*/ 190019 h 423169"/>
              <a:gd name="connsiteX117" fmla="*/ 43340 w 400035"/>
              <a:gd name="connsiteY117" fmla="*/ 331658 h 423169"/>
              <a:gd name="connsiteX118" fmla="*/ 171815 w 400035"/>
              <a:gd name="connsiteY118" fmla="*/ 403404 h 423169"/>
              <a:gd name="connsiteX119" fmla="*/ 209746 w 400035"/>
              <a:gd name="connsiteY119" fmla="*/ 421574 h 423169"/>
              <a:gd name="connsiteX120" fmla="*/ 228280 w 400035"/>
              <a:gd name="connsiteY120" fmla="*/ 384387 h 423169"/>
              <a:gd name="connsiteX121" fmla="*/ 200030 w 400035"/>
              <a:gd name="connsiteY121" fmla="*/ 364629 h 423169"/>
              <a:gd name="connsiteX122" fmla="*/ 200030 w 400035"/>
              <a:gd name="connsiteY122" fmla="*/ 401675 h 423169"/>
              <a:gd name="connsiteX123" fmla="*/ 191970 w 400035"/>
              <a:gd name="connsiteY123" fmla="*/ 394019 h 423169"/>
              <a:gd name="connsiteX124" fmla="*/ 199780 w 400035"/>
              <a:gd name="connsiteY124" fmla="*/ 386118 h 423169"/>
              <a:gd name="connsiteX125" fmla="*/ 207839 w 400035"/>
              <a:gd name="connsiteY125" fmla="*/ 393774 h 423169"/>
              <a:gd name="connsiteX126" fmla="*/ 207839 w 400035"/>
              <a:gd name="connsiteY126" fmla="*/ 394019 h 423169"/>
              <a:gd name="connsiteX127" fmla="*/ 200030 w 400035"/>
              <a:gd name="connsiteY127" fmla="*/ 401675 h 423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400035" h="423169">
                <a:moveTo>
                  <a:pt x="357727" y="91971"/>
                </a:moveTo>
                <a:cubicBezTo>
                  <a:pt x="325408" y="52739"/>
                  <a:pt x="279066" y="27043"/>
                  <a:pt x="228118" y="20102"/>
                </a:cubicBezTo>
                <a:cubicBezTo>
                  <a:pt x="222951" y="4753"/>
                  <a:pt x="206070" y="-3583"/>
                  <a:pt x="190414" y="1482"/>
                </a:cubicBezTo>
                <a:cubicBezTo>
                  <a:pt x="174758" y="6548"/>
                  <a:pt x="166255" y="23097"/>
                  <a:pt x="171422" y="38446"/>
                </a:cubicBezTo>
                <a:cubicBezTo>
                  <a:pt x="176590" y="53795"/>
                  <a:pt x="193470" y="62132"/>
                  <a:pt x="209126" y="57066"/>
                </a:cubicBezTo>
                <a:cubicBezTo>
                  <a:pt x="216870" y="54560"/>
                  <a:pt x="223232" y="49057"/>
                  <a:pt x="226732" y="41836"/>
                </a:cubicBezTo>
                <a:cubicBezTo>
                  <a:pt x="271329" y="48313"/>
                  <a:pt x="311801" y="71019"/>
                  <a:pt x="340093" y="105431"/>
                </a:cubicBezTo>
                <a:cubicBezTo>
                  <a:pt x="368445" y="139653"/>
                  <a:pt x="381523" y="183638"/>
                  <a:pt x="376368" y="227436"/>
                </a:cubicBezTo>
                <a:cubicBezTo>
                  <a:pt x="370409" y="276526"/>
                  <a:pt x="342783" y="320583"/>
                  <a:pt x="300795" y="347959"/>
                </a:cubicBezTo>
                <a:lnTo>
                  <a:pt x="313390" y="365864"/>
                </a:lnTo>
                <a:cubicBezTo>
                  <a:pt x="360805" y="335062"/>
                  <a:pt x="392028" y="285398"/>
                  <a:pt x="398789" y="230029"/>
                </a:cubicBezTo>
                <a:cubicBezTo>
                  <a:pt x="404625" y="180466"/>
                  <a:pt x="389820" y="130691"/>
                  <a:pt x="357727" y="91971"/>
                </a:cubicBezTo>
                <a:close/>
                <a:moveTo>
                  <a:pt x="200030" y="37390"/>
                </a:moveTo>
                <a:cubicBezTo>
                  <a:pt x="195648" y="37458"/>
                  <a:pt x="192039" y="34030"/>
                  <a:pt x="191970" y="29734"/>
                </a:cubicBezTo>
                <a:cubicBezTo>
                  <a:pt x="191901" y="25438"/>
                  <a:pt x="195398" y="21900"/>
                  <a:pt x="199780" y="21833"/>
                </a:cubicBezTo>
                <a:cubicBezTo>
                  <a:pt x="204162" y="21765"/>
                  <a:pt x="207770" y="25193"/>
                  <a:pt x="207839" y="29489"/>
                </a:cubicBezTo>
                <a:cubicBezTo>
                  <a:pt x="207840" y="29571"/>
                  <a:pt x="207840" y="29652"/>
                  <a:pt x="207839" y="29734"/>
                </a:cubicBezTo>
                <a:cubicBezTo>
                  <a:pt x="207771" y="33935"/>
                  <a:pt x="204314" y="37324"/>
                  <a:pt x="200030" y="37390"/>
                </a:cubicBezTo>
                <a:close/>
                <a:moveTo>
                  <a:pt x="84024" y="157666"/>
                </a:moveTo>
                <a:cubicBezTo>
                  <a:pt x="88713" y="147766"/>
                  <a:pt x="94636" y="138475"/>
                  <a:pt x="101658" y="130005"/>
                </a:cubicBezTo>
                <a:cubicBezTo>
                  <a:pt x="116760" y="137853"/>
                  <a:pt x="132979" y="143431"/>
                  <a:pt x="149773" y="146552"/>
                </a:cubicBezTo>
                <a:cubicBezTo>
                  <a:pt x="147055" y="163557"/>
                  <a:pt x="145456" y="180716"/>
                  <a:pt x="144987" y="197922"/>
                </a:cubicBezTo>
                <a:lnTo>
                  <a:pt x="86039" y="197922"/>
                </a:lnTo>
                <a:cubicBezTo>
                  <a:pt x="79952" y="182828"/>
                  <a:pt x="62537" y="175429"/>
                  <a:pt x="47140" y="181396"/>
                </a:cubicBezTo>
                <a:cubicBezTo>
                  <a:pt x="31743" y="187364"/>
                  <a:pt x="24196" y="204438"/>
                  <a:pt x="30283" y="219533"/>
                </a:cubicBezTo>
                <a:cubicBezTo>
                  <a:pt x="36370" y="234627"/>
                  <a:pt x="53786" y="242027"/>
                  <a:pt x="69182" y="236059"/>
                </a:cubicBezTo>
                <a:cubicBezTo>
                  <a:pt x="76890" y="233072"/>
                  <a:pt x="82992" y="227089"/>
                  <a:pt x="86039" y="219533"/>
                </a:cubicBezTo>
                <a:lnTo>
                  <a:pt x="144987" y="219533"/>
                </a:lnTo>
                <a:cubicBezTo>
                  <a:pt x="145639" y="238752"/>
                  <a:pt x="147701" y="257901"/>
                  <a:pt x="151159" y="276830"/>
                </a:cubicBezTo>
                <a:cubicBezTo>
                  <a:pt x="134604" y="279923"/>
                  <a:pt x="118576" y="285285"/>
                  <a:pt x="103547" y="292760"/>
                </a:cubicBezTo>
                <a:cubicBezTo>
                  <a:pt x="95862" y="284657"/>
                  <a:pt x="89414" y="275507"/>
                  <a:pt x="84402" y="265593"/>
                </a:cubicBezTo>
                <a:lnTo>
                  <a:pt x="64627" y="275349"/>
                </a:lnTo>
                <a:cubicBezTo>
                  <a:pt x="80100" y="305071"/>
                  <a:pt x="105542" y="328663"/>
                  <a:pt x="136674" y="342155"/>
                </a:cubicBezTo>
                <a:cubicBezTo>
                  <a:pt x="156504" y="350779"/>
                  <a:pt x="177957" y="355238"/>
                  <a:pt x="199652" y="355244"/>
                </a:cubicBezTo>
                <a:lnTo>
                  <a:pt x="201541" y="355244"/>
                </a:lnTo>
                <a:cubicBezTo>
                  <a:pt x="258097" y="355384"/>
                  <a:pt x="310000" y="324557"/>
                  <a:pt x="336062" y="275349"/>
                </a:cubicBezTo>
                <a:lnTo>
                  <a:pt x="316287" y="265593"/>
                </a:lnTo>
                <a:cubicBezTo>
                  <a:pt x="311294" y="275517"/>
                  <a:pt x="304843" y="284670"/>
                  <a:pt x="297142" y="292760"/>
                </a:cubicBezTo>
                <a:cubicBezTo>
                  <a:pt x="282113" y="285285"/>
                  <a:pt x="266085" y="279923"/>
                  <a:pt x="249530" y="276830"/>
                </a:cubicBezTo>
                <a:cubicBezTo>
                  <a:pt x="252881" y="257897"/>
                  <a:pt x="254776" y="238744"/>
                  <a:pt x="255198" y="219533"/>
                </a:cubicBezTo>
                <a:lnTo>
                  <a:pt x="314146" y="219533"/>
                </a:lnTo>
                <a:cubicBezTo>
                  <a:pt x="320233" y="234627"/>
                  <a:pt x="337649" y="242027"/>
                  <a:pt x="353045" y="236059"/>
                </a:cubicBezTo>
                <a:cubicBezTo>
                  <a:pt x="368442" y="230092"/>
                  <a:pt x="375989" y="213017"/>
                  <a:pt x="369902" y="197922"/>
                </a:cubicBezTo>
                <a:cubicBezTo>
                  <a:pt x="363815" y="182828"/>
                  <a:pt x="346400" y="175429"/>
                  <a:pt x="331003" y="181396"/>
                </a:cubicBezTo>
                <a:cubicBezTo>
                  <a:pt x="323295" y="184383"/>
                  <a:pt x="317193" y="190366"/>
                  <a:pt x="314146" y="197922"/>
                </a:cubicBezTo>
                <a:lnTo>
                  <a:pt x="254947" y="197922"/>
                </a:lnTo>
                <a:cubicBezTo>
                  <a:pt x="254518" y="180719"/>
                  <a:pt x="252962" y="163560"/>
                  <a:pt x="250286" y="146552"/>
                </a:cubicBezTo>
                <a:cubicBezTo>
                  <a:pt x="267024" y="143375"/>
                  <a:pt x="283194" y="137800"/>
                  <a:pt x="298275" y="130005"/>
                </a:cubicBezTo>
                <a:cubicBezTo>
                  <a:pt x="305357" y="138433"/>
                  <a:pt x="311285" y="147732"/>
                  <a:pt x="315909" y="157666"/>
                </a:cubicBezTo>
                <a:lnTo>
                  <a:pt x="335936" y="148528"/>
                </a:lnTo>
                <a:cubicBezTo>
                  <a:pt x="321403" y="117112"/>
                  <a:pt x="296146" y="91652"/>
                  <a:pt x="264519" y="76535"/>
                </a:cubicBezTo>
                <a:cubicBezTo>
                  <a:pt x="244892" y="67163"/>
                  <a:pt x="223372" y="62226"/>
                  <a:pt x="201541" y="62087"/>
                </a:cubicBezTo>
                <a:lnTo>
                  <a:pt x="199400" y="62087"/>
                </a:lnTo>
                <a:cubicBezTo>
                  <a:pt x="182786" y="62189"/>
                  <a:pt x="166308" y="65027"/>
                  <a:pt x="150655" y="70484"/>
                </a:cubicBezTo>
                <a:cubicBezTo>
                  <a:pt x="112202" y="83955"/>
                  <a:pt x="80944" y="112105"/>
                  <a:pt x="63997" y="148528"/>
                </a:cubicBezTo>
                <a:close/>
                <a:moveTo>
                  <a:pt x="58833" y="216445"/>
                </a:moveTo>
                <a:cubicBezTo>
                  <a:pt x="54451" y="216513"/>
                  <a:pt x="50842" y="213085"/>
                  <a:pt x="50773" y="208789"/>
                </a:cubicBezTo>
                <a:cubicBezTo>
                  <a:pt x="50704" y="204493"/>
                  <a:pt x="54201" y="200956"/>
                  <a:pt x="58583" y="200888"/>
                </a:cubicBezTo>
                <a:cubicBezTo>
                  <a:pt x="62965" y="200820"/>
                  <a:pt x="66573" y="204248"/>
                  <a:pt x="66642" y="208544"/>
                </a:cubicBezTo>
                <a:cubicBezTo>
                  <a:pt x="66643" y="208626"/>
                  <a:pt x="66643" y="208708"/>
                  <a:pt x="66642" y="208789"/>
                </a:cubicBezTo>
                <a:cubicBezTo>
                  <a:pt x="66577" y="213085"/>
                  <a:pt x="62973" y="216517"/>
                  <a:pt x="58591" y="216453"/>
                </a:cubicBezTo>
                <a:cubicBezTo>
                  <a:pt x="58503" y="216452"/>
                  <a:pt x="58416" y="216450"/>
                  <a:pt x="58329" y="216445"/>
                </a:cubicBezTo>
                <a:close/>
                <a:moveTo>
                  <a:pt x="342234" y="201010"/>
                </a:moveTo>
                <a:cubicBezTo>
                  <a:pt x="346617" y="201010"/>
                  <a:pt x="350169" y="204493"/>
                  <a:pt x="350169" y="208789"/>
                </a:cubicBezTo>
                <a:cubicBezTo>
                  <a:pt x="350169" y="213086"/>
                  <a:pt x="346617" y="216569"/>
                  <a:pt x="342234" y="216569"/>
                </a:cubicBezTo>
                <a:cubicBezTo>
                  <a:pt x="337852" y="216569"/>
                  <a:pt x="334299" y="213086"/>
                  <a:pt x="334299" y="208789"/>
                </a:cubicBezTo>
                <a:cubicBezTo>
                  <a:pt x="334291" y="204678"/>
                  <a:pt x="337546" y="201271"/>
                  <a:pt x="341730" y="201010"/>
                </a:cubicBezTo>
                <a:close/>
                <a:moveTo>
                  <a:pt x="145113" y="322397"/>
                </a:moveTo>
                <a:cubicBezTo>
                  <a:pt x="136584" y="318820"/>
                  <a:pt x="128476" y="314349"/>
                  <a:pt x="120929" y="309060"/>
                </a:cubicBezTo>
                <a:cubicBezTo>
                  <a:pt x="132008" y="304337"/>
                  <a:pt x="143581" y="300817"/>
                  <a:pt x="155441" y="298564"/>
                </a:cubicBezTo>
                <a:cubicBezTo>
                  <a:pt x="158396" y="309617"/>
                  <a:pt x="162621" y="320305"/>
                  <a:pt x="168037" y="330423"/>
                </a:cubicBezTo>
                <a:cubicBezTo>
                  <a:pt x="160170" y="328412"/>
                  <a:pt x="152499" y="325727"/>
                  <a:pt x="145113" y="322397"/>
                </a:cubicBezTo>
                <a:close/>
                <a:moveTo>
                  <a:pt x="200659" y="333634"/>
                </a:moveTo>
                <a:lnTo>
                  <a:pt x="199400" y="333634"/>
                </a:lnTo>
                <a:cubicBezTo>
                  <a:pt x="193228" y="332770"/>
                  <a:pt x="184159" y="319433"/>
                  <a:pt x="177232" y="294736"/>
                </a:cubicBezTo>
                <a:cubicBezTo>
                  <a:pt x="184663" y="294118"/>
                  <a:pt x="192220" y="293624"/>
                  <a:pt x="200030" y="293624"/>
                </a:cubicBezTo>
                <a:cubicBezTo>
                  <a:pt x="207839" y="293624"/>
                  <a:pt x="215270" y="293624"/>
                  <a:pt x="222702" y="294736"/>
                </a:cubicBezTo>
                <a:cubicBezTo>
                  <a:pt x="215774" y="319433"/>
                  <a:pt x="206831" y="332770"/>
                  <a:pt x="200659" y="333758"/>
                </a:cubicBezTo>
                <a:close/>
                <a:moveTo>
                  <a:pt x="200659" y="271891"/>
                </a:moveTo>
                <a:cubicBezTo>
                  <a:pt x="191213" y="271891"/>
                  <a:pt x="182018" y="272508"/>
                  <a:pt x="172949" y="273373"/>
                </a:cubicBezTo>
                <a:cubicBezTo>
                  <a:pt x="169840" y="255539"/>
                  <a:pt x="168113" y="237499"/>
                  <a:pt x="167785" y="219409"/>
                </a:cubicBezTo>
                <a:lnTo>
                  <a:pt x="233534" y="219409"/>
                </a:lnTo>
                <a:cubicBezTo>
                  <a:pt x="233167" y="237502"/>
                  <a:pt x="231399" y="255542"/>
                  <a:pt x="228244" y="273373"/>
                </a:cubicBezTo>
                <a:cubicBezTo>
                  <a:pt x="218671" y="272632"/>
                  <a:pt x="209350" y="272014"/>
                  <a:pt x="200030" y="272014"/>
                </a:cubicBezTo>
                <a:close/>
                <a:moveTo>
                  <a:pt x="279004" y="309060"/>
                </a:moveTo>
                <a:cubicBezTo>
                  <a:pt x="265051" y="319112"/>
                  <a:pt x="249215" y="326371"/>
                  <a:pt x="232400" y="330423"/>
                </a:cubicBezTo>
                <a:cubicBezTo>
                  <a:pt x="237816" y="320305"/>
                  <a:pt x="242041" y="309617"/>
                  <a:pt x="244996" y="298564"/>
                </a:cubicBezTo>
                <a:cubicBezTo>
                  <a:pt x="256684" y="300852"/>
                  <a:pt x="268087" y="304371"/>
                  <a:pt x="279004" y="309060"/>
                </a:cubicBezTo>
                <a:close/>
                <a:moveTo>
                  <a:pt x="254443" y="95923"/>
                </a:moveTo>
                <a:cubicBezTo>
                  <a:pt x="264455" y="100649"/>
                  <a:pt x="273775" y="106671"/>
                  <a:pt x="282153" y="113828"/>
                </a:cubicBezTo>
                <a:cubicBezTo>
                  <a:pt x="270596" y="119012"/>
                  <a:pt x="258466" y="122866"/>
                  <a:pt x="246004" y="125312"/>
                </a:cubicBezTo>
                <a:cubicBezTo>
                  <a:pt x="243064" y="112473"/>
                  <a:pt x="238538" y="100032"/>
                  <a:pt x="232526" y="88266"/>
                </a:cubicBezTo>
                <a:cubicBezTo>
                  <a:pt x="240061" y="90137"/>
                  <a:pt x="247399" y="92700"/>
                  <a:pt x="254443" y="95923"/>
                </a:cubicBezTo>
                <a:close/>
                <a:moveTo>
                  <a:pt x="199400" y="83574"/>
                </a:moveTo>
                <a:lnTo>
                  <a:pt x="200533" y="83574"/>
                </a:lnTo>
                <a:cubicBezTo>
                  <a:pt x="207209" y="84315"/>
                  <a:pt x="217160" y="99751"/>
                  <a:pt x="224339" y="128400"/>
                </a:cubicBezTo>
                <a:cubicBezTo>
                  <a:pt x="216268" y="129290"/>
                  <a:pt x="208152" y="129743"/>
                  <a:pt x="200030" y="129758"/>
                </a:cubicBezTo>
                <a:cubicBezTo>
                  <a:pt x="191865" y="129743"/>
                  <a:pt x="183708" y="129290"/>
                  <a:pt x="175594" y="128400"/>
                </a:cubicBezTo>
                <a:cubicBezTo>
                  <a:pt x="182774" y="99998"/>
                  <a:pt x="192724" y="84562"/>
                  <a:pt x="199400" y="83821"/>
                </a:cubicBezTo>
                <a:close/>
                <a:moveTo>
                  <a:pt x="200030" y="151368"/>
                </a:moveTo>
                <a:cubicBezTo>
                  <a:pt x="209583" y="151336"/>
                  <a:pt x="219127" y="150800"/>
                  <a:pt x="228622" y="149763"/>
                </a:cubicBezTo>
                <a:cubicBezTo>
                  <a:pt x="231117" y="165707"/>
                  <a:pt x="232548" y="181795"/>
                  <a:pt x="232904" y="197922"/>
                </a:cubicBezTo>
                <a:lnTo>
                  <a:pt x="167155" y="197922"/>
                </a:lnTo>
                <a:cubicBezTo>
                  <a:pt x="167422" y="181877"/>
                  <a:pt x="168810" y="165869"/>
                  <a:pt x="171312" y="150010"/>
                </a:cubicBezTo>
                <a:cubicBezTo>
                  <a:pt x="180848" y="151051"/>
                  <a:pt x="190434" y="151587"/>
                  <a:pt x="200030" y="151615"/>
                </a:cubicBezTo>
                <a:close/>
                <a:moveTo>
                  <a:pt x="157582" y="90983"/>
                </a:moveTo>
                <a:cubicBezTo>
                  <a:pt x="160731" y="89872"/>
                  <a:pt x="164006" y="88884"/>
                  <a:pt x="167281" y="88020"/>
                </a:cubicBezTo>
                <a:cubicBezTo>
                  <a:pt x="161368" y="99814"/>
                  <a:pt x="156887" y="112248"/>
                  <a:pt x="153930" y="125065"/>
                </a:cubicBezTo>
                <a:cubicBezTo>
                  <a:pt x="141458" y="122657"/>
                  <a:pt x="129323" y="118802"/>
                  <a:pt x="117780" y="113581"/>
                </a:cubicBezTo>
                <a:cubicBezTo>
                  <a:pt x="129558" y="103769"/>
                  <a:pt x="143040" y="96115"/>
                  <a:pt x="157582" y="90983"/>
                </a:cubicBezTo>
                <a:close/>
                <a:moveTo>
                  <a:pt x="200030" y="364629"/>
                </a:moveTo>
                <a:cubicBezTo>
                  <a:pt x="188320" y="364650"/>
                  <a:pt x="177694" y="371354"/>
                  <a:pt x="172823" y="381794"/>
                </a:cubicBezTo>
                <a:cubicBezTo>
                  <a:pt x="128640" y="375041"/>
                  <a:pt x="88619" y="352363"/>
                  <a:pt x="60596" y="318198"/>
                </a:cubicBezTo>
                <a:cubicBezTo>
                  <a:pt x="31290" y="282923"/>
                  <a:pt x="17674" y="237581"/>
                  <a:pt x="22809" y="192366"/>
                </a:cubicBezTo>
                <a:cubicBezTo>
                  <a:pt x="28482" y="142387"/>
                  <a:pt x="56072" y="97306"/>
                  <a:pt x="98383" y="68879"/>
                </a:cubicBezTo>
                <a:lnTo>
                  <a:pt x="85787" y="50974"/>
                </a:lnTo>
                <a:cubicBezTo>
                  <a:pt x="38309" y="83047"/>
                  <a:pt x="7449" y="133817"/>
                  <a:pt x="1271" y="190019"/>
                </a:cubicBezTo>
                <a:cubicBezTo>
                  <a:pt x="-4688" y="240856"/>
                  <a:pt x="10474" y="291905"/>
                  <a:pt x="43340" y="331658"/>
                </a:cubicBezTo>
                <a:cubicBezTo>
                  <a:pt x="75272" y="370754"/>
                  <a:pt x="121228" y="396418"/>
                  <a:pt x="171815" y="403404"/>
                </a:cubicBezTo>
                <a:cubicBezTo>
                  <a:pt x="177172" y="418690"/>
                  <a:pt x="194154" y="426825"/>
                  <a:pt x="209746" y="421574"/>
                </a:cubicBezTo>
                <a:cubicBezTo>
                  <a:pt x="225338" y="416323"/>
                  <a:pt x="233636" y="399674"/>
                  <a:pt x="228280" y="384387"/>
                </a:cubicBezTo>
                <a:cubicBezTo>
                  <a:pt x="224136" y="372560"/>
                  <a:pt x="212785" y="364622"/>
                  <a:pt x="200030" y="364629"/>
                </a:cubicBezTo>
                <a:close/>
                <a:moveTo>
                  <a:pt x="200030" y="401675"/>
                </a:moveTo>
                <a:cubicBezTo>
                  <a:pt x="195648" y="401743"/>
                  <a:pt x="192039" y="398315"/>
                  <a:pt x="191970" y="394019"/>
                </a:cubicBezTo>
                <a:cubicBezTo>
                  <a:pt x="191901" y="389723"/>
                  <a:pt x="195398" y="386185"/>
                  <a:pt x="199780" y="386118"/>
                </a:cubicBezTo>
                <a:cubicBezTo>
                  <a:pt x="204162" y="386050"/>
                  <a:pt x="207770" y="389478"/>
                  <a:pt x="207839" y="393774"/>
                </a:cubicBezTo>
                <a:cubicBezTo>
                  <a:pt x="207840" y="393856"/>
                  <a:pt x="207840" y="393937"/>
                  <a:pt x="207839" y="394019"/>
                </a:cubicBezTo>
                <a:cubicBezTo>
                  <a:pt x="207771" y="398220"/>
                  <a:pt x="204314" y="401609"/>
                  <a:pt x="200030" y="401675"/>
                </a:cubicBezTo>
                <a:close/>
              </a:path>
            </a:pathLst>
          </a:custGeom>
          <a:solidFill>
            <a:schemeClr val="accent5"/>
          </a:solidFill>
          <a:ln w="12502" cap="flat">
            <a:noFill/>
            <a:prstDash val="solid"/>
            <a:miter/>
          </a:ln>
        </p:spPr>
        <p:txBody>
          <a:bodyPr rtlCol="0" anchor="ctr"/>
          <a:lstStyle/>
          <a:p>
            <a:endParaRPr lang="en-US"/>
          </a:p>
        </p:txBody>
      </p:sp>
      <p:sp>
        <p:nvSpPr>
          <p:cNvPr id="90" name="Chart">
            <a:extLst>
              <a:ext uri="{FF2B5EF4-FFF2-40B4-BE49-F238E27FC236}">
                <a16:creationId xmlns:a16="http://schemas.microsoft.com/office/drawing/2014/main" id="{3C808DFA-C5F7-410F-B958-D7C50709BBD2}"/>
              </a:ext>
            </a:extLst>
          </p:cNvPr>
          <p:cNvSpPr>
            <a:spLocks noGrp="1" noRot="1" noMove="1" noResize="1" noEditPoints="1" noAdjustHandles="1" noChangeArrowheads="1" noChangeShapeType="1"/>
          </p:cNvSpPr>
          <p:nvPr>
            <p:ph type="chart" sz="quarter" idx="68" hasCustomPrompt="1"/>
          </p:nvPr>
        </p:nvSpPr>
        <p:spPr>
          <a:xfrm>
            <a:off x="16059066" y="2001085"/>
            <a:ext cx="7315200" cy="4114800"/>
          </a:xfrm>
        </p:spPr>
        <p:txBody>
          <a:bodyPr anchor="ctr"/>
          <a:lstStyle>
            <a:lvl1pPr marL="0" indent="0" algn="ctr">
              <a:buNone/>
              <a:defRPr>
                <a:solidFill>
                  <a:schemeClr val="bg1"/>
                </a:solidFill>
              </a:defRPr>
            </a:lvl1pPr>
          </a:lstStyle>
          <a:p>
            <a:r>
              <a:rPr lang="en-US"/>
              <a:t>Click to create a chart</a:t>
            </a:r>
          </a:p>
        </p:txBody>
      </p:sp>
      <p:sp>
        <p:nvSpPr>
          <p:cNvPr id="7" name="Chart Date">
            <a:extLst>
              <a:ext uri="{FF2B5EF4-FFF2-40B4-BE49-F238E27FC236}">
                <a16:creationId xmlns:a16="http://schemas.microsoft.com/office/drawing/2014/main" id="{DAE85896-1111-4543-B3EA-8582738D0871}"/>
              </a:ext>
            </a:extLst>
          </p:cNvPr>
          <p:cNvSpPr>
            <a:spLocks noGrp="1" noRot="1" noMove="1" noResize="1" noEditPoints="1" noAdjustHandles="1" noChangeArrowheads="1" noChangeShapeType="1"/>
          </p:cNvSpPr>
          <p:nvPr>
            <p:ph type="body" sz="quarter" idx="81" hasCustomPrompt="1"/>
          </p:nvPr>
        </p:nvSpPr>
        <p:spPr>
          <a:xfrm>
            <a:off x="16059066" y="1685482"/>
            <a:ext cx="7315200" cy="228600"/>
          </a:xfrm>
        </p:spPr>
        <p:txBody>
          <a:bodyPr lIns="0" rIns="365760">
            <a:noAutofit/>
          </a:bodyPr>
          <a:lstStyle>
            <a:lvl1pPr marL="3175" indent="0" algn="r">
              <a:buNone/>
              <a:tabLst/>
              <a:defRPr sz="1050" b="0" i="1">
                <a:solidFill>
                  <a:schemeClr val="bg1"/>
                </a:solidFill>
              </a:defRPr>
            </a:lvl1pPr>
            <a:lvl2pPr marL="914355" indent="0">
              <a:buNone/>
              <a:defRPr sz="1000">
                <a:solidFill>
                  <a:schemeClr val="bg1"/>
                </a:solidFill>
              </a:defRPr>
            </a:lvl2pPr>
            <a:lvl3pPr marL="1373186" indent="0">
              <a:buNone/>
              <a:defRPr sz="1000">
                <a:solidFill>
                  <a:schemeClr val="bg1"/>
                </a:solidFill>
              </a:defRPr>
            </a:lvl3pPr>
            <a:lvl4pPr marL="1835150" indent="0">
              <a:buNone/>
              <a:defRPr sz="1000">
                <a:solidFill>
                  <a:schemeClr val="bg1"/>
                </a:solidFill>
              </a:defRPr>
            </a:lvl4pPr>
            <a:lvl5pPr marL="3657418" indent="0">
              <a:buNone/>
              <a:defRPr sz="1000">
                <a:solidFill>
                  <a:schemeClr val="bg1"/>
                </a:solidFill>
              </a:defRPr>
            </a:lvl5pPr>
          </a:lstStyle>
          <a:p>
            <a:pPr lvl="0"/>
            <a:r>
              <a:rPr lang="en-US" err="1"/>
              <a:t>Mmm</a:t>
            </a:r>
            <a:r>
              <a:rPr lang="en-US"/>
              <a:t> YYYY (11 </a:t>
            </a:r>
            <a:r>
              <a:rPr lang="en-US" err="1"/>
              <a:t>pt</a:t>
            </a:r>
            <a:r>
              <a:rPr lang="en-US"/>
              <a:t> Italic)</a:t>
            </a:r>
          </a:p>
        </p:txBody>
      </p:sp>
      <p:sp>
        <p:nvSpPr>
          <p:cNvPr id="123" name="Results Bulleted List">
            <a:extLst>
              <a:ext uri="{FF2B5EF4-FFF2-40B4-BE49-F238E27FC236}">
                <a16:creationId xmlns:a16="http://schemas.microsoft.com/office/drawing/2014/main" id="{36832F5F-2DBC-4327-ADA2-700BB4CCD513}"/>
              </a:ext>
            </a:extLst>
          </p:cNvPr>
          <p:cNvSpPr>
            <a:spLocks noGrp="1" noRot="1" noMove="1" noResize="1" noEditPoints="1" noAdjustHandles="1" noChangeArrowheads="1" noChangeShapeType="1"/>
          </p:cNvSpPr>
          <p:nvPr>
            <p:ph type="body" sz="quarter" idx="78" hasCustomPrompt="1"/>
          </p:nvPr>
        </p:nvSpPr>
        <p:spPr>
          <a:xfrm>
            <a:off x="15740743" y="6663848"/>
            <a:ext cx="7975128" cy="5240636"/>
          </a:xfrm>
        </p:spPr>
        <p:txBody>
          <a:bodyPr lIns="548640" tIns="228600" rIns="548640" bIns="228600">
            <a:noAutofit/>
          </a:bodyPr>
          <a:lstStyle>
            <a:lvl1pPr marL="0" indent="0">
              <a:lnSpc>
                <a:spcPct val="90000"/>
              </a:lnSpc>
              <a:spcBef>
                <a:spcPts val="600"/>
              </a:spcBef>
              <a:spcAft>
                <a:spcPts val="600"/>
              </a:spcAft>
              <a:buNone/>
              <a:defRPr sz="2200" b="0" i="0">
                <a:solidFill>
                  <a:schemeClr val="bg1"/>
                </a:solidFill>
                <a:latin typeface="TT Norms Pro Light" panose="02000503020000020003" pitchFamily="2" charset="0"/>
              </a:defRPr>
            </a:lvl1pPr>
            <a:lvl2pPr marL="34925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2pPr>
            <a:lvl3pPr marL="68580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3pPr>
            <a:lvl4pPr marL="103505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4pPr>
            <a:lvl5pPr marL="137160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50" name="&quot;RESULTS&quot;">
            <a:extLst>
              <a:ext uri="{FF2B5EF4-FFF2-40B4-BE49-F238E27FC236}">
                <a16:creationId xmlns:a16="http://schemas.microsoft.com/office/drawing/2014/main" id="{BDE69417-172A-41FE-8CF0-69AA45011BC1}"/>
              </a:ext>
            </a:extLst>
          </p:cNvPr>
          <p:cNvSpPr txBox="1">
            <a:spLocks noGrp="1" noRot="1" noMove="1" noResize="1" noEditPoints="1" noAdjustHandles="1" noChangeArrowheads="1" noChangeShapeType="1"/>
          </p:cNvSpPr>
          <p:nvPr userDrawn="1"/>
        </p:nvSpPr>
        <p:spPr>
          <a:xfrm>
            <a:off x="16099536" y="1038965"/>
            <a:ext cx="7251192" cy="620170"/>
          </a:xfrm>
          <a:prstGeom prst="rect">
            <a:avLst/>
          </a:prstGeom>
          <a:noFill/>
        </p:spPr>
        <p:txBody>
          <a:bodyPr wrap="square" lIns="137160" rtlCol="0">
            <a:spAutoFit/>
          </a:bodyPr>
          <a:lstStyle/>
          <a:p>
            <a:pPr>
              <a:lnSpc>
                <a:spcPct val="130000"/>
              </a:lnSpc>
              <a:spcAft>
                <a:spcPts val="600"/>
              </a:spcAft>
              <a:buClrTx/>
              <a:buSzPct val="100000"/>
            </a:pPr>
            <a:r>
              <a:rPr lang="en-US" sz="2400" b="1">
                <a:solidFill>
                  <a:schemeClr val="bg1"/>
                </a:solidFill>
                <a:latin typeface="TT Norms Pro Normal" panose="02000503030000020003" pitchFamily="2" charset="0"/>
                <a:ea typeface="Calibri"/>
                <a:cs typeface="Calibri"/>
                <a:sym typeface="Calibri"/>
              </a:rPr>
              <a:t>RESULTS</a:t>
            </a:r>
            <a:r>
              <a:rPr lang="en-US" sz="2800" b="1">
                <a:solidFill>
                  <a:schemeClr val="bg1"/>
                </a:solidFill>
                <a:latin typeface="TT Norms Pro Light" panose="02000503020000020003" pitchFamily="2" charset="0"/>
                <a:ea typeface="Calibri"/>
                <a:cs typeface="Calibri"/>
                <a:sym typeface="Calibri"/>
              </a:rPr>
              <a:t> </a:t>
            </a:r>
            <a:r>
              <a:rPr lang="en-US" sz="2800" b="1">
                <a:solidFill>
                  <a:schemeClr val="accent5"/>
                </a:solidFill>
                <a:latin typeface="TT Norms Pro Light" panose="02000503020000020003" pitchFamily="2" charset="0"/>
                <a:ea typeface="Calibri"/>
                <a:cs typeface="Calibri"/>
                <a:sym typeface="Calibri"/>
              </a:rPr>
              <a:t> </a:t>
            </a:r>
            <a:r>
              <a:rPr lang="de-DE" sz="2300">
                <a:solidFill>
                  <a:schemeClr val="accent5"/>
                </a:solidFill>
                <a:ea typeface="HGGothicE" panose="020B0909000000000000" pitchFamily="49" charset="-128"/>
                <a:cs typeface="Calibri"/>
                <a:sym typeface="Calibri"/>
              </a:rPr>
              <a:t>▼</a:t>
            </a:r>
            <a:endParaRPr lang="en-US" sz="2300" b="1">
              <a:solidFill>
                <a:schemeClr val="accent5"/>
              </a:solidFill>
              <a:cs typeface="Calibri"/>
            </a:endParaRPr>
          </a:p>
        </p:txBody>
      </p:sp>
      <p:sp>
        <p:nvSpPr>
          <p:cNvPr id="124" name="Solution Bulleted List">
            <a:extLst>
              <a:ext uri="{FF2B5EF4-FFF2-40B4-BE49-F238E27FC236}">
                <a16:creationId xmlns:a16="http://schemas.microsoft.com/office/drawing/2014/main" id="{8003FF54-213C-4E1E-A6A8-4CB140FEE20D}"/>
              </a:ext>
            </a:extLst>
          </p:cNvPr>
          <p:cNvSpPr>
            <a:spLocks noGrp="1" noRot="1" noMove="1" noResize="1" noEditPoints="1" noAdjustHandles="1" noChangeArrowheads="1" noChangeShapeType="1"/>
          </p:cNvSpPr>
          <p:nvPr>
            <p:ph type="body" sz="quarter" idx="79" hasCustomPrompt="1"/>
          </p:nvPr>
        </p:nvSpPr>
        <p:spPr>
          <a:xfrm>
            <a:off x="7541325" y="6663848"/>
            <a:ext cx="7516641" cy="6197666"/>
          </a:xfrm>
        </p:spPr>
        <p:txBody>
          <a:bodyPr lIns="548640" tIns="228600" rIns="1005840" bIns="228600">
            <a:noAutofit/>
          </a:bodyPr>
          <a:lstStyle>
            <a:lvl1pPr marL="0" indent="0">
              <a:lnSpc>
                <a:spcPct val="90000"/>
              </a:lnSpc>
              <a:spcBef>
                <a:spcPts val="600"/>
              </a:spcBef>
              <a:spcAft>
                <a:spcPts val="600"/>
              </a:spcAft>
              <a:buNone/>
              <a:defRPr sz="2200">
                <a:solidFill>
                  <a:schemeClr val="tx2"/>
                </a:solidFill>
                <a:latin typeface="+mn-lt"/>
              </a:defRPr>
            </a:lvl1pPr>
            <a:lvl2pPr marL="242888" indent="-242888">
              <a:lnSpc>
                <a:spcPct val="90000"/>
              </a:lnSpc>
              <a:spcBef>
                <a:spcPts val="600"/>
              </a:spcBef>
              <a:spcAft>
                <a:spcPts val="600"/>
              </a:spcAft>
              <a:buFont typeface="Arial" panose="020B0604020202020204" pitchFamily="34" charset="0"/>
              <a:buChar char="•"/>
              <a:tabLst/>
              <a:defRPr sz="2200">
                <a:solidFill>
                  <a:schemeClr val="tx2"/>
                </a:solidFill>
                <a:latin typeface="+mn-lt"/>
              </a:defRPr>
            </a:lvl2pPr>
            <a:lvl3pPr marL="457200" indent="-228600">
              <a:lnSpc>
                <a:spcPct val="90000"/>
              </a:lnSpc>
              <a:spcBef>
                <a:spcPts val="600"/>
              </a:spcBef>
              <a:spcAft>
                <a:spcPts val="600"/>
              </a:spcAft>
              <a:buFont typeface="Arial" panose="020B0604020202020204" pitchFamily="34" charset="0"/>
              <a:buChar char="•"/>
              <a:tabLst/>
              <a:defRPr sz="2200">
                <a:solidFill>
                  <a:schemeClr val="tx2"/>
                </a:solidFill>
                <a:latin typeface="+mn-lt"/>
              </a:defRPr>
            </a:lvl3pPr>
            <a:lvl4pPr marL="685800" indent="-238125">
              <a:lnSpc>
                <a:spcPct val="90000"/>
              </a:lnSpc>
              <a:spcBef>
                <a:spcPts val="600"/>
              </a:spcBef>
              <a:spcAft>
                <a:spcPts val="600"/>
              </a:spcAft>
              <a:buFont typeface="Arial" panose="020B0604020202020204" pitchFamily="34" charset="0"/>
              <a:buChar char="•"/>
              <a:tabLst/>
              <a:defRPr sz="2200">
                <a:solidFill>
                  <a:schemeClr val="tx2"/>
                </a:solidFill>
                <a:latin typeface="+mn-lt"/>
              </a:defRPr>
            </a:lvl4pPr>
            <a:lvl5pPr marL="1035050" indent="-342900">
              <a:lnSpc>
                <a:spcPct val="90000"/>
              </a:lnSpc>
              <a:spcBef>
                <a:spcPts val="600"/>
              </a:spcBef>
              <a:spcAft>
                <a:spcPts val="600"/>
              </a:spcAft>
              <a:buFont typeface="Arial" panose="020B0604020202020204" pitchFamily="34" charset="0"/>
              <a:buChar char="•"/>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94" name="Challenge Bulleted List">
            <a:extLst>
              <a:ext uri="{FF2B5EF4-FFF2-40B4-BE49-F238E27FC236}">
                <a16:creationId xmlns:a16="http://schemas.microsoft.com/office/drawing/2014/main" id="{CB17ED53-144B-4ADB-ACCB-378E124C857B}"/>
              </a:ext>
            </a:extLst>
          </p:cNvPr>
          <p:cNvSpPr>
            <a:spLocks noGrp="1" noRot="1" noMove="1" noResize="1" noEditPoints="1" noAdjustHandles="1" noChangeArrowheads="1" noChangeShapeType="1"/>
          </p:cNvSpPr>
          <p:nvPr>
            <p:ph type="body" sz="quarter" idx="69" hasCustomPrompt="1"/>
          </p:nvPr>
        </p:nvSpPr>
        <p:spPr>
          <a:xfrm>
            <a:off x="0" y="6663848"/>
            <a:ext cx="7516641" cy="6197666"/>
          </a:xfrm>
        </p:spPr>
        <p:txBody>
          <a:bodyPr lIns="91440" tIns="228600" rIns="548640" bIns="228600">
            <a:noAutofit/>
          </a:bodyPr>
          <a:lstStyle>
            <a:lvl1pPr marL="914400" indent="0">
              <a:lnSpc>
                <a:spcPct val="90000"/>
              </a:lnSpc>
              <a:spcBef>
                <a:spcPts val="600"/>
              </a:spcBef>
              <a:spcAft>
                <a:spcPts val="600"/>
              </a:spcAft>
              <a:buNone/>
              <a:defRPr sz="2200">
                <a:solidFill>
                  <a:schemeClr val="tx2"/>
                </a:solidFill>
                <a:latin typeface="+mn-lt"/>
              </a:defRPr>
            </a:lvl1pPr>
            <a:lvl2pPr marL="1143000" indent="-242888">
              <a:lnSpc>
                <a:spcPct val="90000"/>
              </a:lnSpc>
              <a:spcBef>
                <a:spcPts val="600"/>
              </a:spcBef>
              <a:spcAft>
                <a:spcPts val="600"/>
              </a:spcAft>
              <a:buFont typeface="Arial" panose="020B0604020202020204" pitchFamily="34" charset="0"/>
              <a:buChar char="•"/>
              <a:tabLst/>
              <a:defRPr sz="2200">
                <a:solidFill>
                  <a:schemeClr val="tx2"/>
                </a:solidFill>
                <a:latin typeface="+mn-lt"/>
              </a:defRPr>
            </a:lvl2pPr>
            <a:lvl3pPr marL="1371600" indent="-228600">
              <a:lnSpc>
                <a:spcPct val="90000"/>
              </a:lnSpc>
              <a:spcBef>
                <a:spcPts val="600"/>
              </a:spcBef>
              <a:spcAft>
                <a:spcPts val="600"/>
              </a:spcAft>
              <a:buFont typeface="Arial" panose="020B0604020202020204" pitchFamily="34" charset="0"/>
              <a:buChar char="•"/>
              <a:tabLst/>
              <a:defRPr sz="2200">
                <a:solidFill>
                  <a:schemeClr val="tx2"/>
                </a:solidFill>
                <a:latin typeface="+mn-lt"/>
              </a:defRPr>
            </a:lvl3pPr>
            <a:lvl4pPr marL="1600200" indent="-238125">
              <a:lnSpc>
                <a:spcPct val="90000"/>
              </a:lnSpc>
              <a:spcBef>
                <a:spcPts val="600"/>
              </a:spcBef>
              <a:spcAft>
                <a:spcPts val="600"/>
              </a:spcAft>
              <a:buFont typeface="Arial" panose="020B0604020202020204" pitchFamily="34" charset="0"/>
              <a:buChar char="•"/>
              <a:tabLst/>
              <a:defRPr sz="2200">
                <a:solidFill>
                  <a:schemeClr val="tx2"/>
                </a:solidFill>
                <a:latin typeface="+mn-lt"/>
              </a:defRPr>
            </a:lvl4pPr>
            <a:lvl5pPr marL="1828800" indent="-246063">
              <a:lnSpc>
                <a:spcPct val="90000"/>
              </a:lnSpc>
              <a:spcBef>
                <a:spcPts val="600"/>
              </a:spcBef>
              <a:spcAft>
                <a:spcPts val="600"/>
              </a:spcAft>
              <a:buFont typeface="Arial" panose="020B0604020202020204" pitchFamily="34" charset="0"/>
              <a:buChar char="•"/>
              <a:tabLst/>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graphicFrame>
        <p:nvGraphicFramePr>
          <p:cNvPr id="48" name="Table of &quot;CHALLENGE&quot; &amp; &quot;SOLUTION&quot;">
            <a:extLst>
              <a:ext uri="{FF2B5EF4-FFF2-40B4-BE49-F238E27FC236}">
                <a16:creationId xmlns:a16="http://schemas.microsoft.com/office/drawing/2014/main" id="{E1BBC372-9A6F-4BB6-A198-244CFF252019}"/>
              </a:ext>
            </a:extLst>
          </p:cNvPr>
          <p:cNvGraphicFramePr>
            <a:graphicFrameLocks noGrp="1" noDrilldown="1" noMove="1" noResize="1"/>
          </p:cNvGraphicFramePr>
          <p:nvPr userDrawn="1">
            <p:extLst>
              <p:ext uri="{D42A27DB-BD31-4B8C-83A1-F6EECF244321}">
                <p14:modId xmlns:p14="http://schemas.microsoft.com/office/powerpoint/2010/main" val="2876226161"/>
              </p:ext>
            </p:extLst>
          </p:nvPr>
        </p:nvGraphicFramePr>
        <p:xfrm>
          <a:off x="0" y="5705981"/>
          <a:ext cx="15036105" cy="7081520"/>
        </p:xfrm>
        <a:graphic>
          <a:graphicData uri="http://schemas.openxmlformats.org/drawingml/2006/table">
            <a:tbl>
              <a:tblPr firstRow="1" bandRow="1">
                <a:tableStyleId>{5C22544A-7EE6-4342-B048-85BDC9FD1C3A}</a:tableStyleId>
              </a:tblPr>
              <a:tblGrid>
                <a:gridCol w="7519737">
                  <a:extLst>
                    <a:ext uri="{9D8B030D-6E8A-4147-A177-3AD203B41FA5}">
                      <a16:colId xmlns:a16="http://schemas.microsoft.com/office/drawing/2014/main" val="3488762945"/>
                    </a:ext>
                  </a:extLst>
                </a:gridCol>
                <a:gridCol w="7516368">
                  <a:extLst>
                    <a:ext uri="{9D8B030D-6E8A-4147-A177-3AD203B41FA5}">
                      <a16:colId xmlns:a16="http://schemas.microsoft.com/office/drawing/2014/main" val="48670049"/>
                    </a:ext>
                  </a:extLst>
                </a:gridCol>
              </a:tblGrid>
              <a:tr h="0">
                <a:tc>
                  <a:txBody>
                    <a:bodyPr/>
                    <a:lstStyle/>
                    <a:p>
                      <a:endParaRPr lang="en-US" sz="100"/>
                    </a:p>
                  </a:txBody>
                  <a:tcPr marL="731520" marT="0" marB="274320">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100" b="1">
                        <a:solidFill>
                          <a:schemeClr val="accent3"/>
                        </a:solidFill>
                        <a:latin typeface="TT Norms Pro" panose="02000503030000020003" pitchFamily="2" charset="0"/>
                        <a:ea typeface="Calibri"/>
                        <a:cs typeface="Calibri"/>
                        <a:sym typeface="Calibri"/>
                      </a:endParaRPr>
                    </a:p>
                  </a:txBody>
                  <a:tcPr marL="731520" marT="0" marB="274320">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extLst>
                  <a:ext uri="{0D108BD9-81ED-4DB2-BD59-A6C34878D82A}">
                    <a16:rowId xmlns:a16="http://schemas.microsoft.com/office/drawing/2014/main" val="3767590600"/>
                  </a:ext>
                </a:extLst>
              </a:tr>
              <a:tr h="580809">
                <a:tc>
                  <a:txBody>
                    <a:bodyPr/>
                    <a:lstStyle/>
                    <a:p>
                      <a:pPr marL="914400" indent="0"/>
                      <a:r>
                        <a:rPr lang="de-DE" sz="2400" b="1">
                          <a:solidFill>
                            <a:srgbClr val="002B49"/>
                          </a:solidFill>
                          <a:latin typeface="TT Norms Pro" panose="02000503030000020003" pitchFamily="2" charset="0"/>
                          <a:ea typeface="Calibri"/>
                          <a:cs typeface="Calibri"/>
                          <a:sym typeface="Calibri"/>
                        </a:rPr>
                        <a:t>CHALLENGE</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4"/>
                          </a:solidFill>
                          <a:latin typeface="+mn-lt"/>
                          <a:ea typeface="HGGothicE" panose="020B0909000000000000" pitchFamily="49" charset="-128"/>
                          <a:cs typeface="Calibri"/>
                          <a:sym typeface="Calibri"/>
                        </a:rPr>
                        <a:t>▼</a:t>
                      </a:r>
                      <a:r>
                        <a:rPr lang="de-DE" sz="2400">
                          <a:solidFill>
                            <a:schemeClr val="accent4"/>
                          </a:solidFill>
                          <a:latin typeface="TT Norms Pro" panose="02000503030000020003" pitchFamily="2" charset="0"/>
                          <a:ea typeface="Calibri"/>
                          <a:cs typeface="Calibri"/>
                          <a:sym typeface="Calibri"/>
                        </a:rPr>
                        <a:t> </a:t>
                      </a:r>
                      <a:endParaRPr lang="en-US" sz="2800"/>
                    </a:p>
                  </a:txBody>
                  <a:tcPr marT="0" marB="182880">
                    <a:lnL w="12700" cap="flat" cmpd="sng" algn="ctr">
                      <a:noFill/>
                      <a:prstDash val="solid"/>
                      <a:round/>
                      <a:headEnd type="none" w="med" len="med"/>
                      <a:tailEnd type="none" w="med" len="med"/>
                    </a:lnL>
                    <a:lnR w="19050" cap="flat" cmpd="sng" algn="ctr">
                      <a:no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de-DE" sz="2400" b="1" i="0">
                          <a:solidFill>
                            <a:srgbClr val="002B49"/>
                          </a:solidFill>
                          <a:latin typeface="TT Norms Pro" panose="02000503030000020003" pitchFamily="2" charset="0"/>
                          <a:ea typeface="Calibri"/>
                          <a:cs typeface="Calibri"/>
                          <a:sym typeface="Calibri"/>
                        </a:rPr>
                        <a:t>SOLUTION</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3"/>
                          </a:solidFill>
                          <a:latin typeface="+mn-lt"/>
                          <a:ea typeface="HGGothicE" panose="020B0909000000000000" pitchFamily="49" charset="-128"/>
                          <a:cs typeface="Calibri"/>
                          <a:sym typeface="Calibri"/>
                        </a:rPr>
                        <a:t>▼</a:t>
                      </a:r>
                      <a:endParaRPr lang="de-DE" sz="2300" b="1">
                        <a:solidFill>
                          <a:schemeClr val="accent3"/>
                        </a:solidFill>
                        <a:latin typeface="+mn-lt"/>
                        <a:ea typeface="Calibri"/>
                        <a:cs typeface="Calibri"/>
                        <a:sym typeface="Calibri"/>
                      </a:endParaRPr>
                    </a:p>
                  </a:txBody>
                  <a:tcPr marL="548640" marT="0" marB="182880">
                    <a:lnL w="1905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657512891"/>
                  </a:ext>
                </a:extLst>
              </a:tr>
              <a:tr h="6172200">
                <a:tc>
                  <a:txBody>
                    <a:bodyPr/>
                    <a:lstStyle/>
                    <a:p>
                      <a:endParaRPr lang="en-US" sz="2800"/>
                    </a:p>
                  </a:txBody>
                  <a:tcPr marL="548640" marT="0" marB="36576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2300" b="1">
                        <a:solidFill>
                          <a:schemeClr val="accent3"/>
                        </a:solidFill>
                        <a:latin typeface="+mn-lt"/>
                        <a:ea typeface="Calibri"/>
                        <a:cs typeface="Calibri"/>
                        <a:sym typeface="Calibri"/>
                      </a:endParaRPr>
                    </a:p>
                  </a:txBody>
                  <a:tcPr marL="548640" marT="0" marB="36576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883953418"/>
                  </a:ext>
                </a:extLst>
              </a:tr>
            </a:tbl>
          </a:graphicData>
        </a:graphic>
      </p:graphicFrame>
      <p:sp>
        <p:nvSpPr>
          <p:cNvPr id="2" name="Title">
            <a:extLst>
              <a:ext uri="{FF2B5EF4-FFF2-40B4-BE49-F238E27FC236}">
                <a16:creationId xmlns:a16="http://schemas.microsoft.com/office/drawing/2014/main" id="{4E058ED0-BD33-45D0-9A66-DF2F776A0520}"/>
              </a:ext>
            </a:extLst>
          </p:cNvPr>
          <p:cNvSpPr>
            <a:spLocks noGrp="1" noRot="1" noMove="1" noResize="1" noEditPoints="1" noAdjustHandles="1" noChangeArrowheads="1" noChangeShapeType="1"/>
          </p:cNvSpPr>
          <p:nvPr>
            <p:ph type="title" hasCustomPrompt="1"/>
          </p:nvPr>
        </p:nvSpPr>
        <p:spPr>
          <a:xfrm>
            <a:off x="0" y="2524190"/>
            <a:ext cx="15060041" cy="2340864"/>
          </a:xfrm>
        </p:spPr>
        <p:txBody>
          <a:bodyPr rIns="685800" anchor="b"/>
          <a:lstStyle>
            <a:lvl1pPr marL="914400" indent="0" algn="l">
              <a:tabLst/>
              <a:defRPr>
                <a:solidFill>
                  <a:schemeClr val="tx2"/>
                </a:solidFill>
              </a:defRPr>
            </a:lvl1pPr>
          </a:lstStyle>
          <a:p>
            <a:r>
              <a:rPr kumimoji="0" lang="en-US" sz="6599" b="1" i="0" u="none" strike="noStrike" kern="1200" cap="none" spc="-100" normalizeH="0" baseline="0" noProof="0">
                <a:ln>
                  <a:noFill/>
                </a:ln>
                <a:solidFill>
                  <a:srgbClr val="002B49"/>
                </a:solidFill>
                <a:effectLst/>
                <a:uLnTx/>
                <a:uFillTx/>
                <a:latin typeface="TT Norms Pro"/>
                <a:ea typeface="+mj-ea"/>
                <a:cs typeface="+mj-cs"/>
              </a:rPr>
              <a:t>Title (Title Caps, 66 Pt Bold)</a:t>
            </a:r>
            <a:endParaRPr lang="en-US"/>
          </a:p>
        </p:txBody>
      </p:sp>
      <p:sp>
        <p:nvSpPr>
          <p:cNvPr id="52" name="Section">
            <a:extLst>
              <a:ext uri="{FF2B5EF4-FFF2-40B4-BE49-F238E27FC236}">
                <a16:creationId xmlns:a16="http://schemas.microsoft.com/office/drawing/2014/main" id="{25B887B7-63D4-4312-A5E0-AD5D0BBC2F28}"/>
              </a:ext>
            </a:extLst>
          </p:cNvPr>
          <p:cNvSpPr>
            <a:spLocks noGrp="1" noRot="1" noMove="1" noResize="1" noEditPoints="1" noAdjustHandles="1" noChangeArrowheads="1" noChangeShapeType="1"/>
          </p:cNvSpPr>
          <p:nvPr>
            <p:ph type="body" sz="quarter" idx="8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sp>
        <p:nvSpPr>
          <p:cNvPr id="87" name="Other Logo">
            <a:extLst>
              <a:ext uri="{FF2B5EF4-FFF2-40B4-BE49-F238E27FC236}">
                <a16:creationId xmlns:a16="http://schemas.microsoft.com/office/drawing/2014/main" id="{048FE6DB-DDA5-42EC-9201-A460A66B9C4F}"/>
              </a:ext>
            </a:extLst>
          </p:cNvPr>
          <p:cNvSpPr>
            <a:spLocks noGrp="1" noRot="1" noMove="1" noResize="1" noEditPoints="1" noAdjustHandles="1" noChangeArrowheads="1" noChangeShapeType="1"/>
          </p:cNvSpPr>
          <p:nvPr>
            <p:ph type="pic" sz="quarter" idx="67" hasCustomPrompt="1"/>
          </p:nvPr>
        </p:nvSpPr>
        <p:spPr>
          <a:xfrm>
            <a:off x="1375270" y="446566"/>
            <a:ext cx="2331720" cy="2331720"/>
          </a:xfrm>
          <a:prstGeom prst="rect">
            <a:avLst/>
          </a:prstGeom>
          <a:noFill/>
        </p:spPr>
        <p:txBody>
          <a:bodyPr anchor="ctr">
            <a:normAutofit/>
          </a:bodyPr>
          <a:lstStyle>
            <a:lvl1pPr marL="0" marR="0" indent="0" algn="ctr" defTabSz="670871" rtl="0" eaLnBrk="1" fontAlgn="auto" latinLnBrk="0" hangingPunct="1">
              <a:lnSpc>
                <a:spcPct val="150000"/>
              </a:lnSpc>
              <a:spcBef>
                <a:spcPts val="1488"/>
              </a:spcBef>
              <a:spcAft>
                <a:spcPts val="0"/>
              </a:spcAft>
              <a:buClrTx/>
              <a:buSzPct val="100000"/>
              <a:buFontTx/>
              <a:buNone/>
              <a:tabLst/>
              <a:defRPr sz="2000"/>
            </a:lvl1pPr>
          </a:lstStyle>
          <a:p>
            <a:r>
              <a:rPr lang="en-US"/>
              <a:t>Click icon to browse, or select placeholder to paste</a:t>
            </a:r>
          </a:p>
        </p:txBody>
      </p:sp>
      <p:pic>
        <p:nvPicPr>
          <p:cNvPr id="92" name="Anglepoint Logo">
            <a:hlinkClick r:id="rId2" action="ppaction://hlinksldjump"/>
            <a:extLst>
              <a:ext uri="{FF2B5EF4-FFF2-40B4-BE49-F238E27FC236}">
                <a16:creationId xmlns:a16="http://schemas.microsoft.com/office/drawing/2014/main" id="{92E62252-6BEC-4DCD-88FD-13DA2FE94BFB}"/>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2361" y="362087"/>
            <a:ext cx="1487736" cy="320709"/>
          </a:xfrm>
          <a:prstGeom prst="rect">
            <a:avLst/>
          </a:prstGeom>
        </p:spPr>
      </p:pic>
      <p:sp>
        <p:nvSpPr>
          <p:cNvPr id="26" name="Subtitle">
            <a:extLst>
              <a:ext uri="{FF2B5EF4-FFF2-40B4-BE49-F238E27FC236}">
                <a16:creationId xmlns:a16="http://schemas.microsoft.com/office/drawing/2014/main" id="{5F6B4C91-3F94-2BC8-AD50-24BFC44EFD9D}"/>
              </a:ext>
            </a:extLst>
          </p:cNvPr>
          <p:cNvSpPr>
            <a:spLocks noGrp="1" noRot="1" noMove="1" noResize="1" noEditPoints="1" noAdjustHandles="1" noChangeArrowheads="1" noChangeShapeType="1"/>
          </p:cNvSpPr>
          <p:nvPr>
            <p:ph type="body" sz="quarter" idx="16" hasCustomPrompt="1"/>
          </p:nvPr>
        </p:nvSpPr>
        <p:spPr>
          <a:xfrm>
            <a:off x="0" y="1913892"/>
            <a:ext cx="15060168" cy="713231"/>
          </a:xfrm>
          <a:prstGeom prst="rect">
            <a:avLst/>
          </a:prstGeom>
        </p:spPr>
        <p:txBody>
          <a:bodyPr lIns="91440" rIns="685800" anchor="b"/>
          <a:lstStyle>
            <a:lvl1pPr marL="91440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Tree>
    <p:extLst>
      <p:ext uri="{BB962C8B-B14F-4D97-AF65-F5344CB8AC3E}">
        <p14:creationId xmlns:p14="http://schemas.microsoft.com/office/powerpoint/2010/main" val="26391972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3" name="Footer">
            <a:extLst>
              <a:ext uri="{FF2B5EF4-FFF2-40B4-BE49-F238E27FC236}">
                <a16:creationId xmlns:a16="http://schemas.microsoft.com/office/drawing/2014/main" id="{5E13D4CF-DED8-4F0A-BC97-8B42B4CA9DC4}"/>
              </a:ext>
            </a:extLst>
          </p:cNvPr>
          <p:cNvSpPr>
            <a:spLocks noGrp="1" noRot="1" noMove="1" noResize="1" noEditPoints="1" noAdjustHandles="1" noChangeArrowheads="1" noChangeShapeType="1"/>
          </p:cNvSpPr>
          <p:nvPr>
            <p:ph type="ftr" sz="quarter" idx="1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11" name="Date">
            <a:extLst>
              <a:ext uri="{FF2B5EF4-FFF2-40B4-BE49-F238E27FC236}">
                <a16:creationId xmlns:a16="http://schemas.microsoft.com/office/drawing/2014/main" id="{2C224A1D-A29D-4452-AD9D-3640B5DA43D2}"/>
              </a:ext>
            </a:extLst>
          </p:cNvPr>
          <p:cNvSpPr txBox="1">
            <a:spLocks noGrp="1" noRot="1" noMove="1" noResize="1" noEditPoints="1" noAdjustHandles="1" noChangeArrowheads="1" noChangeShapeType="1"/>
          </p:cNvSpPr>
          <p:nvPr userDrawn="1"/>
        </p:nvSpPr>
        <p:spPr>
          <a:xfrm>
            <a:off x="0" y="13441680"/>
            <a:ext cx="1143000" cy="274320"/>
          </a:xfrm>
          <a:prstGeom prst="rect">
            <a:avLst/>
          </a:prstGeom>
        </p:spPr>
        <p:txBody>
          <a:bodyPr vert="horz" lIns="91440" tIns="45720" rIns="91440" bIns="27432" rtlCol="0" anchor="ctr"/>
          <a:lstStyle>
            <a:defPPr>
              <a:defRPr lang="en-US"/>
            </a:defPPr>
            <a:lvl1pPr marL="0" algn="l" defTabSz="457131" rtl="0" eaLnBrk="1" latinLnBrk="0" hangingPunct="1">
              <a:defRPr sz="800" kern="1200">
                <a:solidFill>
                  <a:schemeClr val="bg1"/>
                </a:solidFill>
                <a:latin typeface="TT Norms Pro" panose="020B0604020202020204" charset="0"/>
                <a:ea typeface="+mn-ea"/>
                <a:cs typeface="+mn-cs"/>
              </a:defRPr>
            </a:lvl1pPr>
            <a:lvl2pPr marL="457131" algn="l" defTabSz="457131" rtl="0" eaLnBrk="1" latinLnBrk="0" hangingPunct="1">
              <a:defRPr sz="1800" kern="1200">
                <a:solidFill>
                  <a:schemeClr val="tx1"/>
                </a:solidFill>
                <a:latin typeface="+mn-lt"/>
                <a:ea typeface="+mn-ea"/>
                <a:cs typeface="+mn-cs"/>
              </a:defRPr>
            </a:lvl2pPr>
            <a:lvl3pPr marL="914264" algn="l" defTabSz="457131" rtl="0" eaLnBrk="1" latinLnBrk="0" hangingPunct="1">
              <a:defRPr sz="1800" kern="1200">
                <a:solidFill>
                  <a:schemeClr val="tx1"/>
                </a:solidFill>
                <a:latin typeface="+mn-lt"/>
                <a:ea typeface="+mn-ea"/>
                <a:cs typeface="+mn-cs"/>
              </a:defRPr>
            </a:lvl3pPr>
            <a:lvl4pPr marL="1371395" algn="l" defTabSz="457131" rtl="0" eaLnBrk="1" latinLnBrk="0" hangingPunct="1">
              <a:defRPr sz="1800" kern="1200">
                <a:solidFill>
                  <a:schemeClr val="tx1"/>
                </a:solidFill>
                <a:latin typeface="+mn-lt"/>
                <a:ea typeface="+mn-ea"/>
                <a:cs typeface="+mn-cs"/>
              </a:defRPr>
            </a:lvl4pPr>
            <a:lvl5pPr marL="1828525" algn="l" defTabSz="457131" rtl="0" eaLnBrk="1" latinLnBrk="0" hangingPunct="1">
              <a:defRPr sz="1800" kern="1200">
                <a:solidFill>
                  <a:schemeClr val="tx1"/>
                </a:solidFill>
                <a:latin typeface="+mn-lt"/>
                <a:ea typeface="+mn-ea"/>
                <a:cs typeface="+mn-cs"/>
              </a:defRPr>
            </a:lvl5pPr>
            <a:lvl6pPr marL="2285656" algn="l" defTabSz="457131" rtl="0" eaLnBrk="1" latinLnBrk="0" hangingPunct="1">
              <a:defRPr sz="1800" kern="1200">
                <a:solidFill>
                  <a:schemeClr val="tx1"/>
                </a:solidFill>
                <a:latin typeface="+mn-lt"/>
                <a:ea typeface="+mn-ea"/>
                <a:cs typeface="+mn-cs"/>
              </a:defRPr>
            </a:lvl6pPr>
            <a:lvl7pPr marL="2742789" algn="l" defTabSz="457131" rtl="0" eaLnBrk="1" latinLnBrk="0" hangingPunct="1">
              <a:defRPr sz="1800" kern="1200">
                <a:solidFill>
                  <a:schemeClr val="tx1"/>
                </a:solidFill>
                <a:latin typeface="+mn-lt"/>
                <a:ea typeface="+mn-ea"/>
                <a:cs typeface="+mn-cs"/>
              </a:defRPr>
            </a:lvl7pPr>
            <a:lvl8pPr marL="3199920" algn="l" defTabSz="457131" rtl="0" eaLnBrk="1" latinLnBrk="0" hangingPunct="1">
              <a:defRPr sz="1800" kern="1200">
                <a:solidFill>
                  <a:schemeClr val="tx1"/>
                </a:solidFill>
                <a:latin typeface="+mn-lt"/>
                <a:ea typeface="+mn-ea"/>
                <a:cs typeface="+mn-cs"/>
              </a:defRPr>
            </a:lvl8pPr>
            <a:lvl9pPr marL="3657051" algn="l" defTabSz="457131" rtl="0" eaLnBrk="1" latinLnBrk="0" hangingPunct="1">
              <a:defRPr sz="1800" kern="1200">
                <a:solidFill>
                  <a:schemeClr val="tx1"/>
                </a:solidFill>
                <a:latin typeface="+mn-lt"/>
                <a:ea typeface="+mn-ea"/>
                <a:cs typeface="+mn-cs"/>
              </a:defRPr>
            </a:lvl9pPr>
          </a:lstStyle>
          <a:p>
            <a:fld id="{9CC7B6BA-D44D-4729-BD5A-BF29607FF773}" type="datetime4">
              <a:rPr lang="en-US" smtClean="0"/>
              <a:pPr/>
              <a:t>June 10, 2026</a:t>
            </a:fld>
            <a:endParaRPr lang="en-US"/>
          </a:p>
        </p:txBody>
      </p:sp>
      <p:sp>
        <p:nvSpPr>
          <p:cNvPr id="14" name="Slide Number">
            <a:extLst>
              <a:ext uri="{FF2B5EF4-FFF2-40B4-BE49-F238E27FC236}">
                <a16:creationId xmlns:a16="http://schemas.microsoft.com/office/drawing/2014/main" id="{46F078EB-DEFD-4309-BB37-5573CCD31165}"/>
              </a:ext>
            </a:extLst>
          </p:cNvPr>
          <p:cNvSpPr>
            <a:spLocks noGrp="1" noRot="1" noMove="1" noResize="1" noEditPoints="1" noAdjustHandles="1" noChangeArrowheads="1" noChangeShapeType="1"/>
          </p:cNvSpPr>
          <p:nvPr>
            <p:ph type="sldNum" sz="quarter" idx="19"/>
          </p:nvPr>
        </p:nvSpPr>
        <p:spPr/>
        <p:txBody>
          <a:bodyPr/>
          <a:lstStyle/>
          <a:p>
            <a:fld id="{65CC2327-6B8B-47BD-B581-B21CDA88CCFB}" type="slidenum">
              <a:rPr lang="en-US" smtClean="0"/>
              <a:pPr/>
              <a:t>‹#›</a:t>
            </a:fld>
            <a:endParaRPr lang="en-US"/>
          </a:p>
        </p:txBody>
      </p:sp>
      <p:sp>
        <p:nvSpPr>
          <p:cNvPr id="66" name="Subtitle">
            <a:extLst>
              <a:ext uri="{FF2B5EF4-FFF2-40B4-BE49-F238E27FC236}">
                <a16:creationId xmlns:a16="http://schemas.microsoft.com/office/drawing/2014/main" id="{0B8F79EE-ACBD-46F9-9F0D-235A653AE1F7}"/>
              </a:ext>
            </a:extLst>
          </p:cNvPr>
          <p:cNvSpPr>
            <a:spLocks noGrp="1" noRot="1" noMove="1" noResize="1" noEditPoints="1" noAdjustHandles="1" noChangeArrowheads="1" noChangeShapeType="1"/>
          </p:cNvSpPr>
          <p:nvPr>
            <p:ph type="body" sz="quarter" idx="16" hasCustomPrompt="1"/>
          </p:nvPr>
        </p:nvSpPr>
        <p:spPr>
          <a:xfrm>
            <a:off x="1515004" y="3670712"/>
            <a:ext cx="9500616"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65" name="Title">
            <a:extLst>
              <a:ext uri="{FF2B5EF4-FFF2-40B4-BE49-F238E27FC236}">
                <a16:creationId xmlns:a16="http://schemas.microsoft.com/office/drawing/2014/main" id="{60B56E13-134C-40AD-8247-0C3F425B0188}"/>
              </a:ext>
            </a:extLst>
          </p:cNvPr>
          <p:cNvSpPr>
            <a:spLocks noGrp="1" noRot="1" noMove="1" noResize="1" noEditPoints="1" noAdjustHandles="1" noChangeArrowheads="1" noChangeShapeType="1"/>
          </p:cNvSpPr>
          <p:nvPr>
            <p:ph type="title" hasCustomPrompt="1"/>
          </p:nvPr>
        </p:nvSpPr>
        <p:spPr>
          <a:xfrm>
            <a:off x="1515004" y="4127912"/>
            <a:ext cx="9500616" cy="4622918"/>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44" name="Section">
            <a:extLst>
              <a:ext uri="{FF2B5EF4-FFF2-40B4-BE49-F238E27FC236}">
                <a16:creationId xmlns:a16="http://schemas.microsoft.com/office/drawing/2014/main" id="{B7E03F3E-57DA-4167-BE3A-75401D0149D7}"/>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3" name="Anglepoint Logo">
            <a:hlinkClick r:id="rId2" action="ppaction://hlinksldjump"/>
            <a:extLst>
              <a:ext uri="{FF2B5EF4-FFF2-40B4-BE49-F238E27FC236}">
                <a16:creationId xmlns:a16="http://schemas.microsoft.com/office/drawing/2014/main" id="{71706911-E94F-F544-BD95-B78CB9870EB6}"/>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1672" y="369813"/>
            <a:ext cx="1485185" cy="320159"/>
          </a:xfrm>
          <a:prstGeom prst="rect">
            <a:avLst/>
          </a:prstGeom>
        </p:spPr>
      </p:pic>
    </p:spTree>
    <p:extLst>
      <p:ext uri="{BB962C8B-B14F-4D97-AF65-F5344CB8AC3E}">
        <p14:creationId xmlns:p14="http://schemas.microsoft.com/office/powerpoint/2010/main" val="11222421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 1-4 Headshots">
    <p:spTree>
      <p:nvGrpSpPr>
        <p:cNvPr id="1" name=""/>
        <p:cNvGrpSpPr/>
        <p:nvPr/>
      </p:nvGrpSpPr>
      <p:grpSpPr>
        <a:xfrm>
          <a:off x="0" y="0"/>
          <a:ext cx="0" cy="0"/>
          <a:chOff x="0" y="0"/>
          <a:chExt cx="0" cy="0"/>
        </a:xfrm>
      </p:grpSpPr>
      <p:sp>
        <p:nvSpPr>
          <p:cNvPr id="4" name="Footer">
            <a:extLst>
              <a:ext uri="{FF2B5EF4-FFF2-40B4-BE49-F238E27FC236}">
                <a16:creationId xmlns:a16="http://schemas.microsoft.com/office/drawing/2014/main" id="{AD453CE4-1370-4592-8A3C-6BCDFE783B4A}"/>
              </a:ext>
            </a:extLst>
          </p:cNvPr>
          <p:cNvSpPr>
            <a:spLocks noGrp="1" noRot="1" noMove="1" noResize="1" noEditPoints="1" noAdjustHandles="1" noChangeArrowheads="1" noChangeShapeType="1"/>
          </p:cNvSpPr>
          <p:nvPr>
            <p:ph type="ftr" sz="quarter" idx="64"/>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7" name="Date">
            <a:extLst>
              <a:ext uri="{FF2B5EF4-FFF2-40B4-BE49-F238E27FC236}">
                <a16:creationId xmlns:a16="http://schemas.microsoft.com/office/drawing/2014/main" id="{5F340DBB-0F9C-4E40-BC58-31BA031D2932}"/>
              </a:ext>
            </a:extLst>
          </p:cNvPr>
          <p:cNvSpPr>
            <a:spLocks noGrp="1" noRot="1" noMove="1" noResize="1" noEditPoints="1" noAdjustHandles="1" noChangeArrowheads="1" noChangeShapeType="1"/>
          </p:cNvSpPr>
          <p:nvPr>
            <p:ph type="dt" sz="half" idx="67"/>
          </p:nvPr>
        </p:nvSpPr>
        <p:spPr>
          <a:xfrm>
            <a:off x="0" y="13441680"/>
            <a:ext cx="1143000" cy="274320"/>
          </a:xfrm>
        </p:spPr>
        <p:txBody>
          <a:bodyPr/>
          <a:lstStyle/>
          <a:p>
            <a:fld id="{3E0C123E-1512-E94C-A7BA-23C97C449BAA}" type="datetime4">
              <a:rPr lang="en-US" smtClean="0"/>
              <a:t>June 10, 2026</a:t>
            </a:fld>
            <a:endParaRPr lang="en-US"/>
          </a:p>
        </p:txBody>
      </p:sp>
      <p:sp>
        <p:nvSpPr>
          <p:cNvPr id="5" name="Slide Number">
            <a:extLst>
              <a:ext uri="{FF2B5EF4-FFF2-40B4-BE49-F238E27FC236}">
                <a16:creationId xmlns:a16="http://schemas.microsoft.com/office/drawing/2014/main" id="{9C714588-32EA-4A9F-8A3D-A5B677FE0DF7}"/>
              </a:ext>
            </a:extLst>
          </p:cNvPr>
          <p:cNvSpPr>
            <a:spLocks noGrp="1" noRot="1" noMove="1" noResize="1" noEditPoints="1" noAdjustHandles="1" noChangeArrowheads="1" noChangeShapeType="1"/>
          </p:cNvSpPr>
          <p:nvPr>
            <p:ph type="sldNum" sz="quarter" idx="65"/>
          </p:nvPr>
        </p:nvSpPr>
        <p:spPr/>
        <p:txBody>
          <a:bodyPr/>
          <a:lstStyle/>
          <a:p>
            <a:fld id="{65CC2327-6B8B-47BD-B581-B21CDA88CCFB}" type="slidenum">
              <a:rPr lang="en-US" smtClean="0"/>
              <a:pPr/>
              <a:t>‹#›</a:t>
            </a:fld>
            <a:endParaRPr lang="en-US"/>
          </a:p>
        </p:txBody>
      </p:sp>
      <p:sp>
        <p:nvSpPr>
          <p:cNvPr id="64" name="Headshot 4 Title">
            <a:extLst>
              <a:ext uri="{FF2B5EF4-FFF2-40B4-BE49-F238E27FC236}">
                <a16:creationId xmlns:a16="http://schemas.microsoft.com/office/drawing/2014/main" id="{20B932D0-1A8B-44BC-9869-9F1B816767DB}"/>
              </a:ext>
            </a:extLst>
          </p:cNvPr>
          <p:cNvSpPr>
            <a:spLocks noGrp="1"/>
          </p:cNvSpPr>
          <p:nvPr>
            <p:ph type="body" sz="quarter" idx="40" hasCustomPrompt="1"/>
          </p:nvPr>
        </p:nvSpPr>
        <p:spPr>
          <a:xfrm>
            <a:off x="18235978"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5" name="Headshot 4 Name">
            <a:extLst>
              <a:ext uri="{FF2B5EF4-FFF2-40B4-BE49-F238E27FC236}">
                <a16:creationId xmlns:a16="http://schemas.microsoft.com/office/drawing/2014/main" id="{1E568CFC-8CB7-49F5-BDEB-7269906FDE91}"/>
              </a:ext>
            </a:extLst>
          </p:cNvPr>
          <p:cNvSpPr>
            <a:spLocks noGrp="1"/>
          </p:cNvSpPr>
          <p:nvPr>
            <p:ph type="body" sz="quarter" idx="39" hasCustomPrompt="1"/>
          </p:nvPr>
        </p:nvSpPr>
        <p:spPr>
          <a:xfrm>
            <a:off x="18235978"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6" name="Headshot 4 Image">
            <a:extLst>
              <a:ext uri="{FF2B5EF4-FFF2-40B4-BE49-F238E27FC236}">
                <a16:creationId xmlns:a16="http://schemas.microsoft.com/office/drawing/2014/main" id="{412A36D4-2F79-47D0-9491-390F25BCF2AC}"/>
              </a:ext>
            </a:extLst>
          </p:cNvPr>
          <p:cNvSpPr>
            <a:spLocks noGrp="1"/>
          </p:cNvSpPr>
          <p:nvPr userDrawn="1">
            <p:ph type="pic" sz="quarter" idx="68" hasCustomPrompt="1"/>
          </p:nvPr>
        </p:nvSpPr>
        <p:spPr>
          <a:xfrm>
            <a:off x="18240677" y="5680074"/>
            <a:ext cx="4631494" cy="4636008"/>
          </a:xfrm>
          <a:prstGeom prst="rect">
            <a:avLst/>
          </a:prstGeom>
        </p:spPr>
        <p:txBody>
          <a:bodyPr tIns="365760" anchor="ctr" anchorCtr="0"/>
          <a:lstStyle>
            <a:lvl1pPr marL="0" indent="0" algn="ctr">
              <a:lnSpc>
                <a:spcPct val="150000"/>
              </a:lnSpc>
              <a:spcBef>
                <a:spcPts val="600"/>
              </a:spcBef>
              <a:buNone/>
              <a:defRPr sz="3600">
                <a:latin typeface="TT Norms Pro" panose="02000503030000020003" pitchFamily="2" charset="0"/>
              </a:defRPr>
            </a:lvl1pPr>
          </a:lstStyle>
          <a:p>
            <a:r>
              <a:rPr lang="en-US"/>
              <a:t>Click icon to browse or select placeholder to paste 500 pixel square headshot</a:t>
            </a:r>
          </a:p>
        </p:txBody>
      </p:sp>
      <p:sp>
        <p:nvSpPr>
          <p:cNvPr id="68" name="Headshot 3 Title">
            <a:extLst>
              <a:ext uri="{FF2B5EF4-FFF2-40B4-BE49-F238E27FC236}">
                <a16:creationId xmlns:a16="http://schemas.microsoft.com/office/drawing/2014/main" id="{2EEAA748-BC51-4483-9368-F5AB1080C093}"/>
              </a:ext>
            </a:extLst>
          </p:cNvPr>
          <p:cNvSpPr>
            <a:spLocks noGrp="1"/>
          </p:cNvSpPr>
          <p:nvPr userDrawn="1">
            <p:ph type="body" sz="quarter" idx="38" hasCustomPrompt="1"/>
          </p:nvPr>
        </p:nvSpPr>
        <p:spPr>
          <a:xfrm>
            <a:off x="12662320"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9" name="Headshot 3 Name">
            <a:extLst>
              <a:ext uri="{FF2B5EF4-FFF2-40B4-BE49-F238E27FC236}">
                <a16:creationId xmlns:a16="http://schemas.microsoft.com/office/drawing/2014/main" id="{0C5D5FB7-1AC5-4740-BA56-E28A4CB1380E}"/>
              </a:ext>
            </a:extLst>
          </p:cNvPr>
          <p:cNvSpPr>
            <a:spLocks noGrp="1"/>
          </p:cNvSpPr>
          <p:nvPr userDrawn="1">
            <p:ph type="body" sz="quarter" idx="37" hasCustomPrompt="1"/>
          </p:nvPr>
        </p:nvSpPr>
        <p:spPr>
          <a:xfrm>
            <a:off x="12662320"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0" name="Headshot 3 Image">
            <a:extLst>
              <a:ext uri="{FF2B5EF4-FFF2-40B4-BE49-F238E27FC236}">
                <a16:creationId xmlns:a16="http://schemas.microsoft.com/office/drawing/2014/main" id="{75D7E82C-28D7-44EF-8BF9-5ACD48E223F3}"/>
              </a:ext>
            </a:extLst>
          </p:cNvPr>
          <p:cNvSpPr>
            <a:spLocks noGrp="1"/>
          </p:cNvSpPr>
          <p:nvPr userDrawn="1">
            <p:ph type="pic" sz="quarter" idx="69" hasCustomPrompt="1"/>
          </p:nvPr>
        </p:nvSpPr>
        <p:spPr>
          <a:xfrm>
            <a:off x="12662320"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72" name="Headshot 2 Title">
            <a:extLst>
              <a:ext uri="{FF2B5EF4-FFF2-40B4-BE49-F238E27FC236}">
                <a16:creationId xmlns:a16="http://schemas.microsoft.com/office/drawing/2014/main" id="{A4E888AC-0862-4C56-8D57-731D358F908F}"/>
              </a:ext>
            </a:extLst>
          </p:cNvPr>
          <p:cNvSpPr>
            <a:spLocks noGrp="1"/>
          </p:cNvSpPr>
          <p:nvPr userDrawn="1">
            <p:ph type="body" sz="quarter" idx="36" hasCustomPrompt="1"/>
          </p:nvPr>
        </p:nvSpPr>
        <p:spPr>
          <a:xfrm>
            <a:off x="7088662"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73" name="Headshot 2 Name">
            <a:extLst>
              <a:ext uri="{FF2B5EF4-FFF2-40B4-BE49-F238E27FC236}">
                <a16:creationId xmlns:a16="http://schemas.microsoft.com/office/drawing/2014/main" id="{3EEBB013-B979-4C20-8375-21C53316CBFB}"/>
              </a:ext>
            </a:extLst>
          </p:cNvPr>
          <p:cNvSpPr>
            <a:spLocks noGrp="1"/>
          </p:cNvSpPr>
          <p:nvPr userDrawn="1">
            <p:ph type="body" sz="quarter" idx="35" hasCustomPrompt="1"/>
          </p:nvPr>
        </p:nvSpPr>
        <p:spPr>
          <a:xfrm>
            <a:off x="7088662"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4" name="Headshot 2 Image">
            <a:extLst>
              <a:ext uri="{FF2B5EF4-FFF2-40B4-BE49-F238E27FC236}">
                <a16:creationId xmlns:a16="http://schemas.microsoft.com/office/drawing/2014/main" id="{CAAA4876-31CF-4A91-9E11-D482CF5446AF}"/>
              </a:ext>
            </a:extLst>
          </p:cNvPr>
          <p:cNvSpPr>
            <a:spLocks noGrp="1"/>
          </p:cNvSpPr>
          <p:nvPr userDrawn="1">
            <p:ph type="pic" sz="quarter" idx="70" hasCustomPrompt="1"/>
          </p:nvPr>
        </p:nvSpPr>
        <p:spPr>
          <a:xfrm>
            <a:off x="7088662"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76" name="Headshot 1 Title">
            <a:extLst>
              <a:ext uri="{FF2B5EF4-FFF2-40B4-BE49-F238E27FC236}">
                <a16:creationId xmlns:a16="http://schemas.microsoft.com/office/drawing/2014/main" id="{0E18E760-9E4E-4D15-A6D3-65B57033434E}"/>
              </a:ext>
            </a:extLst>
          </p:cNvPr>
          <p:cNvSpPr>
            <a:spLocks noGrp="1"/>
          </p:cNvSpPr>
          <p:nvPr userDrawn="1">
            <p:ph type="body" sz="quarter" idx="34" hasCustomPrompt="1"/>
          </p:nvPr>
        </p:nvSpPr>
        <p:spPr>
          <a:xfrm>
            <a:off x="1515004"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77" name="Headshot 1 Name">
            <a:extLst>
              <a:ext uri="{FF2B5EF4-FFF2-40B4-BE49-F238E27FC236}">
                <a16:creationId xmlns:a16="http://schemas.microsoft.com/office/drawing/2014/main" id="{79591A9B-DB2A-426F-B599-31DAD9FF5CA7}"/>
              </a:ext>
            </a:extLst>
          </p:cNvPr>
          <p:cNvSpPr>
            <a:spLocks noGrp="1"/>
          </p:cNvSpPr>
          <p:nvPr userDrawn="1">
            <p:ph type="body" sz="quarter" idx="33" hasCustomPrompt="1"/>
          </p:nvPr>
        </p:nvSpPr>
        <p:spPr>
          <a:xfrm>
            <a:off x="1515004"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8" name="Headshot 1 Image">
            <a:extLst>
              <a:ext uri="{FF2B5EF4-FFF2-40B4-BE49-F238E27FC236}">
                <a16:creationId xmlns:a16="http://schemas.microsoft.com/office/drawing/2014/main" id="{B230C8B6-9F76-476B-9D4B-0D2E157BB2A6}"/>
              </a:ext>
            </a:extLst>
          </p:cNvPr>
          <p:cNvSpPr>
            <a:spLocks noGrp="1"/>
          </p:cNvSpPr>
          <p:nvPr userDrawn="1">
            <p:ph type="pic" sz="quarter" idx="71" hasCustomPrompt="1"/>
          </p:nvPr>
        </p:nvSpPr>
        <p:spPr>
          <a:xfrm>
            <a:off x="1515004"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2" name="Title">
            <a:extLst>
              <a:ext uri="{FF2B5EF4-FFF2-40B4-BE49-F238E27FC236}">
                <a16:creationId xmlns:a16="http://schemas.microsoft.com/office/drawing/2014/main" id="{557B33AF-875E-4DDA-B91A-E2FC809F363F}"/>
              </a:ext>
            </a:extLst>
          </p:cNvPr>
          <p:cNvSpPr>
            <a:spLocks noGrp="1" noRot="1" noMove="1" noResize="1" noEditPoints="1" noAdjustHandles="1" noChangeArrowheads="1" noChangeShapeType="1"/>
          </p:cNvSpPr>
          <p:nvPr userDrawn="1">
            <p:ph type="title" hasCustomPrompt="1"/>
          </p:nvPr>
        </p:nvSpPr>
        <p:spPr>
          <a:xfrm>
            <a:off x="1515004" y="2388315"/>
            <a:ext cx="21356982" cy="2359152"/>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56" name="Subtitle">
            <a:extLst>
              <a:ext uri="{FF2B5EF4-FFF2-40B4-BE49-F238E27FC236}">
                <a16:creationId xmlns:a16="http://schemas.microsoft.com/office/drawing/2014/main" id="{324EFA29-2227-4C18-AC76-BEFC6F23437E}"/>
              </a:ext>
            </a:extLst>
          </p:cNvPr>
          <p:cNvSpPr>
            <a:spLocks noGrp="1" noRot="1" noMove="1" noResize="1" noEditPoints="1" noAdjustHandles="1" noChangeArrowheads="1" noChangeShapeType="1"/>
          </p:cNvSpPr>
          <p:nvPr userDrawn="1">
            <p:ph type="body" sz="quarter" idx="16" hasCustomPrompt="1"/>
          </p:nvPr>
        </p:nvSpPr>
        <p:spPr>
          <a:xfrm>
            <a:off x="1515003" y="1913893"/>
            <a:ext cx="21360384"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FC6CA76C-D78A-4270-9774-0BE6CEEB34FA}"/>
              </a:ext>
            </a:extLst>
          </p:cNvPr>
          <p:cNvSpPr>
            <a:spLocks noGrp="1" noRot="1" noMove="1" noResize="1" noEditPoints="1" noAdjustHandles="1" noChangeArrowheads="1" noChangeShapeType="1"/>
          </p:cNvSpPr>
          <p:nvPr userDrawn="1">
            <p:ph type="body" sz="quarter" idx="66"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29" name="Anglepoint Logo">
            <a:hlinkClick r:id="rId2" action="ppaction://hlinksldjump"/>
            <a:extLst>
              <a:ext uri="{FF2B5EF4-FFF2-40B4-BE49-F238E27FC236}">
                <a16:creationId xmlns:a16="http://schemas.microsoft.com/office/drawing/2014/main" id="{D6FE01C8-6D5B-4516-84D1-AB14ED0CA84A}"/>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304917945"/>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 5-8 Headshots">
    <p:spTree>
      <p:nvGrpSpPr>
        <p:cNvPr id="1" name=""/>
        <p:cNvGrpSpPr/>
        <p:nvPr/>
      </p:nvGrpSpPr>
      <p:grpSpPr>
        <a:xfrm>
          <a:off x="0" y="0"/>
          <a:ext cx="0" cy="0"/>
          <a:chOff x="0" y="0"/>
          <a:chExt cx="0" cy="0"/>
        </a:xfrm>
      </p:grpSpPr>
      <p:sp>
        <p:nvSpPr>
          <p:cNvPr id="4" name="Footer">
            <a:extLst>
              <a:ext uri="{FF2B5EF4-FFF2-40B4-BE49-F238E27FC236}">
                <a16:creationId xmlns:a16="http://schemas.microsoft.com/office/drawing/2014/main" id="{AD453CE4-1370-4592-8A3C-6BCDFE783B4A}"/>
              </a:ext>
            </a:extLst>
          </p:cNvPr>
          <p:cNvSpPr>
            <a:spLocks noGrp="1" noRot="1" noMove="1" noResize="1" noEditPoints="1" noAdjustHandles="1" noChangeArrowheads="1" noChangeShapeType="1"/>
          </p:cNvSpPr>
          <p:nvPr>
            <p:ph type="ftr" sz="quarter" idx="64"/>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7" name="Date">
            <a:extLst>
              <a:ext uri="{FF2B5EF4-FFF2-40B4-BE49-F238E27FC236}">
                <a16:creationId xmlns:a16="http://schemas.microsoft.com/office/drawing/2014/main" id="{5F340DBB-0F9C-4E40-BC58-31BA031D2932}"/>
              </a:ext>
            </a:extLst>
          </p:cNvPr>
          <p:cNvSpPr>
            <a:spLocks noGrp="1" noRot="1" noMove="1" noResize="1" noEditPoints="1" noAdjustHandles="1" noChangeArrowheads="1" noChangeShapeType="1"/>
          </p:cNvSpPr>
          <p:nvPr>
            <p:ph type="dt" sz="half" idx="67"/>
          </p:nvPr>
        </p:nvSpPr>
        <p:spPr>
          <a:xfrm>
            <a:off x="0" y="13441680"/>
            <a:ext cx="1143000" cy="274320"/>
          </a:xfrm>
        </p:spPr>
        <p:txBody>
          <a:bodyPr/>
          <a:lstStyle/>
          <a:p>
            <a:fld id="{3E0C123E-1512-E94C-A7BA-23C97C449BAA}" type="datetime4">
              <a:rPr lang="en-US" smtClean="0"/>
              <a:t>June 10, 2026</a:t>
            </a:fld>
            <a:endParaRPr lang="en-US"/>
          </a:p>
        </p:txBody>
      </p:sp>
      <p:sp>
        <p:nvSpPr>
          <p:cNvPr id="5" name="Slide Number">
            <a:extLst>
              <a:ext uri="{FF2B5EF4-FFF2-40B4-BE49-F238E27FC236}">
                <a16:creationId xmlns:a16="http://schemas.microsoft.com/office/drawing/2014/main" id="{9C714588-32EA-4A9F-8A3D-A5B677FE0DF7}"/>
              </a:ext>
            </a:extLst>
          </p:cNvPr>
          <p:cNvSpPr>
            <a:spLocks noGrp="1" noRot="1" noMove="1" noResize="1" noEditPoints="1" noAdjustHandles="1" noChangeArrowheads="1" noChangeShapeType="1"/>
          </p:cNvSpPr>
          <p:nvPr>
            <p:ph type="sldNum" sz="quarter" idx="65"/>
          </p:nvPr>
        </p:nvSpPr>
        <p:spPr/>
        <p:txBody>
          <a:bodyPr/>
          <a:lstStyle/>
          <a:p>
            <a:fld id="{65CC2327-6B8B-47BD-B581-B21CDA88CCFB}" type="slidenum">
              <a:rPr lang="en-US" smtClean="0"/>
              <a:pPr/>
              <a:t>‹#›</a:t>
            </a:fld>
            <a:endParaRPr lang="en-US"/>
          </a:p>
        </p:txBody>
      </p:sp>
      <p:sp>
        <p:nvSpPr>
          <p:cNvPr id="137" name="Headshot 9 Title">
            <a:extLst>
              <a:ext uri="{FF2B5EF4-FFF2-40B4-BE49-F238E27FC236}">
                <a16:creationId xmlns:a16="http://schemas.microsoft.com/office/drawing/2014/main" id="{9B4EA6D6-E592-4893-8729-749BE936C101}"/>
              </a:ext>
            </a:extLst>
          </p:cNvPr>
          <p:cNvSpPr>
            <a:spLocks noGrp="1"/>
          </p:cNvSpPr>
          <p:nvPr>
            <p:ph type="body" sz="quarter" idx="56" hasCustomPrompt="1"/>
          </p:nvPr>
        </p:nvSpPr>
        <p:spPr>
          <a:xfrm>
            <a:off x="1971973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36" name="Headshot 9 Name">
            <a:extLst>
              <a:ext uri="{FF2B5EF4-FFF2-40B4-BE49-F238E27FC236}">
                <a16:creationId xmlns:a16="http://schemas.microsoft.com/office/drawing/2014/main" id="{235AD1C0-3695-4688-B10E-37483D282F31}"/>
              </a:ext>
            </a:extLst>
          </p:cNvPr>
          <p:cNvSpPr>
            <a:spLocks noGrp="1"/>
          </p:cNvSpPr>
          <p:nvPr>
            <p:ph type="body" sz="quarter" idx="55" hasCustomPrompt="1"/>
          </p:nvPr>
        </p:nvSpPr>
        <p:spPr>
          <a:xfrm>
            <a:off x="19719735"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20" name="Headshot 9 Image">
            <a:extLst>
              <a:ext uri="{FF2B5EF4-FFF2-40B4-BE49-F238E27FC236}">
                <a16:creationId xmlns:a16="http://schemas.microsoft.com/office/drawing/2014/main" id="{FE124FF8-6531-814A-8790-2179F5A32F22}"/>
              </a:ext>
            </a:extLst>
          </p:cNvPr>
          <p:cNvSpPr>
            <a:spLocks noGrp="1"/>
          </p:cNvSpPr>
          <p:nvPr userDrawn="1">
            <p:ph type="pic" sz="quarter" idx="15" hasCustomPrompt="1"/>
          </p:nvPr>
        </p:nvSpPr>
        <p:spPr>
          <a:xfrm>
            <a:off x="1971973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9" name="Headshot 8 Title">
            <a:extLst>
              <a:ext uri="{FF2B5EF4-FFF2-40B4-BE49-F238E27FC236}">
                <a16:creationId xmlns:a16="http://schemas.microsoft.com/office/drawing/2014/main" id="{425C8BBB-2629-403F-AE6C-77F22674628B}"/>
              </a:ext>
            </a:extLst>
          </p:cNvPr>
          <p:cNvSpPr>
            <a:spLocks noGrp="1"/>
          </p:cNvSpPr>
          <p:nvPr userDrawn="1">
            <p:ph type="body" sz="quarter" idx="54" hasCustomPrompt="1"/>
          </p:nvPr>
        </p:nvSpPr>
        <p:spPr>
          <a:xfrm>
            <a:off x="16078821"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8" name="Headshot 8 Name">
            <a:extLst>
              <a:ext uri="{FF2B5EF4-FFF2-40B4-BE49-F238E27FC236}">
                <a16:creationId xmlns:a16="http://schemas.microsoft.com/office/drawing/2014/main" id="{438637C9-22E4-43A3-B564-529C95070A81}"/>
              </a:ext>
            </a:extLst>
          </p:cNvPr>
          <p:cNvSpPr>
            <a:spLocks noGrp="1"/>
          </p:cNvSpPr>
          <p:nvPr userDrawn="1">
            <p:ph type="body" sz="quarter" idx="53" hasCustomPrompt="1"/>
          </p:nvPr>
        </p:nvSpPr>
        <p:spPr>
          <a:xfrm>
            <a:off x="16078821"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9" name="Headshot 8 Image">
            <a:extLst>
              <a:ext uri="{FF2B5EF4-FFF2-40B4-BE49-F238E27FC236}">
                <a16:creationId xmlns:a16="http://schemas.microsoft.com/office/drawing/2014/main" id="{4C5310C9-26B2-E043-B2F5-839DDD294C04}"/>
              </a:ext>
            </a:extLst>
          </p:cNvPr>
          <p:cNvSpPr>
            <a:spLocks noGrp="1"/>
          </p:cNvSpPr>
          <p:nvPr userDrawn="1">
            <p:ph type="pic" sz="quarter" idx="14" hasCustomPrompt="1"/>
          </p:nvPr>
        </p:nvSpPr>
        <p:spPr>
          <a:xfrm>
            <a:off x="1607882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5" name="Headshot 7 Title">
            <a:extLst>
              <a:ext uri="{FF2B5EF4-FFF2-40B4-BE49-F238E27FC236}">
                <a16:creationId xmlns:a16="http://schemas.microsoft.com/office/drawing/2014/main" id="{7B729B38-71D9-4F4A-8902-E9E95C3D4079}"/>
              </a:ext>
            </a:extLst>
          </p:cNvPr>
          <p:cNvSpPr>
            <a:spLocks noGrp="1"/>
          </p:cNvSpPr>
          <p:nvPr userDrawn="1">
            <p:ph type="body" sz="quarter" idx="52" hasCustomPrompt="1"/>
          </p:nvPr>
        </p:nvSpPr>
        <p:spPr>
          <a:xfrm>
            <a:off x="12437839"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4" name="Headshot 7 Name">
            <a:extLst>
              <a:ext uri="{FF2B5EF4-FFF2-40B4-BE49-F238E27FC236}">
                <a16:creationId xmlns:a16="http://schemas.microsoft.com/office/drawing/2014/main" id="{193D88E1-E637-430A-B896-20C10D9C81A6}"/>
              </a:ext>
            </a:extLst>
          </p:cNvPr>
          <p:cNvSpPr>
            <a:spLocks noGrp="1"/>
          </p:cNvSpPr>
          <p:nvPr userDrawn="1">
            <p:ph type="body" sz="quarter" idx="51" hasCustomPrompt="1"/>
          </p:nvPr>
        </p:nvSpPr>
        <p:spPr>
          <a:xfrm>
            <a:off x="12437839"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8" name="Headshot 7 Image">
            <a:extLst>
              <a:ext uri="{FF2B5EF4-FFF2-40B4-BE49-F238E27FC236}">
                <a16:creationId xmlns:a16="http://schemas.microsoft.com/office/drawing/2014/main" id="{F4BD81BD-7377-EA4D-923F-88FE4E0D7573}"/>
              </a:ext>
            </a:extLst>
          </p:cNvPr>
          <p:cNvSpPr>
            <a:spLocks noGrp="1"/>
          </p:cNvSpPr>
          <p:nvPr userDrawn="1">
            <p:ph type="pic" sz="quarter" idx="13" hasCustomPrompt="1"/>
          </p:nvPr>
        </p:nvSpPr>
        <p:spPr>
          <a:xfrm>
            <a:off x="12437907"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1" name="Headshot 6 Title">
            <a:extLst>
              <a:ext uri="{FF2B5EF4-FFF2-40B4-BE49-F238E27FC236}">
                <a16:creationId xmlns:a16="http://schemas.microsoft.com/office/drawing/2014/main" id="{DFC132F2-8063-488A-8CD0-655B62AE94CE}"/>
              </a:ext>
            </a:extLst>
          </p:cNvPr>
          <p:cNvSpPr>
            <a:spLocks noGrp="1"/>
          </p:cNvSpPr>
          <p:nvPr userDrawn="1">
            <p:ph type="body" sz="quarter" idx="50" hasCustomPrompt="1"/>
          </p:nvPr>
        </p:nvSpPr>
        <p:spPr>
          <a:xfrm>
            <a:off x="879696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0" name="Headshot 6 Name">
            <a:extLst>
              <a:ext uri="{FF2B5EF4-FFF2-40B4-BE49-F238E27FC236}">
                <a16:creationId xmlns:a16="http://schemas.microsoft.com/office/drawing/2014/main" id="{DE3AF9B2-2DA5-417F-ADDC-5122F2E4ECD3}"/>
              </a:ext>
            </a:extLst>
          </p:cNvPr>
          <p:cNvSpPr>
            <a:spLocks noGrp="1"/>
          </p:cNvSpPr>
          <p:nvPr userDrawn="1">
            <p:ph type="body" sz="quarter" idx="49" hasCustomPrompt="1"/>
          </p:nvPr>
        </p:nvSpPr>
        <p:spPr>
          <a:xfrm>
            <a:off x="8796965"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4" name="Headshot 6 Image">
            <a:extLst>
              <a:ext uri="{FF2B5EF4-FFF2-40B4-BE49-F238E27FC236}">
                <a16:creationId xmlns:a16="http://schemas.microsoft.com/office/drawing/2014/main" id="{A52E1C16-97C6-0C4C-A4C1-DB214BC0F92A}"/>
              </a:ext>
            </a:extLst>
          </p:cNvPr>
          <p:cNvSpPr>
            <a:spLocks noGrp="1"/>
          </p:cNvSpPr>
          <p:nvPr userDrawn="1">
            <p:ph type="pic" sz="quarter" idx="25" hasCustomPrompt="1"/>
          </p:nvPr>
        </p:nvSpPr>
        <p:spPr>
          <a:xfrm>
            <a:off x="8796992"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17" name="Headshot 5 Title">
            <a:extLst>
              <a:ext uri="{FF2B5EF4-FFF2-40B4-BE49-F238E27FC236}">
                <a16:creationId xmlns:a16="http://schemas.microsoft.com/office/drawing/2014/main" id="{318FE40D-EEA5-4248-AED1-CF755C16C6F1}"/>
              </a:ext>
            </a:extLst>
          </p:cNvPr>
          <p:cNvSpPr>
            <a:spLocks noGrp="1"/>
          </p:cNvSpPr>
          <p:nvPr userDrawn="1">
            <p:ph type="body" sz="quarter" idx="48" hasCustomPrompt="1"/>
          </p:nvPr>
        </p:nvSpPr>
        <p:spPr>
          <a:xfrm>
            <a:off x="5156091"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16" name="Headshot 5 Name">
            <a:extLst>
              <a:ext uri="{FF2B5EF4-FFF2-40B4-BE49-F238E27FC236}">
                <a16:creationId xmlns:a16="http://schemas.microsoft.com/office/drawing/2014/main" id="{02E3585C-5813-45A9-A772-E8845DD8020F}"/>
              </a:ext>
            </a:extLst>
          </p:cNvPr>
          <p:cNvSpPr>
            <a:spLocks noGrp="1"/>
          </p:cNvSpPr>
          <p:nvPr userDrawn="1">
            <p:ph type="body" sz="quarter" idx="47" hasCustomPrompt="1"/>
          </p:nvPr>
        </p:nvSpPr>
        <p:spPr>
          <a:xfrm>
            <a:off x="5156091"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3" name="Headshot 5 Image">
            <a:extLst>
              <a:ext uri="{FF2B5EF4-FFF2-40B4-BE49-F238E27FC236}">
                <a16:creationId xmlns:a16="http://schemas.microsoft.com/office/drawing/2014/main" id="{53CF112F-1D30-9D4F-BAB2-C745A662D123}"/>
              </a:ext>
            </a:extLst>
          </p:cNvPr>
          <p:cNvSpPr>
            <a:spLocks noGrp="1"/>
          </p:cNvSpPr>
          <p:nvPr userDrawn="1">
            <p:ph type="pic" sz="quarter" idx="24" hasCustomPrompt="1"/>
          </p:nvPr>
        </p:nvSpPr>
        <p:spPr>
          <a:xfrm>
            <a:off x="515609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87" name="Headshot 4 Title">
            <a:extLst>
              <a:ext uri="{FF2B5EF4-FFF2-40B4-BE49-F238E27FC236}">
                <a16:creationId xmlns:a16="http://schemas.microsoft.com/office/drawing/2014/main" id="{04C6C523-C73E-4677-8B82-DC1C371617E8}"/>
              </a:ext>
            </a:extLst>
          </p:cNvPr>
          <p:cNvSpPr>
            <a:spLocks noGrp="1"/>
          </p:cNvSpPr>
          <p:nvPr userDrawn="1">
            <p:ph type="body" sz="quarter" idx="34" hasCustomPrompt="1"/>
          </p:nvPr>
        </p:nvSpPr>
        <p:spPr>
          <a:xfrm>
            <a:off x="151500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86" name="Headshot 4 Name">
            <a:extLst>
              <a:ext uri="{FF2B5EF4-FFF2-40B4-BE49-F238E27FC236}">
                <a16:creationId xmlns:a16="http://schemas.microsoft.com/office/drawing/2014/main" id="{5A43AAF7-BD7B-4D0F-8FC6-5D16B3A6BC7F}"/>
              </a:ext>
            </a:extLst>
          </p:cNvPr>
          <p:cNvSpPr>
            <a:spLocks noGrp="1"/>
          </p:cNvSpPr>
          <p:nvPr userDrawn="1">
            <p:ph type="body" sz="quarter" idx="33" hasCustomPrompt="1"/>
          </p:nvPr>
        </p:nvSpPr>
        <p:spPr>
          <a:xfrm>
            <a:off x="1515005" y="10828146"/>
            <a:ext cx="3145536" cy="539496"/>
          </a:xfrm>
          <a:prstGeom prst="rect">
            <a:avLst/>
          </a:prstGeom>
          <a:solidFill>
            <a:schemeClr val="tx1">
              <a:lumMod val="20000"/>
              <a:lumOff val="80000"/>
            </a:schemeClr>
          </a:solidFill>
        </p:spPr>
        <p:txBody>
          <a:bodyPr lIns="182880" tIns="4572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55" name="Headshot 4 Image">
            <a:extLst>
              <a:ext uri="{FF2B5EF4-FFF2-40B4-BE49-F238E27FC236}">
                <a16:creationId xmlns:a16="http://schemas.microsoft.com/office/drawing/2014/main" id="{7400B20C-D969-964E-B2B7-D2EF3E9D42E2}"/>
              </a:ext>
            </a:extLst>
          </p:cNvPr>
          <p:cNvSpPr>
            <a:spLocks noGrp="1"/>
          </p:cNvSpPr>
          <p:nvPr userDrawn="1">
            <p:ph type="pic" sz="quarter" idx="28" hasCustomPrompt="1"/>
          </p:nvPr>
        </p:nvSpPr>
        <p:spPr>
          <a:xfrm>
            <a:off x="151500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49" name="Headshot 3 Title">
            <a:extLst>
              <a:ext uri="{FF2B5EF4-FFF2-40B4-BE49-F238E27FC236}">
                <a16:creationId xmlns:a16="http://schemas.microsoft.com/office/drawing/2014/main" id="{FA7E17B7-A75B-459E-BD36-412F61E30671}"/>
              </a:ext>
            </a:extLst>
          </p:cNvPr>
          <p:cNvSpPr>
            <a:spLocks noGrp="1"/>
          </p:cNvSpPr>
          <p:nvPr userDrawn="1">
            <p:ph type="body" sz="quarter" idx="62" hasCustomPrompt="1"/>
          </p:nvPr>
        </p:nvSpPr>
        <p:spPr>
          <a:xfrm>
            <a:off x="19719735" y="647291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8" name="Headshot 3 Name">
            <a:extLst>
              <a:ext uri="{FF2B5EF4-FFF2-40B4-BE49-F238E27FC236}">
                <a16:creationId xmlns:a16="http://schemas.microsoft.com/office/drawing/2014/main" id="{604D779B-1F9A-469C-8BAC-1B180766BBA0}"/>
              </a:ext>
            </a:extLst>
          </p:cNvPr>
          <p:cNvSpPr>
            <a:spLocks noGrp="1"/>
          </p:cNvSpPr>
          <p:nvPr userDrawn="1">
            <p:ph type="body" sz="quarter" idx="61" hasCustomPrompt="1"/>
          </p:nvPr>
        </p:nvSpPr>
        <p:spPr>
          <a:xfrm>
            <a:off x="19719735"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7" name="Headshot 3 Image">
            <a:extLst>
              <a:ext uri="{FF2B5EF4-FFF2-40B4-BE49-F238E27FC236}">
                <a16:creationId xmlns:a16="http://schemas.microsoft.com/office/drawing/2014/main" id="{BD059C14-E991-2640-98FB-741FA61927D7}"/>
              </a:ext>
            </a:extLst>
          </p:cNvPr>
          <p:cNvSpPr>
            <a:spLocks noGrp="1"/>
          </p:cNvSpPr>
          <p:nvPr userDrawn="1">
            <p:ph type="pic" sz="quarter" idx="12" hasCustomPrompt="1"/>
          </p:nvPr>
        </p:nvSpPr>
        <p:spPr>
          <a:xfrm>
            <a:off x="19719735" y="2787880"/>
            <a:ext cx="3145536" cy="3145536"/>
          </a:xfrm>
          <a:prstGeom prst="rect">
            <a:avLst/>
          </a:prstGeom>
        </p:spPr>
        <p:txBody>
          <a:bodyPr tIns="365760" anchor="ctr"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47" name="Headshot 2 Title">
            <a:extLst>
              <a:ext uri="{FF2B5EF4-FFF2-40B4-BE49-F238E27FC236}">
                <a16:creationId xmlns:a16="http://schemas.microsoft.com/office/drawing/2014/main" id="{44F78D72-A4D7-412B-8D54-07450DA91307}"/>
              </a:ext>
            </a:extLst>
          </p:cNvPr>
          <p:cNvSpPr>
            <a:spLocks noGrp="1"/>
          </p:cNvSpPr>
          <p:nvPr userDrawn="1">
            <p:ph type="body" sz="quarter" idx="60" hasCustomPrompt="1"/>
          </p:nvPr>
        </p:nvSpPr>
        <p:spPr>
          <a:xfrm>
            <a:off x="16078821" y="6472912"/>
            <a:ext cx="3145536" cy="539496"/>
          </a:xfrm>
          <a:prstGeom prst="rect">
            <a:avLst/>
          </a:prstGeom>
          <a:solidFill>
            <a:schemeClr val="tx1">
              <a:lumMod val="20000"/>
              <a:lumOff val="80000"/>
            </a:schemeClr>
          </a:solidFill>
        </p:spPr>
        <p:txBody>
          <a:bodyPr lIns="182880" tIns="18288" rIns="182880" anchor="t" anchorCtr="0">
            <a:normAutofit/>
          </a:bodyPr>
          <a:lstStyle>
            <a:lvl1pPr marL="0" indent="0" algn="ctr">
              <a:lnSpc>
                <a:spcPct val="80000"/>
              </a:lnSpc>
              <a:spcBef>
                <a:spcPts val="0"/>
              </a:spcBef>
              <a:spcAft>
                <a:spcPts val="0"/>
              </a:spcAft>
              <a:buNone/>
              <a:defRPr lang="en-US" sz="1600" b="0" i="0" kern="1200" spc="-50" baseline="0" noProof="0" dirty="0">
                <a:solidFill>
                  <a:schemeClr val="tx2"/>
                </a:solidFill>
                <a:latin typeface="TT Norms Pro" panose="02000503030000020003" pitchFamily="2" charset="0"/>
                <a:ea typeface="+mn-ea"/>
                <a:cs typeface="+mn-cs"/>
              </a:defRPr>
            </a:lvl1pPr>
          </a:lstStyle>
          <a:p>
            <a:pPr marL="0" lvl="0" indent="0" algn="ctr" defTabSz="1828708" rtl="0" eaLnBrk="1" latinLnBrk="0" hangingPunct="1">
              <a:lnSpc>
                <a:spcPct val="80000"/>
              </a:lnSpc>
              <a:spcBef>
                <a:spcPts val="0"/>
              </a:spcBef>
              <a:spcAft>
                <a:spcPts val="0"/>
              </a:spcAft>
              <a:buFont typeface="Arial" panose="020B0604020202020204" pitchFamily="34" charset="0"/>
              <a:buNone/>
            </a:pPr>
            <a:r>
              <a:rPr lang="en-US"/>
              <a:t>Title (16 </a:t>
            </a:r>
            <a:r>
              <a:rPr lang="en-US" err="1"/>
              <a:t>pt</a:t>
            </a:r>
            <a:r>
              <a:rPr lang="en-US"/>
              <a:t> regular)</a:t>
            </a:r>
          </a:p>
        </p:txBody>
      </p:sp>
      <p:sp>
        <p:nvSpPr>
          <p:cNvPr id="146" name="Headshot 2 Name">
            <a:extLst>
              <a:ext uri="{FF2B5EF4-FFF2-40B4-BE49-F238E27FC236}">
                <a16:creationId xmlns:a16="http://schemas.microsoft.com/office/drawing/2014/main" id="{C718CDDB-5D42-48CF-93CD-3607FB8BB9AB}"/>
              </a:ext>
            </a:extLst>
          </p:cNvPr>
          <p:cNvSpPr>
            <a:spLocks noGrp="1"/>
          </p:cNvSpPr>
          <p:nvPr userDrawn="1">
            <p:ph type="body" sz="quarter" idx="59" hasCustomPrompt="1"/>
          </p:nvPr>
        </p:nvSpPr>
        <p:spPr>
          <a:xfrm>
            <a:off x="16078821"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6" name="Headshot 2 Image">
            <a:extLst>
              <a:ext uri="{FF2B5EF4-FFF2-40B4-BE49-F238E27FC236}">
                <a16:creationId xmlns:a16="http://schemas.microsoft.com/office/drawing/2014/main" id="{5D53F939-BDBC-AD4F-B30F-7BB7432158E8}"/>
              </a:ext>
            </a:extLst>
          </p:cNvPr>
          <p:cNvSpPr>
            <a:spLocks noGrp="1"/>
          </p:cNvSpPr>
          <p:nvPr userDrawn="1">
            <p:ph type="pic" sz="quarter" idx="11" hasCustomPrompt="1"/>
          </p:nvPr>
        </p:nvSpPr>
        <p:spPr>
          <a:xfrm>
            <a:off x="16078821"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145" name="Headshot 1 Title">
            <a:extLst>
              <a:ext uri="{FF2B5EF4-FFF2-40B4-BE49-F238E27FC236}">
                <a16:creationId xmlns:a16="http://schemas.microsoft.com/office/drawing/2014/main" id="{79E2707B-5A69-40CC-8E44-FB933406F463}"/>
              </a:ext>
            </a:extLst>
          </p:cNvPr>
          <p:cNvSpPr>
            <a:spLocks noGrp="1"/>
          </p:cNvSpPr>
          <p:nvPr userDrawn="1">
            <p:ph type="body" sz="quarter" idx="58" hasCustomPrompt="1"/>
          </p:nvPr>
        </p:nvSpPr>
        <p:spPr>
          <a:xfrm>
            <a:off x="12437839" y="647291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4" name="Headshot 1 Name">
            <a:extLst>
              <a:ext uri="{FF2B5EF4-FFF2-40B4-BE49-F238E27FC236}">
                <a16:creationId xmlns:a16="http://schemas.microsoft.com/office/drawing/2014/main" id="{1C075D70-4DC9-4766-9792-C861DA69328D}"/>
              </a:ext>
            </a:extLst>
          </p:cNvPr>
          <p:cNvSpPr>
            <a:spLocks noGrp="1"/>
          </p:cNvSpPr>
          <p:nvPr userDrawn="1">
            <p:ph type="body" sz="quarter" idx="57" hasCustomPrompt="1"/>
          </p:nvPr>
        </p:nvSpPr>
        <p:spPr>
          <a:xfrm>
            <a:off x="12437839"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 name="Headshot 1 Image">
            <a:extLst>
              <a:ext uri="{FF2B5EF4-FFF2-40B4-BE49-F238E27FC236}">
                <a16:creationId xmlns:a16="http://schemas.microsoft.com/office/drawing/2014/main" id="{15685170-DFAB-6547-8534-9967010DFFBF}"/>
              </a:ext>
            </a:extLst>
          </p:cNvPr>
          <p:cNvSpPr>
            <a:spLocks noGrp="1"/>
          </p:cNvSpPr>
          <p:nvPr userDrawn="1">
            <p:ph type="pic" sz="quarter" idx="10" hasCustomPrompt="1"/>
          </p:nvPr>
        </p:nvSpPr>
        <p:spPr>
          <a:xfrm>
            <a:off x="12437907"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2" name="Title">
            <a:extLst>
              <a:ext uri="{FF2B5EF4-FFF2-40B4-BE49-F238E27FC236}">
                <a16:creationId xmlns:a16="http://schemas.microsoft.com/office/drawing/2014/main" id="{557B33AF-875E-4DDA-B91A-E2FC809F363F}"/>
              </a:ext>
            </a:extLst>
          </p:cNvPr>
          <p:cNvSpPr>
            <a:spLocks noGrp="1" noRot="1" noMove="1" noResize="1" noEditPoints="1" noAdjustHandles="1" noChangeArrowheads="1" noChangeShapeType="1"/>
          </p:cNvSpPr>
          <p:nvPr userDrawn="1">
            <p:ph type="title" hasCustomPrompt="1"/>
          </p:nvPr>
        </p:nvSpPr>
        <p:spPr>
          <a:xfrm>
            <a:off x="1515004" y="2388315"/>
            <a:ext cx="10251934" cy="4622918"/>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56" name="Subtitle">
            <a:extLst>
              <a:ext uri="{FF2B5EF4-FFF2-40B4-BE49-F238E27FC236}">
                <a16:creationId xmlns:a16="http://schemas.microsoft.com/office/drawing/2014/main" id="{324EFA29-2227-4C18-AC76-BEFC6F23437E}"/>
              </a:ext>
            </a:extLst>
          </p:cNvPr>
          <p:cNvSpPr>
            <a:spLocks noGrp="1" noRot="1" noMove="1" noResize="1" noEditPoints="1" noAdjustHandles="1" noChangeArrowheads="1" noChangeShapeType="1"/>
          </p:cNvSpPr>
          <p:nvPr userDrawn="1">
            <p:ph type="body" sz="quarter" idx="16" hasCustomPrompt="1"/>
          </p:nvPr>
        </p:nvSpPr>
        <p:spPr>
          <a:xfrm>
            <a:off x="1515003" y="1913893"/>
            <a:ext cx="10250424"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FC6CA76C-D78A-4270-9774-0BE6CEEB34FA}"/>
              </a:ext>
            </a:extLst>
          </p:cNvPr>
          <p:cNvSpPr>
            <a:spLocks noGrp="1" noRot="1" noMove="1" noResize="1" noEditPoints="1" noAdjustHandles="1" noChangeArrowheads="1" noChangeShapeType="1"/>
          </p:cNvSpPr>
          <p:nvPr userDrawn="1">
            <p:ph type="body" sz="quarter" idx="66"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45" name="Anglepoint Logo">
            <a:hlinkClick r:id="rId2" action="ppaction://hlinksldjump"/>
            <a:extLst>
              <a:ext uri="{FF2B5EF4-FFF2-40B4-BE49-F238E27FC236}">
                <a16:creationId xmlns:a16="http://schemas.microsoft.com/office/drawing/2014/main" id="{3A46ADE1-A0F8-435B-8CB2-CD9BC2D3AEF1}"/>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306817991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llage - 16 Logos">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A5F3BCE7-2230-48C6-9F7F-EB90130EF5C0}"/>
              </a:ext>
            </a:extLst>
          </p:cNvPr>
          <p:cNvSpPr>
            <a:spLocks noGrp="1" noRot="1" noMove="1" noResize="1" noEditPoints="1" noAdjustHandles="1" noChangeArrowheads="1" noChangeShapeType="1"/>
          </p:cNvSpPr>
          <p:nvPr>
            <p:ph type="ftr" sz="quarter" idx="6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43" name="Date" hidden="1">
            <a:extLst>
              <a:ext uri="{FF2B5EF4-FFF2-40B4-BE49-F238E27FC236}">
                <a16:creationId xmlns:a16="http://schemas.microsoft.com/office/drawing/2014/main" id="{920E0566-C6B6-4063-8713-8F92FB6979A9}"/>
              </a:ext>
            </a:extLst>
          </p:cNvPr>
          <p:cNvSpPr>
            <a:spLocks noGrp="1" noRot="1" noMove="1" noResize="1" noEditPoints="1" noAdjustHandles="1" noChangeArrowheads="1" noChangeShapeType="1"/>
          </p:cNvSpPr>
          <p:nvPr>
            <p:ph type="dt" sz="half" idx="70"/>
          </p:nvPr>
        </p:nvSpPr>
        <p:spPr>
          <a:xfrm>
            <a:off x="0" y="13441680"/>
            <a:ext cx="1143000" cy="274320"/>
          </a:xfrm>
        </p:spPr>
        <p:txBody>
          <a:bodyPr/>
          <a:lstStyle/>
          <a:p>
            <a:fld id="{79197C9B-6776-2944-90D9-A148B5F06E4E}" type="datetime4">
              <a:rPr lang="en-US" smtClean="0"/>
              <a:t>June 10, 2026</a:t>
            </a:fld>
            <a:endParaRPr lang="en-US"/>
          </a:p>
        </p:txBody>
      </p:sp>
      <p:sp>
        <p:nvSpPr>
          <p:cNvPr id="3" name="Slide Number">
            <a:extLst>
              <a:ext uri="{FF2B5EF4-FFF2-40B4-BE49-F238E27FC236}">
                <a16:creationId xmlns:a16="http://schemas.microsoft.com/office/drawing/2014/main" id="{5A03D63E-46B0-4461-8045-CCF3D3EED8F7}"/>
              </a:ext>
            </a:extLst>
          </p:cNvPr>
          <p:cNvSpPr>
            <a:spLocks noGrp="1" noRot="1" noMove="1" noResize="1" noEditPoints="1" noAdjustHandles="1" noChangeArrowheads="1" noChangeShapeType="1"/>
          </p:cNvSpPr>
          <p:nvPr>
            <p:ph type="sldNum" sz="quarter" idx="69"/>
          </p:nvPr>
        </p:nvSpPr>
        <p:spPr/>
        <p:txBody>
          <a:bodyPr/>
          <a:lstStyle/>
          <a:p>
            <a:fld id="{65CC2327-6B8B-47BD-B581-B21CDA88CCFB}" type="slidenum">
              <a:rPr lang="en-US" smtClean="0"/>
              <a:pPr/>
              <a:t>‹#›</a:t>
            </a:fld>
            <a:endParaRPr lang="en-US"/>
          </a:p>
        </p:txBody>
      </p:sp>
      <p:sp>
        <p:nvSpPr>
          <p:cNvPr id="38" name="Logo 16">
            <a:extLst>
              <a:ext uri="{FF2B5EF4-FFF2-40B4-BE49-F238E27FC236}">
                <a16:creationId xmlns:a16="http://schemas.microsoft.com/office/drawing/2014/main" id="{C4DCC261-E207-3F4E-BF2C-4D682046B680}"/>
              </a:ext>
            </a:extLst>
          </p:cNvPr>
          <p:cNvSpPr>
            <a:spLocks noGrp="1" noRot="1" noMove="1" noResize="1" noEditPoints="1" noAdjustHandles="1" noChangeArrowheads="1" noChangeShapeType="1"/>
          </p:cNvSpPr>
          <p:nvPr>
            <p:ph type="pic" sz="quarter" idx="44" hasCustomPrompt="1"/>
          </p:nvPr>
        </p:nvSpPr>
        <p:spPr>
          <a:xfrm>
            <a:off x="20101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7" name="Logo 15">
            <a:extLst>
              <a:ext uri="{FF2B5EF4-FFF2-40B4-BE49-F238E27FC236}">
                <a16:creationId xmlns:a16="http://schemas.microsoft.com/office/drawing/2014/main" id="{6EF833F9-BAAF-6A45-B384-376431515C11}"/>
              </a:ext>
            </a:extLst>
          </p:cNvPr>
          <p:cNvSpPr>
            <a:spLocks noGrp="1" noRot="1" noMove="1" noResize="1" noEditPoints="1" noAdjustHandles="1" noChangeArrowheads="1" noChangeShapeType="1"/>
          </p:cNvSpPr>
          <p:nvPr>
            <p:ph type="pic" sz="quarter" idx="43" hasCustomPrompt="1"/>
          </p:nvPr>
        </p:nvSpPr>
        <p:spPr>
          <a:xfrm>
            <a:off x="17053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2" name="Logo 14">
            <a:extLst>
              <a:ext uri="{FF2B5EF4-FFF2-40B4-BE49-F238E27FC236}">
                <a16:creationId xmlns:a16="http://schemas.microsoft.com/office/drawing/2014/main" id="{BFFE0A8A-E797-774B-BE30-A70A9846D072}"/>
              </a:ext>
            </a:extLst>
          </p:cNvPr>
          <p:cNvSpPr>
            <a:spLocks noGrp="1" noRot="1" noMove="1" noResize="1" noEditPoints="1" noAdjustHandles="1" noChangeArrowheads="1" noChangeShapeType="1"/>
          </p:cNvSpPr>
          <p:nvPr>
            <p:ph type="pic" sz="quarter" idx="47" hasCustomPrompt="1"/>
          </p:nvPr>
        </p:nvSpPr>
        <p:spPr>
          <a:xfrm>
            <a:off x="14005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0" name="Logo 13">
            <a:extLst>
              <a:ext uri="{FF2B5EF4-FFF2-40B4-BE49-F238E27FC236}">
                <a16:creationId xmlns:a16="http://schemas.microsoft.com/office/drawing/2014/main" id="{7CCF94FD-D411-B04F-BD09-C15940DDF452}"/>
              </a:ext>
            </a:extLst>
          </p:cNvPr>
          <p:cNvSpPr>
            <a:spLocks noGrp="1" noRot="1" noMove="1" noResize="1" noEditPoints="1" noAdjustHandles="1" noChangeArrowheads="1" noChangeShapeType="1"/>
          </p:cNvSpPr>
          <p:nvPr>
            <p:ph type="pic" sz="quarter" idx="63" hasCustomPrompt="1"/>
          </p:nvPr>
        </p:nvSpPr>
        <p:spPr>
          <a:xfrm>
            <a:off x="10957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4" name="Logo 12">
            <a:extLst>
              <a:ext uri="{FF2B5EF4-FFF2-40B4-BE49-F238E27FC236}">
                <a16:creationId xmlns:a16="http://schemas.microsoft.com/office/drawing/2014/main" id="{D37503E6-E4C3-7A4C-A4C7-D39FE17B387A}"/>
              </a:ext>
            </a:extLst>
          </p:cNvPr>
          <p:cNvSpPr>
            <a:spLocks noGrp="1" noRot="1" noMove="1" noResize="1" noEditPoints="1" noAdjustHandles="1" noChangeArrowheads="1" noChangeShapeType="1"/>
          </p:cNvSpPr>
          <p:nvPr>
            <p:ph type="pic" sz="quarter" idx="42" hasCustomPrompt="1"/>
          </p:nvPr>
        </p:nvSpPr>
        <p:spPr>
          <a:xfrm>
            <a:off x="20101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3" name="Logo 11">
            <a:extLst>
              <a:ext uri="{FF2B5EF4-FFF2-40B4-BE49-F238E27FC236}">
                <a16:creationId xmlns:a16="http://schemas.microsoft.com/office/drawing/2014/main" id="{F1BA1056-F051-5948-A98A-CFE8AE801FD1}"/>
              </a:ext>
            </a:extLst>
          </p:cNvPr>
          <p:cNvSpPr>
            <a:spLocks noGrp="1" noRot="1" noMove="1" noResize="1" noEditPoints="1" noAdjustHandles="1" noChangeArrowheads="1" noChangeShapeType="1"/>
          </p:cNvSpPr>
          <p:nvPr>
            <p:ph type="pic" sz="quarter" idx="41" hasCustomPrompt="1"/>
          </p:nvPr>
        </p:nvSpPr>
        <p:spPr>
          <a:xfrm>
            <a:off x="17053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1" name="Logo 10">
            <a:extLst>
              <a:ext uri="{FF2B5EF4-FFF2-40B4-BE49-F238E27FC236}">
                <a16:creationId xmlns:a16="http://schemas.microsoft.com/office/drawing/2014/main" id="{5611E84E-A7D3-F849-8827-5FE361B49FF9}"/>
              </a:ext>
            </a:extLst>
          </p:cNvPr>
          <p:cNvSpPr>
            <a:spLocks noGrp="1" noRot="1" noMove="1" noResize="1" noEditPoints="1" noAdjustHandles="1" noChangeArrowheads="1" noChangeShapeType="1"/>
          </p:cNvSpPr>
          <p:nvPr>
            <p:ph type="pic" sz="quarter" idx="46" hasCustomPrompt="1"/>
          </p:nvPr>
        </p:nvSpPr>
        <p:spPr>
          <a:xfrm>
            <a:off x="14005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9" name="Logo 9">
            <a:extLst>
              <a:ext uri="{FF2B5EF4-FFF2-40B4-BE49-F238E27FC236}">
                <a16:creationId xmlns:a16="http://schemas.microsoft.com/office/drawing/2014/main" id="{075CD6DA-163D-4A41-A5B3-3C5CF67BA6A4}"/>
              </a:ext>
            </a:extLst>
          </p:cNvPr>
          <p:cNvSpPr>
            <a:spLocks noGrp="1" noRot="1" noMove="1" noResize="1" noEditPoints="1" noAdjustHandles="1" noChangeArrowheads="1" noChangeShapeType="1"/>
          </p:cNvSpPr>
          <p:nvPr>
            <p:ph type="pic" sz="quarter" idx="62" hasCustomPrompt="1"/>
          </p:nvPr>
        </p:nvSpPr>
        <p:spPr>
          <a:xfrm>
            <a:off x="10957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1" name="Logo 8">
            <a:extLst>
              <a:ext uri="{FF2B5EF4-FFF2-40B4-BE49-F238E27FC236}">
                <a16:creationId xmlns:a16="http://schemas.microsoft.com/office/drawing/2014/main" id="{903DD465-9A44-A844-8F88-FEB7E413929D}"/>
              </a:ext>
            </a:extLst>
          </p:cNvPr>
          <p:cNvSpPr>
            <a:spLocks noGrp="1" noRot="1" noMove="1" noResize="1" noEditPoints="1" noAdjustHandles="1" noChangeArrowheads="1" noChangeShapeType="1"/>
          </p:cNvSpPr>
          <p:nvPr>
            <p:ph type="pic" sz="quarter" idx="40" hasCustomPrompt="1"/>
          </p:nvPr>
        </p:nvSpPr>
        <p:spPr>
          <a:xfrm>
            <a:off x="20101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29" name="Logo 7">
            <a:extLst>
              <a:ext uri="{FF2B5EF4-FFF2-40B4-BE49-F238E27FC236}">
                <a16:creationId xmlns:a16="http://schemas.microsoft.com/office/drawing/2014/main" id="{D96CC5A6-7D99-D74E-945F-60453F9BF305}"/>
              </a:ext>
            </a:extLst>
          </p:cNvPr>
          <p:cNvSpPr>
            <a:spLocks noGrp="1" noRot="1" noMove="1" noResize="1" noEditPoints="1" noAdjustHandles="1" noChangeArrowheads="1" noChangeShapeType="1"/>
          </p:cNvSpPr>
          <p:nvPr>
            <p:ph type="pic" sz="quarter" idx="19" hasCustomPrompt="1"/>
          </p:nvPr>
        </p:nvSpPr>
        <p:spPr>
          <a:xfrm>
            <a:off x="17053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0" name="Logo 6">
            <a:extLst>
              <a:ext uri="{FF2B5EF4-FFF2-40B4-BE49-F238E27FC236}">
                <a16:creationId xmlns:a16="http://schemas.microsoft.com/office/drawing/2014/main" id="{6122BB72-B8AF-FA40-8B44-8A3D9C4D4613}"/>
              </a:ext>
            </a:extLst>
          </p:cNvPr>
          <p:cNvSpPr>
            <a:spLocks noGrp="1" noRot="1" noMove="1" noResize="1" noEditPoints="1" noAdjustHandles="1" noChangeArrowheads="1" noChangeShapeType="1"/>
          </p:cNvSpPr>
          <p:nvPr>
            <p:ph type="pic" sz="quarter" idx="45" hasCustomPrompt="1"/>
          </p:nvPr>
        </p:nvSpPr>
        <p:spPr>
          <a:xfrm>
            <a:off x="14005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8" name="Logo 5">
            <a:extLst>
              <a:ext uri="{FF2B5EF4-FFF2-40B4-BE49-F238E27FC236}">
                <a16:creationId xmlns:a16="http://schemas.microsoft.com/office/drawing/2014/main" id="{EB0B61C2-C788-994D-81AF-E264B3CC30F6}"/>
              </a:ext>
            </a:extLst>
          </p:cNvPr>
          <p:cNvSpPr>
            <a:spLocks noGrp="1" noRot="1" noMove="1" noResize="1" noEditPoints="1" noAdjustHandles="1" noChangeArrowheads="1" noChangeShapeType="1"/>
          </p:cNvSpPr>
          <p:nvPr>
            <p:ph type="pic" sz="quarter" idx="61" hasCustomPrompt="1"/>
          </p:nvPr>
        </p:nvSpPr>
        <p:spPr>
          <a:xfrm>
            <a:off x="10957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noRot="1" noMove="1" noResize="1" noEditPoints="1" noAdjustHandles="1" noChangeArrowheads="1" noChangeShapeType="1"/>
          </p:cNvSpPr>
          <p:nvPr>
            <p:ph type="pic" sz="quarter" idx="65" hasCustomPrompt="1"/>
          </p:nvPr>
        </p:nvSpPr>
        <p:spPr>
          <a:xfrm>
            <a:off x="20101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noRot="1" noMove="1" noResize="1" noEditPoints="1" noAdjustHandles="1" noChangeArrowheads="1" noChangeShapeType="1"/>
          </p:cNvSpPr>
          <p:nvPr>
            <p:ph type="pic" sz="quarter" idx="64" hasCustomPrompt="1"/>
          </p:nvPr>
        </p:nvSpPr>
        <p:spPr>
          <a:xfrm>
            <a:off x="17053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noRot="1" noMove="1" noResize="1" noEditPoints="1" noAdjustHandles="1" noChangeArrowheads="1" noChangeShapeType="1"/>
          </p:cNvSpPr>
          <p:nvPr>
            <p:ph type="pic" sz="quarter" idx="66" hasCustomPrompt="1"/>
          </p:nvPr>
        </p:nvSpPr>
        <p:spPr>
          <a:xfrm>
            <a:off x="14005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lang="en-US" sz="1400" b="0" i="0" kern="1200" spc="-50" baseline="0" noProof="0" dirty="0">
                <a:solidFill>
                  <a:schemeClr val="tx2"/>
                </a:solidFill>
                <a:latin typeface="+mn-lt"/>
                <a:ea typeface="+mn-ea"/>
                <a:cs typeface="+mn-cs"/>
              </a:defRPr>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Rot="1" noMove="1" noResize="1" noEditPoints="1" noAdjustHandles="1" noChangeArrowheads="1" noChangeShapeType="1"/>
          </p:cNvSpPr>
          <p:nvPr>
            <p:ph type="pic" sz="quarter" idx="67" hasCustomPrompt="1"/>
          </p:nvPr>
        </p:nvSpPr>
        <p:spPr>
          <a:xfrm>
            <a:off x="10957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graphicFrame>
        <p:nvGraphicFramePr>
          <p:cNvPr id="6" name="Table Grid">
            <a:extLst>
              <a:ext uri="{FF2B5EF4-FFF2-40B4-BE49-F238E27FC236}">
                <a16:creationId xmlns:a16="http://schemas.microsoft.com/office/drawing/2014/main" id="{1D1159A7-972B-42DE-A689-D276F615250D}"/>
              </a:ext>
            </a:extLst>
          </p:cNvPr>
          <p:cNvGraphicFramePr>
            <a:graphicFrameLocks noGrp="1" noDrilldown="1" noMove="1" noResize="1"/>
          </p:cNvGraphicFramePr>
          <p:nvPr userDrawn="1">
            <p:extLst>
              <p:ext uri="{D42A27DB-BD31-4B8C-83A1-F6EECF244321}">
                <p14:modId xmlns:p14="http://schemas.microsoft.com/office/powerpoint/2010/main" val="501720432"/>
              </p:ext>
            </p:extLst>
          </p:nvPr>
        </p:nvGraphicFramePr>
        <p:xfrm>
          <a:off x="10645276" y="1494332"/>
          <a:ext cx="11594592" cy="10058400"/>
        </p:xfrm>
        <a:graphic>
          <a:graphicData uri="http://schemas.openxmlformats.org/drawingml/2006/table">
            <a:tbl>
              <a:tblPr firstRow="1" bandRow="1">
                <a:tableStyleId>{5C22544A-7EE6-4342-B048-85BDC9FD1C3A}</a:tableStyleId>
              </a:tblPr>
              <a:tblGrid>
                <a:gridCol w="301752">
                  <a:extLst>
                    <a:ext uri="{9D8B030D-6E8A-4147-A177-3AD203B41FA5}">
                      <a16:colId xmlns:a16="http://schemas.microsoft.com/office/drawing/2014/main" val="2799599681"/>
                    </a:ext>
                  </a:extLst>
                </a:gridCol>
                <a:gridCol w="2441448">
                  <a:extLst>
                    <a:ext uri="{9D8B030D-6E8A-4147-A177-3AD203B41FA5}">
                      <a16:colId xmlns:a16="http://schemas.microsoft.com/office/drawing/2014/main" val="1246895404"/>
                    </a:ext>
                  </a:extLst>
                </a:gridCol>
                <a:gridCol w="3054096">
                  <a:extLst>
                    <a:ext uri="{9D8B030D-6E8A-4147-A177-3AD203B41FA5}">
                      <a16:colId xmlns:a16="http://schemas.microsoft.com/office/drawing/2014/main" val="4080972086"/>
                    </a:ext>
                  </a:extLst>
                </a:gridCol>
                <a:gridCol w="3054096">
                  <a:extLst>
                    <a:ext uri="{9D8B030D-6E8A-4147-A177-3AD203B41FA5}">
                      <a16:colId xmlns:a16="http://schemas.microsoft.com/office/drawing/2014/main" val="220106149"/>
                    </a:ext>
                  </a:extLst>
                </a:gridCol>
                <a:gridCol w="2441448">
                  <a:extLst>
                    <a:ext uri="{9D8B030D-6E8A-4147-A177-3AD203B41FA5}">
                      <a16:colId xmlns:a16="http://schemas.microsoft.com/office/drawing/2014/main" val="646839733"/>
                    </a:ext>
                  </a:extLst>
                </a:gridCol>
                <a:gridCol w="301752">
                  <a:extLst>
                    <a:ext uri="{9D8B030D-6E8A-4147-A177-3AD203B41FA5}">
                      <a16:colId xmlns:a16="http://schemas.microsoft.com/office/drawing/2014/main" val="1617671806"/>
                    </a:ext>
                  </a:extLst>
                </a:gridCol>
              </a:tblGrid>
              <a:tr h="22860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27432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27432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22860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55" name="Summary">
            <a:extLst>
              <a:ext uri="{FF2B5EF4-FFF2-40B4-BE49-F238E27FC236}">
                <a16:creationId xmlns:a16="http://schemas.microsoft.com/office/drawing/2014/main" id="{7BD18BE6-6A9D-E34F-B018-9E9313E0A645}"/>
              </a:ext>
            </a:extLst>
          </p:cNvPr>
          <p:cNvSpPr>
            <a:spLocks noGrp="1" noRot="1" noMove="1" noResize="1" noEditPoints="1" noAdjustHandles="1" noChangeArrowheads="1" noChangeShapeType="1"/>
          </p:cNvSpPr>
          <p:nvPr userDrawn="1">
            <p:ph type="body" sz="quarter" idx="60" hasCustomPrompt="1"/>
          </p:nvPr>
        </p:nvSpPr>
        <p:spPr>
          <a:xfrm>
            <a:off x="1815733" y="8968941"/>
            <a:ext cx="7490063" cy="2579547"/>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52" name="TItle">
            <a:extLst>
              <a:ext uri="{FF2B5EF4-FFF2-40B4-BE49-F238E27FC236}">
                <a16:creationId xmlns:a16="http://schemas.microsoft.com/office/drawing/2014/main" id="{E399F675-24E5-E64C-8FFA-06E230294F2C}"/>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45" name="Subtitle">
            <a:extLst>
              <a:ext uri="{FF2B5EF4-FFF2-40B4-BE49-F238E27FC236}">
                <a16:creationId xmlns:a16="http://schemas.microsoft.com/office/drawing/2014/main" id="{30F1B1FA-4C4F-4B71-9676-DD62E0FDF7C1}"/>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72135433-3B13-47F5-A915-305452A94B4C}"/>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28" name="Anglepoint Logo">
            <a:hlinkClick r:id="rId2" action="ppaction://hlinksldjump"/>
            <a:extLst>
              <a:ext uri="{FF2B5EF4-FFF2-40B4-BE49-F238E27FC236}">
                <a16:creationId xmlns:a16="http://schemas.microsoft.com/office/drawing/2014/main" id="{2FFC4614-BFFA-4A01-A35B-C3378606BF73}"/>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4010222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llage - 25 Logos">
    <p:spTree>
      <p:nvGrpSpPr>
        <p:cNvPr id="1" name=""/>
        <p:cNvGrpSpPr/>
        <p:nvPr/>
      </p:nvGrpSpPr>
      <p:grpSpPr>
        <a:xfrm>
          <a:off x="0" y="0"/>
          <a:ext cx="0" cy="0"/>
          <a:chOff x="0" y="0"/>
          <a:chExt cx="0" cy="0"/>
        </a:xfrm>
      </p:grpSpPr>
      <p:sp>
        <p:nvSpPr>
          <p:cNvPr id="3" name="Footer">
            <a:extLst>
              <a:ext uri="{FF2B5EF4-FFF2-40B4-BE49-F238E27FC236}">
                <a16:creationId xmlns:a16="http://schemas.microsoft.com/office/drawing/2014/main" id="{963C93A1-BA19-41CF-9744-772DE12C730A}"/>
              </a:ext>
            </a:extLst>
          </p:cNvPr>
          <p:cNvSpPr>
            <a:spLocks noGrp="1" noRot="1" noMove="1" noResize="1" noEditPoints="1" noAdjustHandles="1" noChangeArrowheads="1" noChangeShapeType="1"/>
          </p:cNvSpPr>
          <p:nvPr>
            <p:ph type="ftr" sz="quarter" idx="89"/>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46" name="Date">
            <a:extLst>
              <a:ext uri="{FF2B5EF4-FFF2-40B4-BE49-F238E27FC236}">
                <a16:creationId xmlns:a16="http://schemas.microsoft.com/office/drawing/2014/main" id="{90C3DCAD-63E7-4250-A5E8-493923488F98}"/>
              </a:ext>
            </a:extLst>
          </p:cNvPr>
          <p:cNvSpPr>
            <a:spLocks noGrp="1" noRot="1" noMove="1" noResize="1" noEditPoints="1" noAdjustHandles="1" noChangeArrowheads="1" noChangeShapeType="1"/>
          </p:cNvSpPr>
          <p:nvPr>
            <p:ph type="dt" sz="half" idx="91"/>
          </p:nvPr>
        </p:nvSpPr>
        <p:spPr>
          <a:xfrm>
            <a:off x="0" y="13441680"/>
            <a:ext cx="1143000" cy="274320"/>
          </a:xfrm>
        </p:spPr>
        <p:txBody>
          <a:bodyPr/>
          <a:lstStyle/>
          <a:p>
            <a:fld id="{2FEA1B31-496A-754F-916C-D61E9C8934ED}" type="datetime4">
              <a:rPr lang="en-US" smtClean="0"/>
              <a:t>June 10, 2026</a:t>
            </a:fld>
            <a:endParaRPr lang="en-US"/>
          </a:p>
        </p:txBody>
      </p:sp>
      <p:sp>
        <p:nvSpPr>
          <p:cNvPr id="5" name="Slide Number">
            <a:extLst>
              <a:ext uri="{FF2B5EF4-FFF2-40B4-BE49-F238E27FC236}">
                <a16:creationId xmlns:a16="http://schemas.microsoft.com/office/drawing/2014/main" id="{8503EDF1-C8B8-400D-B281-71FF8E28F4A9}"/>
              </a:ext>
            </a:extLst>
          </p:cNvPr>
          <p:cNvSpPr>
            <a:spLocks noGrp="1" noRot="1" noMove="1" noResize="1" noEditPoints="1" noAdjustHandles="1" noChangeArrowheads="1" noChangeShapeType="1"/>
          </p:cNvSpPr>
          <p:nvPr>
            <p:ph type="sldNum" sz="quarter" idx="90"/>
          </p:nvPr>
        </p:nvSpPr>
        <p:spPr/>
        <p:txBody>
          <a:bodyPr/>
          <a:lstStyle/>
          <a:p>
            <a:fld id="{65CC2327-6B8B-47BD-B581-B21CDA88CCFB}" type="slidenum">
              <a:rPr lang="en-US" smtClean="0"/>
              <a:pPr/>
              <a:t>‹#›</a:t>
            </a:fld>
            <a:endParaRPr lang="en-US"/>
          </a:p>
        </p:txBody>
      </p:sp>
      <p:sp>
        <p:nvSpPr>
          <p:cNvPr id="113" name="Logo 25">
            <a:extLst>
              <a:ext uri="{FF2B5EF4-FFF2-40B4-BE49-F238E27FC236}">
                <a16:creationId xmlns:a16="http://schemas.microsoft.com/office/drawing/2014/main" id="{308C0CC9-D237-014E-871D-E6742A33916C}"/>
              </a:ext>
            </a:extLst>
          </p:cNvPr>
          <p:cNvSpPr>
            <a:spLocks noGrp="1"/>
          </p:cNvSpPr>
          <p:nvPr>
            <p:ph type="pic" sz="quarter" idx="88" hasCustomPrompt="1"/>
          </p:nvPr>
        </p:nvSpPr>
        <p:spPr>
          <a:xfrm>
            <a:off x="2046757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0" name="Logo 24">
            <a:extLst>
              <a:ext uri="{FF2B5EF4-FFF2-40B4-BE49-F238E27FC236}">
                <a16:creationId xmlns:a16="http://schemas.microsoft.com/office/drawing/2014/main" id="{A6E777BC-72C4-FF41-92F2-A8B13C17CA89}"/>
              </a:ext>
            </a:extLst>
          </p:cNvPr>
          <p:cNvSpPr>
            <a:spLocks noGrp="1"/>
          </p:cNvSpPr>
          <p:nvPr>
            <p:ph type="pic" sz="quarter" idx="85" hasCustomPrompt="1"/>
          </p:nvPr>
        </p:nvSpPr>
        <p:spPr>
          <a:xfrm>
            <a:off x="1809013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9" name="Logo 23">
            <a:extLst>
              <a:ext uri="{FF2B5EF4-FFF2-40B4-BE49-F238E27FC236}">
                <a16:creationId xmlns:a16="http://schemas.microsoft.com/office/drawing/2014/main" id="{F183E6DF-B70F-AA49-B36D-23DF03851731}"/>
              </a:ext>
            </a:extLst>
          </p:cNvPr>
          <p:cNvSpPr>
            <a:spLocks noGrp="1"/>
          </p:cNvSpPr>
          <p:nvPr>
            <p:ph type="pic" sz="quarter" idx="84" hasCustomPrompt="1"/>
          </p:nvPr>
        </p:nvSpPr>
        <p:spPr>
          <a:xfrm>
            <a:off x="1571269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1" name="Logo 22">
            <a:extLst>
              <a:ext uri="{FF2B5EF4-FFF2-40B4-BE49-F238E27FC236}">
                <a16:creationId xmlns:a16="http://schemas.microsoft.com/office/drawing/2014/main" id="{44B0F08B-B1F7-1945-BA8C-E28F123EE591}"/>
              </a:ext>
            </a:extLst>
          </p:cNvPr>
          <p:cNvSpPr>
            <a:spLocks noGrp="1"/>
          </p:cNvSpPr>
          <p:nvPr>
            <p:ph type="pic" sz="quarter" idx="86" hasCustomPrompt="1"/>
          </p:nvPr>
        </p:nvSpPr>
        <p:spPr>
          <a:xfrm>
            <a:off x="1333525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2" name="Logo 21">
            <a:extLst>
              <a:ext uri="{FF2B5EF4-FFF2-40B4-BE49-F238E27FC236}">
                <a16:creationId xmlns:a16="http://schemas.microsoft.com/office/drawing/2014/main" id="{2808FB49-3B69-3A48-8C98-29BDFF182DF5}"/>
              </a:ext>
            </a:extLst>
          </p:cNvPr>
          <p:cNvSpPr>
            <a:spLocks noGrp="1" noChangeAspect="1"/>
          </p:cNvSpPr>
          <p:nvPr>
            <p:ph type="pic" sz="quarter" idx="87" hasCustomPrompt="1"/>
          </p:nvPr>
        </p:nvSpPr>
        <p:spPr>
          <a:xfrm>
            <a:off x="1095781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8" name="Logo 20">
            <a:extLst>
              <a:ext uri="{FF2B5EF4-FFF2-40B4-BE49-F238E27FC236}">
                <a16:creationId xmlns:a16="http://schemas.microsoft.com/office/drawing/2014/main" id="{7A099AF8-347E-DC41-9EEE-E5A89437C6FF}"/>
              </a:ext>
            </a:extLst>
          </p:cNvPr>
          <p:cNvSpPr>
            <a:spLocks noGrp="1"/>
          </p:cNvSpPr>
          <p:nvPr>
            <p:ph type="pic" sz="quarter" idx="83" hasCustomPrompt="1"/>
          </p:nvPr>
        </p:nvSpPr>
        <p:spPr>
          <a:xfrm>
            <a:off x="2046757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5" name="Logo 19">
            <a:extLst>
              <a:ext uri="{FF2B5EF4-FFF2-40B4-BE49-F238E27FC236}">
                <a16:creationId xmlns:a16="http://schemas.microsoft.com/office/drawing/2014/main" id="{D9E5C961-B888-7C43-8A64-470BA039C5EE}"/>
              </a:ext>
            </a:extLst>
          </p:cNvPr>
          <p:cNvSpPr>
            <a:spLocks noGrp="1"/>
          </p:cNvSpPr>
          <p:nvPr>
            <p:ph type="pic" sz="quarter" idx="80" hasCustomPrompt="1"/>
          </p:nvPr>
        </p:nvSpPr>
        <p:spPr>
          <a:xfrm>
            <a:off x="1809013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4" name="Logo 18">
            <a:extLst>
              <a:ext uri="{FF2B5EF4-FFF2-40B4-BE49-F238E27FC236}">
                <a16:creationId xmlns:a16="http://schemas.microsoft.com/office/drawing/2014/main" id="{48CD9A60-A4B6-FC43-9358-41F296E6D71E}"/>
              </a:ext>
            </a:extLst>
          </p:cNvPr>
          <p:cNvSpPr>
            <a:spLocks noGrp="1"/>
          </p:cNvSpPr>
          <p:nvPr>
            <p:ph type="pic" sz="quarter" idx="79" hasCustomPrompt="1"/>
          </p:nvPr>
        </p:nvSpPr>
        <p:spPr>
          <a:xfrm>
            <a:off x="1571269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6" name="Logo 17">
            <a:extLst>
              <a:ext uri="{FF2B5EF4-FFF2-40B4-BE49-F238E27FC236}">
                <a16:creationId xmlns:a16="http://schemas.microsoft.com/office/drawing/2014/main" id="{E489D711-9055-9C40-AB53-0A74ACB4DA88}"/>
              </a:ext>
            </a:extLst>
          </p:cNvPr>
          <p:cNvSpPr>
            <a:spLocks noGrp="1"/>
          </p:cNvSpPr>
          <p:nvPr>
            <p:ph type="pic" sz="quarter" idx="81" hasCustomPrompt="1"/>
          </p:nvPr>
        </p:nvSpPr>
        <p:spPr>
          <a:xfrm>
            <a:off x="1333525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7" name="Logo 16">
            <a:extLst>
              <a:ext uri="{FF2B5EF4-FFF2-40B4-BE49-F238E27FC236}">
                <a16:creationId xmlns:a16="http://schemas.microsoft.com/office/drawing/2014/main" id="{A7C8DA76-9C71-4143-BC07-17C3C7F1914A}"/>
              </a:ext>
            </a:extLst>
          </p:cNvPr>
          <p:cNvSpPr>
            <a:spLocks noGrp="1" noChangeAspect="1"/>
          </p:cNvSpPr>
          <p:nvPr>
            <p:ph type="pic" sz="quarter" idx="82" hasCustomPrompt="1"/>
          </p:nvPr>
        </p:nvSpPr>
        <p:spPr>
          <a:xfrm>
            <a:off x="1095781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3" name="Logo 15">
            <a:extLst>
              <a:ext uri="{FF2B5EF4-FFF2-40B4-BE49-F238E27FC236}">
                <a16:creationId xmlns:a16="http://schemas.microsoft.com/office/drawing/2014/main" id="{DD69138C-DAC3-E445-92A1-9F82EB093E1D}"/>
              </a:ext>
            </a:extLst>
          </p:cNvPr>
          <p:cNvSpPr>
            <a:spLocks noGrp="1"/>
          </p:cNvSpPr>
          <p:nvPr>
            <p:ph type="pic" sz="quarter" idx="78" hasCustomPrompt="1"/>
          </p:nvPr>
        </p:nvSpPr>
        <p:spPr>
          <a:xfrm>
            <a:off x="2046757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0" name="Logo 14">
            <a:extLst>
              <a:ext uri="{FF2B5EF4-FFF2-40B4-BE49-F238E27FC236}">
                <a16:creationId xmlns:a16="http://schemas.microsoft.com/office/drawing/2014/main" id="{5905493A-4289-0543-B95C-13C235FD3653}"/>
              </a:ext>
            </a:extLst>
          </p:cNvPr>
          <p:cNvSpPr>
            <a:spLocks noGrp="1"/>
          </p:cNvSpPr>
          <p:nvPr>
            <p:ph type="pic" sz="quarter" idx="75" hasCustomPrompt="1"/>
          </p:nvPr>
        </p:nvSpPr>
        <p:spPr>
          <a:xfrm>
            <a:off x="1809013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9" name="Logo 13">
            <a:extLst>
              <a:ext uri="{FF2B5EF4-FFF2-40B4-BE49-F238E27FC236}">
                <a16:creationId xmlns:a16="http://schemas.microsoft.com/office/drawing/2014/main" id="{52720793-EB87-0148-9EE4-2B3799AABAD0}"/>
              </a:ext>
            </a:extLst>
          </p:cNvPr>
          <p:cNvSpPr>
            <a:spLocks noGrp="1"/>
          </p:cNvSpPr>
          <p:nvPr>
            <p:ph type="pic" sz="quarter" idx="74" hasCustomPrompt="1"/>
          </p:nvPr>
        </p:nvSpPr>
        <p:spPr>
          <a:xfrm>
            <a:off x="1571269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1" name="Logo 12">
            <a:extLst>
              <a:ext uri="{FF2B5EF4-FFF2-40B4-BE49-F238E27FC236}">
                <a16:creationId xmlns:a16="http://schemas.microsoft.com/office/drawing/2014/main" id="{FB90F93C-22CE-3241-A8BC-14E50FDF2D74}"/>
              </a:ext>
            </a:extLst>
          </p:cNvPr>
          <p:cNvSpPr>
            <a:spLocks noGrp="1"/>
          </p:cNvSpPr>
          <p:nvPr>
            <p:ph type="pic" sz="quarter" idx="76" hasCustomPrompt="1"/>
          </p:nvPr>
        </p:nvSpPr>
        <p:spPr>
          <a:xfrm>
            <a:off x="1333525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2" name="Logo 11">
            <a:extLst>
              <a:ext uri="{FF2B5EF4-FFF2-40B4-BE49-F238E27FC236}">
                <a16:creationId xmlns:a16="http://schemas.microsoft.com/office/drawing/2014/main" id="{E6B1A4AE-4BB4-FA47-937F-8372D0C2BFFB}"/>
              </a:ext>
            </a:extLst>
          </p:cNvPr>
          <p:cNvSpPr>
            <a:spLocks noGrp="1" noChangeAspect="1"/>
          </p:cNvSpPr>
          <p:nvPr>
            <p:ph type="pic" sz="quarter" idx="77" hasCustomPrompt="1"/>
          </p:nvPr>
        </p:nvSpPr>
        <p:spPr>
          <a:xfrm>
            <a:off x="1095781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8" name="Logo 10">
            <a:extLst>
              <a:ext uri="{FF2B5EF4-FFF2-40B4-BE49-F238E27FC236}">
                <a16:creationId xmlns:a16="http://schemas.microsoft.com/office/drawing/2014/main" id="{395D7864-8946-DD40-8A1A-5BAF006A49FC}"/>
              </a:ext>
            </a:extLst>
          </p:cNvPr>
          <p:cNvSpPr>
            <a:spLocks noGrp="1"/>
          </p:cNvSpPr>
          <p:nvPr>
            <p:ph type="pic" sz="quarter" idx="73" hasCustomPrompt="1"/>
          </p:nvPr>
        </p:nvSpPr>
        <p:spPr>
          <a:xfrm>
            <a:off x="20467572"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5" name="Logo 9">
            <a:extLst>
              <a:ext uri="{FF2B5EF4-FFF2-40B4-BE49-F238E27FC236}">
                <a16:creationId xmlns:a16="http://schemas.microsoft.com/office/drawing/2014/main" id="{80483B91-2A50-0444-BAE0-16220E7F0B34}"/>
              </a:ext>
            </a:extLst>
          </p:cNvPr>
          <p:cNvSpPr>
            <a:spLocks noGrp="1"/>
          </p:cNvSpPr>
          <p:nvPr>
            <p:ph type="pic" sz="quarter" idx="70" hasCustomPrompt="1"/>
          </p:nvPr>
        </p:nvSpPr>
        <p:spPr>
          <a:xfrm>
            <a:off x="18084456"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4" name="Logo 8">
            <a:extLst>
              <a:ext uri="{FF2B5EF4-FFF2-40B4-BE49-F238E27FC236}">
                <a16:creationId xmlns:a16="http://schemas.microsoft.com/office/drawing/2014/main" id="{F0D67F03-C3C0-9D4B-A37B-F9D55220C9BB}"/>
              </a:ext>
            </a:extLst>
          </p:cNvPr>
          <p:cNvSpPr>
            <a:spLocks noGrp="1"/>
          </p:cNvSpPr>
          <p:nvPr>
            <p:ph type="pic" sz="quarter" idx="69" hasCustomPrompt="1"/>
          </p:nvPr>
        </p:nvSpPr>
        <p:spPr>
          <a:xfrm>
            <a:off x="15708908"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6" name="Logo 7">
            <a:extLst>
              <a:ext uri="{FF2B5EF4-FFF2-40B4-BE49-F238E27FC236}">
                <a16:creationId xmlns:a16="http://schemas.microsoft.com/office/drawing/2014/main" id="{1047FEFC-5F5D-DE4F-99EC-B5090B81113D}"/>
              </a:ext>
            </a:extLst>
          </p:cNvPr>
          <p:cNvSpPr>
            <a:spLocks noGrp="1"/>
          </p:cNvSpPr>
          <p:nvPr>
            <p:ph type="pic" sz="quarter" idx="71" hasCustomPrompt="1"/>
          </p:nvPr>
        </p:nvSpPr>
        <p:spPr>
          <a:xfrm>
            <a:off x="13333360"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7" name="Logo 6">
            <a:extLst>
              <a:ext uri="{FF2B5EF4-FFF2-40B4-BE49-F238E27FC236}">
                <a16:creationId xmlns:a16="http://schemas.microsoft.com/office/drawing/2014/main" id="{F6B1D749-1D39-104F-8385-BF1C1C67C682}"/>
              </a:ext>
            </a:extLst>
          </p:cNvPr>
          <p:cNvSpPr>
            <a:spLocks noGrp="1" noChangeAspect="1"/>
          </p:cNvSpPr>
          <p:nvPr>
            <p:ph type="pic" sz="quarter" idx="72" hasCustomPrompt="1"/>
          </p:nvPr>
        </p:nvSpPr>
        <p:spPr>
          <a:xfrm>
            <a:off x="10957812"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3" name="Logo 5">
            <a:extLst>
              <a:ext uri="{FF2B5EF4-FFF2-40B4-BE49-F238E27FC236}">
                <a16:creationId xmlns:a16="http://schemas.microsoft.com/office/drawing/2014/main" id="{77BBD705-D6ED-4A4B-9158-2301211CA9F3}"/>
              </a:ext>
            </a:extLst>
          </p:cNvPr>
          <p:cNvSpPr>
            <a:spLocks noGrp="1"/>
          </p:cNvSpPr>
          <p:nvPr>
            <p:ph type="pic" sz="quarter" idx="68" hasCustomPrompt="1"/>
          </p:nvPr>
        </p:nvSpPr>
        <p:spPr>
          <a:xfrm>
            <a:off x="2046757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p:cNvSpPr>
          <p:nvPr>
            <p:ph type="pic" sz="quarter" idx="65" hasCustomPrompt="1"/>
          </p:nvPr>
        </p:nvSpPr>
        <p:spPr>
          <a:xfrm>
            <a:off x="1809013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p:cNvSpPr>
          <p:nvPr>
            <p:ph type="pic" sz="quarter" idx="64" hasCustomPrompt="1"/>
          </p:nvPr>
        </p:nvSpPr>
        <p:spPr>
          <a:xfrm>
            <a:off x="1571269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p:cNvSpPr>
          <p:nvPr>
            <p:ph type="pic" sz="quarter" idx="66" hasCustomPrompt="1"/>
          </p:nvPr>
        </p:nvSpPr>
        <p:spPr>
          <a:xfrm>
            <a:off x="1333525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ChangeAspect="1"/>
          </p:cNvSpPr>
          <p:nvPr>
            <p:ph type="pic" sz="quarter" idx="67" hasCustomPrompt="1"/>
          </p:nvPr>
        </p:nvSpPr>
        <p:spPr>
          <a:xfrm>
            <a:off x="1095781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0"/>
              </a:spcBef>
              <a:spcAft>
                <a:spcPts val="0"/>
              </a:spcAft>
              <a:buClrTx/>
              <a:buSzPct val="100000"/>
              <a:buFontTx/>
              <a:buNone/>
              <a:tabLst/>
              <a:defRPr sz="1400"/>
            </a:lvl1pPr>
          </a:lstStyle>
          <a:p>
            <a:r>
              <a:rPr lang="en-US"/>
              <a:t>Click icon to browse, or select placeholder to paste</a:t>
            </a:r>
          </a:p>
        </p:txBody>
      </p:sp>
      <p:graphicFrame>
        <p:nvGraphicFramePr>
          <p:cNvPr id="49" name="Table Grid">
            <a:extLst>
              <a:ext uri="{FF2B5EF4-FFF2-40B4-BE49-F238E27FC236}">
                <a16:creationId xmlns:a16="http://schemas.microsoft.com/office/drawing/2014/main" id="{FC5FD425-FD65-4C0F-BC5D-7591C67FFC4B}"/>
              </a:ext>
            </a:extLst>
          </p:cNvPr>
          <p:cNvGraphicFramePr>
            <a:graphicFrameLocks/>
          </p:cNvGraphicFramePr>
          <p:nvPr userDrawn="1">
            <p:extLst>
              <p:ext uri="{D42A27DB-BD31-4B8C-83A1-F6EECF244321}">
                <p14:modId xmlns:p14="http://schemas.microsoft.com/office/powerpoint/2010/main" val="549069513"/>
              </p:ext>
            </p:extLst>
          </p:nvPr>
        </p:nvGraphicFramePr>
        <p:xfrm>
          <a:off x="10729212" y="1490472"/>
          <a:ext cx="11430000" cy="10094976"/>
        </p:xfrm>
        <a:graphic>
          <a:graphicData uri="http://schemas.openxmlformats.org/drawingml/2006/table">
            <a:tbl>
              <a:tblPr firstRow="1" bandRow="1">
                <a:tableStyleId>{5C22544A-7EE6-4342-B048-85BDC9FD1C3A}</a:tableStyleId>
              </a:tblPr>
              <a:tblGrid>
                <a:gridCol w="228600">
                  <a:extLst>
                    <a:ext uri="{9D8B030D-6E8A-4147-A177-3AD203B41FA5}">
                      <a16:colId xmlns:a16="http://schemas.microsoft.com/office/drawing/2014/main" val="2799599681"/>
                    </a:ext>
                  </a:extLst>
                </a:gridCol>
                <a:gridCol w="1920240">
                  <a:extLst>
                    <a:ext uri="{9D8B030D-6E8A-4147-A177-3AD203B41FA5}">
                      <a16:colId xmlns:a16="http://schemas.microsoft.com/office/drawing/2014/main" val="1246895404"/>
                    </a:ext>
                  </a:extLst>
                </a:gridCol>
                <a:gridCol w="2377440">
                  <a:extLst>
                    <a:ext uri="{9D8B030D-6E8A-4147-A177-3AD203B41FA5}">
                      <a16:colId xmlns:a16="http://schemas.microsoft.com/office/drawing/2014/main" val="4080972086"/>
                    </a:ext>
                  </a:extLst>
                </a:gridCol>
                <a:gridCol w="2377440">
                  <a:extLst>
                    <a:ext uri="{9D8B030D-6E8A-4147-A177-3AD203B41FA5}">
                      <a16:colId xmlns:a16="http://schemas.microsoft.com/office/drawing/2014/main" val="2655003483"/>
                    </a:ext>
                  </a:extLst>
                </a:gridCol>
                <a:gridCol w="2377440">
                  <a:extLst>
                    <a:ext uri="{9D8B030D-6E8A-4147-A177-3AD203B41FA5}">
                      <a16:colId xmlns:a16="http://schemas.microsoft.com/office/drawing/2014/main" val="220106149"/>
                    </a:ext>
                  </a:extLst>
                </a:gridCol>
                <a:gridCol w="1920240">
                  <a:extLst>
                    <a:ext uri="{9D8B030D-6E8A-4147-A177-3AD203B41FA5}">
                      <a16:colId xmlns:a16="http://schemas.microsoft.com/office/drawing/2014/main" val="646839733"/>
                    </a:ext>
                  </a:extLst>
                </a:gridCol>
                <a:gridCol w="228600">
                  <a:extLst>
                    <a:ext uri="{9D8B030D-6E8A-4147-A177-3AD203B41FA5}">
                      <a16:colId xmlns:a16="http://schemas.microsoft.com/office/drawing/2014/main" val="1617671806"/>
                    </a:ext>
                  </a:extLst>
                </a:gridCol>
              </a:tblGrid>
              <a:tr h="1810512">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818968"/>
                  </a:ext>
                </a:extLst>
              </a:tr>
              <a:tr h="1810512">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48" name="Summary">
            <a:extLst>
              <a:ext uri="{FF2B5EF4-FFF2-40B4-BE49-F238E27FC236}">
                <a16:creationId xmlns:a16="http://schemas.microsoft.com/office/drawing/2014/main" id="{2E92AB09-56F5-47E4-BAF9-36BD77D885D5}"/>
              </a:ext>
            </a:extLst>
          </p:cNvPr>
          <p:cNvSpPr>
            <a:spLocks noGrp="1" noRot="1" noMove="1" noResize="1" noEditPoints="1" noAdjustHandles="1" noChangeArrowheads="1" noChangeShapeType="1"/>
          </p:cNvSpPr>
          <p:nvPr userDrawn="1">
            <p:ph type="body" sz="quarter" idx="60" hasCustomPrompt="1"/>
          </p:nvPr>
        </p:nvSpPr>
        <p:spPr>
          <a:xfrm>
            <a:off x="1815733" y="8968942"/>
            <a:ext cx="7490063" cy="2578608"/>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91" name="Title">
            <a:extLst>
              <a:ext uri="{FF2B5EF4-FFF2-40B4-BE49-F238E27FC236}">
                <a16:creationId xmlns:a16="http://schemas.microsoft.com/office/drawing/2014/main" id="{995FFD26-4BB9-7647-9968-BBF5DA00FD5E}"/>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50" name="Subtitle">
            <a:extLst>
              <a:ext uri="{FF2B5EF4-FFF2-40B4-BE49-F238E27FC236}">
                <a16:creationId xmlns:a16="http://schemas.microsoft.com/office/drawing/2014/main" id="{D86A38AE-46FD-4228-88B6-354ADADB78CD}"/>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44" name="Section">
            <a:extLst>
              <a:ext uri="{FF2B5EF4-FFF2-40B4-BE49-F238E27FC236}">
                <a16:creationId xmlns:a16="http://schemas.microsoft.com/office/drawing/2014/main" id="{C12B7EE4-8614-404F-A24D-406F3C48B623}"/>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37" name="Anglepoint Logo">
            <a:hlinkClick r:id="rId2" action="ppaction://hlinksldjump"/>
            <a:extLst>
              <a:ext uri="{FF2B5EF4-FFF2-40B4-BE49-F238E27FC236}">
                <a16:creationId xmlns:a16="http://schemas.microsoft.com/office/drawing/2014/main" id="{E1A82CA6-DD60-4CA9-8A00-BB675E2CDF58}"/>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2077345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llage - 36 Logos">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5B8A8BF6-3F4D-4784-9E6D-8E9BDF7651F4}"/>
              </a:ext>
            </a:extLst>
          </p:cNvPr>
          <p:cNvSpPr>
            <a:spLocks noGrp="1" noRot="1" noMove="1" noResize="1" noEditPoints="1" noAdjustHandles="1" noChangeArrowheads="1" noChangeShapeType="1"/>
          </p:cNvSpPr>
          <p:nvPr>
            <p:ph type="ftr" sz="quarter" idx="12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60" name="Date">
            <a:extLst>
              <a:ext uri="{FF2B5EF4-FFF2-40B4-BE49-F238E27FC236}">
                <a16:creationId xmlns:a16="http://schemas.microsoft.com/office/drawing/2014/main" id="{A2E04D99-6587-4662-B6C1-212157175EAE}"/>
              </a:ext>
            </a:extLst>
          </p:cNvPr>
          <p:cNvSpPr>
            <a:spLocks noGrp="1" noRot="1" noMove="1" noResize="1" noEditPoints="1" noAdjustHandles="1" noChangeArrowheads="1" noChangeShapeType="1"/>
          </p:cNvSpPr>
          <p:nvPr>
            <p:ph type="dt" sz="half" idx="122"/>
          </p:nvPr>
        </p:nvSpPr>
        <p:spPr>
          <a:xfrm>
            <a:off x="0" y="13441680"/>
            <a:ext cx="1143000" cy="274320"/>
          </a:xfrm>
        </p:spPr>
        <p:txBody>
          <a:bodyPr/>
          <a:lstStyle/>
          <a:p>
            <a:fld id="{A3C12718-9207-184D-B12A-1B78602D3697}" type="datetime4">
              <a:rPr lang="en-US" smtClean="0"/>
              <a:t>June 10, 2026</a:t>
            </a:fld>
            <a:endParaRPr lang="en-US"/>
          </a:p>
        </p:txBody>
      </p:sp>
      <p:sp>
        <p:nvSpPr>
          <p:cNvPr id="3" name="Slide Number">
            <a:extLst>
              <a:ext uri="{FF2B5EF4-FFF2-40B4-BE49-F238E27FC236}">
                <a16:creationId xmlns:a16="http://schemas.microsoft.com/office/drawing/2014/main" id="{4C71D475-E51F-4C3D-B254-B5DA39F53471}"/>
              </a:ext>
            </a:extLst>
          </p:cNvPr>
          <p:cNvSpPr>
            <a:spLocks noGrp="1" noRot="1" noMove="1" noResize="1" noEditPoints="1" noAdjustHandles="1" noChangeArrowheads="1" noChangeShapeType="1"/>
          </p:cNvSpPr>
          <p:nvPr>
            <p:ph type="sldNum" sz="quarter" idx="121"/>
          </p:nvPr>
        </p:nvSpPr>
        <p:spPr/>
        <p:txBody>
          <a:bodyPr/>
          <a:lstStyle/>
          <a:p>
            <a:fld id="{65CC2327-6B8B-47BD-B581-B21CDA88CCFB}" type="slidenum">
              <a:rPr lang="en-US" smtClean="0"/>
              <a:pPr/>
              <a:t>‹#›</a:t>
            </a:fld>
            <a:endParaRPr lang="en-US"/>
          </a:p>
        </p:txBody>
      </p:sp>
      <p:sp>
        <p:nvSpPr>
          <p:cNvPr id="175" name="Logo 36">
            <a:extLst>
              <a:ext uri="{FF2B5EF4-FFF2-40B4-BE49-F238E27FC236}">
                <a16:creationId xmlns:a16="http://schemas.microsoft.com/office/drawing/2014/main" id="{660CBEBF-75FA-4847-BDEA-4CFD04FEEF5A}"/>
              </a:ext>
            </a:extLst>
          </p:cNvPr>
          <p:cNvSpPr>
            <a:spLocks noGrp="1" noRot="1" noMove="1" noResize="1" noEditPoints="1" noAdjustHandles="1" noChangeArrowheads="1" noChangeShapeType="1"/>
          </p:cNvSpPr>
          <p:nvPr>
            <p:ph type="pic" sz="quarter" idx="118" hasCustomPrompt="1"/>
          </p:nvPr>
        </p:nvSpPr>
        <p:spPr>
          <a:xfrm>
            <a:off x="20738592"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6" name="Logo 35">
            <a:extLst>
              <a:ext uri="{FF2B5EF4-FFF2-40B4-BE49-F238E27FC236}">
                <a16:creationId xmlns:a16="http://schemas.microsoft.com/office/drawing/2014/main" id="{2BDA7CEC-1A52-DA41-8FBF-61E16C1E697A}"/>
              </a:ext>
            </a:extLst>
          </p:cNvPr>
          <p:cNvSpPr>
            <a:spLocks noGrp="1" noRot="1" noMove="1" noResize="1" noEditPoints="1" noAdjustHandles="1" noChangeArrowheads="1" noChangeShapeType="1"/>
          </p:cNvSpPr>
          <p:nvPr>
            <p:ph type="pic" sz="quarter" idx="119" hasCustomPrompt="1"/>
          </p:nvPr>
        </p:nvSpPr>
        <p:spPr>
          <a:xfrm>
            <a:off x="18781776"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1" name="Logo 33">
            <a:extLst>
              <a:ext uri="{FF2B5EF4-FFF2-40B4-BE49-F238E27FC236}">
                <a16:creationId xmlns:a16="http://schemas.microsoft.com/office/drawing/2014/main" id="{4F58847C-04DA-9040-9F18-C5BCDC350CAC}"/>
              </a:ext>
            </a:extLst>
          </p:cNvPr>
          <p:cNvSpPr>
            <a:spLocks noGrp="1" noRot="1" noMove="1" noResize="1" noEditPoints="1" noAdjustHandles="1" noChangeArrowheads="1" noChangeShapeType="1"/>
          </p:cNvSpPr>
          <p:nvPr>
            <p:ph type="pic" sz="quarter" idx="114" hasCustomPrompt="1"/>
          </p:nvPr>
        </p:nvSpPr>
        <p:spPr>
          <a:xfrm>
            <a:off x="14868144"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2" name="Logo 34">
            <a:extLst>
              <a:ext uri="{FF2B5EF4-FFF2-40B4-BE49-F238E27FC236}">
                <a16:creationId xmlns:a16="http://schemas.microsoft.com/office/drawing/2014/main" id="{7F0CCB79-2AE2-6C46-80D8-3F6F3B91FC5C}"/>
              </a:ext>
            </a:extLst>
          </p:cNvPr>
          <p:cNvSpPr>
            <a:spLocks noGrp="1" noRot="1" noMove="1" noResize="1" noEditPoints="1" noAdjustHandles="1" noChangeArrowheads="1" noChangeShapeType="1"/>
          </p:cNvSpPr>
          <p:nvPr>
            <p:ph type="pic" sz="quarter" idx="115" hasCustomPrompt="1"/>
          </p:nvPr>
        </p:nvSpPr>
        <p:spPr>
          <a:xfrm>
            <a:off x="16824960"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3" name="Logo 32">
            <a:extLst>
              <a:ext uri="{FF2B5EF4-FFF2-40B4-BE49-F238E27FC236}">
                <a16:creationId xmlns:a16="http://schemas.microsoft.com/office/drawing/2014/main" id="{507ACBB8-E7BC-614A-8147-EFE89BE0F4F7}"/>
              </a:ext>
            </a:extLst>
          </p:cNvPr>
          <p:cNvSpPr>
            <a:spLocks noGrp="1" noRot="1" noMove="1" noResize="1" noEditPoints="1" noAdjustHandles="1" noChangeArrowheads="1" noChangeShapeType="1"/>
          </p:cNvSpPr>
          <p:nvPr>
            <p:ph type="pic" sz="quarter" idx="116" hasCustomPrompt="1"/>
          </p:nvPr>
        </p:nvSpPr>
        <p:spPr>
          <a:xfrm>
            <a:off x="12911328"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4" name="Logo 31">
            <a:extLst>
              <a:ext uri="{FF2B5EF4-FFF2-40B4-BE49-F238E27FC236}">
                <a16:creationId xmlns:a16="http://schemas.microsoft.com/office/drawing/2014/main" id="{55972CD3-242A-6045-9D09-95F866EADD71}"/>
              </a:ext>
            </a:extLst>
          </p:cNvPr>
          <p:cNvSpPr>
            <a:spLocks noGrp="1" noRot="1" noChangeAspect="1" noMove="1" noResize="1" noEditPoints="1" noAdjustHandles="1" noChangeArrowheads="1" noChangeShapeType="1"/>
          </p:cNvSpPr>
          <p:nvPr>
            <p:ph type="pic" sz="quarter" idx="117" hasCustomPrompt="1"/>
          </p:nvPr>
        </p:nvSpPr>
        <p:spPr>
          <a:xfrm>
            <a:off x="10954512"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9" name="Logo 30">
            <a:extLst>
              <a:ext uri="{FF2B5EF4-FFF2-40B4-BE49-F238E27FC236}">
                <a16:creationId xmlns:a16="http://schemas.microsoft.com/office/drawing/2014/main" id="{02D4D70C-DBBE-1249-A76D-75173AC8C322}"/>
              </a:ext>
            </a:extLst>
          </p:cNvPr>
          <p:cNvSpPr>
            <a:spLocks noGrp="1" noRot="1" noMove="1" noResize="1" noEditPoints="1" noAdjustHandles="1" noChangeArrowheads="1" noChangeShapeType="1"/>
          </p:cNvSpPr>
          <p:nvPr>
            <p:ph type="pic" sz="quarter" idx="112" hasCustomPrompt="1"/>
          </p:nvPr>
        </p:nvSpPr>
        <p:spPr>
          <a:xfrm>
            <a:off x="20738592"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0" name="Logo 29">
            <a:extLst>
              <a:ext uri="{FF2B5EF4-FFF2-40B4-BE49-F238E27FC236}">
                <a16:creationId xmlns:a16="http://schemas.microsoft.com/office/drawing/2014/main" id="{9A85C014-60CC-F545-94DF-B20AC00BECE1}"/>
              </a:ext>
            </a:extLst>
          </p:cNvPr>
          <p:cNvSpPr>
            <a:spLocks noGrp="1" noRot="1" noMove="1" noResize="1" noEditPoints="1" noAdjustHandles="1" noChangeArrowheads="1" noChangeShapeType="1"/>
          </p:cNvSpPr>
          <p:nvPr>
            <p:ph type="pic" sz="quarter" idx="113" hasCustomPrompt="1"/>
          </p:nvPr>
        </p:nvSpPr>
        <p:spPr>
          <a:xfrm>
            <a:off x="18781776"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6" name="Logo 28">
            <a:extLst>
              <a:ext uri="{FF2B5EF4-FFF2-40B4-BE49-F238E27FC236}">
                <a16:creationId xmlns:a16="http://schemas.microsoft.com/office/drawing/2014/main" id="{24B5EC1D-A08E-B84D-97FC-B87BF3F97021}"/>
              </a:ext>
            </a:extLst>
          </p:cNvPr>
          <p:cNvSpPr>
            <a:spLocks noGrp="1" noRot="1" noMove="1" noResize="1" noEditPoints="1" noAdjustHandles="1" noChangeArrowheads="1" noChangeShapeType="1"/>
          </p:cNvSpPr>
          <p:nvPr>
            <p:ph type="pic" sz="quarter" idx="109" hasCustomPrompt="1"/>
          </p:nvPr>
        </p:nvSpPr>
        <p:spPr>
          <a:xfrm>
            <a:off x="16824960"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5" name="Logo 27">
            <a:extLst>
              <a:ext uri="{FF2B5EF4-FFF2-40B4-BE49-F238E27FC236}">
                <a16:creationId xmlns:a16="http://schemas.microsoft.com/office/drawing/2014/main" id="{FA7BCC87-160B-D042-B53B-A8FB3BC663B6}"/>
              </a:ext>
            </a:extLst>
          </p:cNvPr>
          <p:cNvSpPr>
            <a:spLocks noGrp="1" noRot="1" noMove="1" noResize="1" noEditPoints="1" noAdjustHandles="1" noChangeArrowheads="1" noChangeShapeType="1"/>
          </p:cNvSpPr>
          <p:nvPr>
            <p:ph type="pic" sz="quarter" idx="108" hasCustomPrompt="1"/>
          </p:nvPr>
        </p:nvSpPr>
        <p:spPr>
          <a:xfrm>
            <a:off x="14868144"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7" name="Logo 26">
            <a:extLst>
              <a:ext uri="{FF2B5EF4-FFF2-40B4-BE49-F238E27FC236}">
                <a16:creationId xmlns:a16="http://schemas.microsoft.com/office/drawing/2014/main" id="{FAB54517-A1D9-1D40-980F-2C0DC8682FC4}"/>
              </a:ext>
            </a:extLst>
          </p:cNvPr>
          <p:cNvSpPr>
            <a:spLocks noGrp="1" noRot="1" noMove="1" noResize="1" noEditPoints="1" noAdjustHandles="1" noChangeArrowheads="1" noChangeShapeType="1"/>
          </p:cNvSpPr>
          <p:nvPr>
            <p:ph type="pic" sz="quarter" idx="110" hasCustomPrompt="1"/>
          </p:nvPr>
        </p:nvSpPr>
        <p:spPr>
          <a:xfrm>
            <a:off x="12911328"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8" name="Logo 25">
            <a:extLst>
              <a:ext uri="{FF2B5EF4-FFF2-40B4-BE49-F238E27FC236}">
                <a16:creationId xmlns:a16="http://schemas.microsoft.com/office/drawing/2014/main" id="{C7006CFD-8C11-2349-834A-3A970023887C}"/>
              </a:ext>
            </a:extLst>
          </p:cNvPr>
          <p:cNvSpPr>
            <a:spLocks noGrp="1" noRot="1" noChangeAspect="1" noMove="1" noResize="1" noEditPoints="1" noAdjustHandles="1" noChangeArrowheads="1" noChangeShapeType="1"/>
          </p:cNvSpPr>
          <p:nvPr>
            <p:ph type="pic" sz="quarter" idx="111" hasCustomPrompt="1"/>
          </p:nvPr>
        </p:nvSpPr>
        <p:spPr>
          <a:xfrm>
            <a:off x="10954512"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3" name="Logo 24">
            <a:extLst>
              <a:ext uri="{FF2B5EF4-FFF2-40B4-BE49-F238E27FC236}">
                <a16:creationId xmlns:a16="http://schemas.microsoft.com/office/drawing/2014/main" id="{3FCE5572-8608-B649-AE52-E5FF0160863C}"/>
              </a:ext>
            </a:extLst>
          </p:cNvPr>
          <p:cNvSpPr>
            <a:spLocks noGrp="1" noRot="1" noMove="1" noResize="1" noEditPoints="1" noAdjustHandles="1" noChangeArrowheads="1" noChangeShapeType="1"/>
          </p:cNvSpPr>
          <p:nvPr>
            <p:ph type="pic" sz="quarter" idx="106" hasCustomPrompt="1"/>
          </p:nvPr>
        </p:nvSpPr>
        <p:spPr>
          <a:xfrm>
            <a:off x="20738592"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4" name="Logo 23">
            <a:extLst>
              <a:ext uri="{FF2B5EF4-FFF2-40B4-BE49-F238E27FC236}">
                <a16:creationId xmlns:a16="http://schemas.microsoft.com/office/drawing/2014/main" id="{9B5E44D9-DCA1-3440-A0C8-413A8E863DC1}"/>
              </a:ext>
            </a:extLst>
          </p:cNvPr>
          <p:cNvSpPr>
            <a:spLocks noGrp="1" noRot="1" noMove="1" noResize="1" noEditPoints="1" noAdjustHandles="1" noChangeArrowheads="1" noChangeShapeType="1"/>
          </p:cNvSpPr>
          <p:nvPr>
            <p:ph type="pic" sz="quarter" idx="107" hasCustomPrompt="1"/>
          </p:nvPr>
        </p:nvSpPr>
        <p:spPr>
          <a:xfrm>
            <a:off x="18781776"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0" name="Logo 22">
            <a:extLst>
              <a:ext uri="{FF2B5EF4-FFF2-40B4-BE49-F238E27FC236}">
                <a16:creationId xmlns:a16="http://schemas.microsoft.com/office/drawing/2014/main" id="{1B78A18A-B176-EC4D-A0DC-52A6B22F8819}"/>
              </a:ext>
            </a:extLst>
          </p:cNvPr>
          <p:cNvSpPr>
            <a:spLocks noGrp="1" noRot="1" noMove="1" noResize="1" noEditPoints="1" noAdjustHandles="1" noChangeArrowheads="1" noChangeShapeType="1"/>
          </p:cNvSpPr>
          <p:nvPr>
            <p:ph type="pic" sz="quarter" idx="103" hasCustomPrompt="1"/>
          </p:nvPr>
        </p:nvSpPr>
        <p:spPr>
          <a:xfrm>
            <a:off x="16824960"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9" name="Logo 21">
            <a:extLst>
              <a:ext uri="{FF2B5EF4-FFF2-40B4-BE49-F238E27FC236}">
                <a16:creationId xmlns:a16="http://schemas.microsoft.com/office/drawing/2014/main" id="{0FB41EE3-4790-2E4D-B4B7-6D43EE5215D2}"/>
              </a:ext>
            </a:extLst>
          </p:cNvPr>
          <p:cNvSpPr>
            <a:spLocks noGrp="1" noRot="1" noMove="1" noResize="1" noEditPoints="1" noAdjustHandles="1" noChangeArrowheads="1" noChangeShapeType="1"/>
          </p:cNvSpPr>
          <p:nvPr>
            <p:ph type="pic" sz="quarter" idx="102" hasCustomPrompt="1"/>
          </p:nvPr>
        </p:nvSpPr>
        <p:spPr>
          <a:xfrm>
            <a:off x="14868144"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1" name="Logo 20">
            <a:extLst>
              <a:ext uri="{FF2B5EF4-FFF2-40B4-BE49-F238E27FC236}">
                <a16:creationId xmlns:a16="http://schemas.microsoft.com/office/drawing/2014/main" id="{5022F9FE-BF47-7F4F-BE90-87AA109A220C}"/>
              </a:ext>
            </a:extLst>
          </p:cNvPr>
          <p:cNvSpPr>
            <a:spLocks noGrp="1" noRot="1" noMove="1" noResize="1" noEditPoints="1" noAdjustHandles="1" noChangeArrowheads="1" noChangeShapeType="1"/>
          </p:cNvSpPr>
          <p:nvPr>
            <p:ph type="pic" sz="quarter" idx="104" hasCustomPrompt="1"/>
          </p:nvPr>
        </p:nvSpPr>
        <p:spPr>
          <a:xfrm>
            <a:off x="12911328"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2" name="Logo 19">
            <a:extLst>
              <a:ext uri="{FF2B5EF4-FFF2-40B4-BE49-F238E27FC236}">
                <a16:creationId xmlns:a16="http://schemas.microsoft.com/office/drawing/2014/main" id="{6357F317-8CE8-5049-A694-D71F547F1ABF}"/>
              </a:ext>
            </a:extLst>
          </p:cNvPr>
          <p:cNvSpPr>
            <a:spLocks noGrp="1" noRot="1" noChangeAspect="1" noMove="1" noResize="1" noEditPoints="1" noAdjustHandles="1" noChangeArrowheads="1" noChangeShapeType="1"/>
          </p:cNvSpPr>
          <p:nvPr>
            <p:ph type="pic" sz="quarter" idx="105" hasCustomPrompt="1"/>
          </p:nvPr>
        </p:nvSpPr>
        <p:spPr>
          <a:xfrm>
            <a:off x="10954512"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7" name="Logo 18">
            <a:extLst>
              <a:ext uri="{FF2B5EF4-FFF2-40B4-BE49-F238E27FC236}">
                <a16:creationId xmlns:a16="http://schemas.microsoft.com/office/drawing/2014/main" id="{FBC112E6-2B16-F64D-B75D-C477AA95EA23}"/>
              </a:ext>
            </a:extLst>
          </p:cNvPr>
          <p:cNvSpPr>
            <a:spLocks noGrp="1" noRot="1" noMove="1" noResize="1" noEditPoints="1" noAdjustHandles="1" noChangeArrowheads="1" noChangeShapeType="1"/>
          </p:cNvSpPr>
          <p:nvPr>
            <p:ph type="pic" sz="quarter" idx="100" hasCustomPrompt="1"/>
          </p:nvPr>
        </p:nvSpPr>
        <p:spPr>
          <a:xfrm>
            <a:off x="20738592"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8" name="Logo 17">
            <a:extLst>
              <a:ext uri="{FF2B5EF4-FFF2-40B4-BE49-F238E27FC236}">
                <a16:creationId xmlns:a16="http://schemas.microsoft.com/office/drawing/2014/main" id="{7267B1CF-13A7-B44E-820B-BEE887E985D6}"/>
              </a:ext>
            </a:extLst>
          </p:cNvPr>
          <p:cNvSpPr>
            <a:spLocks noGrp="1" noRot="1" noMove="1" noResize="1" noEditPoints="1" noAdjustHandles="1" noChangeArrowheads="1" noChangeShapeType="1"/>
          </p:cNvSpPr>
          <p:nvPr>
            <p:ph type="pic" sz="quarter" idx="101" hasCustomPrompt="1"/>
          </p:nvPr>
        </p:nvSpPr>
        <p:spPr>
          <a:xfrm>
            <a:off x="18781776"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4" name="Logo 16">
            <a:extLst>
              <a:ext uri="{FF2B5EF4-FFF2-40B4-BE49-F238E27FC236}">
                <a16:creationId xmlns:a16="http://schemas.microsoft.com/office/drawing/2014/main" id="{E7E64A57-ECDE-A342-867B-042B7C9191B6}"/>
              </a:ext>
            </a:extLst>
          </p:cNvPr>
          <p:cNvSpPr>
            <a:spLocks noGrp="1" noRot="1" noMove="1" noResize="1" noEditPoints="1" noAdjustHandles="1" noChangeArrowheads="1" noChangeShapeType="1"/>
          </p:cNvSpPr>
          <p:nvPr>
            <p:ph type="pic" sz="quarter" idx="97" hasCustomPrompt="1"/>
          </p:nvPr>
        </p:nvSpPr>
        <p:spPr>
          <a:xfrm>
            <a:off x="16824960"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3" name="Logo 15">
            <a:extLst>
              <a:ext uri="{FF2B5EF4-FFF2-40B4-BE49-F238E27FC236}">
                <a16:creationId xmlns:a16="http://schemas.microsoft.com/office/drawing/2014/main" id="{4F691854-B126-4A4E-9239-9A46E562D58C}"/>
              </a:ext>
            </a:extLst>
          </p:cNvPr>
          <p:cNvSpPr>
            <a:spLocks noGrp="1" noRot="1" noMove="1" noResize="1" noEditPoints="1" noAdjustHandles="1" noChangeArrowheads="1" noChangeShapeType="1"/>
          </p:cNvSpPr>
          <p:nvPr>
            <p:ph type="pic" sz="quarter" idx="96" hasCustomPrompt="1"/>
          </p:nvPr>
        </p:nvSpPr>
        <p:spPr>
          <a:xfrm>
            <a:off x="14868144"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5" name="Logo 14">
            <a:extLst>
              <a:ext uri="{FF2B5EF4-FFF2-40B4-BE49-F238E27FC236}">
                <a16:creationId xmlns:a16="http://schemas.microsoft.com/office/drawing/2014/main" id="{02A9F77A-7CA6-EA4F-AAE5-4BF88C3EA500}"/>
              </a:ext>
            </a:extLst>
          </p:cNvPr>
          <p:cNvSpPr>
            <a:spLocks noGrp="1" noRot="1" noMove="1" noResize="1" noEditPoints="1" noAdjustHandles="1" noChangeArrowheads="1" noChangeShapeType="1"/>
          </p:cNvSpPr>
          <p:nvPr>
            <p:ph type="pic" sz="quarter" idx="98" hasCustomPrompt="1"/>
          </p:nvPr>
        </p:nvSpPr>
        <p:spPr>
          <a:xfrm>
            <a:off x="12911328"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6" name="Logo 13">
            <a:extLst>
              <a:ext uri="{FF2B5EF4-FFF2-40B4-BE49-F238E27FC236}">
                <a16:creationId xmlns:a16="http://schemas.microsoft.com/office/drawing/2014/main" id="{9EBE77F3-1DEE-894B-B1CF-109497D4B4D2}"/>
              </a:ext>
            </a:extLst>
          </p:cNvPr>
          <p:cNvSpPr>
            <a:spLocks noGrp="1" noRot="1" noChangeAspect="1" noMove="1" noResize="1" noEditPoints="1" noAdjustHandles="1" noChangeArrowheads="1" noChangeShapeType="1"/>
          </p:cNvSpPr>
          <p:nvPr>
            <p:ph type="pic" sz="quarter" idx="99" hasCustomPrompt="1"/>
          </p:nvPr>
        </p:nvSpPr>
        <p:spPr>
          <a:xfrm>
            <a:off x="10954512"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1" name="Logo 12">
            <a:extLst>
              <a:ext uri="{FF2B5EF4-FFF2-40B4-BE49-F238E27FC236}">
                <a16:creationId xmlns:a16="http://schemas.microsoft.com/office/drawing/2014/main" id="{AB4D57C0-84AF-B249-BBF3-4185942BCDE0}"/>
              </a:ext>
            </a:extLst>
          </p:cNvPr>
          <p:cNvSpPr>
            <a:spLocks noGrp="1" noRot="1" noMove="1" noResize="1" noEditPoints="1" noAdjustHandles="1" noChangeArrowheads="1" noChangeShapeType="1"/>
          </p:cNvSpPr>
          <p:nvPr>
            <p:ph type="pic" sz="quarter" idx="94" hasCustomPrompt="1"/>
          </p:nvPr>
        </p:nvSpPr>
        <p:spPr>
          <a:xfrm>
            <a:off x="20738592"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2" name="Logo 11">
            <a:extLst>
              <a:ext uri="{FF2B5EF4-FFF2-40B4-BE49-F238E27FC236}">
                <a16:creationId xmlns:a16="http://schemas.microsoft.com/office/drawing/2014/main" id="{FA1FC1CD-8FAF-1F42-B5AF-736737028373}"/>
              </a:ext>
            </a:extLst>
          </p:cNvPr>
          <p:cNvSpPr>
            <a:spLocks noGrp="1" noRot="1" noMove="1" noResize="1" noEditPoints="1" noAdjustHandles="1" noChangeArrowheads="1" noChangeShapeType="1"/>
          </p:cNvSpPr>
          <p:nvPr>
            <p:ph type="pic" sz="quarter" idx="95" hasCustomPrompt="1"/>
          </p:nvPr>
        </p:nvSpPr>
        <p:spPr>
          <a:xfrm>
            <a:off x="18781776"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8" name="Logo 10">
            <a:extLst>
              <a:ext uri="{FF2B5EF4-FFF2-40B4-BE49-F238E27FC236}">
                <a16:creationId xmlns:a16="http://schemas.microsoft.com/office/drawing/2014/main" id="{E5765C17-3BB0-F643-9A16-1F07226F1E9A}"/>
              </a:ext>
            </a:extLst>
          </p:cNvPr>
          <p:cNvSpPr>
            <a:spLocks noGrp="1" noRot="1" noMove="1" noResize="1" noEditPoints="1" noAdjustHandles="1" noChangeArrowheads="1" noChangeShapeType="1"/>
          </p:cNvSpPr>
          <p:nvPr>
            <p:ph type="pic" sz="quarter" idx="91" hasCustomPrompt="1"/>
          </p:nvPr>
        </p:nvSpPr>
        <p:spPr>
          <a:xfrm>
            <a:off x="16824960"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7" name="Logo 9">
            <a:extLst>
              <a:ext uri="{FF2B5EF4-FFF2-40B4-BE49-F238E27FC236}">
                <a16:creationId xmlns:a16="http://schemas.microsoft.com/office/drawing/2014/main" id="{C9F38A16-7B94-D546-956A-FCD6554974E0}"/>
              </a:ext>
            </a:extLst>
          </p:cNvPr>
          <p:cNvSpPr>
            <a:spLocks noGrp="1" noRot="1" noMove="1" noResize="1" noEditPoints="1" noAdjustHandles="1" noChangeArrowheads="1" noChangeShapeType="1"/>
          </p:cNvSpPr>
          <p:nvPr>
            <p:ph type="pic" sz="quarter" idx="90" hasCustomPrompt="1"/>
          </p:nvPr>
        </p:nvSpPr>
        <p:spPr>
          <a:xfrm>
            <a:off x="14868144"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9" name="Logo 8">
            <a:extLst>
              <a:ext uri="{FF2B5EF4-FFF2-40B4-BE49-F238E27FC236}">
                <a16:creationId xmlns:a16="http://schemas.microsoft.com/office/drawing/2014/main" id="{2247F788-44F3-9443-A099-7C3A25053492}"/>
              </a:ext>
            </a:extLst>
          </p:cNvPr>
          <p:cNvSpPr>
            <a:spLocks noGrp="1" noRot="1" noMove="1" noResize="1" noEditPoints="1" noAdjustHandles="1" noChangeArrowheads="1" noChangeShapeType="1"/>
          </p:cNvSpPr>
          <p:nvPr>
            <p:ph type="pic" sz="quarter" idx="92" hasCustomPrompt="1"/>
          </p:nvPr>
        </p:nvSpPr>
        <p:spPr>
          <a:xfrm>
            <a:off x="12911328"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0" name="Logo 7">
            <a:extLst>
              <a:ext uri="{FF2B5EF4-FFF2-40B4-BE49-F238E27FC236}">
                <a16:creationId xmlns:a16="http://schemas.microsoft.com/office/drawing/2014/main" id="{86FF229B-B2D4-BA4F-821A-87E08A737F07}"/>
              </a:ext>
            </a:extLst>
          </p:cNvPr>
          <p:cNvSpPr>
            <a:spLocks noGrp="1" noRot="1" noChangeAspect="1" noMove="1" noResize="1" noEditPoints="1" noAdjustHandles="1" noChangeArrowheads="1" noChangeShapeType="1"/>
          </p:cNvSpPr>
          <p:nvPr>
            <p:ph type="pic" sz="quarter" idx="93" hasCustomPrompt="1"/>
          </p:nvPr>
        </p:nvSpPr>
        <p:spPr>
          <a:xfrm>
            <a:off x="10954512"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93" name="Logo 6">
            <a:extLst>
              <a:ext uri="{FF2B5EF4-FFF2-40B4-BE49-F238E27FC236}">
                <a16:creationId xmlns:a16="http://schemas.microsoft.com/office/drawing/2014/main" id="{77BBD705-D6ED-4A4B-9158-2301211CA9F3}"/>
              </a:ext>
            </a:extLst>
          </p:cNvPr>
          <p:cNvSpPr>
            <a:spLocks noGrp="1" noRot="1" noMove="1" noResize="1" noEditPoints="1" noAdjustHandles="1" noChangeArrowheads="1" noChangeShapeType="1"/>
          </p:cNvSpPr>
          <p:nvPr>
            <p:ph type="pic" sz="quarter" idx="68" hasCustomPrompt="1"/>
          </p:nvPr>
        </p:nvSpPr>
        <p:spPr>
          <a:xfrm>
            <a:off x="20738592"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91" name="Logo 5">
            <a:extLst>
              <a:ext uri="{FF2B5EF4-FFF2-40B4-BE49-F238E27FC236}">
                <a16:creationId xmlns:a16="http://schemas.microsoft.com/office/drawing/2014/main" id="{B1AFEDBF-4AF3-4D44-A638-F894CF5D9E34}"/>
              </a:ext>
            </a:extLst>
          </p:cNvPr>
          <p:cNvSpPr>
            <a:spLocks noGrp="1" noRot="1" noMove="1" noResize="1" noEditPoints="1" noAdjustHandles="1" noChangeArrowheads="1" noChangeShapeType="1"/>
          </p:cNvSpPr>
          <p:nvPr userDrawn="1">
            <p:ph type="pic" sz="quarter" idx="89" hasCustomPrompt="1"/>
          </p:nvPr>
        </p:nvSpPr>
        <p:spPr>
          <a:xfrm>
            <a:off x="18781776"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noRot="1" noMove="1" noResize="1" noEditPoints="1" noAdjustHandles="1" noChangeArrowheads="1" noChangeShapeType="1"/>
          </p:cNvSpPr>
          <p:nvPr>
            <p:ph type="pic" sz="quarter" idx="65" hasCustomPrompt="1"/>
          </p:nvPr>
        </p:nvSpPr>
        <p:spPr>
          <a:xfrm>
            <a:off x="16824960"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noRot="1" noMove="1" noResize="1" noEditPoints="1" noAdjustHandles="1" noChangeArrowheads="1" noChangeShapeType="1"/>
          </p:cNvSpPr>
          <p:nvPr>
            <p:ph type="pic" sz="quarter" idx="64" hasCustomPrompt="1"/>
          </p:nvPr>
        </p:nvSpPr>
        <p:spPr>
          <a:xfrm>
            <a:off x="14868144"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noRot="1" noMove="1" noResize="1" noEditPoints="1" noAdjustHandles="1" noChangeArrowheads="1" noChangeShapeType="1"/>
          </p:cNvSpPr>
          <p:nvPr>
            <p:ph type="pic" sz="quarter" idx="66" hasCustomPrompt="1"/>
          </p:nvPr>
        </p:nvSpPr>
        <p:spPr>
          <a:xfrm>
            <a:off x="12911328"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Rot="1" noChangeAspect="1" noMove="1" noResize="1" noEditPoints="1" noAdjustHandles="1" noChangeArrowheads="1" noChangeShapeType="1"/>
          </p:cNvSpPr>
          <p:nvPr>
            <p:ph type="pic" sz="quarter" idx="67" hasCustomPrompt="1"/>
          </p:nvPr>
        </p:nvSpPr>
        <p:spPr>
          <a:xfrm>
            <a:off x="10954512"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graphicFrame>
        <p:nvGraphicFramePr>
          <p:cNvPr id="114" name="Table Grid">
            <a:extLst>
              <a:ext uri="{FF2B5EF4-FFF2-40B4-BE49-F238E27FC236}">
                <a16:creationId xmlns:a16="http://schemas.microsoft.com/office/drawing/2014/main" id="{6F4AA393-5C76-4570-B2AB-097E4D70E7F4}"/>
              </a:ext>
            </a:extLst>
          </p:cNvPr>
          <p:cNvGraphicFramePr>
            <a:graphicFrameLocks noGrp="1" noDrilldown="1" noMove="1" noResize="1"/>
          </p:cNvGraphicFramePr>
          <p:nvPr userDrawn="1">
            <p:extLst>
              <p:ext uri="{D42A27DB-BD31-4B8C-83A1-F6EECF244321}">
                <p14:modId xmlns:p14="http://schemas.microsoft.com/office/powerpoint/2010/main" val="1974178221"/>
              </p:ext>
            </p:extLst>
          </p:nvPr>
        </p:nvGraphicFramePr>
        <p:xfrm>
          <a:off x="10781372" y="1490472"/>
          <a:ext cx="11411712" cy="9966960"/>
        </p:xfrm>
        <a:graphic>
          <a:graphicData uri="http://schemas.openxmlformats.org/drawingml/2006/table">
            <a:tbl>
              <a:tblPr firstRow="1" bandRow="1">
                <a:tableStyleId>{5C22544A-7EE6-4342-B048-85BDC9FD1C3A}</a:tableStyleId>
              </a:tblPr>
              <a:tblGrid>
                <a:gridCol w="173736">
                  <a:extLst>
                    <a:ext uri="{9D8B030D-6E8A-4147-A177-3AD203B41FA5}">
                      <a16:colId xmlns:a16="http://schemas.microsoft.com/office/drawing/2014/main" val="2799599681"/>
                    </a:ext>
                  </a:extLst>
                </a:gridCol>
                <a:gridCol w="1618488">
                  <a:extLst>
                    <a:ext uri="{9D8B030D-6E8A-4147-A177-3AD203B41FA5}">
                      <a16:colId xmlns:a16="http://schemas.microsoft.com/office/drawing/2014/main" val="1246895404"/>
                    </a:ext>
                  </a:extLst>
                </a:gridCol>
                <a:gridCol w="1956816">
                  <a:extLst>
                    <a:ext uri="{9D8B030D-6E8A-4147-A177-3AD203B41FA5}">
                      <a16:colId xmlns:a16="http://schemas.microsoft.com/office/drawing/2014/main" val="4080972086"/>
                    </a:ext>
                  </a:extLst>
                </a:gridCol>
                <a:gridCol w="1956816">
                  <a:extLst>
                    <a:ext uri="{9D8B030D-6E8A-4147-A177-3AD203B41FA5}">
                      <a16:colId xmlns:a16="http://schemas.microsoft.com/office/drawing/2014/main" val="2655003483"/>
                    </a:ext>
                  </a:extLst>
                </a:gridCol>
                <a:gridCol w="1956816">
                  <a:extLst>
                    <a:ext uri="{9D8B030D-6E8A-4147-A177-3AD203B41FA5}">
                      <a16:colId xmlns:a16="http://schemas.microsoft.com/office/drawing/2014/main" val="3789383639"/>
                    </a:ext>
                  </a:extLst>
                </a:gridCol>
                <a:gridCol w="1956816">
                  <a:extLst>
                    <a:ext uri="{9D8B030D-6E8A-4147-A177-3AD203B41FA5}">
                      <a16:colId xmlns:a16="http://schemas.microsoft.com/office/drawing/2014/main" val="220106149"/>
                    </a:ext>
                  </a:extLst>
                </a:gridCol>
                <a:gridCol w="1618488">
                  <a:extLst>
                    <a:ext uri="{9D8B030D-6E8A-4147-A177-3AD203B41FA5}">
                      <a16:colId xmlns:a16="http://schemas.microsoft.com/office/drawing/2014/main" val="646839733"/>
                    </a:ext>
                  </a:extLst>
                </a:gridCol>
                <a:gridCol w="173736">
                  <a:extLst>
                    <a:ext uri="{9D8B030D-6E8A-4147-A177-3AD203B41FA5}">
                      <a16:colId xmlns:a16="http://schemas.microsoft.com/office/drawing/2014/main" val="1617671806"/>
                    </a:ext>
                  </a:extLst>
                </a:gridCol>
              </a:tblGrid>
              <a:tr h="15087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818968"/>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4624100"/>
                  </a:ext>
                </a:extLst>
              </a:tr>
              <a:tr h="15087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62" name="Summary">
            <a:extLst>
              <a:ext uri="{FF2B5EF4-FFF2-40B4-BE49-F238E27FC236}">
                <a16:creationId xmlns:a16="http://schemas.microsoft.com/office/drawing/2014/main" id="{23889D11-F35F-4EB7-AABE-8E237FE12153}"/>
              </a:ext>
            </a:extLst>
          </p:cNvPr>
          <p:cNvSpPr>
            <a:spLocks noGrp="1" noRot="1" noMove="1" noResize="1" noEditPoints="1" noAdjustHandles="1" noChangeArrowheads="1" noChangeShapeType="1"/>
          </p:cNvSpPr>
          <p:nvPr userDrawn="1">
            <p:ph type="body" sz="quarter" idx="60" hasCustomPrompt="1"/>
          </p:nvPr>
        </p:nvSpPr>
        <p:spPr>
          <a:xfrm>
            <a:off x="1815733" y="8968942"/>
            <a:ext cx="7490063" cy="2578608"/>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80" name="Title">
            <a:extLst>
              <a:ext uri="{FF2B5EF4-FFF2-40B4-BE49-F238E27FC236}">
                <a16:creationId xmlns:a16="http://schemas.microsoft.com/office/drawing/2014/main" id="{8B9AE492-9C11-4741-BC03-29AD5F33EC3A}"/>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63" name="Subtitle">
            <a:extLst>
              <a:ext uri="{FF2B5EF4-FFF2-40B4-BE49-F238E27FC236}">
                <a16:creationId xmlns:a16="http://schemas.microsoft.com/office/drawing/2014/main" id="{92EB8B40-464C-4EDD-BABB-5D3CC826C60D}"/>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57" name="Section">
            <a:extLst>
              <a:ext uri="{FF2B5EF4-FFF2-40B4-BE49-F238E27FC236}">
                <a16:creationId xmlns:a16="http://schemas.microsoft.com/office/drawing/2014/main" id="{A4A54137-431B-4FC7-8E36-155E8EA9082F}"/>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48" name="Anglepoint Logo">
            <a:hlinkClick r:id="rId2" action="ppaction://hlinksldjump"/>
            <a:extLst>
              <a:ext uri="{FF2B5EF4-FFF2-40B4-BE49-F238E27FC236}">
                <a16:creationId xmlns:a16="http://schemas.microsoft.com/office/drawing/2014/main" id="{68C5BB45-53EA-46F2-8FF2-DF4A339BFB8C}"/>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87968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 Short Name - A">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2" name="Rectangle Separator">
            <a:extLst>
              <a:ext uri="{FF2B5EF4-FFF2-40B4-BE49-F238E27FC236}">
                <a16:creationId xmlns:a16="http://schemas.microsoft.com/office/drawing/2014/main" id="{073100E6-EAE8-40A8-892C-F49D79E8DD39}"/>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3882507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 Short Name - B">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61D90533-AD9F-45CD-98BB-E8B5FEA8B72D}"/>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7693045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 Short Name - C">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D5BB11A5-F5D6-44A6-ACEA-0EC92182742C}"/>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6298817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 Short Name - D">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AE9D4D81-93A6-403B-8E10-8FD8E5041F82}"/>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0166902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 Short Name - E">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39CAE57B-E348-417A-B7BA-7721619202F9}"/>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0515868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 Short Name - F">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EBFF5440-94F7-4579-96C0-93AE16ABC933}"/>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282725664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Right Side Bar Layout">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B6B012EB-7D1A-8B85-CE7A-F645EE1AFA13}"/>
              </a:ext>
            </a:extLst>
          </p:cNvPr>
          <p:cNvSpPr>
            <a:spLocks noGrp="1" noRot="1" noMove="1" noResize="1" noEditPoints="1" noAdjustHandles="1" noChangeArrowheads="1" noChangeShapeType="1"/>
          </p:cNvSpPr>
          <p:nvPr>
            <p:ph type="ftr" sz="quarter" idx="15"/>
          </p:nvPr>
        </p:nvSpPr>
        <p:spPr>
          <a:xfrm>
            <a:off x="3175" y="13441680"/>
            <a:ext cx="24387048" cy="274320"/>
          </a:xfrm>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Date">
            <a:extLst>
              <a:ext uri="{FF2B5EF4-FFF2-40B4-BE49-F238E27FC236}">
                <a16:creationId xmlns:a16="http://schemas.microsoft.com/office/drawing/2014/main" id="{561A2104-9752-F2EB-AC92-C0C10114AE3C}"/>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June 10, 2026</a:t>
            </a:fld>
            <a:endParaRPr lang="en-US"/>
          </a:p>
        </p:txBody>
      </p:sp>
      <p:sp>
        <p:nvSpPr>
          <p:cNvPr id="5" name="Slide Number">
            <a:extLst>
              <a:ext uri="{FF2B5EF4-FFF2-40B4-BE49-F238E27FC236}">
                <a16:creationId xmlns:a16="http://schemas.microsoft.com/office/drawing/2014/main" id="{5D28513D-485F-E895-3DD6-9F24F51F8A25}"/>
              </a:ext>
            </a:extLst>
          </p:cNvPr>
          <p:cNvSpPr>
            <a:spLocks noGrp="1" noRot="1" noMove="1" noResize="1" noEditPoints="1" noAdjustHandles="1" noChangeArrowheads="1" noChangeShapeType="1"/>
          </p:cNvSpPr>
          <p:nvPr>
            <p:ph type="sldNum" sz="quarter" idx="16"/>
          </p:nvPr>
        </p:nvSpPr>
        <p:spPr>
          <a:xfrm>
            <a:off x="23244175" y="13441680"/>
            <a:ext cx="1143000" cy="274320"/>
          </a:xfrm>
        </p:spPr>
        <p:txBody>
          <a:bodyPr/>
          <a:lstStyle/>
          <a:p>
            <a:fld id="{65CC2327-6B8B-47BD-B581-B21CDA88CCFB}" type="slidenum">
              <a:rPr lang="en-US" smtClean="0"/>
              <a:pPr/>
              <a:t>‹#›</a:t>
            </a:fld>
            <a:endParaRPr lang="en-US"/>
          </a:p>
        </p:txBody>
      </p:sp>
      <p:cxnSp>
        <p:nvCxnSpPr>
          <p:cNvPr id="7" name="Line">
            <a:extLst>
              <a:ext uri="{FF2B5EF4-FFF2-40B4-BE49-F238E27FC236}">
                <a16:creationId xmlns:a16="http://schemas.microsoft.com/office/drawing/2014/main" id="{48E89EAE-8E23-38F0-8835-531A43C2D54F}"/>
              </a:ext>
            </a:extLst>
          </p:cNvPr>
          <p:cNvCxnSpPr>
            <a:cxnSpLocks/>
          </p:cNvCxnSpPr>
          <p:nvPr userDrawn="1"/>
        </p:nvCxnSpPr>
        <p:spPr>
          <a:xfrm>
            <a:off x="18234547" y="0"/>
            <a:ext cx="0" cy="13441678"/>
          </a:xfrm>
          <a:prstGeom prst="line">
            <a:avLst/>
          </a:prstGeom>
          <a:solidFill>
            <a:srgbClr val="FFFFFF"/>
          </a:solidFill>
          <a:ln w="381000" cap="flat">
            <a:solidFill>
              <a:srgbClr val="F3B521"/>
            </a:solidFill>
            <a:prstDash val="solid"/>
            <a:miter/>
          </a:ln>
        </p:spPr>
      </p:cxnSp>
      <p:sp>
        <p:nvSpPr>
          <p:cNvPr id="6" name="Rectangle">
            <a:extLst>
              <a:ext uri="{FF2B5EF4-FFF2-40B4-BE49-F238E27FC236}">
                <a16:creationId xmlns:a16="http://schemas.microsoft.com/office/drawing/2014/main" id="{BD28E9E4-B02A-088C-5498-C4C2F8AE9A13}"/>
              </a:ext>
            </a:extLst>
          </p:cNvPr>
          <p:cNvSpPr>
            <a:spLocks noGrp="1" noRot="1" noMove="1" noResize="1" noEditPoints="1" noAdjustHandles="1" noChangeArrowheads="1" noChangeShapeType="1"/>
          </p:cNvSpPr>
          <p:nvPr userDrawn="1"/>
        </p:nvSpPr>
        <p:spPr>
          <a:xfrm>
            <a:off x="18414866" y="-2"/>
            <a:ext cx="5972309" cy="13441680"/>
          </a:xfrm>
          <a:prstGeom prst="rect">
            <a:avLst/>
          </a:prstGeom>
          <a:gradFill>
            <a:gsLst>
              <a:gs pos="99000">
                <a:schemeClr val="accent1"/>
              </a:gs>
              <a:gs pos="19000">
                <a:schemeClr val="tx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sp>
        <p:nvSpPr>
          <p:cNvPr id="38" name="Title">
            <a:extLst>
              <a:ext uri="{FF2B5EF4-FFF2-40B4-BE49-F238E27FC236}">
                <a16:creationId xmlns:a16="http://schemas.microsoft.com/office/drawing/2014/main" id="{FB66B4D3-A906-3C46-832E-E158CDD464DA}"/>
              </a:ext>
            </a:extLst>
          </p:cNvPr>
          <p:cNvSpPr>
            <a:spLocks noGrp="1"/>
          </p:cNvSpPr>
          <p:nvPr>
            <p:ph type="title" hasCustomPrompt="1"/>
          </p:nvPr>
        </p:nvSpPr>
        <p:spPr>
          <a:xfrm>
            <a:off x="1354236" y="3071687"/>
            <a:ext cx="11331423" cy="1691640"/>
          </a:xfrm>
          <a:prstGeom prst="rect">
            <a:avLst/>
          </a:prstGeom>
        </p:spPr>
        <p:txBody>
          <a:bodyPr anchor="ctr" anchorCtr="0">
            <a:noAutofit/>
          </a:bodyPr>
          <a:lstStyle>
            <a:lvl1pPr marL="914400" indent="0" algn="l" defTabSz="1828708" rtl="0" eaLnBrk="1" latinLnBrk="0" hangingPunct="1">
              <a:lnSpc>
                <a:spcPct val="80000"/>
              </a:lnSpc>
              <a:spcBef>
                <a:spcPct val="0"/>
              </a:spcBef>
              <a:buNone/>
              <a:tabLst/>
              <a:defRPr lang="en-US" sz="6800" b="1" kern="1200" spc="-100" baseline="0" dirty="0">
                <a:solidFill>
                  <a:schemeClr val="tx2"/>
                </a:solidFill>
                <a:latin typeface="+mj-lt"/>
                <a:ea typeface="+mj-ea"/>
                <a:cs typeface="+mj-cs"/>
              </a:defRPr>
            </a:lvl1pPr>
          </a:lstStyle>
          <a:p>
            <a:r>
              <a:rPr lang="en-US"/>
              <a:t>Title (68 </a:t>
            </a:r>
            <a:r>
              <a:rPr lang="en-US" err="1"/>
              <a:t>pt</a:t>
            </a:r>
            <a:r>
              <a:rPr lang="en-US"/>
              <a:t> Bold)</a:t>
            </a:r>
          </a:p>
        </p:txBody>
      </p:sp>
      <p:pic>
        <p:nvPicPr>
          <p:cNvPr id="8" name="Anglepoint Logo">
            <a:hlinkClick r:id="rId2" action="ppaction://hlinksldjump"/>
            <a:extLst>
              <a:ext uri="{FF2B5EF4-FFF2-40B4-BE49-F238E27FC236}">
                <a16:creationId xmlns:a16="http://schemas.microsoft.com/office/drawing/2014/main" id="{0BCA9557-1814-EB70-BE5D-D13DA5EA872C}"/>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354236" y="1419619"/>
            <a:ext cx="3197847" cy="689355"/>
          </a:xfrm>
          <a:prstGeom prst="rect">
            <a:avLst/>
          </a:prstGeom>
        </p:spPr>
      </p:pic>
      <p:sp>
        <p:nvSpPr>
          <p:cNvPr id="12" name="Section">
            <a:extLst>
              <a:ext uri="{FF2B5EF4-FFF2-40B4-BE49-F238E27FC236}">
                <a16:creationId xmlns:a16="http://schemas.microsoft.com/office/drawing/2014/main" id="{D64E6304-32A4-77F6-8F6A-04D29A5A2FC2}"/>
              </a:ext>
            </a:extLst>
          </p:cNvPr>
          <p:cNvSpPr>
            <a:spLocks noGrp="1" noRot="1" noMove="1" noResize="1" noEditPoints="1" noAdjustHandles="1" noChangeArrowheads="1" noChangeShapeType="1"/>
          </p:cNvSpPr>
          <p:nvPr>
            <p:ph type="body" sz="quarter" idx="18"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spTree>
    <p:extLst>
      <p:ext uri="{BB962C8B-B14F-4D97-AF65-F5344CB8AC3E}">
        <p14:creationId xmlns:p14="http://schemas.microsoft.com/office/powerpoint/2010/main" val="118342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Content - No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8D138-558F-4644-8788-60F4E9788C72}"/>
              </a:ext>
            </a:extLst>
          </p:cNvPr>
          <p:cNvSpPr>
            <a:spLocks noGrp="1"/>
          </p:cNvSpPr>
          <p:nvPr>
            <p:ph type="title" hasCustomPrompt="1"/>
          </p:nvPr>
        </p:nvSpPr>
        <p:spPr>
          <a:xfrm>
            <a:off x="3" y="822963"/>
            <a:ext cx="24387429" cy="1169390"/>
          </a:xfrm>
          <a:prstGeom prst="rect">
            <a:avLst/>
          </a:prstGeom>
        </p:spPr>
        <p:txBody>
          <a:bodyPr/>
          <a:lstStyle>
            <a:lvl1pPr>
              <a:defRPr spc="-100" baseline="0">
                <a:solidFill>
                  <a:srgbClr val="002B49"/>
                </a:solidFill>
                <a:latin typeface="TT Norms Pro" panose="02000503030000020003" pitchFamily="2" charset="0"/>
              </a:defRPr>
            </a:lvl1pPr>
          </a:lstStyle>
          <a:p>
            <a:r>
              <a:rPr lang="en-US"/>
              <a:t>Add Your Slide Title Here</a:t>
            </a:r>
          </a:p>
        </p:txBody>
      </p:sp>
      <p:sp>
        <p:nvSpPr>
          <p:cNvPr id="9" name="Text Placeholder 3">
            <a:extLst>
              <a:ext uri="{FF2B5EF4-FFF2-40B4-BE49-F238E27FC236}">
                <a16:creationId xmlns:a16="http://schemas.microsoft.com/office/drawing/2014/main" id="{7BD663C1-7F33-4906-A8D2-85DD916E41E6}"/>
              </a:ext>
            </a:extLst>
          </p:cNvPr>
          <p:cNvSpPr>
            <a:spLocks noGrp="1"/>
          </p:cNvSpPr>
          <p:nvPr>
            <p:ph type="body" sz="quarter" idx="13" hasCustomPrompt="1"/>
          </p:nvPr>
        </p:nvSpPr>
        <p:spPr>
          <a:xfrm>
            <a:off x="3" y="3200402"/>
            <a:ext cx="24387429" cy="10241275"/>
          </a:xfrm>
          <a:prstGeom prst="rect">
            <a:avLst/>
          </a:prstGeom>
        </p:spPr>
        <p:txBody>
          <a:bodyPr/>
          <a:lstStyle>
            <a:lvl1pPr marL="1376364" indent="-455614">
              <a:spcBef>
                <a:spcPts val="2000"/>
              </a:spcBef>
              <a:spcAft>
                <a:spcPts val="600"/>
              </a:spcAft>
              <a:defRPr sz="4000" b="0" i="0" spc="-50" baseline="0">
                <a:solidFill>
                  <a:schemeClr val="tx1"/>
                </a:solidFill>
                <a:latin typeface="TT Norms Pro" panose="02000503030000020003" pitchFamily="2" charset="0"/>
              </a:defRPr>
            </a:lvl1pPr>
            <a:lvl2pPr marL="1828800" indent="-455614">
              <a:spcAft>
                <a:spcPts val="600"/>
              </a:spcAft>
              <a:defRPr sz="3600" b="0" i="0" spc="-40" baseline="0">
                <a:solidFill>
                  <a:schemeClr val="tx1"/>
                </a:solidFill>
                <a:latin typeface="TT Norms Pro" panose="02000503030000020003" pitchFamily="2" charset="0"/>
              </a:defRPr>
            </a:lvl2pPr>
            <a:lvl3pPr marL="2290764" indent="-455614">
              <a:spcAft>
                <a:spcPts val="600"/>
              </a:spcAft>
              <a:defRPr sz="2800" b="0" i="0" spc="-30" baseline="0">
                <a:solidFill>
                  <a:schemeClr val="tx1"/>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Add your primary bullet content here</a:t>
            </a:r>
          </a:p>
          <a:p>
            <a:pPr lvl="1"/>
            <a:r>
              <a:rPr lang="en-US"/>
              <a:t>Second level (optional)</a:t>
            </a:r>
          </a:p>
          <a:p>
            <a:pPr lvl="2"/>
            <a:r>
              <a:rPr lang="en-US"/>
              <a:t>Third level (optional)</a:t>
            </a:r>
          </a:p>
        </p:txBody>
      </p:sp>
      <p:sp>
        <p:nvSpPr>
          <p:cNvPr id="13" name="Text Placeholder 13">
            <a:extLst>
              <a:ext uri="{FF2B5EF4-FFF2-40B4-BE49-F238E27FC236}">
                <a16:creationId xmlns:a16="http://schemas.microsoft.com/office/drawing/2014/main" id="{1F6910E2-9540-45C3-9B39-B3BC4814ED2F}"/>
              </a:ext>
            </a:extLst>
          </p:cNvPr>
          <p:cNvSpPr>
            <a:spLocks noGrp="1"/>
          </p:cNvSpPr>
          <p:nvPr>
            <p:ph type="body" sz="quarter" idx="14" hasCustomPrompt="1"/>
          </p:nvPr>
        </p:nvSpPr>
        <p:spPr>
          <a:xfrm>
            <a:off x="3" y="2011680"/>
            <a:ext cx="24387429" cy="484188"/>
          </a:xfrm>
          <a:prstGeom prst="rect">
            <a:avLst/>
          </a:prstGeom>
        </p:spPr>
        <p:txBody>
          <a:bodyPr/>
          <a:lstStyle>
            <a:lvl1pPr marL="914400" indent="0">
              <a:spcBef>
                <a:spcPts val="0"/>
              </a:spcBef>
              <a:buNone/>
              <a:defRPr sz="3400" b="0" i="1" spc="-50" baseline="0">
                <a:solidFill>
                  <a:schemeClr val="accent1"/>
                </a:solidFill>
                <a:latin typeface="TT Norms Pro" panose="02000503030000020003" pitchFamily="2" charset="0"/>
              </a:defRPr>
            </a:lvl1pPr>
          </a:lstStyle>
          <a:p>
            <a:pPr lvl="0"/>
            <a:r>
              <a:rPr lang="en-US"/>
              <a:t>Add your subtitle here (optional)</a:t>
            </a:r>
          </a:p>
        </p:txBody>
      </p:sp>
      <p:sp>
        <p:nvSpPr>
          <p:cNvPr id="23" name="Text Placeholder 22">
            <a:extLst>
              <a:ext uri="{FF2B5EF4-FFF2-40B4-BE49-F238E27FC236}">
                <a16:creationId xmlns:a16="http://schemas.microsoft.com/office/drawing/2014/main" id="{0307C304-B66F-5046-8E8B-775653AFA4A4}"/>
              </a:ext>
            </a:extLst>
          </p:cNvPr>
          <p:cNvSpPr>
            <a:spLocks noGrp="1"/>
          </p:cNvSpPr>
          <p:nvPr>
            <p:ph type="body" sz="quarter" idx="12" hasCustomPrompt="1"/>
          </p:nvPr>
        </p:nvSpPr>
        <p:spPr>
          <a:xfrm>
            <a:off x="1" y="13647"/>
            <a:ext cx="21930609" cy="624709"/>
          </a:xfrm>
          <a:prstGeom prst="rect">
            <a:avLst/>
          </a:prstGeom>
        </p:spPr>
        <p:txBody>
          <a:bodyPr bIns="0" anchor="b" anchorCtr="0"/>
          <a:lstStyle>
            <a:lvl1pPr marL="457200" indent="479425" algn="r">
              <a:lnSpc>
                <a:spcPct val="90000"/>
              </a:lnSpc>
              <a:spcBef>
                <a:spcPts val="0"/>
              </a:spcBef>
              <a:buNone/>
              <a:tabLst/>
              <a:defRPr sz="1800" b="0" i="0" cap="all" spc="100" baseline="0">
                <a:solidFill>
                  <a:schemeClr val="accent1"/>
                </a:solidFill>
                <a:latin typeface="TT Norms Pro" panose="02000503030000020003" pitchFamily="2" charset="0"/>
              </a:defRPr>
            </a:lvl1pPr>
          </a:lstStyle>
          <a:p>
            <a:pPr lvl="0"/>
            <a:r>
              <a:rPr lang="en-US"/>
              <a:t>ADD YOUR PRE-HEADER HERE (OPTIONAL)</a:t>
            </a:r>
          </a:p>
        </p:txBody>
      </p:sp>
      <p:grpSp>
        <p:nvGrpSpPr>
          <p:cNvPr id="8" name="Graphic 6">
            <a:extLst>
              <a:ext uri="{FF2B5EF4-FFF2-40B4-BE49-F238E27FC236}">
                <a16:creationId xmlns:a16="http://schemas.microsoft.com/office/drawing/2014/main" id="{AE22C4A9-0220-2942-96D2-C715381DCD2F}"/>
              </a:ext>
            </a:extLst>
          </p:cNvPr>
          <p:cNvGrpSpPr/>
          <p:nvPr userDrawn="1"/>
        </p:nvGrpSpPr>
        <p:grpSpPr>
          <a:xfrm>
            <a:off x="22565903" y="279978"/>
            <a:ext cx="1487736" cy="333180"/>
            <a:chOff x="11266487" y="6648450"/>
            <a:chExt cx="1850015" cy="414313"/>
          </a:xfrm>
        </p:grpSpPr>
        <p:sp>
          <p:nvSpPr>
            <p:cNvPr id="10" name="Freeform 9">
              <a:extLst>
                <a:ext uri="{FF2B5EF4-FFF2-40B4-BE49-F238E27FC236}">
                  <a16:creationId xmlns:a16="http://schemas.microsoft.com/office/drawing/2014/main" id="{876CD583-3D7C-6249-A729-9DA5EEB26635}"/>
                </a:ext>
              </a:extLst>
            </p:cNvPr>
            <p:cNvSpPr/>
            <p:nvPr/>
          </p:nvSpPr>
          <p:spPr>
            <a:xfrm>
              <a:off x="11266487" y="6777228"/>
              <a:ext cx="103454" cy="103632"/>
            </a:xfrm>
            <a:custGeom>
              <a:avLst/>
              <a:gdLst>
                <a:gd name="connsiteX0" fmla="*/ 103455 w 103454"/>
                <a:gd name="connsiteY0" fmla="*/ 51816 h 103632"/>
                <a:gd name="connsiteX1" fmla="*/ 51727 w 103454"/>
                <a:gd name="connsiteY1" fmla="*/ 103632 h 103632"/>
                <a:gd name="connsiteX2" fmla="*/ 0 w 103454"/>
                <a:gd name="connsiteY2" fmla="*/ 51816 h 103632"/>
                <a:gd name="connsiteX3" fmla="*/ 51727 w 103454"/>
                <a:gd name="connsiteY3" fmla="*/ 0 h 103632"/>
                <a:gd name="connsiteX4" fmla="*/ 103455 w 103454"/>
                <a:gd name="connsiteY4" fmla="*/ 51816 h 103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54" h="103632">
                  <a:moveTo>
                    <a:pt x="103455" y="51816"/>
                  </a:moveTo>
                  <a:cubicBezTo>
                    <a:pt x="103455" y="80433"/>
                    <a:pt x="80296" y="103632"/>
                    <a:pt x="51727" y="103632"/>
                  </a:cubicBezTo>
                  <a:cubicBezTo>
                    <a:pt x="23159" y="103632"/>
                    <a:pt x="0" y="80433"/>
                    <a:pt x="0" y="51816"/>
                  </a:cubicBezTo>
                  <a:cubicBezTo>
                    <a:pt x="0" y="23199"/>
                    <a:pt x="23159" y="0"/>
                    <a:pt x="51727" y="0"/>
                  </a:cubicBezTo>
                  <a:cubicBezTo>
                    <a:pt x="80296" y="0"/>
                    <a:pt x="103455" y="23199"/>
                    <a:pt x="103455" y="51816"/>
                  </a:cubicBezTo>
                  <a:close/>
                </a:path>
              </a:pathLst>
            </a:custGeom>
            <a:solidFill>
              <a:schemeClr val="accent2"/>
            </a:solidFill>
            <a:ln w="9476" cap="flat">
              <a:noFill/>
              <a:prstDash val="solid"/>
              <a:miter/>
            </a:ln>
          </p:spPr>
          <p:txBody>
            <a:bodyPr rtlCol="0" anchor="ctr"/>
            <a:lstStyle/>
            <a:p>
              <a:endParaRPr lang="en-US" b="0" i="0">
                <a:latin typeface="TT Norms Pro" panose="02000503030000020003" pitchFamily="2" charset="0"/>
              </a:endParaRPr>
            </a:p>
          </p:txBody>
        </p:sp>
        <p:grpSp>
          <p:nvGrpSpPr>
            <p:cNvPr id="11" name="Graphic 6">
              <a:extLst>
                <a:ext uri="{FF2B5EF4-FFF2-40B4-BE49-F238E27FC236}">
                  <a16:creationId xmlns:a16="http://schemas.microsoft.com/office/drawing/2014/main" id="{C3F9B857-0845-8243-9F4B-783B746397C1}"/>
                </a:ext>
              </a:extLst>
            </p:cNvPr>
            <p:cNvGrpSpPr/>
            <p:nvPr/>
          </p:nvGrpSpPr>
          <p:grpSpPr>
            <a:xfrm>
              <a:off x="11290163" y="6648450"/>
              <a:ext cx="385198" cy="414313"/>
              <a:chOff x="11290163" y="6648450"/>
              <a:chExt cx="385198" cy="414313"/>
            </a:xfrm>
            <a:solidFill>
              <a:srgbClr val="FFC629"/>
            </a:solidFill>
          </p:grpSpPr>
          <p:sp>
            <p:nvSpPr>
              <p:cNvPr id="28" name="Freeform 27">
                <a:extLst>
                  <a:ext uri="{FF2B5EF4-FFF2-40B4-BE49-F238E27FC236}">
                    <a16:creationId xmlns:a16="http://schemas.microsoft.com/office/drawing/2014/main" id="{AC79619C-8670-7549-97F1-E11CF5E05953}"/>
                  </a:ext>
                </a:extLst>
              </p:cNvPr>
              <p:cNvSpPr/>
              <p:nvPr/>
            </p:nvSpPr>
            <p:spPr>
              <a:xfrm>
                <a:off x="11290163" y="6648450"/>
                <a:ext cx="385198" cy="414313"/>
              </a:xfrm>
              <a:custGeom>
                <a:avLst/>
                <a:gdLst>
                  <a:gd name="connsiteX0" fmla="*/ 339937 w 385198"/>
                  <a:gd name="connsiteY0" fmla="*/ 53150 h 414313"/>
                  <a:gd name="connsiteX1" fmla="*/ 344025 w 385198"/>
                  <a:gd name="connsiteY1" fmla="*/ 64770 h 414313"/>
                  <a:gd name="connsiteX2" fmla="*/ 385198 w 385198"/>
                  <a:gd name="connsiteY2" fmla="*/ 0 h 414313"/>
                  <a:gd name="connsiteX3" fmla="*/ 316165 w 385198"/>
                  <a:gd name="connsiteY3" fmla="*/ 36767 h 414313"/>
                  <a:gd name="connsiteX4" fmla="*/ 327005 w 385198"/>
                  <a:gd name="connsiteY4" fmla="*/ 40862 h 414313"/>
                  <a:gd name="connsiteX5" fmla="*/ 361997 w 385198"/>
                  <a:gd name="connsiteY5" fmla="*/ 21146 h 414313"/>
                  <a:gd name="connsiteX6" fmla="*/ 0 w 385198"/>
                  <a:gd name="connsiteY6" fmla="*/ 309753 h 414313"/>
                  <a:gd name="connsiteX7" fmla="*/ 272762 w 385198"/>
                  <a:gd name="connsiteY7" fmla="*/ 389501 h 414313"/>
                  <a:gd name="connsiteX8" fmla="*/ 272805 w 385198"/>
                  <a:gd name="connsiteY8" fmla="*/ 389477 h 414313"/>
                  <a:gd name="connsiteX9" fmla="*/ 272805 w 385198"/>
                  <a:gd name="connsiteY9" fmla="*/ 389477 h 414313"/>
                  <a:gd name="connsiteX10" fmla="*/ 352813 w 385198"/>
                  <a:gd name="connsiteY10" fmla="*/ 116505 h 414313"/>
                  <a:gd name="connsiteX11" fmla="*/ 320349 w 385198"/>
                  <a:gd name="connsiteY11" fmla="*/ 72485 h 414313"/>
                  <a:gd name="connsiteX12" fmla="*/ 331759 w 385198"/>
                  <a:gd name="connsiteY12" fmla="*/ 310801 h 414313"/>
                  <a:gd name="connsiteX13" fmla="*/ 221961 w 385198"/>
                  <a:gd name="connsiteY13" fmla="*/ 361797 h 414313"/>
                  <a:gd name="connsiteX14" fmla="*/ 165832 w 385198"/>
                  <a:gd name="connsiteY14" fmla="*/ 282226 h 414313"/>
                  <a:gd name="connsiteX15" fmla="*/ 284976 w 385198"/>
                  <a:gd name="connsiteY15" fmla="*/ 106966 h 414313"/>
                  <a:gd name="connsiteX16" fmla="*/ 331759 w 385198"/>
                  <a:gd name="connsiteY16" fmla="*/ 310420 h 41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5198" h="414313">
                    <a:moveTo>
                      <a:pt x="339937" y="53150"/>
                    </a:moveTo>
                    <a:lnTo>
                      <a:pt x="344025" y="64770"/>
                    </a:lnTo>
                    <a:lnTo>
                      <a:pt x="385198" y="0"/>
                    </a:lnTo>
                    <a:lnTo>
                      <a:pt x="316165" y="36767"/>
                    </a:lnTo>
                    <a:lnTo>
                      <a:pt x="327005" y="40862"/>
                    </a:lnTo>
                    <a:lnTo>
                      <a:pt x="361997" y="21146"/>
                    </a:lnTo>
                    <a:lnTo>
                      <a:pt x="0" y="309753"/>
                    </a:lnTo>
                    <a:cubicBezTo>
                      <a:pt x="53337" y="407225"/>
                      <a:pt x="175457" y="442929"/>
                      <a:pt x="272762" y="389501"/>
                    </a:cubicBezTo>
                    <a:cubicBezTo>
                      <a:pt x="272776" y="389493"/>
                      <a:pt x="272791" y="389485"/>
                      <a:pt x="272805" y="389477"/>
                    </a:cubicBezTo>
                    <a:lnTo>
                      <a:pt x="272805" y="389477"/>
                    </a:lnTo>
                    <a:cubicBezTo>
                      <a:pt x="370149" y="336230"/>
                      <a:pt x="405970" y="214016"/>
                      <a:pt x="352813" y="116505"/>
                    </a:cubicBezTo>
                    <a:cubicBezTo>
                      <a:pt x="344044" y="100419"/>
                      <a:pt x="333122" y="85609"/>
                      <a:pt x="320349" y="72485"/>
                    </a:cubicBezTo>
                    <a:close/>
                    <a:moveTo>
                      <a:pt x="331759" y="310801"/>
                    </a:moveTo>
                    <a:cubicBezTo>
                      <a:pt x="315497" y="355255"/>
                      <a:pt x="266339" y="378087"/>
                      <a:pt x="221961" y="361797"/>
                    </a:cubicBezTo>
                    <a:cubicBezTo>
                      <a:pt x="188560" y="349537"/>
                      <a:pt x="166214" y="317857"/>
                      <a:pt x="165832" y="282226"/>
                    </a:cubicBezTo>
                    <a:cubicBezTo>
                      <a:pt x="165832" y="234601"/>
                      <a:pt x="198637" y="182023"/>
                      <a:pt x="284976" y="106966"/>
                    </a:cubicBezTo>
                    <a:cubicBezTo>
                      <a:pt x="284976" y="106966"/>
                      <a:pt x="372361" y="188690"/>
                      <a:pt x="331759" y="310420"/>
                    </a:cubicBezTo>
                    <a:close/>
                  </a:path>
                </a:pathLst>
              </a:custGeom>
              <a:solidFill>
                <a:schemeClr val="accent2"/>
              </a:solidFill>
              <a:ln w="9476" cap="flat">
                <a:noFill/>
                <a:prstDash val="solid"/>
                <a:miter/>
              </a:ln>
            </p:spPr>
            <p:txBody>
              <a:bodyPr rtlCol="0" anchor="ctr"/>
              <a:lstStyle/>
              <a:p>
                <a:endParaRPr lang="en-US" b="0" i="0">
                  <a:latin typeface="TT Norms Pro" panose="02000503030000020003" pitchFamily="2" charset="0"/>
                </a:endParaRPr>
              </a:p>
            </p:txBody>
          </p:sp>
          <p:sp>
            <p:nvSpPr>
              <p:cNvPr id="29" name="Freeform 28">
                <a:extLst>
                  <a:ext uri="{FF2B5EF4-FFF2-40B4-BE49-F238E27FC236}">
                    <a16:creationId xmlns:a16="http://schemas.microsoft.com/office/drawing/2014/main" id="{47BCE77F-F1F5-DA4A-ADBC-96CCBED9AF7A}"/>
                  </a:ext>
                </a:extLst>
              </p:cNvPr>
              <p:cNvSpPr/>
              <p:nvPr/>
            </p:nvSpPr>
            <p:spPr>
              <a:xfrm>
                <a:off x="11307374" y="6659977"/>
                <a:ext cx="284595" cy="76959"/>
              </a:xfrm>
              <a:custGeom>
                <a:avLst/>
                <a:gdLst>
                  <a:gd name="connsiteX0" fmla="*/ 241236 w 284595"/>
                  <a:gd name="connsiteY0" fmla="*/ 72483 h 76959"/>
                  <a:gd name="connsiteX1" fmla="*/ 284596 w 284595"/>
                  <a:gd name="connsiteY1" fmla="*/ 45051 h 76959"/>
                  <a:gd name="connsiteX2" fmla="*/ 2187 w 284595"/>
                  <a:gd name="connsiteY2" fmla="*/ 74197 h 76959"/>
                  <a:gd name="connsiteX3" fmla="*/ 2187 w 284595"/>
                  <a:gd name="connsiteY3" fmla="*/ 74197 h 76959"/>
                  <a:gd name="connsiteX4" fmla="*/ 0 w 284595"/>
                  <a:gd name="connsiteY4" fmla="*/ 76960 h 76959"/>
                  <a:gd name="connsiteX5" fmla="*/ 241236 w 284595"/>
                  <a:gd name="connsiteY5" fmla="*/ 72483 h 76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595" h="76959">
                    <a:moveTo>
                      <a:pt x="241236" y="72483"/>
                    </a:moveTo>
                    <a:lnTo>
                      <a:pt x="284596" y="45051"/>
                    </a:lnTo>
                    <a:cubicBezTo>
                      <a:pt x="198563" y="-24977"/>
                      <a:pt x="72158" y="-11931"/>
                      <a:pt x="2187" y="74197"/>
                    </a:cubicBezTo>
                    <a:lnTo>
                      <a:pt x="2187" y="74197"/>
                    </a:lnTo>
                    <a:cubicBezTo>
                      <a:pt x="1426" y="75150"/>
                      <a:pt x="666" y="76007"/>
                      <a:pt x="0" y="76960"/>
                    </a:cubicBezTo>
                    <a:cubicBezTo>
                      <a:pt x="70445" y="21822"/>
                      <a:pt x="168801" y="19997"/>
                      <a:pt x="241236" y="72483"/>
                    </a:cubicBezTo>
                    <a:close/>
                  </a:path>
                </a:pathLst>
              </a:custGeom>
              <a:solidFill>
                <a:schemeClr val="accent2"/>
              </a:solidFill>
              <a:ln w="9476" cap="flat">
                <a:noFill/>
                <a:prstDash val="solid"/>
                <a:miter/>
              </a:ln>
            </p:spPr>
            <p:txBody>
              <a:bodyPr rtlCol="0" anchor="ctr"/>
              <a:lstStyle/>
              <a:p>
                <a:endParaRPr lang="en-US" b="0" i="0">
                  <a:latin typeface="TT Norms Pro" panose="02000503030000020003" pitchFamily="2" charset="0"/>
                </a:endParaRPr>
              </a:p>
            </p:txBody>
          </p:sp>
        </p:grpSp>
        <p:grpSp>
          <p:nvGrpSpPr>
            <p:cNvPr id="12" name="Graphic 6">
              <a:extLst>
                <a:ext uri="{FF2B5EF4-FFF2-40B4-BE49-F238E27FC236}">
                  <a16:creationId xmlns:a16="http://schemas.microsoft.com/office/drawing/2014/main" id="{7AFEE3FB-F1C9-D84A-ADD7-4079926EB878}"/>
                </a:ext>
              </a:extLst>
            </p:cNvPr>
            <p:cNvGrpSpPr/>
            <p:nvPr/>
          </p:nvGrpSpPr>
          <p:grpSpPr>
            <a:xfrm>
              <a:off x="11810385" y="6743700"/>
              <a:ext cx="1306117" cy="285813"/>
              <a:chOff x="11810385" y="6743700"/>
              <a:chExt cx="1306117" cy="285813"/>
            </a:xfrm>
            <a:solidFill>
              <a:srgbClr val="33647E"/>
            </a:solidFill>
          </p:grpSpPr>
          <p:sp>
            <p:nvSpPr>
              <p:cNvPr id="14" name="Freeform 13">
                <a:extLst>
                  <a:ext uri="{FF2B5EF4-FFF2-40B4-BE49-F238E27FC236}">
                    <a16:creationId xmlns:a16="http://schemas.microsoft.com/office/drawing/2014/main" id="{AAF766B1-1469-CF43-9357-B3B9F59EBE1F}"/>
                  </a:ext>
                </a:extLst>
              </p:cNvPr>
              <p:cNvSpPr/>
              <p:nvPr/>
            </p:nvSpPr>
            <p:spPr>
              <a:xfrm>
                <a:off x="12008167" y="6827394"/>
                <a:ext cx="110586" cy="132237"/>
              </a:xfrm>
              <a:custGeom>
                <a:avLst/>
                <a:gdLst>
                  <a:gd name="connsiteX0" fmla="*/ 0 w 110586"/>
                  <a:gd name="connsiteY0" fmla="*/ 3460 h 132237"/>
                  <a:gd name="connsiteX1" fmla="*/ 29857 w 110586"/>
                  <a:gd name="connsiteY1" fmla="*/ 3460 h 132237"/>
                  <a:gd name="connsiteX2" fmla="*/ 29857 w 110586"/>
                  <a:gd name="connsiteY2" fmla="*/ 15461 h 132237"/>
                  <a:gd name="connsiteX3" fmla="*/ 64659 w 110586"/>
                  <a:gd name="connsiteY3" fmla="*/ 126 h 132237"/>
                  <a:gd name="connsiteX4" fmla="*/ 102694 w 110586"/>
                  <a:gd name="connsiteY4" fmla="*/ 17652 h 132237"/>
                  <a:gd name="connsiteX5" fmla="*/ 110586 w 110586"/>
                  <a:gd name="connsiteY5" fmla="*/ 53371 h 132237"/>
                  <a:gd name="connsiteX6" fmla="*/ 110586 w 110586"/>
                  <a:gd name="connsiteY6" fmla="*/ 132238 h 132237"/>
                  <a:gd name="connsiteX7" fmla="*/ 80349 w 110586"/>
                  <a:gd name="connsiteY7" fmla="*/ 132238 h 132237"/>
                  <a:gd name="connsiteX8" fmla="*/ 80349 w 110586"/>
                  <a:gd name="connsiteY8" fmla="*/ 60610 h 132237"/>
                  <a:gd name="connsiteX9" fmla="*/ 56862 w 110586"/>
                  <a:gd name="connsiteY9" fmla="*/ 26986 h 132237"/>
                  <a:gd name="connsiteX10" fmla="*/ 29667 w 110586"/>
                  <a:gd name="connsiteY10" fmla="*/ 70420 h 132237"/>
                  <a:gd name="connsiteX11" fmla="*/ 29667 w 110586"/>
                  <a:gd name="connsiteY11" fmla="*/ 132238 h 132237"/>
                  <a:gd name="connsiteX12" fmla="*/ 0 w 110586"/>
                  <a:gd name="connsiteY12" fmla="*/ 132238 h 132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586" h="132237">
                    <a:moveTo>
                      <a:pt x="0" y="3460"/>
                    </a:moveTo>
                    <a:lnTo>
                      <a:pt x="29857" y="3460"/>
                    </a:lnTo>
                    <a:lnTo>
                      <a:pt x="29857" y="15461"/>
                    </a:lnTo>
                    <a:cubicBezTo>
                      <a:pt x="38576" y="5382"/>
                      <a:pt x="51350" y="-247"/>
                      <a:pt x="64659" y="126"/>
                    </a:cubicBezTo>
                    <a:cubicBezTo>
                      <a:pt x="79510" y="-1012"/>
                      <a:pt x="93893" y="5616"/>
                      <a:pt x="102694" y="17652"/>
                    </a:cubicBezTo>
                    <a:cubicBezTo>
                      <a:pt x="107544" y="24605"/>
                      <a:pt x="110586" y="33463"/>
                      <a:pt x="110586" y="53371"/>
                    </a:cubicBezTo>
                    <a:lnTo>
                      <a:pt x="110586" y="132238"/>
                    </a:lnTo>
                    <a:lnTo>
                      <a:pt x="80349" y="132238"/>
                    </a:lnTo>
                    <a:lnTo>
                      <a:pt x="80349" y="60610"/>
                    </a:lnTo>
                    <a:cubicBezTo>
                      <a:pt x="80349" y="27939"/>
                      <a:pt x="68082" y="26986"/>
                      <a:pt x="56862" y="26986"/>
                    </a:cubicBezTo>
                    <a:cubicBezTo>
                      <a:pt x="43455" y="26986"/>
                      <a:pt x="29667" y="28891"/>
                      <a:pt x="29667" y="70420"/>
                    </a:cubicBezTo>
                    <a:lnTo>
                      <a:pt x="29667" y="132238"/>
                    </a:lnTo>
                    <a:lnTo>
                      <a:pt x="0" y="132238"/>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15" name="Freeform 14">
                <a:extLst>
                  <a:ext uri="{FF2B5EF4-FFF2-40B4-BE49-F238E27FC236}">
                    <a16:creationId xmlns:a16="http://schemas.microsoft.com/office/drawing/2014/main" id="{F1257134-AA00-6F4C-8418-9A4A1BF15A8F}"/>
                  </a:ext>
                </a:extLst>
              </p:cNvPr>
              <p:cNvSpPr/>
              <p:nvPr/>
            </p:nvSpPr>
            <p:spPr>
              <a:xfrm>
                <a:off x="12147520" y="6827480"/>
                <a:ext cx="131169" cy="202032"/>
              </a:xfrm>
              <a:custGeom>
                <a:avLst/>
                <a:gdLst>
                  <a:gd name="connsiteX0" fmla="*/ 101217 w 131169"/>
                  <a:gd name="connsiteY0" fmla="*/ 3373 h 202032"/>
                  <a:gd name="connsiteX1" fmla="*/ 131169 w 131169"/>
                  <a:gd name="connsiteY1" fmla="*/ 3373 h 202032"/>
                  <a:gd name="connsiteX2" fmla="*/ 131169 w 131169"/>
                  <a:gd name="connsiteY2" fmla="*/ 121674 h 202032"/>
                  <a:gd name="connsiteX3" fmla="*/ 110060 w 131169"/>
                  <a:gd name="connsiteY3" fmla="*/ 188349 h 202032"/>
                  <a:gd name="connsiteX4" fmla="*/ 67461 w 131169"/>
                  <a:gd name="connsiteY4" fmla="*/ 201969 h 202032"/>
                  <a:gd name="connsiteX5" fmla="*/ 25337 w 131169"/>
                  <a:gd name="connsiteY5" fmla="*/ 186158 h 202032"/>
                  <a:gd name="connsiteX6" fmla="*/ 6320 w 131169"/>
                  <a:gd name="connsiteY6" fmla="*/ 146153 h 202032"/>
                  <a:gd name="connsiteX7" fmla="*/ 34846 w 131169"/>
                  <a:gd name="connsiteY7" fmla="*/ 146153 h 202032"/>
                  <a:gd name="connsiteX8" fmla="*/ 44355 w 131169"/>
                  <a:gd name="connsiteY8" fmla="*/ 166251 h 202032"/>
                  <a:gd name="connsiteX9" fmla="*/ 67556 w 131169"/>
                  <a:gd name="connsiteY9" fmla="*/ 175204 h 202032"/>
                  <a:gd name="connsiteX10" fmla="*/ 91042 w 131169"/>
                  <a:gd name="connsiteY10" fmla="*/ 166632 h 202032"/>
                  <a:gd name="connsiteX11" fmla="*/ 100551 w 131169"/>
                  <a:gd name="connsiteY11" fmla="*/ 134246 h 202032"/>
                  <a:gd name="connsiteX12" fmla="*/ 100551 w 131169"/>
                  <a:gd name="connsiteY12" fmla="*/ 117768 h 202032"/>
                  <a:gd name="connsiteX13" fmla="*/ 61470 w 131169"/>
                  <a:gd name="connsiteY13" fmla="*/ 136056 h 202032"/>
                  <a:gd name="connsiteX14" fmla="*/ 19061 w 131169"/>
                  <a:gd name="connsiteY14" fmla="*/ 118626 h 202032"/>
                  <a:gd name="connsiteX15" fmla="*/ 44 w 131169"/>
                  <a:gd name="connsiteY15" fmla="*/ 67572 h 202032"/>
                  <a:gd name="connsiteX16" fmla="*/ 19061 w 131169"/>
                  <a:gd name="connsiteY16" fmla="*/ 17756 h 202032"/>
                  <a:gd name="connsiteX17" fmla="*/ 63182 w 131169"/>
                  <a:gd name="connsiteY17" fmla="*/ 39 h 202032"/>
                  <a:gd name="connsiteX18" fmla="*/ 101217 w 131169"/>
                  <a:gd name="connsiteY18" fmla="*/ 17470 h 202032"/>
                  <a:gd name="connsiteX19" fmla="*/ 44164 w 131169"/>
                  <a:gd name="connsiteY19" fmla="*/ 35472 h 202032"/>
                  <a:gd name="connsiteX20" fmla="*/ 31042 w 131169"/>
                  <a:gd name="connsiteY20" fmla="*/ 68619 h 202032"/>
                  <a:gd name="connsiteX21" fmla="*/ 43879 w 131169"/>
                  <a:gd name="connsiteY21" fmla="*/ 101004 h 202032"/>
                  <a:gd name="connsiteX22" fmla="*/ 66795 w 131169"/>
                  <a:gd name="connsiteY22" fmla="*/ 109577 h 202032"/>
                  <a:gd name="connsiteX23" fmla="*/ 91803 w 131169"/>
                  <a:gd name="connsiteY23" fmla="*/ 99195 h 202032"/>
                  <a:gd name="connsiteX24" fmla="*/ 103119 w 131169"/>
                  <a:gd name="connsiteY24" fmla="*/ 68619 h 202032"/>
                  <a:gd name="connsiteX25" fmla="*/ 90852 w 131169"/>
                  <a:gd name="connsiteY25" fmla="*/ 36234 h 202032"/>
                  <a:gd name="connsiteX26" fmla="*/ 66795 w 131169"/>
                  <a:gd name="connsiteY26" fmla="*/ 26709 h 202032"/>
                  <a:gd name="connsiteX27" fmla="*/ 44164 w 131169"/>
                  <a:gd name="connsiteY27" fmla="*/ 35282 h 20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1169" h="202032">
                    <a:moveTo>
                      <a:pt x="101217" y="3373"/>
                    </a:moveTo>
                    <a:lnTo>
                      <a:pt x="131169" y="3373"/>
                    </a:lnTo>
                    <a:lnTo>
                      <a:pt x="131169" y="121674"/>
                    </a:lnTo>
                    <a:cubicBezTo>
                      <a:pt x="131169" y="151963"/>
                      <a:pt x="127746" y="173680"/>
                      <a:pt x="110060" y="188349"/>
                    </a:cubicBezTo>
                    <a:cubicBezTo>
                      <a:pt x="97929" y="197819"/>
                      <a:pt x="82826" y="202649"/>
                      <a:pt x="67461" y="201969"/>
                    </a:cubicBezTo>
                    <a:cubicBezTo>
                      <a:pt x="51850" y="202700"/>
                      <a:pt x="36624" y="196985"/>
                      <a:pt x="25337" y="186158"/>
                    </a:cubicBezTo>
                    <a:cubicBezTo>
                      <a:pt x="14980" y="175142"/>
                      <a:pt x="8329" y="161151"/>
                      <a:pt x="6320" y="146153"/>
                    </a:cubicBezTo>
                    <a:lnTo>
                      <a:pt x="34846" y="146153"/>
                    </a:lnTo>
                    <a:cubicBezTo>
                      <a:pt x="36146" y="153589"/>
                      <a:pt x="39432" y="160534"/>
                      <a:pt x="44355" y="166251"/>
                    </a:cubicBezTo>
                    <a:cubicBezTo>
                      <a:pt x="50469" y="172398"/>
                      <a:pt x="58904" y="175653"/>
                      <a:pt x="67556" y="175204"/>
                    </a:cubicBezTo>
                    <a:cubicBezTo>
                      <a:pt x="76214" y="175606"/>
                      <a:pt x="84672" y="172519"/>
                      <a:pt x="91042" y="166632"/>
                    </a:cubicBezTo>
                    <a:cubicBezTo>
                      <a:pt x="98531" y="157610"/>
                      <a:pt x="101971" y="145893"/>
                      <a:pt x="100551" y="134246"/>
                    </a:cubicBezTo>
                    <a:lnTo>
                      <a:pt x="100551" y="117768"/>
                    </a:lnTo>
                    <a:cubicBezTo>
                      <a:pt x="91285" y="129888"/>
                      <a:pt x="76696" y="136715"/>
                      <a:pt x="61470" y="136056"/>
                    </a:cubicBezTo>
                    <a:cubicBezTo>
                      <a:pt x="45456" y="136815"/>
                      <a:pt x="29928" y="130433"/>
                      <a:pt x="19061" y="118626"/>
                    </a:cubicBezTo>
                    <a:cubicBezTo>
                      <a:pt x="6352" y="104722"/>
                      <a:pt x="-467" y="86416"/>
                      <a:pt x="44" y="67572"/>
                    </a:cubicBezTo>
                    <a:cubicBezTo>
                      <a:pt x="-619" y="49071"/>
                      <a:pt x="6244" y="31093"/>
                      <a:pt x="19061" y="17756"/>
                    </a:cubicBezTo>
                    <a:cubicBezTo>
                      <a:pt x="30608" y="5869"/>
                      <a:pt x="46636" y="-567"/>
                      <a:pt x="63182" y="39"/>
                    </a:cubicBezTo>
                    <a:cubicBezTo>
                      <a:pt x="77841" y="-221"/>
                      <a:pt x="91829" y="6189"/>
                      <a:pt x="101217" y="17470"/>
                    </a:cubicBezTo>
                    <a:close/>
                    <a:moveTo>
                      <a:pt x="44164" y="35472"/>
                    </a:moveTo>
                    <a:cubicBezTo>
                      <a:pt x="35445" y="44256"/>
                      <a:pt x="30702" y="56237"/>
                      <a:pt x="31042" y="68619"/>
                    </a:cubicBezTo>
                    <a:cubicBezTo>
                      <a:pt x="30758" y="80712"/>
                      <a:pt x="35391" y="92401"/>
                      <a:pt x="43879" y="101004"/>
                    </a:cubicBezTo>
                    <a:cubicBezTo>
                      <a:pt x="50261" y="106494"/>
                      <a:pt x="58383" y="109532"/>
                      <a:pt x="66795" y="109577"/>
                    </a:cubicBezTo>
                    <a:cubicBezTo>
                      <a:pt x="76235" y="109883"/>
                      <a:pt x="85348" y="106100"/>
                      <a:pt x="91803" y="99195"/>
                    </a:cubicBezTo>
                    <a:cubicBezTo>
                      <a:pt x="99396" y="90862"/>
                      <a:pt x="103454" y="79896"/>
                      <a:pt x="103119" y="68619"/>
                    </a:cubicBezTo>
                    <a:cubicBezTo>
                      <a:pt x="103725" y="56582"/>
                      <a:pt x="99277" y="44839"/>
                      <a:pt x="90852" y="36234"/>
                    </a:cubicBezTo>
                    <a:cubicBezTo>
                      <a:pt x="84588" y="29721"/>
                      <a:pt x="75813" y="26246"/>
                      <a:pt x="66795" y="26709"/>
                    </a:cubicBezTo>
                    <a:cubicBezTo>
                      <a:pt x="58400" y="26356"/>
                      <a:pt x="50225" y="29453"/>
                      <a:pt x="44164" y="35282"/>
                    </a:cubicBez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16" name="Freeform 15">
                <a:extLst>
                  <a:ext uri="{FF2B5EF4-FFF2-40B4-BE49-F238E27FC236}">
                    <a16:creationId xmlns:a16="http://schemas.microsoft.com/office/drawing/2014/main" id="{2DA16FA5-AE79-814B-AE78-041F2D8056CE}"/>
                  </a:ext>
                </a:extLst>
              </p:cNvPr>
              <p:cNvSpPr/>
              <p:nvPr/>
            </p:nvSpPr>
            <p:spPr>
              <a:xfrm>
                <a:off x="12315298" y="6759892"/>
                <a:ext cx="29952" cy="200025"/>
              </a:xfrm>
              <a:custGeom>
                <a:avLst/>
                <a:gdLst>
                  <a:gd name="connsiteX0" fmla="*/ 29952 w 29952"/>
                  <a:gd name="connsiteY0" fmla="*/ 0 h 200025"/>
                  <a:gd name="connsiteX1" fmla="*/ 29952 w 29952"/>
                  <a:gd name="connsiteY1" fmla="*/ 200025 h 200025"/>
                  <a:gd name="connsiteX2" fmla="*/ 0 w 29952"/>
                  <a:gd name="connsiteY2" fmla="*/ 200025 h 200025"/>
                  <a:gd name="connsiteX3" fmla="*/ 0 w 29952"/>
                  <a:gd name="connsiteY3" fmla="*/ 23813 h 200025"/>
                </a:gdLst>
                <a:ahLst/>
                <a:cxnLst>
                  <a:cxn ang="0">
                    <a:pos x="connsiteX0" y="connsiteY0"/>
                  </a:cxn>
                  <a:cxn ang="0">
                    <a:pos x="connsiteX1" y="connsiteY1"/>
                  </a:cxn>
                  <a:cxn ang="0">
                    <a:pos x="connsiteX2" y="connsiteY2"/>
                  </a:cxn>
                  <a:cxn ang="0">
                    <a:pos x="connsiteX3" y="connsiteY3"/>
                  </a:cxn>
                </a:cxnLst>
                <a:rect l="l" t="t" r="r" b="b"/>
                <a:pathLst>
                  <a:path w="29952" h="200025">
                    <a:moveTo>
                      <a:pt x="29952" y="0"/>
                    </a:moveTo>
                    <a:lnTo>
                      <a:pt x="29952" y="200025"/>
                    </a:lnTo>
                    <a:lnTo>
                      <a:pt x="0" y="200025"/>
                    </a:lnTo>
                    <a:lnTo>
                      <a:pt x="0" y="23813"/>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17" name="Freeform 16">
                <a:extLst>
                  <a:ext uri="{FF2B5EF4-FFF2-40B4-BE49-F238E27FC236}">
                    <a16:creationId xmlns:a16="http://schemas.microsoft.com/office/drawing/2014/main" id="{EBC66F4A-AB94-6547-8422-A1DC1502E6B0}"/>
                  </a:ext>
                </a:extLst>
              </p:cNvPr>
              <p:cNvSpPr/>
              <p:nvPr/>
            </p:nvSpPr>
            <p:spPr>
              <a:xfrm>
                <a:off x="12848737" y="6759892"/>
                <a:ext cx="29952" cy="40957"/>
              </a:xfrm>
              <a:custGeom>
                <a:avLst/>
                <a:gdLst>
                  <a:gd name="connsiteX0" fmla="*/ 29953 w 29952"/>
                  <a:gd name="connsiteY0" fmla="*/ 0 h 40957"/>
                  <a:gd name="connsiteX1" fmla="*/ 29953 w 29952"/>
                  <a:gd name="connsiteY1" fmla="*/ 40958 h 40957"/>
                  <a:gd name="connsiteX2" fmla="*/ 0 w 29952"/>
                  <a:gd name="connsiteY2" fmla="*/ 40958 h 40957"/>
                  <a:gd name="connsiteX3" fmla="*/ 0 w 29952"/>
                  <a:gd name="connsiteY3" fmla="*/ 23813 h 40957"/>
                </a:gdLst>
                <a:ahLst/>
                <a:cxnLst>
                  <a:cxn ang="0">
                    <a:pos x="connsiteX0" y="connsiteY0"/>
                  </a:cxn>
                  <a:cxn ang="0">
                    <a:pos x="connsiteX1" y="connsiteY1"/>
                  </a:cxn>
                  <a:cxn ang="0">
                    <a:pos x="connsiteX2" y="connsiteY2"/>
                  </a:cxn>
                  <a:cxn ang="0">
                    <a:pos x="connsiteX3" y="connsiteY3"/>
                  </a:cxn>
                </a:cxnLst>
                <a:rect l="l" t="t" r="r" b="b"/>
                <a:pathLst>
                  <a:path w="29952" h="40957">
                    <a:moveTo>
                      <a:pt x="29953" y="0"/>
                    </a:moveTo>
                    <a:lnTo>
                      <a:pt x="29953" y="40958"/>
                    </a:lnTo>
                    <a:lnTo>
                      <a:pt x="0" y="40958"/>
                    </a:lnTo>
                    <a:lnTo>
                      <a:pt x="0" y="23813"/>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18" name="Freeform 17">
                <a:extLst>
                  <a:ext uri="{FF2B5EF4-FFF2-40B4-BE49-F238E27FC236}">
                    <a16:creationId xmlns:a16="http://schemas.microsoft.com/office/drawing/2014/main" id="{639D0F9D-73E9-BF40-ABD5-9B40EB8D8242}"/>
                  </a:ext>
                </a:extLst>
              </p:cNvPr>
              <p:cNvSpPr/>
              <p:nvPr/>
            </p:nvSpPr>
            <p:spPr>
              <a:xfrm>
                <a:off x="12375184" y="6827311"/>
                <a:ext cx="122830" cy="136124"/>
              </a:xfrm>
              <a:custGeom>
                <a:avLst/>
                <a:gdLst>
                  <a:gd name="connsiteX0" fmla="*/ 122016 w 122830"/>
                  <a:gd name="connsiteY0" fmla="*/ 102888 h 136124"/>
                  <a:gd name="connsiteX1" fmla="*/ 100431 w 122830"/>
                  <a:gd name="connsiteY1" fmla="*/ 126510 h 136124"/>
                  <a:gd name="connsiteX2" fmla="*/ 62397 w 122830"/>
                  <a:gd name="connsiteY2" fmla="*/ 136035 h 136124"/>
                  <a:gd name="connsiteX3" fmla="*/ 19037 w 122830"/>
                  <a:gd name="connsiteY3" fmla="*/ 119556 h 136124"/>
                  <a:gd name="connsiteX4" fmla="*/ 19 w 122830"/>
                  <a:gd name="connsiteY4" fmla="*/ 70312 h 136124"/>
                  <a:gd name="connsiteX5" fmla="*/ 20463 w 122830"/>
                  <a:gd name="connsiteY5" fmla="*/ 17448 h 136124"/>
                  <a:gd name="connsiteX6" fmla="*/ 63538 w 122830"/>
                  <a:gd name="connsiteY6" fmla="*/ 18 h 136124"/>
                  <a:gd name="connsiteX7" fmla="*/ 104710 w 122830"/>
                  <a:gd name="connsiteY7" fmla="*/ 16877 h 136124"/>
                  <a:gd name="connsiteX8" fmla="*/ 122682 w 122830"/>
                  <a:gd name="connsiteY8" fmla="*/ 71265 h 136124"/>
                  <a:gd name="connsiteX9" fmla="*/ 122682 w 122830"/>
                  <a:gd name="connsiteY9" fmla="*/ 74979 h 136124"/>
                  <a:gd name="connsiteX10" fmla="*/ 30542 w 122830"/>
                  <a:gd name="connsiteY10" fmla="*/ 74979 h 136124"/>
                  <a:gd name="connsiteX11" fmla="*/ 41858 w 122830"/>
                  <a:gd name="connsiteY11" fmla="*/ 101078 h 136124"/>
                  <a:gd name="connsiteX12" fmla="*/ 64774 w 122830"/>
                  <a:gd name="connsiteY12" fmla="*/ 109365 h 136124"/>
                  <a:gd name="connsiteX13" fmla="*/ 85218 w 122830"/>
                  <a:gd name="connsiteY13" fmla="*/ 102983 h 136124"/>
                  <a:gd name="connsiteX14" fmla="*/ 97104 w 122830"/>
                  <a:gd name="connsiteY14" fmla="*/ 88886 h 136124"/>
                  <a:gd name="connsiteX15" fmla="*/ 92444 w 122830"/>
                  <a:gd name="connsiteY15" fmla="*/ 50595 h 136124"/>
                  <a:gd name="connsiteX16" fmla="*/ 82935 w 122830"/>
                  <a:gd name="connsiteY16" fmla="*/ 33260 h 136124"/>
                  <a:gd name="connsiteX17" fmla="*/ 41668 w 122830"/>
                  <a:gd name="connsiteY17" fmla="*/ 34212 h 136124"/>
                  <a:gd name="connsiteX18" fmla="*/ 32159 w 122830"/>
                  <a:gd name="connsiteY18" fmla="*/ 50691 h 13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2830" h="136124">
                    <a:moveTo>
                      <a:pt x="122016" y="102888"/>
                    </a:moveTo>
                    <a:cubicBezTo>
                      <a:pt x="116810" y="112377"/>
                      <a:pt x="109408" y="120477"/>
                      <a:pt x="100431" y="126510"/>
                    </a:cubicBezTo>
                    <a:cubicBezTo>
                      <a:pt x="88885" y="133168"/>
                      <a:pt x="75713" y="136466"/>
                      <a:pt x="62397" y="136035"/>
                    </a:cubicBezTo>
                    <a:cubicBezTo>
                      <a:pt x="46266" y="136939"/>
                      <a:pt x="30509" y="130951"/>
                      <a:pt x="19037" y="119556"/>
                    </a:cubicBezTo>
                    <a:cubicBezTo>
                      <a:pt x="6427" y="106319"/>
                      <a:pt x="-414" y="88604"/>
                      <a:pt x="19" y="70312"/>
                    </a:cubicBezTo>
                    <a:cubicBezTo>
                      <a:pt x="-276" y="50700"/>
                      <a:pt x="7055" y="31742"/>
                      <a:pt x="20463" y="17448"/>
                    </a:cubicBezTo>
                    <a:cubicBezTo>
                      <a:pt x="31803" y="5929"/>
                      <a:pt x="47393" y="-379"/>
                      <a:pt x="63538" y="18"/>
                    </a:cubicBezTo>
                    <a:cubicBezTo>
                      <a:pt x="79005" y="-343"/>
                      <a:pt x="93924" y="5766"/>
                      <a:pt x="104710" y="16877"/>
                    </a:cubicBezTo>
                    <a:cubicBezTo>
                      <a:pt x="117474" y="32009"/>
                      <a:pt x="123912" y="51493"/>
                      <a:pt x="122682" y="71265"/>
                    </a:cubicBezTo>
                    <a:lnTo>
                      <a:pt x="122682" y="74979"/>
                    </a:lnTo>
                    <a:lnTo>
                      <a:pt x="30542" y="74979"/>
                    </a:lnTo>
                    <a:cubicBezTo>
                      <a:pt x="31199" y="84725"/>
                      <a:pt x="35197" y="93944"/>
                      <a:pt x="41858" y="101078"/>
                    </a:cubicBezTo>
                    <a:cubicBezTo>
                      <a:pt x="48017" y="106907"/>
                      <a:pt x="56318" y="109908"/>
                      <a:pt x="64774" y="109365"/>
                    </a:cubicBezTo>
                    <a:cubicBezTo>
                      <a:pt x="72123" y="109688"/>
                      <a:pt x="79353" y="107431"/>
                      <a:pt x="85218" y="102983"/>
                    </a:cubicBezTo>
                    <a:cubicBezTo>
                      <a:pt x="90071" y="99118"/>
                      <a:pt x="94111" y="94326"/>
                      <a:pt x="97104" y="88886"/>
                    </a:cubicBezTo>
                    <a:close/>
                    <a:moveTo>
                      <a:pt x="92444" y="50595"/>
                    </a:moveTo>
                    <a:cubicBezTo>
                      <a:pt x="91259" y="43928"/>
                      <a:pt x="87918" y="37837"/>
                      <a:pt x="82935" y="33260"/>
                    </a:cubicBezTo>
                    <a:cubicBezTo>
                      <a:pt x="70893" y="23151"/>
                      <a:pt x="53233" y="23559"/>
                      <a:pt x="41668" y="34212"/>
                    </a:cubicBezTo>
                    <a:cubicBezTo>
                      <a:pt x="37001" y="38690"/>
                      <a:pt x="33703" y="44405"/>
                      <a:pt x="32159" y="50691"/>
                    </a:cubicBez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19" name="Freeform 18">
                <a:extLst>
                  <a:ext uri="{FF2B5EF4-FFF2-40B4-BE49-F238E27FC236}">
                    <a16:creationId xmlns:a16="http://schemas.microsoft.com/office/drawing/2014/main" id="{6A9260CF-D356-7C41-AC6D-C88FFF8D3C7A}"/>
                  </a:ext>
                </a:extLst>
              </p:cNvPr>
              <p:cNvSpPr/>
              <p:nvPr/>
            </p:nvSpPr>
            <p:spPr>
              <a:xfrm>
                <a:off x="12528484" y="6827512"/>
                <a:ext cx="130459" cy="201937"/>
              </a:xfrm>
              <a:custGeom>
                <a:avLst/>
                <a:gdLst>
                  <a:gd name="connsiteX0" fmla="*/ 29952 w 130459"/>
                  <a:gd name="connsiteY0" fmla="*/ 201938 h 201937"/>
                  <a:gd name="connsiteX1" fmla="*/ 0 w 130459"/>
                  <a:gd name="connsiteY1" fmla="*/ 201938 h 201937"/>
                  <a:gd name="connsiteX2" fmla="*/ 0 w 130459"/>
                  <a:gd name="connsiteY2" fmla="*/ 3341 h 201937"/>
                  <a:gd name="connsiteX3" fmla="*/ 29857 w 130459"/>
                  <a:gd name="connsiteY3" fmla="*/ 3341 h 201937"/>
                  <a:gd name="connsiteX4" fmla="*/ 29857 w 130459"/>
                  <a:gd name="connsiteY4" fmla="*/ 17438 h 201937"/>
                  <a:gd name="connsiteX5" fmla="*/ 67892 w 130459"/>
                  <a:gd name="connsiteY5" fmla="*/ 8 h 201937"/>
                  <a:gd name="connsiteX6" fmla="*/ 130460 w 130459"/>
                  <a:gd name="connsiteY6" fmla="*/ 66683 h 201937"/>
                  <a:gd name="connsiteX7" fmla="*/ 68273 w 130459"/>
                  <a:gd name="connsiteY7" fmla="*/ 135739 h 201937"/>
                  <a:gd name="connsiteX8" fmla="*/ 30238 w 130459"/>
                  <a:gd name="connsiteY8" fmla="*/ 116689 h 201937"/>
                  <a:gd name="connsiteX9" fmla="*/ 28051 w 130459"/>
                  <a:gd name="connsiteY9" fmla="*/ 68588 h 201937"/>
                  <a:gd name="connsiteX10" fmla="*/ 64374 w 130459"/>
                  <a:gd name="connsiteY10" fmla="*/ 109259 h 201937"/>
                  <a:gd name="connsiteX11" fmla="*/ 100127 w 130459"/>
                  <a:gd name="connsiteY11" fmla="*/ 68302 h 201937"/>
                  <a:gd name="connsiteX12" fmla="*/ 64374 w 130459"/>
                  <a:gd name="connsiteY12" fmla="*/ 27059 h 201937"/>
                  <a:gd name="connsiteX13" fmla="*/ 28051 w 130459"/>
                  <a:gd name="connsiteY13" fmla="*/ 68588 h 201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459" h="201937">
                    <a:moveTo>
                      <a:pt x="29952" y="201938"/>
                    </a:moveTo>
                    <a:lnTo>
                      <a:pt x="0" y="201938"/>
                    </a:lnTo>
                    <a:lnTo>
                      <a:pt x="0" y="3341"/>
                    </a:lnTo>
                    <a:lnTo>
                      <a:pt x="29857" y="3341"/>
                    </a:lnTo>
                    <a:lnTo>
                      <a:pt x="29857" y="17438"/>
                    </a:lnTo>
                    <a:cubicBezTo>
                      <a:pt x="39246" y="6157"/>
                      <a:pt x="53233" y="-253"/>
                      <a:pt x="67892" y="8"/>
                    </a:cubicBezTo>
                    <a:cubicBezTo>
                      <a:pt x="101838" y="8"/>
                      <a:pt x="130460" y="26011"/>
                      <a:pt x="130460" y="66683"/>
                    </a:cubicBezTo>
                    <a:cubicBezTo>
                      <a:pt x="130460" y="110117"/>
                      <a:pt x="98796" y="135739"/>
                      <a:pt x="68273" y="135739"/>
                    </a:cubicBezTo>
                    <a:cubicBezTo>
                      <a:pt x="53429" y="135243"/>
                      <a:pt x="39539" y="128287"/>
                      <a:pt x="30238" y="116689"/>
                    </a:cubicBezTo>
                    <a:close/>
                    <a:moveTo>
                      <a:pt x="28051" y="68588"/>
                    </a:moveTo>
                    <a:cubicBezTo>
                      <a:pt x="28051" y="95448"/>
                      <a:pt x="45452" y="109259"/>
                      <a:pt x="64374" y="109259"/>
                    </a:cubicBezTo>
                    <a:cubicBezTo>
                      <a:pt x="86054" y="109259"/>
                      <a:pt x="100127" y="90209"/>
                      <a:pt x="100127" y="68302"/>
                    </a:cubicBezTo>
                    <a:cubicBezTo>
                      <a:pt x="100127" y="46394"/>
                      <a:pt x="86054" y="27059"/>
                      <a:pt x="64374" y="27059"/>
                    </a:cubicBezTo>
                    <a:cubicBezTo>
                      <a:pt x="45357" y="27059"/>
                      <a:pt x="28051" y="40489"/>
                      <a:pt x="28051" y="68588"/>
                    </a:cubicBez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20" name="Freeform 19">
                <a:extLst>
                  <a:ext uri="{FF2B5EF4-FFF2-40B4-BE49-F238E27FC236}">
                    <a16:creationId xmlns:a16="http://schemas.microsoft.com/office/drawing/2014/main" id="{8DAF06B1-468E-9340-BBB6-023DB446738C}"/>
                  </a:ext>
                </a:extLst>
              </p:cNvPr>
              <p:cNvSpPr/>
              <p:nvPr/>
            </p:nvSpPr>
            <p:spPr>
              <a:xfrm>
                <a:off x="12682185" y="6827485"/>
                <a:ext cx="137400" cy="137582"/>
              </a:xfrm>
              <a:custGeom>
                <a:avLst/>
                <a:gdLst>
                  <a:gd name="connsiteX0" fmla="*/ 137361 w 137400"/>
                  <a:gd name="connsiteY0" fmla="*/ 67852 h 137582"/>
                  <a:gd name="connsiteX1" fmla="*/ 69862 w 137400"/>
                  <a:gd name="connsiteY1" fmla="*/ 137572 h 137582"/>
                  <a:gd name="connsiteX2" fmla="*/ 69659 w 137400"/>
                  <a:gd name="connsiteY2" fmla="*/ 137575 h 137582"/>
                  <a:gd name="connsiteX3" fmla="*/ 69659 w 137400"/>
                  <a:gd name="connsiteY3" fmla="*/ 137575 h 137582"/>
                  <a:gd name="connsiteX4" fmla="*/ 7 w 137400"/>
                  <a:gd name="connsiteY4" fmla="*/ 69805 h 137582"/>
                  <a:gd name="connsiteX5" fmla="*/ 67662 w 137400"/>
                  <a:gd name="connsiteY5" fmla="*/ 34 h 137582"/>
                  <a:gd name="connsiteX6" fmla="*/ 68613 w 137400"/>
                  <a:gd name="connsiteY6" fmla="*/ 34 h 137582"/>
                  <a:gd name="connsiteX7" fmla="*/ 137253 w 137400"/>
                  <a:gd name="connsiteY7" fmla="*/ 64559 h 137582"/>
                  <a:gd name="connsiteX8" fmla="*/ 137266 w 137400"/>
                  <a:gd name="connsiteY8" fmla="*/ 64995 h 137582"/>
                  <a:gd name="connsiteX9" fmla="*/ 137361 w 137400"/>
                  <a:gd name="connsiteY9" fmla="*/ 67852 h 137582"/>
                  <a:gd name="connsiteX10" fmla="*/ 106838 w 137400"/>
                  <a:gd name="connsiteY10" fmla="*/ 67852 h 137582"/>
                  <a:gd name="connsiteX11" fmla="*/ 68803 w 137400"/>
                  <a:gd name="connsiteY11" fmla="*/ 26514 h 137582"/>
                  <a:gd name="connsiteX12" fmla="*/ 30768 w 137400"/>
                  <a:gd name="connsiteY12" fmla="*/ 67852 h 137582"/>
                  <a:gd name="connsiteX13" fmla="*/ 68803 w 137400"/>
                  <a:gd name="connsiteY13" fmla="*/ 108810 h 137582"/>
                  <a:gd name="connsiteX14" fmla="*/ 106838 w 137400"/>
                  <a:gd name="connsiteY14" fmla="*/ 68614 h 137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400" h="137582">
                    <a:moveTo>
                      <a:pt x="137361" y="67852"/>
                    </a:moveTo>
                    <a:cubicBezTo>
                      <a:pt x="137941" y="105776"/>
                      <a:pt x="107721" y="136991"/>
                      <a:pt x="69862" y="137572"/>
                    </a:cubicBezTo>
                    <a:cubicBezTo>
                      <a:pt x="69794" y="137574"/>
                      <a:pt x="69727" y="137574"/>
                      <a:pt x="69659" y="137575"/>
                    </a:cubicBezTo>
                    <a:lnTo>
                      <a:pt x="69659" y="137575"/>
                    </a:lnTo>
                    <a:cubicBezTo>
                      <a:pt x="31743" y="138128"/>
                      <a:pt x="559" y="107786"/>
                      <a:pt x="7" y="69805"/>
                    </a:cubicBezTo>
                    <a:cubicBezTo>
                      <a:pt x="-544" y="31824"/>
                      <a:pt x="29746" y="587"/>
                      <a:pt x="67662" y="34"/>
                    </a:cubicBezTo>
                    <a:lnTo>
                      <a:pt x="68613" y="34"/>
                    </a:lnTo>
                    <a:cubicBezTo>
                      <a:pt x="105355" y="-1135"/>
                      <a:pt x="136086" y="27754"/>
                      <a:pt x="137253" y="64559"/>
                    </a:cubicBezTo>
                    <a:cubicBezTo>
                      <a:pt x="137258" y="64704"/>
                      <a:pt x="137262" y="64849"/>
                      <a:pt x="137266" y="64995"/>
                    </a:cubicBezTo>
                    <a:cubicBezTo>
                      <a:pt x="137361" y="65947"/>
                      <a:pt x="137456" y="66900"/>
                      <a:pt x="137361" y="67852"/>
                    </a:cubicBezTo>
                    <a:close/>
                    <a:moveTo>
                      <a:pt x="106838" y="67852"/>
                    </a:moveTo>
                    <a:cubicBezTo>
                      <a:pt x="106838" y="38515"/>
                      <a:pt x="87820" y="26514"/>
                      <a:pt x="68803" y="26514"/>
                    </a:cubicBezTo>
                    <a:cubicBezTo>
                      <a:pt x="49785" y="26514"/>
                      <a:pt x="30768" y="38515"/>
                      <a:pt x="30768" y="67852"/>
                    </a:cubicBezTo>
                    <a:cubicBezTo>
                      <a:pt x="30768" y="92617"/>
                      <a:pt x="45411" y="108810"/>
                      <a:pt x="68803" y="108810"/>
                    </a:cubicBezTo>
                    <a:cubicBezTo>
                      <a:pt x="92194" y="108810"/>
                      <a:pt x="106838" y="92998"/>
                      <a:pt x="106838" y="68614"/>
                    </a:cubicBez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24" name="Freeform 23">
                <a:extLst>
                  <a:ext uri="{FF2B5EF4-FFF2-40B4-BE49-F238E27FC236}">
                    <a16:creationId xmlns:a16="http://schemas.microsoft.com/office/drawing/2014/main" id="{9DA3ECBF-4BA2-EC41-8698-216DFA2473A7}"/>
                  </a:ext>
                </a:extLst>
              </p:cNvPr>
              <p:cNvSpPr/>
              <p:nvPr/>
            </p:nvSpPr>
            <p:spPr>
              <a:xfrm>
                <a:off x="12848832" y="6830853"/>
                <a:ext cx="29952" cy="128682"/>
              </a:xfrm>
              <a:custGeom>
                <a:avLst/>
                <a:gdLst>
                  <a:gd name="connsiteX0" fmla="*/ 29952 w 29952"/>
                  <a:gd name="connsiteY0" fmla="*/ 0 h 128682"/>
                  <a:gd name="connsiteX1" fmla="*/ 29952 w 29952"/>
                  <a:gd name="connsiteY1" fmla="*/ 128683 h 128682"/>
                  <a:gd name="connsiteX2" fmla="*/ 0 w 29952"/>
                  <a:gd name="connsiteY2" fmla="*/ 128683 h 128682"/>
                  <a:gd name="connsiteX3" fmla="*/ 0 w 29952"/>
                  <a:gd name="connsiteY3" fmla="*/ 0 h 128682"/>
                </a:gdLst>
                <a:ahLst/>
                <a:cxnLst>
                  <a:cxn ang="0">
                    <a:pos x="connsiteX0" y="connsiteY0"/>
                  </a:cxn>
                  <a:cxn ang="0">
                    <a:pos x="connsiteX1" y="connsiteY1"/>
                  </a:cxn>
                  <a:cxn ang="0">
                    <a:pos x="connsiteX2" y="connsiteY2"/>
                  </a:cxn>
                  <a:cxn ang="0">
                    <a:pos x="connsiteX3" y="connsiteY3"/>
                  </a:cxn>
                </a:cxnLst>
                <a:rect l="l" t="t" r="r" b="b"/>
                <a:pathLst>
                  <a:path w="29952" h="128682">
                    <a:moveTo>
                      <a:pt x="29952" y="0"/>
                    </a:moveTo>
                    <a:lnTo>
                      <a:pt x="29952" y="128683"/>
                    </a:lnTo>
                    <a:lnTo>
                      <a:pt x="0" y="128683"/>
                    </a:lnTo>
                    <a:lnTo>
                      <a:pt x="0" y="0"/>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25" name="Freeform 24">
                <a:extLst>
                  <a:ext uri="{FF2B5EF4-FFF2-40B4-BE49-F238E27FC236}">
                    <a16:creationId xmlns:a16="http://schemas.microsoft.com/office/drawing/2014/main" id="{C887CE66-6C28-614C-AE08-2C8364406A32}"/>
                  </a:ext>
                </a:extLst>
              </p:cNvPr>
              <p:cNvSpPr/>
              <p:nvPr/>
            </p:nvSpPr>
            <p:spPr>
              <a:xfrm>
                <a:off x="12915203" y="6827390"/>
                <a:ext cx="110776" cy="132241"/>
              </a:xfrm>
              <a:custGeom>
                <a:avLst/>
                <a:gdLst>
                  <a:gd name="connsiteX0" fmla="*/ 0 w 110776"/>
                  <a:gd name="connsiteY0" fmla="*/ 3464 h 132241"/>
                  <a:gd name="connsiteX1" fmla="*/ 29952 w 110776"/>
                  <a:gd name="connsiteY1" fmla="*/ 3464 h 132241"/>
                  <a:gd name="connsiteX2" fmla="*/ 29952 w 110776"/>
                  <a:gd name="connsiteY2" fmla="*/ 15465 h 132241"/>
                  <a:gd name="connsiteX3" fmla="*/ 64754 w 110776"/>
                  <a:gd name="connsiteY3" fmla="*/ 130 h 132241"/>
                  <a:gd name="connsiteX4" fmla="*/ 102789 w 110776"/>
                  <a:gd name="connsiteY4" fmla="*/ 17656 h 132241"/>
                  <a:gd name="connsiteX5" fmla="*/ 110777 w 110776"/>
                  <a:gd name="connsiteY5" fmla="*/ 53375 h 132241"/>
                  <a:gd name="connsiteX6" fmla="*/ 110777 w 110776"/>
                  <a:gd name="connsiteY6" fmla="*/ 132242 h 132241"/>
                  <a:gd name="connsiteX7" fmla="*/ 80824 w 110776"/>
                  <a:gd name="connsiteY7" fmla="*/ 132242 h 132241"/>
                  <a:gd name="connsiteX8" fmla="*/ 80824 w 110776"/>
                  <a:gd name="connsiteY8" fmla="*/ 60614 h 132241"/>
                  <a:gd name="connsiteX9" fmla="*/ 57338 w 110776"/>
                  <a:gd name="connsiteY9" fmla="*/ 26990 h 132241"/>
                  <a:gd name="connsiteX10" fmla="*/ 30143 w 110776"/>
                  <a:gd name="connsiteY10" fmla="*/ 70424 h 132241"/>
                  <a:gd name="connsiteX11" fmla="*/ 30143 w 110776"/>
                  <a:gd name="connsiteY11" fmla="*/ 132242 h 132241"/>
                  <a:gd name="connsiteX12" fmla="*/ 95 w 110776"/>
                  <a:gd name="connsiteY12" fmla="*/ 132242 h 1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776" h="132241">
                    <a:moveTo>
                      <a:pt x="0" y="3464"/>
                    </a:moveTo>
                    <a:lnTo>
                      <a:pt x="29952" y="3464"/>
                    </a:lnTo>
                    <a:lnTo>
                      <a:pt x="29952" y="15465"/>
                    </a:lnTo>
                    <a:cubicBezTo>
                      <a:pt x="38671" y="5385"/>
                      <a:pt x="51445" y="-243"/>
                      <a:pt x="64754" y="130"/>
                    </a:cubicBezTo>
                    <a:cubicBezTo>
                      <a:pt x="79608" y="-1027"/>
                      <a:pt x="94000" y="5605"/>
                      <a:pt x="102789" y="17656"/>
                    </a:cubicBezTo>
                    <a:cubicBezTo>
                      <a:pt x="107734" y="24609"/>
                      <a:pt x="110777" y="33467"/>
                      <a:pt x="110777" y="53375"/>
                    </a:cubicBezTo>
                    <a:lnTo>
                      <a:pt x="110777" y="132242"/>
                    </a:lnTo>
                    <a:lnTo>
                      <a:pt x="80824" y="132242"/>
                    </a:lnTo>
                    <a:lnTo>
                      <a:pt x="80824" y="60614"/>
                    </a:lnTo>
                    <a:cubicBezTo>
                      <a:pt x="80824" y="27943"/>
                      <a:pt x="68653" y="26990"/>
                      <a:pt x="57338" y="26990"/>
                    </a:cubicBezTo>
                    <a:cubicBezTo>
                      <a:pt x="43930" y="26990"/>
                      <a:pt x="30143" y="28895"/>
                      <a:pt x="30143" y="70424"/>
                    </a:cubicBezTo>
                    <a:lnTo>
                      <a:pt x="30143" y="132242"/>
                    </a:lnTo>
                    <a:lnTo>
                      <a:pt x="95" y="132242"/>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26" name="Freeform 25">
                <a:extLst>
                  <a:ext uri="{FF2B5EF4-FFF2-40B4-BE49-F238E27FC236}">
                    <a16:creationId xmlns:a16="http://schemas.microsoft.com/office/drawing/2014/main" id="{85177781-34C5-DF46-B111-2294F87C2B68}"/>
                  </a:ext>
                </a:extLst>
              </p:cNvPr>
              <p:cNvSpPr/>
              <p:nvPr/>
            </p:nvSpPr>
            <p:spPr>
              <a:xfrm>
                <a:off x="13051178" y="6759892"/>
                <a:ext cx="65324" cy="199644"/>
              </a:xfrm>
              <a:custGeom>
                <a:avLst/>
                <a:gdLst>
                  <a:gd name="connsiteX0" fmla="*/ 42124 w 65324"/>
                  <a:gd name="connsiteY0" fmla="*/ 98108 h 199644"/>
                  <a:gd name="connsiteX1" fmla="*/ 42124 w 65324"/>
                  <a:gd name="connsiteY1" fmla="*/ 199644 h 199644"/>
                  <a:gd name="connsiteX2" fmla="*/ 12456 w 65324"/>
                  <a:gd name="connsiteY2" fmla="*/ 199644 h 199644"/>
                  <a:gd name="connsiteX3" fmla="*/ 12456 w 65324"/>
                  <a:gd name="connsiteY3" fmla="*/ 98108 h 199644"/>
                  <a:gd name="connsiteX4" fmla="*/ 0 w 65324"/>
                  <a:gd name="connsiteY4" fmla="*/ 98108 h 199644"/>
                  <a:gd name="connsiteX5" fmla="*/ 0 w 65324"/>
                  <a:gd name="connsiteY5" fmla="*/ 70961 h 199644"/>
                  <a:gd name="connsiteX6" fmla="*/ 12456 w 65324"/>
                  <a:gd name="connsiteY6" fmla="*/ 70961 h 199644"/>
                  <a:gd name="connsiteX7" fmla="*/ 12456 w 65324"/>
                  <a:gd name="connsiteY7" fmla="*/ 23813 h 199644"/>
                  <a:gd name="connsiteX8" fmla="*/ 42409 w 65324"/>
                  <a:gd name="connsiteY8" fmla="*/ 0 h 199644"/>
                  <a:gd name="connsiteX9" fmla="*/ 42409 w 65324"/>
                  <a:gd name="connsiteY9" fmla="*/ 70961 h 199644"/>
                  <a:gd name="connsiteX10" fmla="*/ 65325 w 65324"/>
                  <a:gd name="connsiteY10" fmla="*/ 70961 h 199644"/>
                  <a:gd name="connsiteX11" fmla="*/ 65325 w 65324"/>
                  <a:gd name="connsiteY11" fmla="*/ 98108 h 19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324" h="199644">
                    <a:moveTo>
                      <a:pt x="42124" y="98108"/>
                    </a:moveTo>
                    <a:lnTo>
                      <a:pt x="42124" y="199644"/>
                    </a:lnTo>
                    <a:lnTo>
                      <a:pt x="12456" y="199644"/>
                    </a:lnTo>
                    <a:lnTo>
                      <a:pt x="12456" y="98108"/>
                    </a:lnTo>
                    <a:lnTo>
                      <a:pt x="0" y="98108"/>
                    </a:lnTo>
                    <a:lnTo>
                      <a:pt x="0" y="70961"/>
                    </a:lnTo>
                    <a:lnTo>
                      <a:pt x="12456" y="70961"/>
                    </a:lnTo>
                    <a:lnTo>
                      <a:pt x="12456" y="23813"/>
                    </a:lnTo>
                    <a:lnTo>
                      <a:pt x="42409" y="0"/>
                    </a:lnTo>
                    <a:lnTo>
                      <a:pt x="42409" y="70961"/>
                    </a:lnTo>
                    <a:lnTo>
                      <a:pt x="65325" y="70961"/>
                    </a:lnTo>
                    <a:lnTo>
                      <a:pt x="65325" y="98108"/>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27" name="Freeform 26">
                <a:extLst>
                  <a:ext uri="{FF2B5EF4-FFF2-40B4-BE49-F238E27FC236}">
                    <a16:creationId xmlns:a16="http://schemas.microsoft.com/office/drawing/2014/main" id="{1BB01A16-FCBC-9A4A-A33B-64636A0A594C}"/>
                  </a:ext>
                </a:extLst>
              </p:cNvPr>
              <p:cNvSpPr/>
              <p:nvPr/>
            </p:nvSpPr>
            <p:spPr>
              <a:xfrm>
                <a:off x="11810385" y="6743700"/>
                <a:ext cx="173439" cy="215836"/>
              </a:xfrm>
              <a:custGeom>
                <a:avLst/>
                <a:gdLst>
                  <a:gd name="connsiteX0" fmla="*/ 173439 w 173439"/>
                  <a:gd name="connsiteY0" fmla="*/ 215837 h 215836"/>
                  <a:gd name="connsiteX1" fmla="*/ 86720 w 173439"/>
                  <a:gd name="connsiteY1" fmla="*/ 0 h 215836"/>
                  <a:gd name="connsiteX2" fmla="*/ 86720 w 173439"/>
                  <a:gd name="connsiteY2" fmla="*/ 0 h 215836"/>
                  <a:gd name="connsiteX3" fmla="*/ 0 w 173439"/>
                  <a:gd name="connsiteY3" fmla="*/ 215837 h 215836"/>
                  <a:gd name="connsiteX4" fmla="*/ 33566 w 173439"/>
                  <a:gd name="connsiteY4" fmla="*/ 215837 h 215836"/>
                  <a:gd name="connsiteX5" fmla="*/ 86720 w 173439"/>
                  <a:gd name="connsiteY5" fmla="*/ 78391 h 215836"/>
                  <a:gd name="connsiteX6" fmla="*/ 139873 w 173439"/>
                  <a:gd name="connsiteY6" fmla="*/ 215837 h 215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439" h="215836">
                    <a:moveTo>
                      <a:pt x="173439" y="215837"/>
                    </a:moveTo>
                    <a:lnTo>
                      <a:pt x="86720" y="0"/>
                    </a:lnTo>
                    <a:lnTo>
                      <a:pt x="86720" y="0"/>
                    </a:lnTo>
                    <a:lnTo>
                      <a:pt x="0" y="215837"/>
                    </a:lnTo>
                    <a:lnTo>
                      <a:pt x="33566" y="215837"/>
                    </a:lnTo>
                    <a:lnTo>
                      <a:pt x="86720" y="78391"/>
                    </a:lnTo>
                    <a:lnTo>
                      <a:pt x="139873" y="215837"/>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grpSp>
      </p:grpSp>
      <p:sp>
        <p:nvSpPr>
          <p:cNvPr id="30" name="Rectangle 29">
            <a:extLst>
              <a:ext uri="{FF2B5EF4-FFF2-40B4-BE49-F238E27FC236}">
                <a16:creationId xmlns:a16="http://schemas.microsoft.com/office/drawing/2014/main" id="{78E8D14E-8D0C-BA47-8DDF-7CCB7FB150C7}"/>
              </a:ext>
            </a:extLst>
          </p:cNvPr>
          <p:cNvSpPr/>
          <p:nvPr userDrawn="1"/>
        </p:nvSpPr>
        <p:spPr>
          <a:xfrm>
            <a:off x="0" y="13441680"/>
            <a:ext cx="24387048" cy="27432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TT Norms Pro" panose="02000503030000020003" pitchFamily="2" charset="0"/>
              </a:rPr>
              <a:t>© 2026 Anglepoint Group, Inc. Confidential. Distribution Prohibited. All Rights Reserved.</a:t>
            </a:r>
          </a:p>
        </p:txBody>
      </p:sp>
      <p:sp>
        <p:nvSpPr>
          <p:cNvPr id="31" name="Slide Number Placeholder 34">
            <a:extLst>
              <a:ext uri="{FF2B5EF4-FFF2-40B4-BE49-F238E27FC236}">
                <a16:creationId xmlns:a16="http://schemas.microsoft.com/office/drawing/2014/main" id="{6EF564ED-132F-3F44-89C2-C4340842FCEE}"/>
              </a:ext>
            </a:extLst>
          </p:cNvPr>
          <p:cNvSpPr txBox="1">
            <a:spLocks/>
          </p:cNvSpPr>
          <p:nvPr userDrawn="1"/>
        </p:nvSpPr>
        <p:spPr>
          <a:xfrm>
            <a:off x="23466425" y="13483032"/>
            <a:ext cx="920750" cy="232968"/>
          </a:xfrm>
          <a:prstGeom prst="rect">
            <a:avLst/>
          </a:prstGeom>
        </p:spPr>
        <p:txBody>
          <a:bodyPr vert="horz" wrap="square" lIns="0" tIns="0" rIns="91440" bIns="0" rtlCol="0" anchor="ctr"/>
          <a:lstStyle>
            <a:defPPr>
              <a:defRPr lang="en-US"/>
            </a:defPPr>
            <a:lvl1pPr marL="0" algn="r" defTabSz="457200" rtl="0" eaLnBrk="1" latinLnBrk="0" hangingPunct="1">
              <a:defRPr sz="1400" b="1" i="0" kern="1200">
                <a:solidFill>
                  <a:schemeClr val="accent2"/>
                </a:solidFill>
                <a:latin typeface="TT Norms Pro" panose="02000503030000020003" pitchFamily="2" charset="0"/>
                <a:ea typeface="+mn-ea"/>
                <a:cs typeface="TT Norms Pro" panose="02000503030000020003" pitchFamily="2"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50ECEB4-4230-4F0F-BCBC-F98FC4AE240F}" type="slidenum">
              <a:rPr lang="en-US" smtClean="0"/>
              <a:pPr/>
              <a:t>‹#›</a:t>
            </a:fld>
            <a:endParaRPr lang="en-US"/>
          </a:p>
        </p:txBody>
      </p:sp>
    </p:spTree>
    <p:extLst>
      <p:ext uri="{BB962C8B-B14F-4D97-AF65-F5344CB8AC3E}">
        <p14:creationId xmlns:p14="http://schemas.microsoft.com/office/powerpoint/2010/main" val="39206379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tandard Slide-no content" userDrawn="1">
  <p:cSld name="Standard Slide-no content">
    <p:spTree>
      <p:nvGrpSpPr>
        <p:cNvPr id="1" name="Shape 736"/>
        <p:cNvGrpSpPr/>
        <p:nvPr/>
      </p:nvGrpSpPr>
      <p:grpSpPr>
        <a:xfrm>
          <a:off x="0" y="0"/>
          <a:ext cx="0" cy="0"/>
          <a:chOff x="0" y="0"/>
          <a:chExt cx="0" cy="0"/>
        </a:xfrm>
      </p:grpSpPr>
      <p:sp>
        <p:nvSpPr>
          <p:cNvPr id="742" name="Google Shape;742;p35"/>
          <p:cNvSpPr txBox="1">
            <a:spLocks noGrp="1"/>
          </p:cNvSpPr>
          <p:nvPr>
            <p:ph type="body" idx="3"/>
          </p:nvPr>
        </p:nvSpPr>
        <p:spPr>
          <a:xfrm>
            <a:off x="1719945" y="3918859"/>
            <a:ext cx="9383484" cy="8339446"/>
          </a:xfrm>
          <a:prstGeom prst="rect">
            <a:avLst/>
          </a:prstGeom>
          <a:noFill/>
          <a:ln>
            <a:noFill/>
          </a:ln>
        </p:spPr>
        <p:txBody>
          <a:bodyPr spcFirstLastPara="1" wrap="square" lIns="91425" tIns="45700" rIns="91425" bIns="45700" anchor="t" anchorCtr="0">
            <a:noAutofit/>
          </a:bodyPr>
          <a:lstStyle>
            <a:lvl1pPr marL="15872" marR="0" lvl="0" indent="0" algn="l" rtl="0">
              <a:lnSpc>
                <a:spcPct val="110000"/>
              </a:lnSpc>
              <a:spcBef>
                <a:spcPts val="2000"/>
              </a:spcBef>
              <a:spcAft>
                <a:spcPts val="0"/>
              </a:spcAft>
              <a:buClr>
                <a:schemeClr val="dk2"/>
              </a:buClr>
              <a:buSzPts val="2800"/>
              <a:buFont typeface="Arial"/>
              <a:buNone/>
              <a:tabLst/>
              <a:defRPr sz="2800" b="0" i="0" u="none" strike="noStrike" cap="none">
                <a:solidFill>
                  <a:schemeClr val="tx2"/>
                </a:solidFill>
                <a:latin typeface="TT Norms Pro" panose="02000503030000020003" pitchFamily="2" charset="0"/>
                <a:ea typeface="TT Norms Pro" panose="02000503030000020003" pitchFamily="2" charset="0"/>
                <a:cs typeface="Arial"/>
                <a:sym typeface="Arial"/>
              </a:defRPr>
            </a:lvl1pPr>
            <a:lvl2pPr marL="914218" marR="0" lvl="1" indent="-431714" algn="l" rtl="0">
              <a:lnSpc>
                <a:spcPct val="90000"/>
              </a:lnSpc>
              <a:spcBef>
                <a:spcPts val="1000"/>
              </a:spcBef>
              <a:spcAft>
                <a:spcPts val="0"/>
              </a:spcAft>
              <a:buClr>
                <a:schemeClr val="dk2"/>
              </a:buClr>
              <a:buSzPts val="3200"/>
              <a:buFont typeface="Arial"/>
              <a:buChar char="•"/>
              <a:defRPr sz="3200" b="0" i="0" u="none" strike="noStrike" cap="none">
                <a:solidFill>
                  <a:schemeClr val="dk2"/>
                </a:solidFill>
                <a:latin typeface="Arial"/>
                <a:ea typeface="Arial"/>
                <a:cs typeface="Arial"/>
                <a:sym typeface="Arial"/>
              </a:defRPr>
            </a:lvl2pPr>
            <a:lvl3pPr marL="1371326" marR="0" lvl="2" indent="-406318"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3pPr>
            <a:lvl4pPr marL="1828434" marR="0" lvl="3" indent="-380924"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5542" marR="0" lvl="4" indent="-380924"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2652" marR="0" lvl="5" indent="-457172" algn="l" rtl="0">
              <a:lnSpc>
                <a:spcPct val="90000"/>
              </a:lnSpc>
              <a:spcBef>
                <a:spcPts val="1000"/>
              </a:spcBef>
              <a:spcAft>
                <a:spcPts val="0"/>
              </a:spcAft>
              <a:buClr>
                <a:schemeClr val="dk1"/>
              </a:buClr>
              <a:buSzPts val="3601"/>
              <a:buFont typeface="Arial"/>
              <a:buChar char="•"/>
              <a:defRPr sz="3600" b="0" i="0" u="none" strike="noStrike" cap="none">
                <a:solidFill>
                  <a:schemeClr val="dk1"/>
                </a:solidFill>
                <a:latin typeface="Arial"/>
                <a:ea typeface="Arial"/>
                <a:cs typeface="Arial"/>
                <a:sym typeface="Arial"/>
              </a:defRPr>
            </a:lvl6pPr>
            <a:lvl7pPr marL="3199760" marR="0" lvl="6" indent="-457172" algn="l" rtl="0">
              <a:lnSpc>
                <a:spcPct val="90000"/>
              </a:lnSpc>
              <a:spcBef>
                <a:spcPts val="1000"/>
              </a:spcBef>
              <a:spcAft>
                <a:spcPts val="0"/>
              </a:spcAft>
              <a:buClr>
                <a:schemeClr val="dk1"/>
              </a:buClr>
              <a:buSzPts val="3601"/>
              <a:buFont typeface="Arial"/>
              <a:buChar char="•"/>
              <a:defRPr sz="3600" b="0" i="0" u="none" strike="noStrike" cap="none">
                <a:solidFill>
                  <a:schemeClr val="dk1"/>
                </a:solidFill>
                <a:latin typeface="Arial"/>
                <a:ea typeface="Arial"/>
                <a:cs typeface="Arial"/>
                <a:sym typeface="Arial"/>
              </a:defRPr>
            </a:lvl7pPr>
            <a:lvl8pPr marL="3656868" marR="0" lvl="7" indent="-457172" algn="l" rtl="0">
              <a:lnSpc>
                <a:spcPct val="90000"/>
              </a:lnSpc>
              <a:spcBef>
                <a:spcPts val="1000"/>
              </a:spcBef>
              <a:spcAft>
                <a:spcPts val="0"/>
              </a:spcAft>
              <a:buClr>
                <a:schemeClr val="dk1"/>
              </a:buClr>
              <a:buSzPts val="3601"/>
              <a:buFont typeface="Arial"/>
              <a:buChar char="•"/>
              <a:defRPr sz="3600" b="0" i="0" u="none" strike="noStrike" cap="none">
                <a:solidFill>
                  <a:schemeClr val="dk1"/>
                </a:solidFill>
                <a:latin typeface="Arial"/>
                <a:ea typeface="Arial"/>
                <a:cs typeface="Arial"/>
                <a:sym typeface="Arial"/>
              </a:defRPr>
            </a:lvl8pPr>
            <a:lvl9pPr marL="4113978" marR="0" lvl="8" indent="-457172" algn="l" rtl="0">
              <a:lnSpc>
                <a:spcPct val="90000"/>
              </a:lnSpc>
              <a:spcBef>
                <a:spcPts val="1000"/>
              </a:spcBef>
              <a:spcAft>
                <a:spcPts val="0"/>
              </a:spcAft>
              <a:buClr>
                <a:schemeClr val="dk1"/>
              </a:buClr>
              <a:buSzPts val="3601"/>
              <a:buFont typeface="Arial"/>
              <a:buChar char="•"/>
              <a:defRPr sz="3600" b="0" i="0" u="none" strike="noStrike" cap="none">
                <a:solidFill>
                  <a:schemeClr val="dk1"/>
                </a:solidFill>
                <a:latin typeface="Arial"/>
                <a:ea typeface="Arial"/>
                <a:cs typeface="Arial"/>
                <a:sym typeface="Arial"/>
              </a:defRPr>
            </a:lvl9pPr>
          </a:lstStyle>
          <a:p>
            <a:endParaRPr/>
          </a:p>
        </p:txBody>
      </p:sp>
      <p:sp>
        <p:nvSpPr>
          <p:cNvPr id="743" name="Google Shape;743;p35"/>
          <p:cNvSpPr txBox="1">
            <a:spLocks noGrp="1"/>
          </p:cNvSpPr>
          <p:nvPr>
            <p:ph type="body" idx="4"/>
          </p:nvPr>
        </p:nvSpPr>
        <p:spPr>
          <a:xfrm>
            <a:off x="13281438" y="3918859"/>
            <a:ext cx="9383484" cy="8339446"/>
          </a:xfrm>
          <a:prstGeom prst="rect">
            <a:avLst/>
          </a:prstGeom>
          <a:noFill/>
          <a:ln>
            <a:noFill/>
          </a:ln>
        </p:spPr>
        <p:txBody>
          <a:bodyPr spcFirstLastPara="1" wrap="square" lIns="91425" tIns="45700" rIns="91425" bIns="45700" anchor="t" anchorCtr="0">
            <a:noAutofit/>
          </a:bodyPr>
          <a:lstStyle>
            <a:lvl1pPr marL="15872" marR="0" lvl="0" indent="0" algn="l" rtl="0">
              <a:lnSpc>
                <a:spcPct val="110000"/>
              </a:lnSpc>
              <a:spcBef>
                <a:spcPts val="2000"/>
              </a:spcBef>
              <a:spcAft>
                <a:spcPts val="0"/>
              </a:spcAft>
              <a:buClr>
                <a:schemeClr val="dk2"/>
              </a:buClr>
              <a:buSzPts val="2800"/>
              <a:buFont typeface="Arial"/>
              <a:buNone/>
              <a:tabLst/>
              <a:defRPr sz="2800" b="0" i="0" u="none" strike="noStrike" cap="none">
                <a:solidFill>
                  <a:schemeClr val="tx2"/>
                </a:solidFill>
                <a:latin typeface="TT Norms Pro" panose="02000503030000020003" pitchFamily="2" charset="0"/>
                <a:ea typeface="TT Norms Pro" panose="02000503030000020003" pitchFamily="2" charset="0"/>
                <a:cs typeface="Arial"/>
                <a:sym typeface="Arial"/>
              </a:defRPr>
            </a:lvl1pPr>
            <a:lvl2pPr marL="914218" marR="0" lvl="1" indent="-431714" algn="l" rtl="0">
              <a:lnSpc>
                <a:spcPct val="90000"/>
              </a:lnSpc>
              <a:spcBef>
                <a:spcPts val="1000"/>
              </a:spcBef>
              <a:spcAft>
                <a:spcPts val="0"/>
              </a:spcAft>
              <a:buClr>
                <a:schemeClr val="dk2"/>
              </a:buClr>
              <a:buSzPts val="3200"/>
              <a:buFont typeface="Arial"/>
              <a:buChar char="•"/>
              <a:defRPr sz="3200" b="0" i="0" u="none" strike="noStrike" cap="none">
                <a:solidFill>
                  <a:schemeClr val="dk2"/>
                </a:solidFill>
                <a:latin typeface="Arial"/>
                <a:ea typeface="Arial"/>
                <a:cs typeface="Arial"/>
                <a:sym typeface="Arial"/>
              </a:defRPr>
            </a:lvl2pPr>
            <a:lvl3pPr marL="1371326" marR="0" lvl="2" indent="-406318"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3pPr>
            <a:lvl4pPr marL="1828434" marR="0" lvl="3" indent="-380924"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5542" marR="0" lvl="4" indent="-380924"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2652" marR="0" lvl="5" indent="-457172" algn="l" rtl="0">
              <a:lnSpc>
                <a:spcPct val="90000"/>
              </a:lnSpc>
              <a:spcBef>
                <a:spcPts val="1000"/>
              </a:spcBef>
              <a:spcAft>
                <a:spcPts val="0"/>
              </a:spcAft>
              <a:buClr>
                <a:schemeClr val="dk1"/>
              </a:buClr>
              <a:buSzPts val="3601"/>
              <a:buFont typeface="Arial"/>
              <a:buChar char="•"/>
              <a:defRPr sz="3600" b="0" i="0" u="none" strike="noStrike" cap="none">
                <a:solidFill>
                  <a:schemeClr val="dk1"/>
                </a:solidFill>
                <a:latin typeface="Arial"/>
                <a:ea typeface="Arial"/>
                <a:cs typeface="Arial"/>
                <a:sym typeface="Arial"/>
              </a:defRPr>
            </a:lvl6pPr>
            <a:lvl7pPr marL="3199760" marR="0" lvl="6" indent="-457172" algn="l" rtl="0">
              <a:lnSpc>
                <a:spcPct val="90000"/>
              </a:lnSpc>
              <a:spcBef>
                <a:spcPts val="1000"/>
              </a:spcBef>
              <a:spcAft>
                <a:spcPts val="0"/>
              </a:spcAft>
              <a:buClr>
                <a:schemeClr val="dk1"/>
              </a:buClr>
              <a:buSzPts val="3601"/>
              <a:buFont typeface="Arial"/>
              <a:buChar char="•"/>
              <a:defRPr sz="3600" b="0" i="0" u="none" strike="noStrike" cap="none">
                <a:solidFill>
                  <a:schemeClr val="dk1"/>
                </a:solidFill>
                <a:latin typeface="Arial"/>
                <a:ea typeface="Arial"/>
                <a:cs typeface="Arial"/>
                <a:sym typeface="Arial"/>
              </a:defRPr>
            </a:lvl7pPr>
            <a:lvl8pPr marL="3656868" marR="0" lvl="7" indent="-457172" algn="l" rtl="0">
              <a:lnSpc>
                <a:spcPct val="90000"/>
              </a:lnSpc>
              <a:spcBef>
                <a:spcPts val="1000"/>
              </a:spcBef>
              <a:spcAft>
                <a:spcPts val="0"/>
              </a:spcAft>
              <a:buClr>
                <a:schemeClr val="dk1"/>
              </a:buClr>
              <a:buSzPts val="3601"/>
              <a:buFont typeface="Arial"/>
              <a:buChar char="•"/>
              <a:defRPr sz="3600" b="0" i="0" u="none" strike="noStrike" cap="none">
                <a:solidFill>
                  <a:schemeClr val="dk1"/>
                </a:solidFill>
                <a:latin typeface="Arial"/>
                <a:ea typeface="Arial"/>
                <a:cs typeface="Arial"/>
                <a:sym typeface="Arial"/>
              </a:defRPr>
            </a:lvl8pPr>
            <a:lvl9pPr marL="4113978" marR="0" lvl="8" indent="-457172" algn="l" rtl="0">
              <a:lnSpc>
                <a:spcPct val="90000"/>
              </a:lnSpc>
              <a:spcBef>
                <a:spcPts val="1000"/>
              </a:spcBef>
              <a:spcAft>
                <a:spcPts val="0"/>
              </a:spcAft>
              <a:buClr>
                <a:schemeClr val="dk1"/>
              </a:buClr>
              <a:buSzPts val="3601"/>
              <a:buFont typeface="Arial"/>
              <a:buChar char="•"/>
              <a:defRPr sz="3600" b="0" i="0" u="none" strike="noStrike" cap="none">
                <a:solidFill>
                  <a:schemeClr val="dk1"/>
                </a:solidFill>
                <a:latin typeface="Arial"/>
                <a:ea typeface="Arial"/>
                <a:cs typeface="Arial"/>
                <a:sym typeface="Arial"/>
              </a:defRPr>
            </a:lvl9pPr>
          </a:lstStyle>
          <a:p>
            <a:endParaRPr/>
          </a:p>
        </p:txBody>
      </p:sp>
      <p:sp>
        <p:nvSpPr>
          <p:cNvPr id="2" name="Title">
            <a:extLst>
              <a:ext uri="{FF2B5EF4-FFF2-40B4-BE49-F238E27FC236}">
                <a16:creationId xmlns:a16="http://schemas.microsoft.com/office/drawing/2014/main" id="{656FBCEE-C6ED-3F02-E1D9-E2F38BD7B86C}"/>
              </a:ext>
            </a:extLst>
          </p:cNvPr>
          <p:cNvSpPr>
            <a:spLocks noGrp="1"/>
          </p:cNvSpPr>
          <p:nvPr>
            <p:ph type="title" hasCustomPrompt="1"/>
          </p:nvPr>
        </p:nvSpPr>
        <p:spPr>
          <a:xfrm>
            <a:off x="1" y="822960"/>
            <a:ext cx="24387049" cy="1170432"/>
          </a:xfrm>
          <a:prstGeom prst="rect">
            <a:avLst/>
          </a:prstGeom>
        </p:spPr>
        <p:txBody>
          <a:bodyPr vert="horz" lIns="91440" tIns="45720" rIns="91440" bIns="45720" rtlCol="0" anchor="ctr">
            <a:normAutofit/>
          </a:bodyPr>
          <a:lstStyle>
            <a:lvl1pPr marL="914218" indent="0" algn="l" defTabSz="1828342" rtl="0" eaLnBrk="1" latinLnBrk="0" hangingPunct="1">
              <a:lnSpc>
                <a:spcPct val="90000"/>
              </a:lnSpc>
              <a:spcBef>
                <a:spcPct val="0"/>
              </a:spcBef>
              <a:buNone/>
              <a:tabLst/>
              <a:defRPr lang="en-US" sz="6598" b="1" i="0" kern="1200" spc="-100" baseline="0" dirty="0">
                <a:solidFill>
                  <a:schemeClr val="tx2"/>
                </a:solidFill>
                <a:latin typeface="TT Norms Pro ExtraBold" panose="02000503030000020003" pitchFamily="2" charset="0"/>
                <a:ea typeface="+mj-ea"/>
                <a:cs typeface="+mj-cs"/>
              </a:defRPr>
            </a:lvl1pPr>
          </a:lstStyle>
          <a:p>
            <a:r>
              <a:rPr lang="en-US"/>
              <a:t>Title (Title Caps, 66 Pt Bold)</a:t>
            </a:r>
          </a:p>
        </p:txBody>
      </p:sp>
      <p:sp>
        <p:nvSpPr>
          <p:cNvPr id="3" name="Subtitle">
            <a:extLst>
              <a:ext uri="{FF2B5EF4-FFF2-40B4-BE49-F238E27FC236}">
                <a16:creationId xmlns:a16="http://schemas.microsoft.com/office/drawing/2014/main" id="{555DE3BB-D4C1-A8BF-EE15-11755F2DDC71}"/>
              </a:ext>
            </a:extLst>
          </p:cNvPr>
          <p:cNvSpPr>
            <a:spLocks noGrp="1"/>
          </p:cNvSpPr>
          <p:nvPr>
            <p:ph type="body" sz="quarter" idx="14" hasCustomPrompt="1"/>
          </p:nvPr>
        </p:nvSpPr>
        <p:spPr>
          <a:xfrm>
            <a:off x="7" y="2011680"/>
            <a:ext cx="24387429" cy="484188"/>
          </a:xfrm>
          <a:prstGeom prst="rect">
            <a:avLst/>
          </a:prstGeom>
        </p:spPr>
        <p:txBody>
          <a:bodyPr>
            <a:noAutofit/>
          </a:bodyPr>
          <a:lstStyle>
            <a:lvl1pPr marL="914172"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pic>
        <p:nvPicPr>
          <p:cNvPr id="4" name="Graphic 3">
            <a:extLst>
              <a:ext uri="{FF2B5EF4-FFF2-40B4-BE49-F238E27FC236}">
                <a16:creationId xmlns:a16="http://schemas.microsoft.com/office/drawing/2014/main" id="{5E7600C5-DB52-3DB2-02C4-60C9CE6C0B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359255" y="417445"/>
            <a:ext cx="653969" cy="653970"/>
          </a:xfrm>
          <a:prstGeom prst="rect">
            <a:avLst/>
          </a:prstGeom>
        </p:spPr>
      </p:pic>
      <p:sp>
        <p:nvSpPr>
          <p:cNvPr id="6" name="Footer">
            <a:extLst>
              <a:ext uri="{FF2B5EF4-FFF2-40B4-BE49-F238E27FC236}">
                <a16:creationId xmlns:a16="http://schemas.microsoft.com/office/drawing/2014/main" id="{077F086D-AB4E-F561-B040-A35D15BB2619}"/>
              </a:ext>
            </a:extLst>
          </p:cNvPr>
          <p:cNvSpPr>
            <a:spLocks noGrp="1"/>
          </p:cNvSpPr>
          <p:nvPr>
            <p:ph type="ftr" sz="quarter" idx="15"/>
          </p:nvPr>
        </p:nvSpPr>
        <p:spPr>
          <a:xfrm>
            <a:off x="3" y="13441680"/>
            <a:ext cx="24390221" cy="274320"/>
          </a:xfrm>
          <a:prstGeom prst="rect">
            <a:avLst/>
          </a:prstGeom>
          <a:solidFill>
            <a:schemeClr val="tx2"/>
          </a:solidFill>
        </p:spPr>
        <p:txBody>
          <a:bodyPr vert="horz" wrap="none" lIns="91440" tIns="45720" rIns="91440" bIns="27432" rtlCol="0" anchor="ctr"/>
          <a:lstStyle>
            <a:defPPr>
              <a:defRPr lang="en-US"/>
            </a:defPPr>
            <a:lvl1pPr marL="0" algn="ctr" defTabSz="457040" rtl="0" eaLnBrk="1" latinLnBrk="0" hangingPunct="1">
              <a:defRPr sz="800" kern="1200">
                <a:solidFill>
                  <a:schemeClr val="bg1"/>
                </a:solidFill>
                <a:latin typeface="+mn-lt"/>
                <a:ea typeface="+mn-ea"/>
                <a:cs typeface="+mn-cs"/>
              </a:defRPr>
            </a:lvl1pPr>
            <a:lvl2pPr marL="457040" algn="l" defTabSz="457040" rtl="0" eaLnBrk="1" latinLnBrk="0" hangingPunct="1">
              <a:defRPr sz="1800" kern="1200">
                <a:solidFill>
                  <a:schemeClr val="tx1"/>
                </a:solidFill>
                <a:latin typeface="+mn-lt"/>
                <a:ea typeface="+mn-ea"/>
                <a:cs typeface="+mn-cs"/>
              </a:defRPr>
            </a:lvl2pPr>
            <a:lvl3pPr marL="914082" algn="l" defTabSz="457040" rtl="0" eaLnBrk="1" latinLnBrk="0" hangingPunct="1">
              <a:defRPr sz="1800" kern="1200">
                <a:solidFill>
                  <a:schemeClr val="tx1"/>
                </a:solidFill>
                <a:latin typeface="+mn-lt"/>
                <a:ea typeface="+mn-ea"/>
                <a:cs typeface="+mn-cs"/>
              </a:defRPr>
            </a:lvl3pPr>
            <a:lvl4pPr marL="1371120" algn="l" defTabSz="457040" rtl="0" eaLnBrk="1" latinLnBrk="0" hangingPunct="1">
              <a:defRPr sz="1800" kern="1200">
                <a:solidFill>
                  <a:schemeClr val="tx1"/>
                </a:solidFill>
                <a:latin typeface="+mn-lt"/>
                <a:ea typeface="+mn-ea"/>
                <a:cs typeface="+mn-cs"/>
              </a:defRPr>
            </a:lvl4pPr>
            <a:lvl5pPr marL="1828160" algn="l" defTabSz="457040" rtl="0" eaLnBrk="1" latinLnBrk="0" hangingPunct="1">
              <a:defRPr sz="1800" kern="1200">
                <a:solidFill>
                  <a:schemeClr val="tx1"/>
                </a:solidFill>
                <a:latin typeface="+mn-lt"/>
                <a:ea typeface="+mn-ea"/>
                <a:cs typeface="+mn-cs"/>
              </a:defRPr>
            </a:lvl5pPr>
            <a:lvl6pPr marL="2285198" algn="l" defTabSz="457040" rtl="0" eaLnBrk="1" latinLnBrk="0" hangingPunct="1">
              <a:defRPr sz="1800" kern="1200">
                <a:solidFill>
                  <a:schemeClr val="tx1"/>
                </a:solidFill>
                <a:latin typeface="+mn-lt"/>
                <a:ea typeface="+mn-ea"/>
                <a:cs typeface="+mn-cs"/>
              </a:defRPr>
            </a:lvl6pPr>
            <a:lvl7pPr marL="2742240" algn="l" defTabSz="457040" rtl="0" eaLnBrk="1" latinLnBrk="0" hangingPunct="1">
              <a:defRPr sz="1800" kern="1200">
                <a:solidFill>
                  <a:schemeClr val="tx1"/>
                </a:solidFill>
                <a:latin typeface="+mn-lt"/>
                <a:ea typeface="+mn-ea"/>
                <a:cs typeface="+mn-cs"/>
              </a:defRPr>
            </a:lvl7pPr>
            <a:lvl8pPr marL="3199280" algn="l" defTabSz="457040" rtl="0" eaLnBrk="1" latinLnBrk="0" hangingPunct="1">
              <a:defRPr sz="1800" kern="1200">
                <a:solidFill>
                  <a:schemeClr val="tx1"/>
                </a:solidFill>
                <a:latin typeface="+mn-lt"/>
                <a:ea typeface="+mn-ea"/>
                <a:cs typeface="+mn-cs"/>
              </a:defRPr>
            </a:lvl8pPr>
            <a:lvl9pPr marL="3656320" algn="l" defTabSz="457040" rtl="0" eaLnBrk="1" latinLnBrk="0" hangingPunct="1">
              <a:defRPr sz="1800" kern="1200">
                <a:solidFill>
                  <a:schemeClr val="tx1"/>
                </a:solidFill>
                <a:latin typeface="+mn-lt"/>
                <a:ea typeface="+mn-ea"/>
                <a:cs typeface="+mn-cs"/>
              </a:defRPr>
            </a:lvl9pPr>
          </a:lstStyle>
          <a:p>
            <a:pPr>
              <a:defRPr/>
            </a:pPr>
            <a:r>
              <a:rPr lang="en-US">
                <a:solidFill>
                  <a:srgbClr val="FFFFFF"/>
                </a:solidFill>
                <a:latin typeface="TT Norms Pro" panose="02000503030000020003" pitchFamily="2" charset="0"/>
              </a:rPr>
              <a:t>© 2026 Anglepoint Group, Inc. Confidential. Distribution prohibited. All rights reserved.</a:t>
            </a:r>
          </a:p>
        </p:txBody>
      </p:sp>
      <p:sp>
        <p:nvSpPr>
          <p:cNvPr id="7" name="Date">
            <a:extLst>
              <a:ext uri="{FF2B5EF4-FFF2-40B4-BE49-F238E27FC236}">
                <a16:creationId xmlns:a16="http://schemas.microsoft.com/office/drawing/2014/main" id="{4CD5B5CD-CE1D-BE82-79A5-D99B920DD092}"/>
              </a:ext>
            </a:extLst>
          </p:cNvPr>
          <p:cNvSpPr>
            <a:spLocks noGrp="1"/>
          </p:cNvSpPr>
          <p:nvPr>
            <p:ph type="dt" sz="half" idx="2"/>
          </p:nvPr>
        </p:nvSpPr>
        <p:spPr>
          <a:xfrm>
            <a:off x="0" y="13441680"/>
            <a:ext cx="1143001" cy="274320"/>
          </a:xfrm>
          <a:prstGeom prst="rect">
            <a:avLst/>
          </a:prstGeom>
        </p:spPr>
        <p:txBody>
          <a:bodyPr vert="horz" lIns="91440" tIns="45720" rIns="91440" bIns="27432" rtlCol="0" anchor="ctr"/>
          <a:lstStyle>
            <a:defPPr>
              <a:defRPr lang="en-US"/>
            </a:defPPr>
            <a:lvl1pPr marL="0" algn="l" defTabSz="457040" rtl="0" eaLnBrk="1" latinLnBrk="0" hangingPunct="1">
              <a:defRPr sz="800" kern="1200">
                <a:solidFill>
                  <a:schemeClr val="bg1"/>
                </a:solidFill>
                <a:latin typeface="TT Norms Pro" panose="020B0604020202020204" charset="0"/>
                <a:ea typeface="+mn-ea"/>
                <a:cs typeface="+mn-cs"/>
              </a:defRPr>
            </a:lvl1pPr>
            <a:lvl2pPr marL="457040" algn="l" defTabSz="457040" rtl="0" eaLnBrk="1" latinLnBrk="0" hangingPunct="1">
              <a:defRPr sz="1800" kern="1200">
                <a:solidFill>
                  <a:schemeClr val="tx1"/>
                </a:solidFill>
                <a:latin typeface="+mn-lt"/>
                <a:ea typeface="+mn-ea"/>
                <a:cs typeface="+mn-cs"/>
              </a:defRPr>
            </a:lvl2pPr>
            <a:lvl3pPr marL="914082" algn="l" defTabSz="457040" rtl="0" eaLnBrk="1" latinLnBrk="0" hangingPunct="1">
              <a:defRPr sz="1800" kern="1200">
                <a:solidFill>
                  <a:schemeClr val="tx1"/>
                </a:solidFill>
                <a:latin typeface="+mn-lt"/>
                <a:ea typeface="+mn-ea"/>
                <a:cs typeface="+mn-cs"/>
              </a:defRPr>
            </a:lvl3pPr>
            <a:lvl4pPr marL="1371120" algn="l" defTabSz="457040" rtl="0" eaLnBrk="1" latinLnBrk="0" hangingPunct="1">
              <a:defRPr sz="1800" kern="1200">
                <a:solidFill>
                  <a:schemeClr val="tx1"/>
                </a:solidFill>
                <a:latin typeface="+mn-lt"/>
                <a:ea typeface="+mn-ea"/>
                <a:cs typeface="+mn-cs"/>
              </a:defRPr>
            </a:lvl4pPr>
            <a:lvl5pPr marL="1828160" algn="l" defTabSz="457040" rtl="0" eaLnBrk="1" latinLnBrk="0" hangingPunct="1">
              <a:defRPr sz="1800" kern="1200">
                <a:solidFill>
                  <a:schemeClr val="tx1"/>
                </a:solidFill>
                <a:latin typeface="+mn-lt"/>
                <a:ea typeface="+mn-ea"/>
                <a:cs typeface="+mn-cs"/>
              </a:defRPr>
            </a:lvl5pPr>
            <a:lvl6pPr marL="2285198" algn="l" defTabSz="457040" rtl="0" eaLnBrk="1" latinLnBrk="0" hangingPunct="1">
              <a:defRPr sz="1800" kern="1200">
                <a:solidFill>
                  <a:schemeClr val="tx1"/>
                </a:solidFill>
                <a:latin typeface="+mn-lt"/>
                <a:ea typeface="+mn-ea"/>
                <a:cs typeface="+mn-cs"/>
              </a:defRPr>
            </a:lvl6pPr>
            <a:lvl7pPr marL="2742240" algn="l" defTabSz="457040" rtl="0" eaLnBrk="1" latinLnBrk="0" hangingPunct="1">
              <a:defRPr sz="1800" kern="1200">
                <a:solidFill>
                  <a:schemeClr val="tx1"/>
                </a:solidFill>
                <a:latin typeface="+mn-lt"/>
                <a:ea typeface="+mn-ea"/>
                <a:cs typeface="+mn-cs"/>
              </a:defRPr>
            </a:lvl7pPr>
            <a:lvl8pPr marL="3199280" algn="l" defTabSz="457040" rtl="0" eaLnBrk="1" latinLnBrk="0" hangingPunct="1">
              <a:defRPr sz="1800" kern="1200">
                <a:solidFill>
                  <a:schemeClr val="tx1"/>
                </a:solidFill>
                <a:latin typeface="+mn-lt"/>
                <a:ea typeface="+mn-ea"/>
                <a:cs typeface="+mn-cs"/>
              </a:defRPr>
            </a:lvl8pPr>
            <a:lvl9pPr marL="3656320" algn="l" defTabSz="457040" rtl="0" eaLnBrk="1" latinLnBrk="0" hangingPunct="1">
              <a:defRPr sz="1800" kern="1200">
                <a:solidFill>
                  <a:schemeClr val="tx1"/>
                </a:solidFill>
                <a:latin typeface="+mn-lt"/>
                <a:ea typeface="+mn-ea"/>
                <a:cs typeface="+mn-cs"/>
              </a:defRPr>
            </a:lvl9pPr>
          </a:lstStyle>
          <a:p>
            <a:fld id="{195EE8AB-E2D2-8443-BBC4-5D42330CAF68}" type="datetime4">
              <a:rPr lang="en-US" smtClean="0"/>
              <a:t>June 10, 2026</a:t>
            </a:fld>
            <a:endParaRPr lang="en-US"/>
          </a:p>
        </p:txBody>
      </p:sp>
      <p:sp>
        <p:nvSpPr>
          <p:cNvPr id="8" name="Slide Number">
            <a:extLst>
              <a:ext uri="{FF2B5EF4-FFF2-40B4-BE49-F238E27FC236}">
                <a16:creationId xmlns:a16="http://schemas.microsoft.com/office/drawing/2014/main" id="{1268B9DD-A432-8456-1574-3AE65EB20953}"/>
              </a:ext>
            </a:extLst>
          </p:cNvPr>
          <p:cNvSpPr>
            <a:spLocks noGrp="1"/>
          </p:cNvSpPr>
          <p:nvPr>
            <p:ph type="sldNum" sz="quarter" idx="16"/>
          </p:nvPr>
        </p:nvSpPr>
        <p:spPr>
          <a:xfrm>
            <a:off x="23244174" y="13441680"/>
            <a:ext cx="1143001" cy="274320"/>
          </a:xfrm>
          <a:prstGeom prst="rect">
            <a:avLst/>
          </a:prstGeom>
        </p:spPr>
        <p:txBody>
          <a:bodyPr vert="horz" wrap="none" lIns="0" tIns="36576" rIns="91440" bIns="0" rtlCol="0" anchor="ctr"/>
          <a:lstStyle>
            <a:defPPr>
              <a:defRPr lang="en-US"/>
            </a:defPPr>
            <a:lvl1pPr marL="0" algn="r" defTabSz="457040" rtl="0" eaLnBrk="1" latinLnBrk="0" hangingPunct="1">
              <a:defRPr sz="1400" b="1" kern="1200">
                <a:solidFill>
                  <a:schemeClr val="accent2"/>
                </a:solidFill>
                <a:latin typeface="+mn-lt"/>
                <a:ea typeface="+mn-ea"/>
                <a:cs typeface="+mn-cs"/>
              </a:defRPr>
            </a:lvl1pPr>
            <a:lvl2pPr marL="457040" algn="l" defTabSz="457040" rtl="0" eaLnBrk="1" latinLnBrk="0" hangingPunct="1">
              <a:defRPr sz="1800" kern="1200">
                <a:solidFill>
                  <a:schemeClr val="tx1"/>
                </a:solidFill>
                <a:latin typeface="+mn-lt"/>
                <a:ea typeface="+mn-ea"/>
                <a:cs typeface="+mn-cs"/>
              </a:defRPr>
            </a:lvl2pPr>
            <a:lvl3pPr marL="914082" algn="l" defTabSz="457040" rtl="0" eaLnBrk="1" latinLnBrk="0" hangingPunct="1">
              <a:defRPr sz="1800" kern="1200">
                <a:solidFill>
                  <a:schemeClr val="tx1"/>
                </a:solidFill>
                <a:latin typeface="+mn-lt"/>
                <a:ea typeface="+mn-ea"/>
                <a:cs typeface="+mn-cs"/>
              </a:defRPr>
            </a:lvl3pPr>
            <a:lvl4pPr marL="1371120" algn="l" defTabSz="457040" rtl="0" eaLnBrk="1" latinLnBrk="0" hangingPunct="1">
              <a:defRPr sz="1800" kern="1200">
                <a:solidFill>
                  <a:schemeClr val="tx1"/>
                </a:solidFill>
                <a:latin typeface="+mn-lt"/>
                <a:ea typeface="+mn-ea"/>
                <a:cs typeface="+mn-cs"/>
              </a:defRPr>
            </a:lvl4pPr>
            <a:lvl5pPr marL="1828160" algn="l" defTabSz="457040" rtl="0" eaLnBrk="1" latinLnBrk="0" hangingPunct="1">
              <a:defRPr sz="1800" kern="1200">
                <a:solidFill>
                  <a:schemeClr val="tx1"/>
                </a:solidFill>
                <a:latin typeface="+mn-lt"/>
                <a:ea typeface="+mn-ea"/>
                <a:cs typeface="+mn-cs"/>
              </a:defRPr>
            </a:lvl5pPr>
            <a:lvl6pPr marL="2285198" algn="l" defTabSz="457040" rtl="0" eaLnBrk="1" latinLnBrk="0" hangingPunct="1">
              <a:defRPr sz="1800" kern="1200">
                <a:solidFill>
                  <a:schemeClr val="tx1"/>
                </a:solidFill>
                <a:latin typeface="+mn-lt"/>
                <a:ea typeface="+mn-ea"/>
                <a:cs typeface="+mn-cs"/>
              </a:defRPr>
            </a:lvl6pPr>
            <a:lvl7pPr marL="2742240" algn="l" defTabSz="457040" rtl="0" eaLnBrk="1" latinLnBrk="0" hangingPunct="1">
              <a:defRPr sz="1800" kern="1200">
                <a:solidFill>
                  <a:schemeClr val="tx1"/>
                </a:solidFill>
                <a:latin typeface="+mn-lt"/>
                <a:ea typeface="+mn-ea"/>
                <a:cs typeface="+mn-cs"/>
              </a:defRPr>
            </a:lvl7pPr>
            <a:lvl8pPr marL="3199280" algn="l" defTabSz="457040" rtl="0" eaLnBrk="1" latinLnBrk="0" hangingPunct="1">
              <a:defRPr sz="1800" kern="1200">
                <a:solidFill>
                  <a:schemeClr val="tx1"/>
                </a:solidFill>
                <a:latin typeface="+mn-lt"/>
                <a:ea typeface="+mn-ea"/>
                <a:cs typeface="+mn-cs"/>
              </a:defRPr>
            </a:lvl8pPr>
            <a:lvl9pPr marL="3656320" algn="l" defTabSz="457040" rtl="0" eaLnBrk="1" latinLnBrk="0" hangingPunct="1">
              <a:defRPr sz="1800" kern="1200">
                <a:solidFill>
                  <a:schemeClr val="tx1"/>
                </a:solidFill>
                <a:latin typeface="+mn-lt"/>
                <a:ea typeface="+mn-ea"/>
                <a:cs typeface="+mn-cs"/>
              </a:defRPr>
            </a:lvl9pPr>
          </a:lstStyle>
          <a:p>
            <a:fld id="{65CC2327-6B8B-47BD-B581-B21CDA88CCFB}" type="slidenum">
              <a:rPr lang="en-US" smtClean="0"/>
              <a:pPr/>
              <a:t>‹#›</a:t>
            </a:fld>
            <a:endParaRPr lang="en-US"/>
          </a:p>
        </p:txBody>
      </p:sp>
    </p:spTree>
    <p:extLst>
      <p:ext uri="{BB962C8B-B14F-4D97-AF65-F5344CB8AC3E}">
        <p14:creationId xmlns:p14="http://schemas.microsoft.com/office/powerpoint/2010/main" val="153432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4_Left Side Bar">
    <p:spTree>
      <p:nvGrpSpPr>
        <p:cNvPr id="1" name=""/>
        <p:cNvGrpSpPr/>
        <p:nvPr/>
      </p:nvGrpSpPr>
      <p:grpSpPr>
        <a:xfrm>
          <a:off x="0" y="0"/>
          <a:ext cx="0" cy="0"/>
          <a:chOff x="0" y="0"/>
          <a:chExt cx="0" cy="0"/>
        </a:xfrm>
      </p:grpSpPr>
      <p:sp>
        <p:nvSpPr>
          <p:cNvPr id="6" name="Snip Single Corner Rectangle 39">
            <a:extLst>
              <a:ext uri="{FF2B5EF4-FFF2-40B4-BE49-F238E27FC236}">
                <a16:creationId xmlns:a16="http://schemas.microsoft.com/office/drawing/2014/main" id="{AFA4AD5D-8802-EE77-2A1E-F206207A8C44}"/>
              </a:ext>
            </a:extLst>
          </p:cNvPr>
          <p:cNvSpPr/>
          <p:nvPr userDrawn="1"/>
        </p:nvSpPr>
        <p:spPr>
          <a:xfrm rot="10800000" flipH="1">
            <a:off x="3" y="0"/>
            <a:ext cx="7122949" cy="13716000"/>
          </a:xfrm>
          <a:prstGeom prst="snip1Rect">
            <a:avLst>
              <a:gd name="adj" fmla="val 0"/>
            </a:avLst>
          </a:prstGeom>
          <a:gradFill>
            <a:gsLst>
              <a:gs pos="100000">
                <a:srgbClr val="001B3B"/>
              </a:gs>
              <a:gs pos="8000">
                <a:schemeClr val="tx2"/>
              </a:gs>
            </a:gsLst>
            <a:lin ang="5400000" scaled="0"/>
          </a:gradFill>
          <a:ln w="127000" cap="flat">
            <a:noFill/>
            <a:prstDash val="solid"/>
            <a:miter/>
          </a:ln>
        </p:spPr>
        <p:txBody>
          <a:bodyPr rtlCol="0" anchor="ctr"/>
          <a:lstStyle/>
          <a:p>
            <a:pPr algn="l"/>
            <a:endParaRPr lang="en-US" sz="1800"/>
          </a:p>
        </p:txBody>
      </p:sp>
      <p:grpSp>
        <p:nvGrpSpPr>
          <p:cNvPr id="12" name="Group 11">
            <a:extLst>
              <a:ext uri="{FF2B5EF4-FFF2-40B4-BE49-F238E27FC236}">
                <a16:creationId xmlns:a16="http://schemas.microsoft.com/office/drawing/2014/main" id="{006404DD-4B80-2400-9AC0-496749445D1B}"/>
              </a:ext>
            </a:extLst>
          </p:cNvPr>
          <p:cNvGrpSpPr/>
          <p:nvPr userDrawn="1"/>
        </p:nvGrpSpPr>
        <p:grpSpPr>
          <a:xfrm>
            <a:off x="-1" y="1"/>
            <a:ext cx="4800603" cy="1307810"/>
            <a:chOff x="-2" y="-1"/>
            <a:chExt cx="6617371" cy="1802745"/>
          </a:xfrm>
        </p:grpSpPr>
        <p:sp>
          <p:nvSpPr>
            <p:cNvPr id="13" name="Freeform 33">
              <a:extLst>
                <a:ext uri="{FF2B5EF4-FFF2-40B4-BE49-F238E27FC236}">
                  <a16:creationId xmlns:a16="http://schemas.microsoft.com/office/drawing/2014/main" id="{22AEB75D-9B49-D8FE-A648-83034A98F9A1}"/>
                </a:ext>
              </a:extLst>
            </p:cNvPr>
            <p:cNvSpPr/>
            <p:nvPr/>
          </p:nvSpPr>
          <p:spPr>
            <a:xfrm rot="10800000">
              <a:off x="1" y="5"/>
              <a:ext cx="1834918" cy="1802739"/>
            </a:xfrm>
            <a:custGeom>
              <a:avLst/>
              <a:gdLst>
                <a:gd name="connsiteX0" fmla="*/ 1834918 w 1834918"/>
                <a:gd name="connsiteY0" fmla="*/ 1802739 h 1802739"/>
                <a:gd name="connsiteX1" fmla="*/ 0 w 1834918"/>
                <a:gd name="connsiteY1" fmla="*/ 1802739 h 1802739"/>
                <a:gd name="connsiteX2" fmla="*/ 1834918 w 1834918"/>
                <a:gd name="connsiteY2" fmla="*/ 0 h 1802739"/>
              </a:gdLst>
              <a:ahLst/>
              <a:cxnLst>
                <a:cxn ang="0">
                  <a:pos x="connsiteX0" y="connsiteY0"/>
                </a:cxn>
                <a:cxn ang="0">
                  <a:pos x="connsiteX1" y="connsiteY1"/>
                </a:cxn>
                <a:cxn ang="0">
                  <a:pos x="connsiteX2" y="connsiteY2"/>
                </a:cxn>
              </a:cxnLst>
              <a:rect l="l" t="t" r="r" b="b"/>
              <a:pathLst>
                <a:path w="1834918" h="1802739">
                  <a:moveTo>
                    <a:pt x="1834918" y="1802739"/>
                  </a:moveTo>
                  <a:lnTo>
                    <a:pt x="0" y="1802739"/>
                  </a:lnTo>
                  <a:lnTo>
                    <a:pt x="1834918" y="0"/>
                  </a:lnTo>
                  <a:close/>
                </a:path>
              </a:pathLst>
            </a:custGeom>
            <a:solidFill>
              <a:schemeClr val="accent1">
                <a:alpha val="29784"/>
              </a:schemeClr>
            </a:solidFill>
            <a:ln w="127000" cap="flat">
              <a:noFill/>
              <a:prstDash val="solid"/>
              <a:miter/>
            </a:ln>
          </p:spPr>
          <p:txBody>
            <a:bodyPr wrap="square" rtlCol="0" anchor="ctr">
              <a:noAutofit/>
            </a:bodyPr>
            <a:lstStyle/>
            <a:p>
              <a:pPr algn="l"/>
              <a:endParaRPr lang="en-US" sz="1800"/>
            </a:p>
          </p:txBody>
        </p:sp>
        <p:sp>
          <p:nvSpPr>
            <p:cNvPr id="14" name="Freeform 34">
              <a:extLst>
                <a:ext uri="{FF2B5EF4-FFF2-40B4-BE49-F238E27FC236}">
                  <a16:creationId xmlns:a16="http://schemas.microsoft.com/office/drawing/2014/main" id="{55A82110-E8FA-B672-632A-007BED9AC407}"/>
                </a:ext>
              </a:extLst>
            </p:cNvPr>
            <p:cNvSpPr/>
            <p:nvPr/>
          </p:nvSpPr>
          <p:spPr>
            <a:xfrm rot="10800000">
              <a:off x="1" y="6"/>
              <a:ext cx="2368353" cy="1353348"/>
            </a:xfrm>
            <a:custGeom>
              <a:avLst/>
              <a:gdLst>
                <a:gd name="connsiteX0" fmla="*/ 2368353 w 2368353"/>
                <a:gd name="connsiteY0" fmla="*/ 1353348 h 1353348"/>
                <a:gd name="connsiteX1" fmla="*/ 0 w 2368353"/>
                <a:gd name="connsiteY1" fmla="*/ 1353348 h 1353348"/>
                <a:gd name="connsiteX2" fmla="*/ 1377505 w 2368353"/>
                <a:gd name="connsiteY2" fmla="*/ 0 h 1353348"/>
                <a:gd name="connsiteX3" fmla="*/ 2368353 w 2368353"/>
                <a:gd name="connsiteY3" fmla="*/ 0 h 1353348"/>
              </a:gdLst>
              <a:ahLst/>
              <a:cxnLst>
                <a:cxn ang="0">
                  <a:pos x="connsiteX0" y="connsiteY0"/>
                </a:cxn>
                <a:cxn ang="0">
                  <a:pos x="connsiteX1" y="connsiteY1"/>
                </a:cxn>
                <a:cxn ang="0">
                  <a:pos x="connsiteX2" y="connsiteY2"/>
                </a:cxn>
                <a:cxn ang="0">
                  <a:pos x="connsiteX3" y="connsiteY3"/>
                </a:cxn>
              </a:cxnLst>
              <a:rect l="l" t="t" r="r" b="b"/>
              <a:pathLst>
                <a:path w="2368353" h="1353348">
                  <a:moveTo>
                    <a:pt x="2368353" y="1353348"/>
                  </a:moveTo>
                  <a:lnTo>
                    <a:pt x="0" y="1353348"/>
                  </a:lnTo>
                  <a:lnTo>
                    <a:pt x="1377505" y="0"/>
                  </a:lnTo>
                  <a:lnTo>
                    <a:pt x="2368353" y="0"/>
                  </a:lnTo>
                  <a:close/>
                </a:path>
              </a:pathLst>
            </a:custGeom>
            <a:solidFill>
              <a:schemeClr val="accent1">
                <a:alpha val="50000"/>
              </a:schemeClr>
            </a:solidFill>
            <a:ln w="127000" cap="flat">
              <a:noFill/>
              <a:prstDash val="solid"/>
              <a:miter/>
            </a:ln>
          </p:spPr>
          <p:txBody>
            <a:bodyPr wrap="square" rtlCol="0" anchor="ctr">
              <a:noAutofit/>
            </a:bodyPr>
            <a:lstStyle/>
            <a:p>
              <a:pPr algn="l"/>
              <a:endParaRPr lang="en-US" sz="1800"/>
            </a:p>
          </p:txBody>
        </p:sp>
        <p:sp>
          <p:nvSpPr>
            <p:cNvPr id="16" name="Parallelogram 15">
              <a:extLst>
                <a:ext uri="{FF2B5EF4-FFF2-40B4-BE49-F238E27FC236}">
                  <a16:creationId xmlns:a16="http://schemas.microsoft.com/office/drawing/2014/main" id="{11C63B7C-5EDC-E6BC-E70E-547C37EB7375}"/>
                </a:ext>
              </a:extLst>
            </p:cNvPr>
            <p:cNvSpPr/>
            <p:nvPr/>
          </p:nvSpPr>
          <p:spPr>
            <a:xfrm rot="10800000">
              <a:off x="3649951" y="0"/>
              <a:ext cx="1152387" cy="664551"/>
            </a:xfrm>
            <a:prstGeom prst="parallelogram">
              <a:avLst>
                <a:gd name="adj" fmla="val 101785"/>
              </a:avLst>
            </a:prstGeom>
            <a:solidFill>
              <a:schemeClr val="accent1">
                <a:alpha val="50000"/>
              </a:schemeClr>
            </a:solidFill>
            <a:ln w="127000" cap="flat">
              <a:noFill/>
              <a:prstDash val="solid"/>
              <a:miter/>
            </a:ln>
          </p:spPr>
          <p:txBody>
            <a:bodyPr rtlCol="0" anchor="ctr"/>
            <a:lstStyle/>
            <a:p>
              <a:pPr algn="l"/>
              <a:endParaRPr lang="en-US" sz="1800"/>
            </a:p>
          </p:txBody>
        </p:sp>
        <p:sp>
          <p:nvSpPr>
            <p:cNvPr id="17" name="Parallelogram 16">
              <a:extLst>
                <a:ext uri="{FF2B5EF4-FFF2-40B4-BE49-F238E27FC236}">
                  <a16:creationId xmlns:a16="http://schemas.microsoft.com/office/drawing/2014/main" id="{64E52C49-2AC8-4A38-EA5F-7BAA5C1714BA}"/>
                </a:ext>
              </a:extLst>
            </p:cNvPr>
            <p:cNvSpPr/>
            <p:nvPr/>
          </p:nvSpPr>
          <p:spPr>
            <a:xfrm rot="10800000">
              <a:off x="4123881" y="0"/>
              <a:ext cx="2493488" cy="664551"/>
            </a:xfrm>
            <a:prstGeom prst="parallelogram">
              <a:avLst>
                <a:gd name="adj" fmla="val 101785"/>
              </a:avLst>
            </a:prstGeom>
            <a:solidFill>
              <a:schemeClr val="accent1">
                <a:alpha val="25000"/>
              </a:schemeClr>
            </a:solidFill>
            <a:ln w="127000" cap="flat">
              <a:noFill/>
              <a:prstDash val="solid"/>
              <a:miter/>
            </a:ln>
          </p:spPr>
          <p:txBody>
            <a:bodyPr rtlCol="0" anchor="ctr"/>
            <a:lstStyle/>
            <a:p>
              <a:pPr algn="l"/>
              <a:endParaRPr lang="en-US" sz="1800"/>
            </a:p>
          </p:txBody>
        </p:sp>
        <p:sp>
          <p:nvSpPr>
            <p:cNvPr id="18" name="Freeform 37">
              <a:extLst>
                <a:ext uri="{FF2B5EF4-FFF2-40B4-BE49-F238E27FC236}">
                  <a16:creationId xmlns:a16="http://schemas.microsoft.com/office/drawing/2014/main" id="{71395E4C-00DB-B278-F363-B467277275FF}"/>
                </a:ext>
              </a:extLst>
            </p:cNvPr>
            <p:cNvSpPr/>
            <p:nvPr/>
          </p:nvSpPr>
          <p:spPr>
            <a:xfrm rot="10800000">
              <a:off x="-2" y="-1"/>
              <a:ext cx="4325974" cy="664551"/>
            </a:xfrm>
            <a:custGeom>
              <a:avLst/>
              <a:gdLst>
                <a:gd name="connsiteX0" fmla="*/ 4325974 w 4325974"/>
                <a:gd name="connsiteY0" fmla="*/ 664551 h 664551"/>
                <a:gd name="connsiteX1" fmla="*/ 0 w 4325974"/>
                <a:gd name="connsiteY1" fmla="*/ 664551 h 664551"/>
                <a:gd name="connsiteX2" fmla="*/ 676413 w 4325974"/>
                <a:gd name="connsiteY2" fmla="*/ 0 h 664551"/>
                <a:gd name="connsiteX3" fmla="*/ 4325974 w 4325974"/>
                <a:gd name="connsiteY3" fmla="*/ 0 h 664551"/>
              </a:gdLst>
              <a:ahLst/>
              <a:cxnLst>
                <a:cxn ang="0">
                  <a:pos x="connsiteX0" y="connsiteY0"/>
                </a:cxn>
                <a:cxn ang="0">
                  <a:pos x="connsiteX1" y="connsiteY1"/>
                </a:cxn>
                <a:cxn ang="0">
                  <a:pos x="connsiteX2" y="connsiteY2"/>
                </a:cxn>
                <a:cxn ang="0">
                  <a:pos x="connsiteX3" y="connsiteY3"/>
                </a:cxn>
              </a:cxnLst>
              <a:rect l="l" t="t" r="r" b="b"/>
              <a:pathLst>
                <a:path w="4325974" h="664551">
                  <a:moveTo>
                    <a:pt x="4325974" y="664551"/>
                  </a:moveTo>
                  <a:lnTo>
                    <a:pt x="0" y="664551"/>
                  </a:lnTo>
                  <a:lnTo>
                    <a:pt x="676413" y="0"/>
                  </a:lnTo>
                  <a:lnTo>
                    <a:pt x="4325974" y="0"/>
                  </a:lnTo>
                  <a:close/>
                </a:path>
              </a:pathLst>
            </a:custGeom>
            <a:gradFill>
              <a:gsLst>
                <a:gs pos="4000">
                  <a:schemeClr val="accent2">
                    <a:alpha val="33166"/>
                  </a:schemeClr>
                </a:gs>
                <a:gs pos="75000">
                  <a:srgbClr val="FFB81C"/>
                </a:gs>
                <a:gs pos="100000">
                  <a:schemeClr val="accent2">
                    <a:alpha val="58000"/>
                  </a:schemeClr>
                </a:gs>
              </a:gsLst>
              <a:lin ang="2700000" scaled="0"/>
            </a:gradFill>
            <a:ln w="127000" cap="flat">
              <a:noFill/>
              <a:prstDash val="solid"/>
              <a:miter/>
            </a:ln>
          </p:spPr>
          <p:txBody>
            <a:bodyPr wrap="square" rtlCol="0" anchor="ctr">
              <a:noAutofit/>
            </a:bodyPr>
            <a:lstStyle/>
            <a:p>
              <a:pPr algn="l"/>
              <a:endParaRPr lang="en-US" sz="1800"/>
            </a:p>
          </p:txBody>
        </p:sp>
        <p:sp>
          <p:nvSpPr>
            <p:cNvPr id="19" name="Freeform 38">
              <a:extLst>
                <a:ext uri="{FF2B5EF4-FFF2-40B4-BE49-F238E27FC236}">
                  <a16:creationId xmlns:a16="http://schemas.microsoft.com/office/drawing/2014/main" id="{C9CE18B9-3A52-81B3-3F1E-A7018A7C87B9}"/>
                </a:ext>
              </a:extLst>
            </p:cNvPr>
            <p:cNvSpPr/>
            <p:nvPr/>
          </p:nvSpPr>
          <p:spPr>
            <a:xfrm rot="10800000">
              <a:off x="0" y="0"/>
              <a:ext cx="2354007" cy="664551"/>
            </a:xfrm>
            <a:custGeom>
              <a:avLst/>
              <a:gdLst>
                <a:gd name="connsiteX0" fmla="*/ 2354007 w 2354007"/>
                <a:gd name="connsiteY0" fmla="*/ 664551 h 664551"/>
                <a:gd name="connsiteX1" fmla="*/ 0 w 2354007"/>
                <a:gd name="connsiteY1" fmla="*/ 664551 h 664551"/>
                <a:gd name="connsiteX2" fmla="*/ 676413 w 2354007"/>
                <a:gd name="connsiteY2" fmla="*/ 0 h 664551"/>
                <a:gd name="connsiteX3" fmla="*/ 2354007 w 2354007"/>
                <a:gd name="connsiteY3" fmla="*/ 0 h 664551"/>
              </a:gdLst>
              <a:ahLst/>
              <a:cxnLst>
                <a:cxn ang="0">
                  <a:pos x="connsiteX0" y="connsiteY0"/>
                </a:cxn>
                <a:cxn ang="0">
                  <a:pos x="connsiteX1" y="connsiteY1"/>
                </a:cxn>
                <a:cxn ang="0">
                  <a:pos x="connsiteX2" y="connsiteY2"/>
                </a:cxn>
                <a:cxn ang="0">
                  <a:pos x="connsiteX3" y="connsiteY3"/>
                </a:cxn>
              </a:cxnLst>
              <a:rect l="l" t="t" r="r" b="b"/>
              <a:pathLst>
                <a:path w="2354007" h="664551">
                  <a:moveTo>
                    <a:pt x="2354007" y="664551"/>
                  </a:moveTo>
                  <a:lnTo>
                    <a:pt x="0" y="664551"/>
                  </a:lnTo>
                  <a:lnTo>
                    <a:pt x="676413" y="0"/>
                  </a:lnTo>
                  <a:lnTo>
                    <a:pt x="2354007" y="0"/>
                  </a:lnTo>
                  <a:close/>
                </a:path>
              </a:pathLst>
            </a:custGeom>
            <a:gradFill>
              <a:gsLst>
                <a:gs pos="36000">
                  <a:schemeClr val="accent2"/>
                </a:gs>
                <a:gs pos="82000">
                  <a:schemeClr val="accent2">
                    <a:alpha val="0"/>
                  </a:schemeClr>
                </a:gs>
              </a:gsLst>
              <a:lin ang="0" scaled="0"/>
            </a:gradFill>
            <a:ln w="127000" cap="flat">
              <a:noFill/>
              <a:prstDash val="solid"/>
              <a:miter/>
            </a:ln>
          </p:spPr>
          <p:txBody>
            <a:bodyPr wrap="square" rtlCol="0" anchor="ctr">
              <a:noAutofit/>
            </a:bodyPr>
            <a:lstStyle/>
            <a:p>
              <a:pPr algn="l"/>
              <a:endParaRPr lang="en-US" sz="1800"/>
            </a:p>
          </p:txBody>
        </p:sp>
      </p:grpSp>
      <p:sp>
        <p:nvSpPr>
          <p:cNvPr id="2" name="Footer">
            <a:extLst>
              <a:ext uri="{FF2B5EF4-FFF2-40B4-BE49-F238E27FC236}">
                <a16:creationId xmlns:a16="http://schemas.microsoft.com/office/drawing/2014/main" id="{839AF3C0-BCA5-40AB-8972-8F54022A2E87}"/>
              </a:ext>
            </a:extLst>
          </p:cNvPr>
          <p:cNvSpPr>
            <a:spLocks noGrp="1"/>
          </p:cNvSpPr>
          <p:nvPr>
            <p:ph type="ftr" sz="quarter" idx="15"/>
          </p:nvPr>
        </p:nvSpPr>
        <p:spPr>
          <a:noFill/>
        </p:spPr>
        <p:txBody>
          <a:bodyPr/>
          <a:lstStyle>
            <a:lvl1pPr>
              <a:defRPr>
                <a:solidFill>
                  <a:schemeClr val="tx1"/>
                </a:solidFill>
              </a:defRPr>
            </a:lvl1pPr>
          </a:lstStyle>
          <a:p>
            <a:pPr>
              <a:defRPr/>
            </a:pPr>
            <a:r>
              <a:rPr lang="en-US"/>
              <a:t>© 2026 Anglepoint Group, Inc. Confidential.</a:t>
            </a:r>
          </a:p>
        </p:txBody>
      </p:sp>
      <p:sp>
        <p:nvSpPr>
          <p:cNvPr id="15" name="Date">
            <a:extLst>
              <a:ext uri="{FF2B5EF4-FFF2-40B4-BE49-F238E27FC236}">
                <a16:creationId xmlns:a16="http://schemas.microsoft.com/office/drawing/2014/main" id="{CF44DD6B-6E9F-4EAE-833D-8498D43B6C07}"/>
              </a:ext>
            </a:extLst>
          </p:cNvPr>
          <p:cNvSpPr>
            <a:spLocks noGrp="1"/>
          </p:cNvSpPr>
          <p:nvPr>
            <p:ph type="dt" sz="half" idx="17"/>
          </p:nvPr>
        </p:nvSpPr>
        <p:spPr>
          <a:xfrm>
            <a:off x="0" y="13441680"/>
            <a:ext cx="1143001" cy="274320"/>
          </a:xfrm>
        </p:spPr>
        <p:txBody>
          <a:bodyPr/>
          <a:lstStyle>
            <a:lvl1pPr>
              <a:defRPr>
                <a:solidFill>
                  <a:schemeClr val="bg2"/>
                </a:solidFill>
              </a:defRPr>
            </a:lvl1pPr>
          </a:lstStyle>
          <a:p>
            <a:fld id="{2A3A059C-CB77-A840-98E5-01C90DA6D369}" type="datetime4">
              <a:rPr lang="en-US" smtClean="0"/>
              <a:pPr/>
              <a:t>June 10, 2026</a:t>
            </a:fld>
            <a:endParaRPr lang="en-US"/>
          </a:p>
        </p:txBody>
      </p:sp>
      <p:sp>
        <p:nvSpPr>
          <p:cNvPr id="3" name="Slide Number">
            <a:extLst>
              <a:ext uri="{FF2B5EF4-FFF2-40B4-BE49-F238E27FC236}">
                <a16:creationId xmlns:a16="http://schemas.microsoft.com/office/drawing/2014/main" id="{F2EBEF6A-EF71-484B-A7C1-4AD4CDA22590}"/>
              </a:ext>
            </a:extLst>
          </p:cNvPr>
          <p:cNvSpPr>
            <a:spLocks noGrp="1"/>
          </p:cNvSpPr>
          <p:nvPr>
            <p:ph type="sldNum" sz="quarter" idx="16"/>
          </p:nvPr>
        </p:nvSpPr>
        <p:spPr/>
        <p:txBody>
          <a:bodyPr/>
          <a:lstStyle>
            <a:lvl1pPr>
              <a:defRPr>
                <a:solidFill>
                  <a:schemeClr val="accent2"/>
                </a:solidFill>
              </a:defRPr>
            </a:lvl1pPr>
          </a:lstStyle>
          <a:p>
            <a:fld id="{65CC2327-6B8B-47BD-B581-B21CDA88CCFB}" type="slidenum">
              <a:rPr lang="en-US" smtClean="0"/>
              <a:pPr/>
              <a:t>‹#›</a:t>
            </a:fld>
            <a:endParaRPr lang="en-US"/>
          </a:p>
        </p:txBody>
      </p:sp>
      <p:sp>
        <p:nvSpPr>
          <p:cNvPr id="8" name="Subtitle">
            <a:extLst>
              <a:ext uri="{FF2B5EF4-FFF2-40B4-BE49-F238E27FC236}">
                <a16:creationId xmlns:a16="http://schemas.microsoft.com/office/drawing/2014/main" id="{565BFC57-126E-4A49-9E8F-63F489AE673B}"/>
              </a:ext>
            </a:extLst>
          </p:cNvPr>
          <p:cNvSpPr>
            <a:spLocks noGrp="1"/>
          </p:cNvSpPr>
          <p:nvPr>
            <p:ph type="body" sz="quarter" idx="10" hasCustomPrompt="1"/>
          </p:nvPr>
        </p:nvSpPr>
        <p:spPr>
          <a:xfrm>
            <a:off x="3" y="5220927"/>
            <a:ext cx="6333063" cy="2205114"/>
          </a:xfrm>
          <a:prstGeom prst="rect">
            <a:avLst/>
          </a:prstGeom>
        </p:spPr>
        <p:txBody>
          <a:bodyPr>
            <a:normAutofit/>
          </a:bodyPr>
          <a:lstStyle>
            <a:lvl1pPr marL="687250" indent="-1588">
              <a:buNone/>
              <a:tabLst/>
              <a:defRPr sz="3200" b="0" i="1">
                <a:solidFill>
                  <a:schemeClr val="accent1">
                    <a:lumMod val="60000"/>
                    <a:lumOff val="40000"/>
                  </a:schemeClr>
                </a:solidFill>
                <a:latin typeface="TT Norms Pro Light" panose="02000503020000020003" pitchFamily="2" charset="0"/>
              </a:defRPr>
            </a:lvl1pPr>
          </a:lstStyle>
          <a:p>
            <a:pPr lvl="0"/>
            <a:r>
              <a:rPr lang="en-US"/>
              <a:t>Optional subtitle (sentence caps, 32 pt italic, no punctuation)</a:t>
            </a:r>
          </a:p>
        </p:txBody>
      </p:sp>
      <p:sp>
        <p:nvSpPr>
          <p:cNvPr id="5" name="Title">
            <a:extLst>
              <a:ext uri="{FF2B5EF4-FFF2-40B4-BE49-F238E27FC236}">
                <a16:creationId xmlns:a16="http://schemas.microsoft.com/office/drawing/2014/main" id="{E25B9C56-92AF-F540-832F-67981821137B}"/>
              </a:ext>
            </a:extLst>
          </p:cNvPr>
          <p:cNvSpPr>
            <a:spLocks noGrp="1"/>
          </p:cNvSpPr>
          <p:nvPr>
            <p:ph type="title" hasCustomPrompt="1"/>
          </p:nvPr>
        </p:nvSpPr>
        <p:spPr>
          <a:xfrm>
            <a:off x="3" y="638361"/>
            <a:ext cx="6333063" cy="3844038"/>
          </a:xfrm>
          <a:prstGeom prst="rect">
            <a:avLst/>
          </a:prstGeom>
        </p:spPr>
        <p:txBody>
          <a:bodyPr anchor="b" anchorCtr="0">
            <a:normAutofit/>
          </a:bodyPr>
          <a:lstStyle>
            <a:lvl1pPr marL="688804" indent="55548">
              <a:lnSpc>
                <a:spcPct val="80000"/>
              </a:lnSpc>
              <a:tabLst/>
              <a:defRPr sz="6398" spc="-100" baseline="0">
                <a:solidFill>
                  <a:schemeClr val="bg1"/>
                </a:solidFill>
                <a:latin typeface="TT Norms Pro ExtraBold" panose="02000503040000020004" pitchFamily="50" charset="0"/>
              </a:defRPr>
            </a:lvl1pPr>
          </a:lstStyle>
          <a:p>
            <a:r>
              <a:rPr lang="en-US"/>
              <a:t>Short Title (Title Caps, 64 Pt </a:t>
            </a:r>
            <a:r>
              <a:rPr lang="en-US" err="1"/>
              <a:t>ExtraBold</a:t>
            </a:r>
            <a:r>
              <a:rPr lang="en-US"/>
              <a:t>)</a:t>
            </a:r>
          </a:p>
        </p:txBody>
      </p:sp>
      <p:sp>
        <p:nvSpPr>
          <p:cNvPr id="9" name="Bulleted List">
            <a:extLst>
              <a:ext uri="{FF2B5EF4-FFF2-40B4-BE49-F238E27FC236}">
                <a16:creationId xmlns:a16="http://schemas.microsoft.com/office/drawing/2014/main" id="{BD176C15-7A79-AE57-6A86-6757214CF08E}"/>
              </a:ext>
            </a:extLst>
          </p:cNvPr>
          <p:cNvSpPr>
            <a:spLocks noGrp="1"/>
          </p:cNvSpPr>
          <p:nvPr>
            <p:ph type="body" sz="quarter" idx="13" hasCustomPrompt="1"/>
          </p:nvPr>
        </p:nvSpPr>
        <p:spPr>
          <a:xfrm>
            <a:off x="7106147" y="1828800"/>
            <a:ext cx="17281286" cy="11612880"/>
          </a:xfrm>
          <a:prstGeom prst="rect">
            <a:avLst/>
          </a:prstGeom>
        </p:spPr>
        <p:txBody>
          <a:bodyPr/>
          <a:lstStyle>
            <a:lvl1pPr marL="1376088" indent="-455522">
              <a:spcBef>
                <a:spcPts val="2000"/>
              </a:spcBef>
              <a:spcAft>
                <a:spcPts val="600"/>
              </a:spcAft>
              <a:defRPr sz="3600" b="0" i="0" spc="-50" baseline="0">
                <a:solidFill>
                  <a:schemeClr val="tx2"/>
                </a:solidFill>
                <a:latin typeface="TT Norms Pro" panose="02000503030000020003" pitchFamily="2" charset="0"/>
              </a:defRPr>
            </a:lvl1pPr>
            <a:lvl2pPr marL="1828434" indent="-455522">
              <a:spcAft>
                <a:spcPts val="600"/>
              </a:spcAft>
              <a:defRPr sz="3200" b="0" i="0" spc="-40" baseline="0">
                <a:solidFill>
                  <a:schemeClr val="tx2"/>
                </a:solidFill>
                <a:latin typeface="TT Norms Pro" panose="02000503030000020003" pitchFamily="2" charset="0"/>
              </a:defRPr>
            </a:lvl2pPr>
            <a:lvl3pPr marL="2290306" indent="-455522">
              <a:spcAft>
                <a:spcPts val="600"/>
              </a:spcAft>
              <a:defRPr sz="2800" b="0" i="0" spc="-30" baseline="0">
                <a:solidFill>
                  <a:schemeClr val="tx2"/>
                </a:solidFill>
                <a:latin typeface="TT Norms Pro" panose="02000503030000020003" pitchFamily="2" charset="0"/>
              </a:defRPr>
            </a:lvl3pPr>
            <a:lvl4pPr marL="2742652" indent="-455522">
              <a:spcAft>
                <a:spcPts val="600"/>
              </a:spcAft>
              <a:defRPr sz="2400"/>
            </a:lvl4pPr>
            <a:lvl5pPr marL="3204522" indent="-455522">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10" name="Section">
            <a:extLst>
              <a:ext uri="{FF2B5EF4-FFF2-40B4-BE49-F238E27FC236}">
                <a16:creationId xmlns:a16="http://schemas.microsoft.com/office/drawing/2014/main" id="{B42836FF-41B6-0B80-02E8-9B547456FFB8}"/>
              </a:ext>
            </a:extLst>
          </p:cNvPr>
          <p:cNvSpPr>
            <a:spLocks noGrp="1"/>
          </p:cNvSpPr>
          <p:nvPr>
            <p:ph type="body" sz="quarter" idx="12" hasCustomPrompt="1"/>
          </p:nvPr>
        </p:nvSpPr>
        <p:spPr>
          <a:xfrm>
            <a:off x="2" y="-2"/>
            <a:ext cx="22311361" cy="548640"/>
          </a:xfrm>
          <a:prstGeom prst="rect">
            <a:avLst/>
          </a:prstGeom>
        </p:spPr>
        <p:txBody>
          <a:bodyPr lIns="91440" tIns="0" rIns="91440" bIns="18288" anchor="b" anchorCtr="0">
            <a:normAutofit/>
          </a:bodyPr>
          <a:lstStyle>
            <a:lvl1pPr marL="457086" indent="457108"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1" name="Anglepoint Logo">
            <a:hlinkClick r:id="" action="ppaction://noaction"/>
            <a:extLst>
              <a:ext uri="{FF2B5EF4-FFF2-40B4-BE49-F238E27FC236}">
                <a16:creationId xmlns:a16="http://schemas.microsoft.com/office/drawing/2014/main" id="{78B86235-5494-DFFF-4F72-EEDF9AD6E5A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22585681" y="228601"/>
            <a:ext cx="1481667" cy="319402"/>
          </a:xfrm>
          <a:prstGeom prst="rect">
            <a:avLst/>
          </a:prstGeom>
        </p:spPr>
      </p:pic>
    </p:spTree>
    <p:extLst>
      <p:ext uri="{BB962C8B-B14F-4D97-AF65-F5344CB8AC3E}">
        <p14:creationId xmlns:p14="http://schemas.microsoft.com/office/powerpoint/2010/main" val="185291513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4_Standar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18800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ight Margin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6FFD33-7928-1556-E89A-EFCCE6E452AA}"/>
              </a:ext>
            </a:extLst>
          </p:cNvPr>
          <p:cNvPicPr>
            <a:picLocks noGrp="1" noRot="1" noMove="1" noResize="1" noEditPoints="1" noAdjustHandles="1" noChangeArrowheads="1" noChangeShapeType="1" noCrop="1"/>
          </p:cNvPicPr>
          <p:nvPr userDrawn="1"/>
        </p:nvPicPr>
        <p:blipFill>
          <a:blip r:embed="rId2"/>
          <a:srcRect/>
          <a:stretch/>
        </p:blipFill>
        <p:spPr>
          <a:xfrm>
            <a:off x="17475200" y="10926"/>
            <a:ext cx="6911975" cy="13694147"/>
          </a:xfrm>
          <a:prstGeom prst="rect">
            <a:avLst/>
          </a:prstGeom>
        </p:spPr>
      </p:pic>
      <p:sp>
        <p:nvSpPr>
          <p:cNvPr id="10" name="Rectangle 9">
            <a:extLst>
              <a:ext uri="{FF2B5EF4-FFF2-40B4-BE49-F238E27FC236}">
                <a16:creationId xmlns:a16="http://schemas.microsoft.com/office/drawing/2014/main" id="{A3BFB0DB-0691-2328-FBB0-3E7AA2CA80E0}"/>
              </a:ext>
            </a:extLst>
          </p:cNvPr>
          <p:cNvSpPr>
            <a:spLocks noGrp="1" noRot="1" noMove="1" noResize="1" noEditPoints="1" noAdjustHandles="1" noChangeArrowheads="1" noChangeShapeType="1"/>
          </p:cNvSpPr>
          <p:nvPr/>
        </p:nvSpPr>
        <p:spPr>
          <a:xfrm>
            <a:off x="17168436" y="0"/>
            <a:ext cx="340197" cy="13716000"/>
          </a:xfrm>
          <a:prstGeom prst="rect">
            <a:avLst/>
          </a:prstGeom>
          <a:gradFill>
            <a:gsLst>
              <a:gs pos="8000">
                <a:srgbClr val="FFAD00"/>
              </a:gs>
              <a:gs pos="83000">
                <a:schemeClr val="accent3"/>
              </a:gs>
            </a:gsLst>
            <a:lin ang="5400000" scaled="0"/>
          </a:gradFill>
          <a:ln w="25400" cap="flat">
            <a:noFill/>
            <a:prstDash val="solid"/>
            <a:miter/>
          </a:ln>
        </p:spPr>
        <p:txBody>
          <a:bodyPr rtlCol="0" anchor="ctr"/>
          <a:lstStyle/>
          <a:p>
            <a:pPr algn="ctr"/>
            <a:endParaRPr lang="en-US"/>
          </a:p>
        </p:txBody>
      </p:sp>
      <p:sp>
        <p:nvSpPr>
          <p:cNvPr id="6" name="Footer Placeholder 5">
            <a:extLst>
              <a:ext uri="{FF2B5EF4-FFF2-40B4-BE49-F238E27FC236}">
                <a16:creationId xmlns:a16="http://schemas.microsoft.com/office/drawing/2014/main" id="{504E4786-A0D7-2E13-1A2F-A1D2E8F378F4}"/>
              </a:ext>
            </a:extLst>
          </p:cNvPr>
          <p:cNvSpPr>
            <a:spLocks noGrp="1" noRot="1" noMove="1" noResize="1" noEditPoints="1" noAdjustHandles="1" noChangeArrowheads="1" noChangeShapeType="1"/>
          </p:cNvSpPr>
          <p:nvPr>
            <p:ph type="ftr" sz="quarter" idx="16"/>
          </p:nvPr>
        </p:nvSpPr>
        <p:spPr>
          <a:xfrm>
            <a:off x="20531559" y="13263254"/>
            <a:ext cx="3187055" cy="452746"/>
          </a:xfrm>
          <a:prstGeom prst="rect">
            <a:avLst/>
          </a:prstGeom>
          <a:noFill/>
        </p:spPr>
        <p:txBody>
          <a:bodyPr tIns="91440" anchor="t" anchorCtr="0"/>
          <a:lstStyle>
            <a:lvl1pPr algn="r">
              <a:defRPr b="0" i="0">
                <a:solidFill>
                  <a:schemeClr val="accent1">
                    <a:lumMod val="60000"/>
                    <a:lumOff val="40000"/>
                    <a:alpha val="75000"/>
                  </a:schemeClr>
                </a:solidFill>
                <a:latin typeface="TT Norms Pro" panose="02000503030000020003" pitchFamily="2" charset="0"/>
              </a:defRPr>
            </a:lvl1pPr>
          </a:lstStyle>
          <a:p>
            <a:pPr>
              <a:defRPr/>
            </a:pPr>
            <a:r>
              <a:rPr lang="en-US"/>
              <a:t>© 2026 Anglepoint Group, Inc. Confidential.</a:t>
            </a:r>
          </a:p>
        </p:txBody>
      </p:sp>
      <p:sp>
        <p:nvSpPr>
          <p:cNvPr id="8" name="Slide Number Placeholder 7">
            <a:extLst>
              <a:ext uri="{FF2B5EF4-FFF2-40B4-BE49-F238E27FC236}">
                <a16:creationId xmlns:a16="http://schemas.microsoft.com/office/drawing/2014/main" id="{A89A8968-8DB8-31F1-B5C0-B09FD5840400}"/>
              </a:ext>
            </a:extLst>
          </p:cNvPr>
          <p:cNvSpPr>
            <a:spLocks noGrp="1" noRot="1" noMove="1" noResize="1" noEditPoints="1" noAdjustHandles="1" noChangeArrowheads="1" noChangeShapeType="1"/>
          </p:cNvSpPr>
          <p:nvPr>
            <p:ph type="sldNum" sz="quarter" idx="17"/>
          </p:nvPr>
        </p:nvSpPr>
        <p:spPr>
          <a:xfrm>
            <a:off x="23718740" y="13263254"/>
            <a:ext cx="668433" cy="452746"/>
          </a:xfrm>
          <a:prstGeom prst="rect">
            <a:avLst/>
          </a:prstGeom>
        </p:spPr>
        <p:txBody>
          <a:bodyPr rIns="246888" anchor="t" anchorCtr="0"/>
          <a:lstStyle>
            <a:lvl1pPr algn="r">
              <a:defRPr b="1" i="0">
                <a:solidFill>
                  <a:schemeClr val="accent1">
                    <a:lumMod val="60000"/>
                    <a:lumOff val="40000"/>
                  </a:schemeClr>
                </a:solidFill>
                <a:latin typeface="TT Norms Pro" panose="02000503030000020003" pitchFamily="2" charset="0"/>
              </a:defRPr>
            </a:lvl1pPr>
          </a:lstStyle>
          <a:p>
            <a:fld id="{65CC2327-6B8B-47BD-B581-B21CDA88CCFB}" type="slidenum">
              <a:rPr lang="en-US" smtClean="0"/>
              <a:pPr/>
              <a:t>‹#›</a:t>
            </a:fld>
            <a:endParaRPr lang="en-US"/>
          </a:p>
        </p:txBody>
      </p:sp>
      <p:grpSp>
        <p:nvGrpSpPr>
          <p:cNvPr id="37" name="Group 36">
            <a:extLst>
              <a:ext uri="{FF2B5EF4-FFF2-40B4-BE49-F238E27FC236}">
                <a16:creationId xmlns:a16="http://schemas.microsoft.com/office/drawing/2014/main" id="{D9AE58EA-5B62-D4B0-594B-DFDF06CF228D}"/>
              </a:ext>
            </a:extLst>
          </p:cNvPr>
          <p:cNvGrpSpPr/>
          <p:nvPr userDrawn="1"/>
        </p:nvGrpSpPr>
        <p:grpSpPr>
          <a:xfrm>
            <a:off x="1159828" y="1247511"/>
            <a:ext cx="3960812" cy="856455"/>
            <a:chOff x="1159828" y="1247511"/>
            <a:chExt cx="3960812" cy="856455"/>
          </a:xfrm>
        </p:grpSpPr>
        <p:grpSp>
          <p:nvGrpSpPr>
            <p:cNvPr id="4" name="Group 3">
              <a:extLst>
                <a:ext uri="{FF2B5EF4-FFF2-40B4-BE49-F238E27FC236}">
                  <a16:creationId xmlns:a16="http://schemas.microsoft.com/office/drawing/2014/main" id="{9DE24DCE-1B7B-FC90-F96C-0B14829697A2}"/>
                </a:ext>
              </a:extLst>
            </p:cNvPr>
            <p:cNvGrpSpPr/>
            <p:nvPr userDrawn="1"/>
          </p:nvGrpSpPr>
          <p:grpSpPr>
            <a:xfrm>
              <a:off x="1159828" y="1247511"/>
              <a:ext cx="846711" cy="856455"/>
              <a:chOff x="22585681" y="228601"/>
              <a:chExt cx="316739" cy="320384"/>
            </a:xfrm>
            <a:solidFill>
              <a:srgbClr val="FFAD00"/>
            </a:solidFill>
          </p:grpSpPr>
          <p:sp>
            <p:nvSpPr>
              <p:cNvPr id="32" name="Freeform 31">
                <a:extLst>
                  <a:ext uri="{FF2B5EF4-FFF2-40B4-BE49-F238E27FC236}">
                    <a16:creationId xmlns:a16="http://schemas.microsoft.com/office/drawing/2014/main" id="{1DC57BC3-6640-AF0A-5B6F-2189B56C56CC}"/>
                  </a:ext>
                </a:extLst>
              </p:cNvPr>
              <p:cNvSpPr/>
              <p:nvPr/>
            </p:nvSpPr>
            <p:spPr>
              <a:xfrm>
                <a:off x="22585681" y="328414"/>
                <a:ext cx="79850" cy="79850"/>
              </a:xfrm>
              <a:custGeom>
                <a:avLst/>
                <a:gdLst>
                  <a:gd name="connsiteX0" fmla="*/ 79850 w 79850"/>
                  <a:gd name="connsiteY0" fmla="*/ 39925 h 79850"/>
                  <a:gd name="connsiteX1" fmla="*/ 39925 w 79850"/>
                  <a:gd name="connsiteY1" fmla="*/ 79851 h 79850"/>
                  <a:gd name="connsiteX2" fmla="*/ 0 w 79850"/>
                  <a:gd name="connsiteY2" fmla="*/ 39925 h 79850"/>
                  <a:gd name="connsiteX3" fmla="*/ 39925 w 79850"/>
                  <a:gd name="connsiteY3" fmla="*/ 0 h 79850"/>
                  <a:gd name="connsiteX4" fmla="*/ 79850 w 79850"/>
                  <a:gd name="connsiteY4" fmla="*/ 39925 h 79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50" h="79850">
                    <a:moveTo>
                      <a:pt x="79850" y="39925"/>
                    </a:moveTo>
                    <a:cubicBezTo>
                      <a:pt x="79850" y="61975"/>
                      <a:pt x="61975" y="79851"/>
                      <a:pt x="39925" y="79851"/>
                    </a:cubicBezTo>
                    <a:cubicBezTo>
                      <a:pt x="17875" y="79851"/>
                      <a:pt x="0" y="61975"/>
                      <a:pt x="0" y="39925"/>
                    </a:cubicBezTo>
                    <a:cubicBezTo>
                      <a:pt x="0" y="17875"/>
                      <a:pt x="17875" y="0"/>
                      <a:pt x="39925" y="0"/>
                    </a:cubicBezTo>
                    <a:cubicBezTo>
                      <a:pt x="61975" y="0"/>
                      <a:pt x="79850" y="17875"/>
                      <a:pt x="79850" y="39925"/>
                    </a:cubicBezTo>
                    <a:close/>
                  </a:path>
                </a:pathLst>
              </a:custGeom>
              <a:grpFill/>
              <a:ln w="4420"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4C0D1910-B01A-0840-EDAB-857E280E49FF}"/>
                  </a:ext>
                </a:extLst>
              </p:cNvPr>
              <p:cNvSpPr/>
              <p:nvPr/>
            </p:nvSpPr>
            <p:spPr>
              <a:xfrm>
                <a:off x="22603869" y="228601"/>
                <a:ext cx="298551" cy="320384"/>
              </a:xfrm>
              <a:custGeom>
                <a:avLst/>
                <a:gdLst>
                  <a:gd name="connsiteX0" fmla="*/ 263506 w 298551"/>
                  <a:gd name="connsiteY0" fmla="*/ 41256 h 320384"/>
                  <a:gd name="connsiteX1" fmla="*/ 266611 w 298551"/>
                  <a:gd name="connsiteY1" fmla="*/ 50128 h 320384"/>
                  <a:gd name="connsiteX2" fmla="*/ 298551 w 298551"/>
                  <a:gd name="connsiteY2" fmla="*/ 0 h 320384"/>
                  <a:gd name="connsiteX3" fmla="*/ 245318 w 298551"/>
                  <a:gd name="connsiteY3" fmla="*/ 28391 h 320384"/>
                  <a:gd name="connsiteX4" fmla="*/ 253747 w 298551"/>
                  <a:gd name="connsiteY4" fmla="*/ 31497 h 320384"/>
                  <a:gd name="connsiteX5" fmla="*/ 280807 w 298551"/>
                  <a:gd name="connsiteY5" fmla="*/ 16414 h 320384"/>
                  <a:gd name="connsiteX6" fmla="*/ 0 w 298551"/>
                  <a:gd name="connsiteY6" fmla="*/ 239552 h 320384"/>
                  <a:gd name="connsiteX7" fmla="*/ 211603 w 298551"/>
                  <a:gd name="connsiteY7" fmla="*/ 301214 h 320384"/>
                  <a:gd name="connsiteX8" fmla="*/ 273266 w 298551"/>
                  <a:gd name="connsiteY8" fmla="*/ 90054 h 320384"/>
                  <a:gd name="connsiteX9" fmla="*/ 248423 w 298551"/>
                  <a:gd name="connsiteY9" fmla="*/ 56339 h 320384"/>
                  <a:gd name="connsiteX10" fmla="*/ 263506 w 298551"/>
                  <a:gd name="connsiteY10" fmla="*/ 41256 h 320384"/>
                  <a:gd name="connsiteX11" fmla="*/ 257295 w 298551"/>
                  <a:gd name="connsiteY11" fmla="*/ 240439 h 320384"/>
                  <a:gd name="connsiteX12" fmla="*/ 173009 w 298551"/>
                  <a:gd name="connsiteY12" fmla="*/ 280808 h 320384"/>
                  <a:gd name="connsiteX13" fmla="*/ 128648 w 298551"/>
                  <a:gd name="connsiteY13" fmla="*/ 218702 h 320384"/>
                  <a:gd name="connsiteX14" fmla="*/ 220919 w 298551"/>
                  <a:gd name="connsiteY14" fmla="*/ 82956 h 320384"/>
                  <a:gd name="connsiteX15" fmla="*/ 257295 w 298551"/>
                  <a:gd name="connsiteY15" fmla="*/ 240439 h 320384"/>
                  <a:gd name="connsiteX16" fmla="*/ 257295 w 298551"/>
                  <a:gd name="connsiteY16" fmla="*/ 240439 h 320384"/>
                  <a:gd name="connsiteX17" fmla="*/ 257295 w 298551"/>
                  <a:gd name="connsiteY17" fmla="*/ 240439 h 32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8551" h="320384">
                    <a:moveTo>
                      <a:pt x="263506" y="41256"/>
                    </a:moveTo>
                    <a:lnTo>
                      <a:pt x="266611" y="50128"/>
                    </a:lnTo>
                    <a:lnTo>
                      <a:pt x="298551" y="0"/>
                    </a:lnTo>
                    <a:lnTo>
                      <a:pt x="245318" y="28391"/>
                    </a:lnTo>
                    <a:lnTo>
                      <a:pt x="253747" y="31497"/>
                    </a:lnTo>
                    <a:lnTo>
                      <a:pt x="280807" y="16414"/>
                    </a:lnTo>
                    <a:lnTo>
                      <a:pt x="0" y="239552"/>
                    </a:lnTo>
                    <a:cubicBezTo>
                      <a:pt x="41256" y="314966"/>
                      <a:pt x="136189" y="342470"/>
                      <a:pt x="211603" y="301214"/>
                    </a:cubicBezTo>
                    <a:cubicBezTo>
                      <a:pt x="287018" y="259958"/>
                      <a:pt x="314522" y="165468"/>
                      <a:pt x="273266" y="90054"/>
                    </a:cubicBezTo>
                    <a:cubicBezTo>
                      <a:pt x="266611" y="77632"/>
                      <a:pt x="258183" y="66098"/>
                      <a:pt x="248423" y="56339"/>
                    </a:cubicBezTo>
                    <a:cubicBezTo>
                      <a:pt x="253747" y="50572"/>
                      <a:pt x="259070" y="45692"/>
                      <a:pt x="263506" y="41256"/>
                    </a:cubicBezTo>
                    <a:close/>
                    <a:moveTo>
                      <a:pt x="257295" y="240439"/>
                    </a:moveTo>
                    <a:cubicBezTo>
                      <a:pt x="245318" y="275041"/>
                      <a:pt x="207611" y="293229"/>
                      <a:pt x="173009" y="280808"/>
                    </a:cubicBezTo>
                    <a:cubicBezTo>
                      <a:pt x="146392" y="271492"/>
                      <a:pt x="128648" y="246649"/>
                      <a:pt x="128648" y="218702"/>
                    </a:cubicBezTo>
                    <a:cubicBezTo>
                      <a:pt x="128648" y="182325"/>
                      <a:pt x="153934" y="141069"/>
                      <a:pt x="220919" y="82956"/>
                    </a:cubicBezTo>
                    <a:cubicBezTo>
                      <a:pt x="220919" y="82956"/>
                      <a:pt x="288792" y="146393"/>
                      <a:pt x="257295" y="240439"/>
                    </a:cubicBezTo>
                    <a:lnTo>
                      <a:pt x="257295" y="240439"/>
                    </a:lnTo>
                    <a:lnTo>
                      <a:pt x="257295" y="240439"/>
                    </a:lnTo>
                    <a:close/>
                  </a:path>
                </a:pathLst>
              </a:custGeom>
              <a:grpFill/>
              <a:ln w="4420"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CD19B006-DB43-B1A3-6E89-34FF78E138AF}"/>
                  </a:ext>
                </a:extLst>
              </p:cNvPr>
              <p:cNvSpPr/>
              <p:nvPr/>
            </p:nvSpPr>
            <p:spPr>
              <a:xfrm>
                <a:off x="22617177" y="237666"/>
                <a:ext cx="220919" cy="59695"/>
              </a:xfrm>
              <a:custGeom>
                <a:avLst/>
                <a:gdLst>
                  <a:gd name="connsiteX0" fmla="*/ 187205 w 220919"/>
                  <a:gd name="connsiteY0" fmla="*/ 55703 h 59695"/>
                  <a:gd name="connsiteX1" fmla="*/ 220919 w 220919"/>
                  <a:gd name="connsiteY1" fmla="*/ 34409 h 59695"/>
                  <a:gd name="connsiteX2" fmla="*/ 1774 w 220919"/>
                  <a:gd name="connsiteY2" fmla="*/ 57477 h 59695"/>
                  <a:gd name="connsiteX3" fmla="*/ 0 w 220919"/>
                  <a:gd name="connsiteY3" fmla="*/ 59695 h 59695"/>
                  <a:gd name="connsiteX4" fmla="*/ 187205 w 220919"/>
                  <a:gd name="connsiteY4" fmla="*/ 55703 h 59695"/>
                  <a:gd name="connsiteX5" fmla="*/ 187205 w 220919"/>
                  <a:gd name="connsiteY5" fmla="*/ 55703 h 5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19" h="59695">
                    <a:moveTo>
                      <a:pt x="187205" y="55703"/>
                    </a:moveTo>
                    <a:lnTo>
                      <a:pt x="220919" y="34409"/>
                    </a:lnTo>
                    <a:cubicBezTo>
                      <a:pt x="153934" y="-19268"/>
                      <a:pt x="55895" y="-9065"/>
                      <a:pt x="1774" y="57477"/>
                    </a:cubicBezTo>
                    <a:cubicBezTo>
                      <a:pt x="1331" y="58364"/>
                      <a:pt x="444" y="58808"/>
                      <a:pt x="0" y="59695"/>
                    </a:cubicBezTo>
                    <a:cubicBezTo>
                      <a:pt x="54564" y="16665"/>
                      <a:pt x="130866" y="15334"/>
                      <a:pt x="187205" y="55703"/>
                    </a:cubicBezTo>
                    <a:lnTo>
                      <a:pt x="187205" y="55703"/>
                    </a:lnTo>
                    <a:close/>
                  </a:path>
                </a:pathLst>
              </a:custGeom>
              <a:grpFill/>
              <a:ln w="4420"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9BEF4DE-5C28-2252-CC9F-EF6C679C7368}"/>
                </a:ext>
              </a:extLst>
            </p:cNvPr>
            <p:cNvGrpSpPr/>
            <p:nvPr userDrawn="1"/>
          </p:nvGrpSpPr>
          <p:grpSpPr>
            <a:xfrm>
              <a:off x="2261503" y="1414718"/>
              <a:ext cx="2859137" cy="625278"/>
              <a:chOff x="22997797" y="276636"/>
              <a:chExt cx="1069550" cy="233905"/>
            </a:xfrm>
            <a:solidFill>
              <a:srgbClr val="005F86"/>
            </a:solidFill>
          </p:grpSpPr>
          <p:sp>
            <p:nvSpPr>
              <p:cNvPr id="16" name="Freeform 15">
                <a:extLst>
                  <a:ext uri="{FF2B5EF4-FFF2-40B4-BE49-F238E27FC236}">
                    <a16:creationId xmlns:a16="http://schemas.microsoft.com/office/drawing/2014/main" id="{31848FA5-C81C-EBA1-2EA9-2398F57A117A}"/>
                  </a:ext>
                </a:extLst>
              </p:cNvPr>
              <p:cNvSpPr/>
              <p:nvPr/>
            </p:nvSpPr>
            <p:spPr>
              <a:xfrm>
                <a:off x="23159716" y="344857"/>
                <a:ext cx="90497" cy="108337"/>
              </a:xfrm>
              <a:custGeom>
                <a:avLst/>
                <a:gdLst>
                  <a:gd name="connsiteX0" fmla="*/ 0 w 90497"/>
                  <a:gd name="connsiteY0" fmla="*/ 2757 h 108337"/>
                  <a:gd name="connsiteX1" fmla="*/ 24399 w 90497"/>
                  <a:gd name="connsiteY1" fmla="*/ 2757 h 108337"/>
                  <a:gd name="connsiteX2" fmla="*/ 24399 w 90497"/>
                  <a:gd name="connsiteY2" fmla="*/ 12517 h 108337"/>
                  <a:gd name="connsiteX3" fmla="*/ 52790 w 90497"/>
                  <a:gd name="connsiteY3" fmla="*/ 96 h 108337"/>
                  <a:gd name="connsiteX4" fmla="*/ 83843 w 90497"/>
                  <a:gd name="connsiteY4" fmla="*/ 14291 h 108337"/>
                  <a:gd name="connsiteX5" fmla="*/ 90497 w 90497"/>
                  <a:gd name="connsiteY5" fmla="*/ 43570 h 108337"/>
                  <a:gd name="connsiteX6" fmla="*/ 90497 w 90497"/>
                  <a:gd name="connsiteY6" fmla="*/ 107894 h 108337"/>
                  <a:gd name="connsiteX7" fmla="*/ 66098 w 90497"/>
                  <a:gd name="connsiteY7" fmla="*/ 107894 h 108337"/>
                  <a:gd name="connsiteX8" fmla="*/ 66098 w 90497"/>
                  <a:gd name="connsiteY8" fmla="*/ 49780 h 108337"/>
                  <a:gd name="connsiteX9" fmla="*/ 47023 w 90497"/>
                  <a:gd name="connsiteY9" fmla="*/ 22276 h 108337"/>
                  <a:gd name="connsiteX10" fmla="*/ 24842 w 90497"/>
                  <a:gd name="connsiteY10" fmla="*/ 57766 h 108337"/>
                  <a:gd name="connsiteX11" fmla="*/ 24842 w 90497"/>
                  <a:gd name="connsiteY11" fmla="*/ 108338 h 108337"/>
                  <a:gd name="connsiteX12" fmla="*/ 444 w 90497"/>
                  <a:gd name="connsiteY12" fmla="*/ 108338 h 108337"/>
                  <a:gd name="connsiteX13" fmla="*/ 0 w 90497"/>
                  <a:gd name="connsiteY13" fmla="*/ 2757 h 108337"/>
                  <a:gd name="connsiteX14" fmla="*/ 0 w 90497"/>
                  <a:gd name="connsiteY14" fmla="*/ 2757 h 10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497" h="108337">
                    <a:moveTo>
                      <a:pt x="0" y="2757"/>
                    </a:moveTo>
                    <a:lnTo>
                      <a:pt x="24399" y="2757"/>
                    </a:lnTo>
                    <a:lnTo>
                      <a:pt x="24399" y="12517"/>
                    </a:lnTo>
                    <a:cubicBezTo>
                      <a:pt x="31497" y="4088"/>
                      <a:pt x="42143" y="-348"/>
                      <a:pt x="52790" y="96"/>
                    </a:cubicBezTo>
                    <a:cubicBezTo>
                      <a:pt x="64768" y="-792"/>
                      <a:pt x="76745" y="4532"/>
                      <a:pt x="83843" y="14291"/>
                    </a:cubicBezTo>
                    <a:cubicBezTo>
                      <a:pt x="87835" y="20058"/>
                      <a:pt x="90497" y="27156"/>
                      <a:pt x="90497" y="43570"/>
                    </a:cubicBezTo>
                    <a:lnTo>
                      <a:pt x="90497" y="107894"/>
                    </a:lnTo>
                    <a:lnTo>
                      <a:pt x="66098" y="107894"/>
                    </a:lnTo>
                    <a:lnTo>
                      <a:pt x="66098" y="49780"/>
                    </a:lnTo>
                    <a:cubicBezTo>
                      <a:pt x="66098" y="23164"/>
                      <a:pt x="55895" y="22276"/>
                      <a:pt x="47023" y="22276"/>
                    </a:cubicBezTo>
                    <a:cubicBezTo>
                      <a:pt x="35933" y="22276"/>
                      <a:pt x="24842" y="23607"/>
                      <a:pt x="24842" y="57766"/>
                    </a:cubicBezTo>
                    <a:lnTo>
                      <a:pt x="24842" y="108338"/>
                    </a:lnTo>
                    <a:lnTo>
                      <a:pt x="444" y="108338"/>
                    </a:lnTo>
                    <a:lnTo>
                      <a:pt x="0" y="2757"/>
                    </a:lnTo>
                    <a:lnTo>
                      <a:pt x="0" y="2757"/>
                    </a:lnTo>
                    <a:close/>
                  </a:path>
                </a:pathLst>
              </a:custGeom>
              <a:grp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8DD836F1-EA57-D0BE-9285-A9EDB22A06B6}"/>
                  </a:ext>
                </a:extLst>
              </p:cNvPr>
              <p:cNvSpPr/>
              <p:nvPr/>
            </p:nvSpPr>
            <p:spPr>
              <a:xfrm>
                <a:off x="23274586" y="344483"/>
                <a:ext cx="106936" cy="166058"/>
              </a:xfrm>
              <a:custGeom>
                <a:avLst/>
                <a:gdLst>
                  <a:gd name="connsiteX0" fmla="*/ 82538 w 106936"/>
                  <a:gd name="connsiteY0" fmla="*/ 3131 h 166058"/>
                  <a:gd name="connsiteX1" fmla="*/ 106936 w 106936"/>
                  <a:gd name="connsiteY1" fmla="*/ 3131 h 166058"/>
                  <a:gd name="connsiteX2" fmla="*/ 106936 w 106936"/>
                  <a:gd name="connsiteY2" fmla="*/ 100282 h 166058"/>
                  <a:gd name="connsiteX3" fmla="*/ 89635 w 106936"/>
                  <a:gd name="connsiteY3" fmla="*/ 154847 h 166058"/>
                  <a:gd name="connsiteX4" fmla="*/ 54590 w 106936"/>
                  <a:gd name="connsiteY4" fmla="*/ 165937 h 166058"/>
                  <a:gd name="connsiteX5" fmla="*/ 19988 w 106936"/>
                  <a:gd name="connsiteY5" fmla="*/ 153073 h 166058"/>
                  <a:gd name="connsiteX6" fmla="*/ 4462 w 106936"/>
                  <a:gd name="connsiteY6" fmla="*/ 120245 h 166058"/>
                  <a:gd name="connsiteX7" fmla="*/ 28417 w 106936"/>
                  <a:gd name="connsiteY7" fmla="*/ 120245 h 166058"/>
                  <a:gd name="connsiteX8" fmla="*/ 36402 w 106936"/>
                  <a:gd name="connsiteY8" fmla="*/ 136659 h 166058"/>
                  <a:gd name="connsiteX9" fmla="*/ 55477 w 106936"/>
                  <a:gd name="connsiteY9" fmla="*/ 143757 h 166058"/>
                  <a:gd name="connsiteX10" fmla="*/ 74553 w 106936"/>
                  <a:gd name="connsiteY10" fmla="*/ 136659 h 166058"/>
                  <a:gd name="connsiteX11" fmla="*/ 82538 w 106936"/>
                  <a:gd name="connsiteY11" fmla="*/ 110042 h 166058"/>
                  <a:gd name="connsiteX12" fmla="*/ 82538 w 106936"/>
                  <a:gd name="connsiteY12" fmla="*/ 96290 h 166058"/>
                  <a:gd name="connsiteX13" fmla="*/ 50597 w 106936"/>
                  <a:gd name="connsiteY13" fmla="*/ 111373 h 166058"/>
                  <a:gd name="connsiteX14" fmla="*/ 15996 w 106936"/>
                  <a:gd name="connsiteY14" fmla="*/ 97177 h 166058"/>
                  <a:gd name="connsiteX15" fmla="*/ 26 w 106936"/>
                  <a:gd name="connsiteY15" fmla="*/ 55477 h 166058"/>
                  <a:gd name="connsiteX16" fmla="*/ 15552 w 106936"/>
                  <a:gd name="connsiteY16" fmla="*/ 14665 h 166058"/>
                  <a:gd name="connsiteX17" fmla="*/ 51485 w 106936"/>
                  <a:gd name="connsiteY17" fmla="*/ 26 h 166058"/>
                  <a:gd name="connsiteX18" fmla="*/ 82981 w 106936"/>
                  <a:gd name="connsiteY18" fmla="*/ 14221 h 166058"/>
                  <a:gd name="connsiteX19" fmla="*/ 82538 w 106936"/>
                  <a:gd name="connsiteY19" fmla="*/ 3131 h 166058"/>
                  <a:gd name="connsiteX20" fmla="*/ 82538 w 106936"/>
                  <a:gd name="connsiteY20" fmla="*/ 3131 h 166058"/>
                  <a:gd name="connsiteX21" fmla="*/ 35515 w 106936"/>
                  <a:gd name="connsiteY21" fmla="*/ 29748 h 166058"/>
                  <a:gd name="connsiteX22" fmla="*/ 24868 w 106936"/>
                  <a:gd name="connsiteY22" fmla="*/ 56365 h 166058"/>
                  <a:gd name="connsiteX23" fmla="*/ 35515 w 106936"/>
                  <a:gd name="connsiteY23" fmla="*/ 82981 h 166058"/>
                  <a:gd name="connsiteX24" fmla="*/ 54146 w 106936"/>
                  <a:gd name="connsiteY24" fmla="*/ 90079 h 166058"/>
                  <a:gd name="connsiteX25" fmla="*/ 74553 w 106936"/>
                  <a:gd name="connsiteY25" fmla="*/ 81651 h 166058"/>
                  <a:gd name="connsiteX26" fmla="*/ 83868 w 106936"/>
                  <a:gd name="connsiteY26" fmla="*/ 56808 h 166058"/>
                  <a:gd name="connsiteX27" fmla="*/ 74109 w 106936"/>
                  <a:gd name="connsiteY27" fmla="*/ 30191 h 166058"/>
                  <a:gd name="connsiteX28" fmla="*/ 54590 w 106936"/>
                  <a:gd name="connsiteY28" fmla="*/ 22650 h 166058"/>
                  <a:gd name="connsiteX29" fmla="*/ 35515 w 106936"/>
                  <a:gd name="connsiteY29" fmla="*/ 29748 h 166058"/>
                  <a:gd name="connsiteX30" fmla="*/ 35515 w 106936"/>
                  <a:gd name="connsiteY30" fmla="*/ 29748 h 166058"/>
                  <a:gd name="connsiteX31" fmla="*/ 35515 w 106936"/>
                  <a:gd name="connsiteY31" fmla="*/ 29748 h 166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6936" h="166058">
                    <a:moveTo>
                      <a:pt x="82538" y="3131"/>
                    </a:moveTo>
                    <a:lnTo>
                      <a:pt x="106936" y="3131"/>
                    </a:lnTo>
                    <a:lnTo>
                      <a:pt x="106936" y="100282"/>
                    </a:lnTo>
                    <a:cubicBezTo>
                      <a:pt x="106936" y="125125"/>
                      <a:pt x="104275" y="142869"/>
                      <a:pt x="89635" y="154847"/>
                    </a:cubicBezTo>
                    <a:cubicBezTo>
                      <a:pt x="79876" y="162832"/>
                      <a:pt x="67455" y="166825"/>
                      <a:pt x="54590" y="165937"/>
                    </a:cubicBezTo>
                    <a:cubicBezTo>
                      <a:pt x="41725" y="166381"/>
                      <a:pt x="29304" y="161945"/>
                      <a:pt x="19988" y="153073"/>
                    </a:cubicBezTo>
                    <a:cubicBezTo>
                      <a:pt x="11560" y="144200"/>
                      <a:pt x="6236" y="132666"/>
                      <a:pt x="4462" y="120245"/>
                    </a:cubicBezTo>
                    <a:lnTo>
                      <a:pt x="28417" y="120245"/>
                    </a:lnTo>
                    <a:cubicBezTo>
                      <a:pt x="29304" y="126456"/>
                      <a:pt x="31966" y="132223"/>
                      <a:pt x="36402" y="136659"/>
                    </a:cubicBezTo>
                    <a:cubicBezTo>
                      <a:pt x="41282" y="141539"/>
                      <a:pt x="48379" y="144200"/>
                      <a:pt x="55477" y="143757"/>
                    </a:cubicBezTo>
                    <a:cubicBezTo>
                      <a:pt x="62575" y="144200"/>
                      <a:pt x="69673" y="141539"/>
                      <a:pt x="74553" y="136659"/>
                    </a:cubicBezTo>
                    <a:cubicBezTo>
                      <a:pt x="80763" y="129117"/>
                      <a:pt x="83868" y="119801"/>
                      <a:pt x="82538" y="110042"/>
                    </a:cubicBezTo>
                    <a:lnTo>
                      <a:pt x="82538" y="96290"/>
                    </a:lnTo>
                    <a:cubicBezTo>
                      <a:pt x="74996" y="106049"/>
                      <a:pt x="63019" y="111816"/>
                      <a:pt x="50597" y="111373"/>
                    </a:cubicBezTo>
                    <a:cubicBezTo>
                      <a:pt x="37289" y="111816"/>
                      <a:pt x="24868" y="106937"/>
                      <a:pt x="15996" y="97177"/>
                    </a:cubicBezTo>
                    <a:cubicBezTo>
                      <a:pt x="5349" y="85643"/>
                      <a:pt x="26" y="71004"/>
                      <a:pt x="26" y="55477"/>
                    </a:cubicBezTo>
                    <a:cubicBezTo>
                      <a:pt x="-418" y="40395"/>
                      <a:pt x="4905" y="25755"/>
                      <a:pt x="15552" y="14665"/>
                    </a:cubicBezTo>
                    <a:cubicBezTo>
                      <a:pt x="24868" y="4905"/>
                      <a:pt x="37733" y="-418"/>
                      <a:pt x="51485" y="26"/>
                    </a:cubicBezTo>
                    <a:cubicBezTo>
                      <a:pt x="63462" y="-418"/>
                      <a:pt x="74996" y="4905"/>
                      <a:pt x="82981" y="14221"/>
                    </a:cubicBezTo>
                    <a:lnTo>
                      <a:pt x="82538" y="3131"/>
                    </a:lnTo>
                    <a:lnTo>
                      <a:pt x="82538" y="3131"/>
                    </a:lnTo>
                    <a:close/>
                    <a:moveTo>
                      <a:pt x="35515" y="29748"/>
                    </a:moveTo>
                    <a:cubicBezTo>
                      <a:pt x="28417" y="36846"/>
                      <a:pt x="24424" y="46605"/>
                      <a:pt x="24868" y="56365"/>
                    </a:cubicBezTo>
                    <a:cubicBezTo>
                      <a:pt x="24424" y="66124"/>
                      <a:pt x="28417" y="75884"/>
                      <a:pt x="35515" y="82981"/>
                    </a:cubicBezTo>
                    <a:cubicBezTo>
                      <a:pt x="40838" y="87418"/>
                      <a:pt x="47492" y="90079"/>
                      <a:pt x="54146" y="90079"/>
                    </a:cubicBezTo>
                    <a:cubicBezTo>
                      <a:pt x="61688" y="90523"/>
                      <a:pt x="69229" y="87418"/>
                      <a:pt x="74553" y="81651"/>
                    </a:cubicBezTo>
                    <a:cubicBezTo>
                      <a:pt x="80763" y="74996"/>
                      <a:pt x="83868" y="66124"/>
                      <a:pt x="83868" y="56808"/>
                    </a:cubicBezTo>
                    <a:cubicBezTo>
                      <a:pt x="84312" y="47049"/>
                      <a:pt x="80763" y="37289"/>
                      <a:pt x="74109" y="30191"/>
                    </a:cubicBezTo>
                    <a:cubicBezTo>
                      <a:pt x="68786" y="24868"/>
                      <a:pt x="61688" y="22206"/>
                      <a:pt x="54590" y="22650"/>
                    </a:cubicBezTo>
                    <a:cubicBezTo>
                      <a:pt x="47049" y="22206"/>
                      <a:pt x="40394" y="24868"/>
                      <a:pt x="35515" y="29748"/>
                    </a:cubicBezTo>
                    <a:lnTo>
                      <a:pt x="35515" y="29748"/>
                    </a:lnTo>
                    <a:lnTo>
                      <a:pt x="35515" y="29748"/>
                    </a:lnTo>
                    <a:close/>
                  </a:path>
                </a:pathLst>
              </a:custGeom>
              <a:grpFill/>
              <a:ln w="442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179C8CD8-5AFC-B50A-6301-BA1BA6C9ABE8}"/>
                  </a:ext>
                </a:extLst>
              </p:cNvPr>
              <p:cNvSpPr/>
              <p:nvPr/>
            </p:nvSpPr>
            <p:spPr>
              <a:xfrm>
                <a:off x="23411682" y="289944"/>
                <a:ext cx="24404" cy="163249"/>
              </a:xfrm>
              <a:custGeom>
                <a:avLst/>
                <a:gdLst>
                  <a:gd name="connsiteX0" fmla="*/ 24405 w 24404"/>
                  <a:gd name="connsiteY0" fmla="*/ 0 h 163249"/>
                  <a:gd name="connsiteX1" fmla="*/ 24405 w 24404"/>
                  <a:gd name="connsiteY1" fmla="*/ 163250 h 163249"/>
                  <a:gd name="connsiteX2" fmla="*/ 6 w 24404"/>
                  <a:gd name="connsiteY2" fmla="*/ 163250 h 163249"/>
                  <a:gd name="connsiteX3" fmla="*/ 6 w 24404"/>
                  <a:gd name="connsiteY3" fmla="*/ 19519 h 163249"/>
                  <a:gd name="connsiteX4" fmla="*/ 24405 w 24404"/>
                  <a:gd name="connsiteY4" fmla="*/ 0 h 16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4" h="163249">
                    <a:moveTo>
                      <a:pt x="24405" y="0"/>
                    </a:moveTo>
                    <a:lnTo>
                      <a:pt x="24405" y="163250"/>
                    </a:lnTo>
                    <a:lnTo>
                      <a:pt x="6" y="163250"/>
                    </a:lnTo>
                    <a:lnTo>
                      <a:pt x="6" y="19519"/>
                    </a:lnTo>
                    <a:cubicBezTo>
                      <a:pt x="-438" y="19519"/>
                      <a:pt x="24405" y="0"/>
                      <a:pt x="24405" y="0"/>
                    </a:cubicBezTo>
                    <a:close/>
                  </a:path>
                </a:pathLst>
              </a:custGeom>
              <a:grpFill/>
              <a:ln w="442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982E481F-5F22-6B4E-281F-5AA43F5905C5}"/>
                  </a:ext>
                </a:extLst>
              </p:cNvPr>
              <p:cNvSpPr/>
              <p:nvPr/>
            </p:nvSpPr>
            <p:spPr>
              <a:xfrm>
                <a:off x="23848646" y="289944"/>
                <a:ext cx="24398" cy="33714"/>
              </a:xfrm>
              <a:custGeom>
                <a:avLst/>
                <a:gdLst>
                  <a:gd name="connsiteX0" fmla="*/ 24399 w 24398"/>
                  <a:gd name="connsiteY0" fmla="*/ 0 h 33714"/>
                  <a:gd name="connsiteX1" fmla="*/ 24399 w 24398"/>
                  <a:gd name="connsiteY1" fmla="*/ 33715 h 33714"/>
                  <a:gd name="connsiteX2" fmla="*/ 0 w 24398"/>
                  <a:gd name="connsiteY2" fmla="*/ 33715 h 33714"/>
                  <a:gd name="connsiteX3" fmla="*/ 0 w 24398"/>
                  <a:gd name="connsiteY3" fmla="*/ 19519 h 33714"/>
                  <a:gd name="connsiteX4" fmla="*/ 24399 w 24398"/>
                  <a:gd name="connsiteY4" fmla="*/ 0 h 33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98" h="33714">
                    <a:moveTo>
                      <a:pt x="24399" y="0"/>
                    </a:moveTo>
                    <a:lnTo>
                      <a:pt x="24399" y="33715"/>
                    </a:lnTo>
                    <a:lnTo>
                      <a:pt x="0" y="33715"/>
                    </a:lnTo>
                    <a:lnTo>
                      <a:pt x="0" y="19519"/>
                    </a:lnTo>
                    <a:lnTo>
                      <a:pt x="24399" y="0"/>
                    </a:lnTo>
                    <a:close/>
                  </a:path>
                </a:pathLst>
              </a:custGeom>
              <a:grpFill/>
              <a:ln w="442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727335AC-D257-0D50-4ABD-0C7AD9AF88A2}"/>
                  </a:ext>
                </a:extLst>
              </p:cNvPr>
              <p:cNvSpPr/>
              <p:nvPr/>
            </p:nvSpPr>
            <p:spPr>
              <a:xfrm>
                <a:off x="23460461" y="344925"/>
                <a:ext cx="100382" cy="111477"/>
              </a:xfrm>
              <a:custGeom>
                <a:avLst/>
                <a:gdLst>
                  <a:gd name="connsiteX0" fmla="*/ 99837 w 100382"/>
                  <a:gd name="connsiteY0" fmla="*/ 84314 h 111477"/>
                  <a:gd name="connsiteX1" fmla="*/ 82092 w 100382"/>
                  <a:gd name="connsiteY1" fmla="*/ 103390 h 111477"/>
                  <a:gd name="connsiteX2" fmla="*/ 51039 w 100382"/>
                  <a:gd name="connsiteY2" fmla="*/ 111375 h 111477"/>
                  <a:gd name="connsiteX3" fmla="*/ 15550 w 100382"/>
                  <a:gd name="connsiteY3" fmla="*/ 98066 h 111477"/>
                  <a:gd name="connsiteX4" fmla="*/ 24 w 100382"/>
                  <a:gd name="connsiteY4" fmla="*/ 57698 h 111477"/>
                  <a:gd name="connsiteX5" fmla="*/ 16881 w 100382"/>
                  <a:gd name="connsiteY5" fmla="*/ 14223 h 111477"/>
                  <a:gd name="connsiteX6" fmla="*/ 51927 w 100382"/>
                  <a:gd name="connsiteY6" fmla="*/ 28 h 111477"/>
                  <a:gd name="connsiteX7" fmla="*/ 85641 w 100382"/>
                  <a:gd name="connsiteY7" fmla="*/ 13780 h 111477"/>
                  <a:gd name="connsiteX8" fmla="*/ 100280 w 100382"/>
                  <a:gd name="connsiteY8" fmla="*/ 58141 h 111477"/>
                  <a:gd name="connsiteX9" fmla="*/ 100280 w 100382"/>
                  <a:gd name="connsiteY9" fmla="*/ 61247 h 111477"/>
                  <a:gd name="connsiteX10" fmla="*/ 24866 w 100382"/>
                  <a:gd name="connsiteY10" fmla="*/ 61247 h 111477"/>
                  <a:gd name="connsiteX11" fmla="*/ 33738 w 100382"/>
                  <a:gd name="connsiteY11" fmla="*/ 82540 h 111477"/>
                  <a:gd name="connsiteX12" fmla="*/ 52370 w 100382"/>
                  <a:gd name="connsiteY12" fmla="*/ 89194 h 111477"/>
                  <a:gd name="connsiteX13" fmla="*/ 69227 w 100382"/>
                  <a:gd name="connsiteY13" fmla="*/ 83871 h 111477"/>
                  <a:gd name="connsiteX14" fmla="*/ 78987 w 100382"/>
                  <a:gd name="connsiteY14" fmla="*/ 72337 h 111477"/>
                  <a:gd name="connsiteX15" fmla="*/ 99837 w 100382"/>
                  <a:gd name="connsiteY15" fmla="*/ 84314 h 111477"/>
                  <a:gd name="connsiteX16" fmla="*/ 99837 w 100382"/>
                  <a:gd name="connsiteY16" fmla="*/ 84314 h 111477"/>
                  <a:gd name="connsiteX17" fmla="*/ 75882 w 100382"/>
                  <a:gd name="connsiteY17" fmla="*/ 41284 h 111477"/>
                  <a:gd name="connsiteX18" fmla="*/ 68340 w 100382"/>
                  <a:gd name="connsiteY18" fmla="*/ 27088 h 111477"/>
                  <a:gd name="connsiteX19" fmla="*/ 34626 w 100382"/>
                  <a:gd name="connsiteY19" fmla="*/ 27975 h 111477"/>
                  <a:gd name="connsiteX20" fmla="*/ 27084 w 100382"/>
                  <a:gd name="connsiteY20" fmla="*/ 41284 h 111477"/>
                  <a:gd name="connsiteX21" fmla="*/ 75882 w 100382"/>
                  <a:gd name="connsiteY21" fmla="*/ 41284 h 111477"/>
                  <a:gd name="connsiteX22" fmla="*/ 75882 w 100382"/>
                  <a:gd name="connsiteY22" fmla="*/ 41284 h 11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382" h="111477">
                    <a:moveTo>
                      <a:pt x="99837" y="84314"/>
                    </a:moveTo>
                    <a:cubicBezTo>
                      <a:pt x="95401" y="92299"/>
                      <a:pt x="89634" y="98510"/>
                      <a:pt x="82092" y="103390"/>
                    </a:cubicBezTo>
                    <a:cubicBezTo>
                      <a:pt x="72776" y="108713"/>
                      <a:pt x="62130" y="111818"/>
                      <a:pt x="51039" y="111375"/>
                    </a:cubicBezTo>
                    <a:cubicBezTo>
                      <a:pt x="37731" y="112262"/>
                      <a:pt x="24866" y="107382"/>
                      <a:pt x="15550" y="98066"/>
                    </a:cubicBezTo>
                    <a:cubicBezTo>
                      <a:pt x="5347" y="87420"/>
                      <a:pt x="-420" y="72780"/>
                      <a:pt x="24" y="57698"/>
                    </a:cubicBezTo>
                    <a:cubicBezTo>
                      <a:pt x="-420" y="41728"/>
                      <a:pt x="5791" y="26201"/>
                      <a:pt x="16881" y="14223"/>
                    </a:cubicBezTo>
                    <a:cubicBezTo>
                      <a:pt x="26197" y="4908"/>
                      <a:pt x="39062" y="-416"/>
                      <a:pt x="51927" y="28"/>
                    </a:cubicBezTo>
                    <a:cubicBezTo>
                      <a:pt x="64791" y="-416"/>
                      <a:pt x="76769" y="4464"/>
                      <a:pt x="85641" y="13780"/>
                    </a:cubicBezTo>
                    <a:cubicBezTo>
                      <a:pt x="96288" y="26201"/>
                      <a:pt x="101168" y="42171"/>
                      <a:pt x="100280" y="58141"/>
                    </a:cubicBezTo>
                    <a:lnTo>
                      <a:pt x="100280" y="61247"/>
                    </a:lnTo>
                    <a:lnTo>
                      <a:pt x="24866" y="61247"/>
                    </a:lnTo>
                    <a:cubicBezTo>
                      <a:pt x="25310" y="69232"/>
                      <a:pt x="28415" y="76773"/>
                      <a:pt x="33738" y="82540"/>
                    </a:cubicBezTo>
                    <a:cubicBezTo>
                      <a:pt x="38618" y="87420"/>
                      <a:pt x="45716" y="89638"/>
                      <a:pt x="52370" y="89194"/>
                    </a:cubicBezTo>
                    <a:cubicBezTo>
                      <a:pt x="58581" y="89638"/>
                      <a:pt x="64348" y="87420"/>
                      <a:pt x="69227" y="83871"/>
                    </a:cubicBezTo>
                    <a:cubicBezTo>
                      <a:pt x="73220" y="80766"/>
                      <a:pt x="76325" y="76773"/>
                      <a:pt x="78987" y="72337"/>
                    </a:cubicBezTo>
                    <a:lnTo>
                      <a:pt x="99837" y="84314"/>
                    </a:lnTo>
                    <a:lnTo>
                      <a:pt x="99837" y="84314"/>
                    </a:lnTo>
                    <a:close/>
                    <a:moveTo>
                      <a:pt x="75882" y="41284"/>
                    </a:moveTo>
                    <a:cubicBezTo>
                      <a:pt x="74994" y="35961"/>
                      <a:pt x="72333" y="31081"/>
                      <a:pt x="68340" y="27088"/>
                    </a:cubicBezTo>
                    <a:cubicBezTo>
                      <a:pt x="58581" y="18660"/>
                      <a:pt x="43942" y="19103"/>
                      <a:pt x="34626" y="27975"/>
                    </a:cubicBezTo>
                    <a:cubicBezTo>
                      <a:pt x="31077" y="31524"/>
                      <a:pt x="28415" y="36404"/>
                      <a:pt x="27084" y="41284"/>
                    </a:cubicBezTo>
                    <a:lnTo>
                      <a:pt x="75882" y="41284"/>
                    </a:lnTo>
                    <a:lnTo>
                      <a:pt x="75882" y="41284"/>
                    </a:lnTo>
                    <a:close/>
                  </a:path>
                </a:pathLst>
              </a:custGeom>
              <a:grpFill/>
              <a:ln w="4420"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B02F2D18-804E-51EE-89E8-F5C94903568B}"/>
                  </a:ext>
                </a:extLst>
              </p:cNvPr>
              <p:cNvSpPr/>
              <p:nvPr/>
            </p:nvSpPr>
            <p:spPr>
              <a:xfrm>
                <a:off x="23586028" y="344927"/>
                <a:ext cx="106910" cy="165493"/>
              </a:xfrm>
              <a:custGeom>
                <a:avLst/>
                <a:gdLst>
                  <a:gd name="connsiteX0" fmla="*/ 24399 w 106910"/>
                  <a:gd name="connsiteY0" fmla="*/ 165494 h 165493"/>
                  <a:gd name="connsiteX1" fmla="*/ 0 w 106910"/>
                  <a:gd name="connsiteY1" fmla="*/ 165494 h 165493"/>
                  <a:gd name="connsiteX2" fmla="*/ 0 w 106910"/>
                  <a:gd name="connsiteY2" fmla="*/ 2687 h 165493"/>
                  <a:gd name="connsiteX3" fmla="*/ 24399 w 106910"/>
                  <a:gd name="connsiteY3" fmla="*/ 2687 h 165493"/>
                  <a:gd name="connsiteX4" fmla="*/ 24399 w 106910"/>
                  <a:gd name="connsiteY4" fmla="*/ 14221 h 165493"/>
                  <a:gd name="connsiteX5" fmla="*/ 55452 w 106910"/>
                  <a:gd name="connsiteY5" fmla="*/ 26 h 165493"/>
                  <a:gd name="connsiteX6" fmla="*/ 106911 w 106910"/>
                  <a:gd name="connsiteY6" fmla="*/ 54590 h 165493"/>
                  <a:gd name="connsiteX7" fmla="*/ 55895 w 106910"/>
                  <a:gd name="connsiteY7" fmla="*/ 110929 h 165493"/>
                  <a:gd name="connsiteX8" fmla="*/ 24399 w 106910"/>
                  <a:gd name="connsiteY8" fmla="*/ 95403 h 165493"/>
                  <a:gd name="connsiteX9" fmla="*/ 24399 w 106910"/>
                  <a:gd name="connsiteY9" fmla="*/ 165494 h 165493"/>
                  <a:gd name="connsiteX10" fmla="*/ 24399 w 106910"/>
                  <a:gd name="connsiteY10" fmla="*/ 165494 h 165493"/>
                  <a:gd name="connsiteX11" fmla="*/ 23068 w 106910"/>
                  <a:gd name="connsiteY11" fmla="*/ 56365 h 165493"/>
                  <a:gd name="connsiteX12" fmla="*/ 52790 w 106910"/>
                  <a:gd name="connsiteY12" fmla="*/ 89636 h 165493"/>
                  <a:gd name="connsiteX13" fmla="*/ 82068 w 106910"/>
                  <a:gd name="connsiteY13" fmla="*/ 56365 h 165493"/>
                  <a:gd name="connsiteX14" fmla="*/ 52790 w 106910"/>
                  <a:gd name="connsiteY14" fmla="*/ 22650 h 165493"/>
                  <a:gd name="connsiteX15" fmla="*/ 23068 w 106910"/>
                  <a:gd name="connsiteY15" fmla="*/ 56365 h 165493"/>
                  <a:gd name="connsiteX16" fmla="*/ 23068 w 106910"/>
                  <a:gd name="connsiteY16" fmla="*/ 56365 h 165493"/>
                  <a:gd name="connsiteX17" fmla="*/ 23068 w 106910"/>
                  <a:gd name="connsiteY17" fmla="*/ 56365 h 165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910" h="165493">
                    <a:moveTo>
                      <a:pt x="24399" y="165494"/>
                    </a:moveTo>
                    <a:lnTo>
                      <a:pt x="0" y="165494"/>
                    </a:lnTo>
                    <a:lnTo>
                      <a:pt x="0" y="2687"/>
                    </a:lnTo>
                    <a:lnTo>
                      <a:pt x="24399" y="2687"/>
                    </a:lnTo>
                    <a:lnTo>
                      <a:pt x="24399" y="14221"/>
                    </a:lnTo>
                    <a:cubicBezTo>
                      <a:pt x="31940" y="4905"/>
                      <a:pt x="43474" y="-418"/>
                      <a:pt x="55452" y="26"/>
                    </a:cubicBezTo>
                    <a:cubicBezTo>
                      <a:pt x="83399" y="26"/>
                      <a:pt x="106911" y="21319"/>
                      <a:pt x="106911" y="54590"/>
                    </a:cubicBezTo>
                    <a:cubicBezTo>
                      <a:pt x="106911" y="90079"/>
                      <a:pt x="80738" y="110929"/>
                      <a:pt x="55895" y="110929"/>
                    </a:cubicBezTo>
                    <a:cubicBezTo>
                      <a:pt x="43474" y="110486"/>
                      <a:pt x="31940" y="105162"/>
                      <a:pt x="24399" y="95403"/>
                    </a:cubicBezTo>
                    <a:lnTo>
                      <a:pt x="24399" y="165494"/>
                    </a:lnTo>
                    <a:lnTo>
                      <a:pt x="24399" y="165494"/>
                    </a:lnTo>
                    <a:close/>
                    <a:moveTo>
                      <a:pt x="23068" y="56365"/>
                    </a:moveTo>
                    <a:cubicBezTo>
                      <a:pt x="23068" y="78545"/>
                      <a:pt x="37263" y="89636"/>
                      <a:pt x="52790" y="89636"/>
                    </a:cubicBezTo>
                    <a:cubicBezTo>
                      <a:pt x="70534" y="89636"/>
                      <a:pt x="82068" y="74553"/>
                      <a:pt x="82068" y="56365"/>
                    </a:cubicBezTo>
                    <a:cubicBezTo>
                      <a:pt x="82068" y="38176"/>
                      <a:pt x="70534" y="22650"/>
                      <a:pt x="52790" y="22650"/>
                    </a:cubicBezTo>
                    <a:cubicBezTo>
                      <a:pt x="37263" y="22206"/>
                      <a:pt x="23068" y="33297"/>
                      <a:pt x="23068" y="56365"/>
                    </a:cubicBezTo>
                    <a:lnTo>
                      <a:pt x="23068" y="56365"/>
                    </a:lnTo>
                    <a:lnTo>
                      <a:pt x="23068" y="56365"/>
                    </a:lnTo>
                    <a:close/>
                  </a:path>
                </a:pathLst>
              </a:custGeom>
              <a:grpFill/>
              <a:ln w="442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4C84A2A7-DCE1-8570-2472-DCEA83A2C3AE}"/>
                  </a:ext>
                </a:extLst>
              </p:cNvPr>
              <p:cNvSpPr/>
              <p:nvPr/>
            </p:nvSpPr>
            <p:spPr>
              <a:xfrm>
                <a:off x="23712008" y="344485"/>
                <a:ext cx="112689" cy="112707"/>
              </a:xfrm>
              <a:custGeom>
                <a:avLst/>
                <a:gdLst>
                  <a:gd name="connsiteX0" fmla="*/ 112683 w 112689"/>
                  <a:gd name="connsiteY0" fmla="*/ 55919 h 112707"/>
                  <a:gd name="connsiteX1" fmla="*/ 57232 w 112689"/>
                  <a:gd name="connsiteY1" fmla="*/ 112702 h 112707"/>
                  <a:gd name="connsiteX2" fmla="*/ 6 w 112689"/>
                  <a:gd name="connsiteY2" fmla="*/ 57250 h 112707"/>
                  <a:gd name="connsiteX3" fmla="*/ 55457 w 112689"/>
                  <a:gd name="connsiteY3" fmla="*/ 24 h 112707"/>
                  <a:gd name="connsiteX4" fmla="*/ 56345 w 112689"/>
                  <a:gd name="connsiteY4" fmla="*/ 24 h 112707"/>
                  <a:gd name="connsiteX5" fmla="*/ 112683 w 112689"/>
                  <a:gd name="connsiteY5" fmla="*/ 53258 h 112707"/>
                  <a:gd name="connsiteX6" fmla="*/ 112683 w 112689"/>
                  <a:gd name="connsiteY6" fmla="*/ 55919 h 112707"/>
                  <a:gd name="connsiteX7" fmla="*/ 112683 w 112689"/>
                  <a:gd name="connsiteY7" fmla="*/ 55919 h 112707"/>
                  <a:gd name="connsiteX8" fmla="*/ 87398 w 112689"/>
                  <a:gd name="connsiteY8" fmla="*/ 56363 h 112707"/>
                  <a:gd name="connsiteX9" fmla="*/ 56345 w 112689"/>
                  <a:gd name="connsiteY9" fmla="*/ 22648 h 112707"/>
                  <a:gd name="connsiteX10" fmla="*/ 25292 w 112689"/>
                  <a:gd name="connsiteY10" fmla="*/ 56363 h 112707"/>
                  <a:gd name="connsiteX11" fmla="*/ 56345 w 112689"/>
                  <a:gd name="connsiteY11" fmla="*/ 89634 h 112707"/>
                  <a:gd name="connsiteX12" fmla="*/ 87398 w 112689"/>
                  <a:gd name="connsiteY12" fmla="*/ 56363 h 112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689" h="112707">
                    <a:moveTo>
                      <a:pt x="112683" y="55919"/>
                    </a:moveTo>
                    <a:cubicBezTo>
                      <a:pt x="113127" y="86972"/>
                      <a:pt x="88285" y="112702"/>
                      <a:pt x="57232" y="112702"/>
                    </a:cubicBezTo>
                    <a:cubicBezTo>
                      <a:pt x="26179" y="113145"/>
                      <a:pt x="449" y="88303"/>
                      <a:pt x="6" y="57250"/>
                    </a:cubicBezTo>
                    <a:cubicBezTo>
                      <a:pt x="-438" y="26197"/>
                      <a:pt x="24405" y="467"/>
                      <a:pt x="55457" y="24"/>
                    </a:cubicBezTo>
                    <a:cubicBezTo>
                      <a:pt x="55901" y="24"/>
                      <a:pt x="55901" y="24"/>
                      <a:pt x="56345" y="24"/>
                    </a:cubicBezTo>
                    <a:cubicBezTo>
                      <a:pt x="86510" y="-863"/>
                      <a:pt x="111796" y="23092"/>
                      <a:pt x="112683" y="53258"/>
                    </a:cubicBezTo>
                    <a:cubicBezTo>
                      <a:pt x="112683" y="54588"/>
                      <a:pt x="112683" y="55476"/>
                      <a:pt x="112683" y="55919"/>
                    </a:cubicBezTo>
                    <a:lnTo>
                      <a:pt x="112683" y="55919"/>
                    </a:lnTo>
                    <a:close/>
                    <a:moveTo>
                      <a:pt x="87398" y="56363"/>
                    </a:moveTo>
                    <a:cubicBezTo>
                      <a:pt x="87398" y="32408"/>
                      <a:pt x="71871" y="22648"/>
                      <a:pt x="56345" y="22648"/>
                    </a:cubicBezTo>
                    <a:cubicBezTo>
                      <a:pt x="40818" y="22648"/>
                      <a:pt x="25292" y="32408"/>
                      <a:pt x="25292" y="56363"/>
                    </a:cubicBezTo>
                    <a:cubicBezTo>
                      <a:pt x="25292" y="76769"/>
                      <a:pt x="37269" y="89634"/>
                      <a:pt x="56345" y="89634"/>
                    </a:cubicBezTo>
                    <a:cubicBezTo>
                      <a:pt x="75420" y="89634"/>
                      <a:pt x="87398" y="76769"/>
                      <a:pt x="87398" y="56363"/>
                    </a:cubicBezTo>
                    <a:close/>
                  </a:path>
                </a:pathLst>
              </a:custGeom>
              <a:grpFill/>
              <a:ln w="442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E88F9BA7-5FF0-DC44-34EA-A90F851CBDB9}"/>
                  </a:ext>
                </a:extLst>
              </p:cNvPr>
              <p:cNvSpPr/>
              <p:nvPr/>
            </p:nvSpPr>
            <p:spPr>
              <a:xfrm>
                <a:off x="23848646" y="347614"/>
                <a:ext cx="24398" cy="105136"/>
              </a:xfrm>
              <a:custGeom>
                <a:avLst/>
                <a:gdLst>
                  <a:gd name="connsiteX0" fmla="*/ 24399 w 24398"/>
                  <a:gd name="connsiteY0" fmla="*/ 0 h 105136"/>
                  <a:gd name="connsiteX1" fmla="*/ 24399 w 24398"/>
                  <a:gd name="connsiteY1" fmla="*/ 105136 h 105136"/>
                  <a:gd name="connsiteX2" fmla="*/ 0 w 24398"/>
                  <a:gd name="connsiteY2" fmla="*/ 105136 h 105136"/>
                  <a:gd name="connsiteX3" fmla="*/ 0 w 24398"/>
                  <a:gd name="connsiteY3" fmla="*/ 0 h 105136"/>
                  <a:gd name="connsiteX4" fmla="*/ 24399 w 24398"/>
                  <a:gd name="connsiteY4" fmla="*/ 0 h 105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98" h="105136">
                    <a:moveTo>
                      <a:pt x="24399" y="0"/>
                    </a:moveTo>
                    <a:lnTo>
                      <a:pt x="24399" y="105136"/>
                    </a:lnTo>
                    <a:lnTo>
                      <a:pt x="0" y="105136"/>
                    </a:lnTo>
                    <a:lnTo>
                      <a:pt x="0" y="0"/>
                    </a:lnTo>
                    <a:lnTo>
                      <a:pt x="24399" y="0"/>
                    </a:lnTo>
                    <a:close/>
                  </a:path>
                </a:pathLst>
              </a:custGeom>
              <a:grpFill/>
              <a:ln w="4420"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6A77D826-43C8-22BA-74B9-848B60564EF2}"/>
                  </a:ext>
                </a:extLst>
              </p:cNvPr>
              <p:cNvSpPr/>
              <p:nvPr/>
            </p:nvSpPr>
            <p:spPr>
              <a:xfrm>
                <a:off x="23902767" y="344857"/>
                <a:ext cx="90496" cy="108337"/>
              </a:xfrm>
              <a:custGeom>
                <a:avLst/>
                <a:gdLst>
                  <a:gd name="connsiteX0" fmla="*/ 0 w 90496"/>
                  <a:gd name="connsiteY0" fmla="*/ 2757 h 108337"/>
                  <a:gd name="connsiteX1" fmla="*/ 24399 w 90496"/>
                  <a:gd name="connsiteY1" fmla="*/ 2757 h 108337"/>
                  <a:gd name="connsiteX2" fmla="*/ 24399 w 90496"/>
                  <a:gd name="connsiteY2" fmla="*/ 12517 h 108337"/>
                  <a:gd name="connsiteX3" fmla="*/ 52790 w 90496"/>
                  <a:gd name="connsiteY3" fmla="*/ 96 h 108337"/>
                  <a:gd name="connsiteX4" fmla="*/ 83843 w 90496"/>
                  <a:gd name="connsiteY4" fmla="*/ 14291 h 108337"/>
                  <a:gd name="connsiteX5" fmla="*/ 90497 w 90496"/>
                  <a:gd name="connsiteY5" fmla="*/ 43570 h 108337"/>
                  <a:gd name="connsiteX6" fmla="*/ 90497 w 90496"/>
                  <a:gd name="connsiteY6" fmla="*/ 107894 h 108337"/>
                  <a:gd name="connsiteX7" fmla="*/ 66098 w 90496"/>
                  <a:gd name="connsiteY7" fmla="*/ 107894 h 108337"/>
                  <a:gd name="connsiteX8" fmla="*/ 66098 w 90496"/>
                  <a:gd name="connsiteY8" fmla="*/ 49780 h 108337"/>
                  <a:gd name="connsiteX9" fmla="*/ 47023 w 90496"/>
                  <a:gd name="connsiteY9" fmla="*/ 22276 h 108337"/>
                  <a:gd name="connsiteX10" fmla="*/ 24842 w 90496"/>
                  <a:gd name="connsiteY10" fmla="*/ 57766 h 108337"/>
                  <a:gd name="connsiteX11" fmla="*/ 24842 w 90496"/>
                  <a:gd name="connsiteY11" fmla="*/ 108338 h 108337"/>
                  <a:gd name="connsiteX12" fmla="*/ 444 w 90496"/>
                  <a:gd name="connsiteY12" fmla="*/ 108338 h 108337"/>
                  <a:gd name="connsiteX13" fmla="*/ 0 w 90496"/>
                  <a:gd name="connsiteY13" fmla="*/ 2757 h 108337"/>
                  <a:gd name="connsiteX14" fmla="*/ 0 w 90496"/>
                  <a:gd name="connsiteY14" fmla="*/ 2757 h 10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496" h="108337">
                    <a:moveTo>
                      <a:pt x="0" y="2757"/>
                    </a:moveTo>
                    <a:lnTo>
                      <a:pt x="24399" y="2757"/>
                    </a:lnTo>
                    <a:lnTo>
                      <a:pt x="24399" y="12517"/>
                    </a:lnTo>
                    <a:cubicBezTo>
                      <a:pt x="31497" y="4088"/>
                      <a:pt x="42143" y="-348"/>
                      <a:pt x="52790" y="96"/>
                    </a:cubicBezTo>
                    <a:cubicBezTo>
                      <a:pt x="64768" y="-792"/>
                      <a:pt x="76745" y="4532"/>
                      <a:pt x="83843" y="14291"/>
                    </a:cubicBezTo>
                    <a:cubicBezTo>
                      <a:pt x="87835" y="20058"/>
                      <a:pt x="90497" y="27156"/>
                      <a:pt x="90497" y="43570"/>
                    </a:cubicBezTo>
                    <a:lnTo>
                      <a:pt x="90497" y="107894"/>
                    </a:lnTo>
                    <a:lnTo>
                      <a:pt x="66098" y="107894"/>
                    </a:lnTo>
                    <a:lnTo>
                      <a:pt x="66098" y="49780"/>
                    </a:lnTo>
                    <a:cubicBezTo>
                      <a:pt x="66098" y="23164"/>
                      <a:pt x="56339" y="22276"/>
                      <a:pt x="47023" y="22276"/>
                    </a:cubicBezTo>
                    <a:cubicBezTo>
                      <a:pt x="35933" y="22276"/>
                      <a:pt x="24842" y="23607"/>
                      <a:pt x="24842" y="57766"/>
                    </a:cubicBezTo>
                    <a:lnTo>
                      <a:pt x="24842" y="108338"/>
                    </a:lnTo>
                    <a:lnTo>
                      <a:pt x="444" y="108338"/>
                    </a:lnTo>
                    <a:lnTo>
                      <a:pt x="0" y="2757"/>
                    </a:lnTo>
                    <a:lnTo>
                      <a:pt x="0" y="2757"/>
                    </a:lnTo>
                    <a:close/>
                  </a:path>
                </a:pathLst>
              </a:custGeom>
              <a:grpFill/>
              <a:ln w="4420"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3912FEDF-5A48-0EBD-57B2-216963B600D8}"/>
                  </a:ext>
                </a:extLst>
              </p:cNvPr>
              <p:cNvSpPr/>
              <p:nvPr/>
            </p:nvSpPr>
            <p:spPr>
              <a:xfrm>
                <a:off x="24014114" y="289501"/>
                <a:ext cx="53233" cy="163249"/>
              </a:xfrm>
              <a:custGeom>
                <a:avLst/>
                <a:gdLst>
                  <a:gd name="connsiteX0" fmla="*/ 34602 w 53233"/>
                  <a:gd name="connsiteY0" fmla="*/ 80738 h 163249"/>
                  <a:gd name="connsiteX1" fmla="*/ 34602 w 53233"/>
                  <a:gd name="connsiteY1" fmla="*/ 163250 h 163249"/>
                  <a:gd name="connsiteX2" fmla="*/ 10203 w 53233"/>
                  <a:gd name="connsiteY2" fmla="*/ 163250 h 163249"/>
                  <a:gd name="connsiteX3" fmla="*/ 10203 w 53233"/>
                  <a:gd name="connsiteY3" fmla="*/ 80738 h 163249"/>
                  <a:gd name="connsiteX4" fmla="*/ 0 w 53233"/>
                  <a:gd name="connsiteY4" fmla="*/ 80738 h 163249"/>
                  <a:gd name="connsiteX5" fmla="*/ 0 w 53233"/>
                  <a:gd name="connsiteY5" fmla="*/ 58113 h 163249"/>
                  <a:gd name="connsiteX6" fmla="*/ 10203 w 53233"/>
                  <a:gd name="connsiteY6" fmla="*/ 58113 h 163249"/>
                  <a:gd name="connsiteX7" fmla="*/ 10203 w 53233"/>
                  <a:gd name="connsiteY7" fmla="*/ 19519 h 163249"/>
                  <a:gd name="connsiteX8" fmla="*/ 34602 w 53233"/>
                  <a:gd name="connsiteY8" fmla="*/ 0 h 163249"/>
                  <a:gd name="connsiteX9" fmla="*/ 34602 w 53233"/>
                  <a:gd name="connsiteY9" fmla="*/ 58113 h 163249"/>
                  <a:gd name="connsiteX10" fmla="*/ 53234 w 53233"/>
                  <a:gd name="connsiteY10" fmla="*/ 58113 h 163249"/>
                  <a:gd name="connsiteX11" fmla="*/ 53234 w 53233"/>
                  <a:gd name="connsiteY11" fmla="*/ 80738 h 163249"/>
                  <a:gd name="connsiteX12" fmla="*/ 34602 w 53233"/>
                  <a:gd name="connsiteY12" fmla="*/ 80738 h 163249"/>
                  <a:gd name="connsiteX13" fmla="*/ 34602 w 53233"/>
                  <a:gd name="connsiteY13" fmla="*/ 80738 h 16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233" h="163249">
                    <a:moveTo>
                      <a:pt x="34602" y="80738"/>
                    </a:moveTo>
                    <a:lnTo>
                      <a:pt x="34602" y="163250"/>
                    </a:lnTo>
                    <a:lnTo>
                      <a:pt x="10203" y="163250"/>
                    </a:lnTo>
                    <a:lnTo>
                      <a:pt x="10203" y="80738"/>
                    </a:lnTo>
                    <a:lnTo>
                      <a:pt x="0" y="80738"/>
                    </a:lnTo>
                    <a:lnTo>
                      <a:pt x="0" y="58113"/>
                    </a:lnTo>
                    <a:lnTo>
                      <a:pt x="10203" y="58113"/>
                    </a:lnTo>
                    <a:lnTo>
                      <a:pt x="10203" y="19519"/>
                    </a:lnTo>
                    <a:lnTo>
                      <a:pt x="34602" y="0"/>
                    </a:lnTo>
                    <a:lnTo>
                      <a:pt x="34602" y="58113"/>
                    </a:lnTo>
                    <a:lnTo>
                      <a:pt x="53234" y="58113"/>
                    </a:lnTo>
                    <a:lnTo>
                      <a:pt x="53234" y="80738"/>
                    </a:lnTo>
                    <a:lnTo>
                      <a:pt x="34602" y="80738"/>
                    </a:lnTo>
                    <a:lnTo>
                      <a:pt x="34602" y="80738"/>
                    </a:lnTo>
                    <a:close/>
                  </a:path>
                </a:pathLst>
              </a:custGeom>
              <a:grpFill/>
              <a:ln w="442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82ECEEE8-E526-BF3A-5263-1246CBC5F2DA}"/>
                  </a:ext>
                </a:extLst>
              </p:cNvPr>
              <p:cNvSpPr/>
              <p:nvPr/>
            </p:nvSpPr>
            <p:spPr>
              <a:xfrm>
                <a:off x="22997797" y="276636"/>
                <a:ext cx="141956" cy="176558"/>
              </a:xfrm>
              <a:custGeom>
                <a:avLst/>
                <a:gdLst>
                  <a:gd name="connsiteX0" fmla="*/ 141956 w 141956"/>
                  <a:gd name="connsiteY0" fmla="*/ 176558 h 176558"/>
                  <a:gd name="connsiteX1" fmla="*/ 70978 w 141956"/>
                  <a:gd name="connsiteY1" fmla="*/ 0 h 176558"/>
                  <a:gd name="connsiteX2" fmla="*/ 70978 w 141956"/>
                  <a:gd name="connsiteY2" fmla="*/ 0 h 176558"/>
                  <a:gd name="connsiteX3" fmla="*/ 0 w 141956"/>
                  <a:gd name="connsiteY3" fmla="*/ 176558 h 176558"/>
                  <a:gd name="connsiteX4" fmla="*/ 27504 w 141956"/>
                  <a:gd name="connsiteY4" fmla="*/ 176558 h 176558"/>
                  <a:gd name="connsiteX5" fmla="*/ 70978 w 141956"/>
                  <a:gd name="connsiteY5" fmla="*/ 64324 h 176558"/>
                  <a:gd name="connsiteX6" fmla="*/ 114452 w 141956"/>
                  <a:gd name="connsiteY6" fmla="*/ 176558 h 176558"/>
                  <a:gd name="connsiteX7" fmla="*/ 141956 w 141956"/>
                  <a:gd name="connsiteY7" fmla="*/ 176558 h 176558"/>
                  <a:gd name="connsiteX8" fmla="*/ 141956 w 141956"/>
                  <a:gd name="connsiteY8" fmla="*/ 176558 h 176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956" h="176558">
                    <a:moveTo>
                      <a:pt x="141956" y="176558"/>
                    </a:moveTo>
                    <a:lnTo>
                      <a:pt x="70978" y="0"/>
                    </a:lnTo>
                    <a:lnTo>
                      <a:pt x="70978" y="0"/>
                    </a:lnTo>
                    <a:lnTo>
                      <a:pt x="0" y="176558"/>
                    </a:lnTo>
                    <a:lnTo>
                      <a:pt x="27504" y="176558"/>
                    </a:lnTo>
                    <a:lnTo>
                      <a:pt x="70978" y="64324"/>
                    </a:lnTo>
                    <a:lnTo>
                      <a:pt x="114452" y="176558"/>
                    </a:lnTo>
                    <a:lnTo>
                      <a:pt x="141956" y="176558"/>
                    </a:lnTo>
                    <a:lnTo>
                      <a:pt x="141956" y="176558"/>
                    </a:lnTo>
                    <a:close/>
                  </a:path>
                </a:pathLst>
              </a:custGeom>
              <a:grp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3917042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_MQ Leader">
    <p:spTree>
      <p:nvGrpSpPr>
        <p:cNvPr id="1" name=""/>
        <p:cNvGrpSpPr/>
        <p:nvPr/>
      </p:nvGrpSpPr>
      <p:grpSpPr>
        <a:xfrm>
          <a:off x="0" y="0"/>
          <a:ext cx="0" cy="0"/>
          <a:chOff x="0" y="0"/>
          <a:chExt cx="0" cy="0"/>
        </a:xfrm>
      </p:grpSpPr>
      <p:sp>
        <p:nvSpPr>
          <p:cNvPr id="31" name="Subtitle">
            <a:extLst>
              <a:ext uri="{FF2B5EF4-FFF2-40B4-BE49-F238E27FC236}">
                <a16:creationId xmlns:a16="http://schemas.microsoft.com/office/drawing/2014/main" id="{754CE6AA-D9E2-F705-0549-5BBAECF0BA1C}"/>
              </a:ext>
            </a:extLst>
          </p:cNvPr>
          <p:cNvSpPr>
            <a:spLocks noGrp="1"/>
          </p:cNvSpPr>
          <p:nvPr>
            <p:ph type="body" sz="quarter" idx="14" hasCustomPrompt="1"/>
          </p:nvPr>
        </p:nvSpPr>
        <p:spPr>
          <a:xfrm>
            <a:off x="7" y="2011680"/>
            <a:ext cx="18190015"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32" name="Title">
            <a:extLst>
              <a:ext uri="{FF2B5EF4-FFF2-40B4-BE49-F238E27FC236}">
                <a16:creationId xmlns:a16="http://schemas.microsoft.com/office/drawing/2014/main" id="{893A7EE7-BB1F-CEBB-2F0E-A914D0AF4361}"/>
              </a:ext>
            </a:extLst>
          </p:cNvPr>
          <p:cNvSpPr>
            <a:spLocks noGrp="1"/>
          </p:cNvSpPr>
          <p:nvPr>
            <p:ph type="title" hasCustomPrompt="1"/>
          </p:nvPr>
        </p:nvSpPr>
        <p:spPr>
          <a:xfrm>
            <a:off x="1" y="822960"/>
            <a:ext cx="18190027" cy="1170432"/>
          </a:xfrm>
        </p:spPr>
        <p:txBody>
          <a:bodyPr/>
          <a:lstStyle>
            <a:lvl1pPr>
              <a:defRPr b="1" i="0">
                <a:latin typeface="TT Norms Pro ExtraBold" panose="02000503030000020003" pitchFamily="2" charset="0"/>
              </a:defRPr>
            </a:lvl1pPr>
          </a:lstStyle>
          <a:p>
            <a:r>
              <a:rPr lang="en-US"/>
              <a:t>Title (Title Caps, 66 Pt Bold)</a:t>
            </a:r>
          </a:p>
        </p:txBody>
      </p:sp>
      <p:grpSp>
        <p:nvGrpSpPr>
          <p:cNvPr id="3" name="Group 2">
            <a:extLst>
              <a:ext uri="{FF2B5EF4-FFF2-40B4-BE49-F238E27FC236}">
                <a16:creationId xmlns:a16="http://schemas.microsoft.com/office/drawing/2014/main" id="{64C3A1F2-F749-D265-37BA-0404BA5E9DC6}"/>
              </a:ext>
            </a:extLst>
          </p:cNvPr>
          <p:cNvGrpSpPr/>
          <p:nvPr userDrawn="1"/>
        </p:nvGrpSpPr>
        <p:grpSpPr>
          <a:xfrm>
            <a:off x="22525223" y="369811"/>
            <a:ext cx="1481667" cy="320383"/>
            <a:chOff x="22525223" y="369811"/>
            <a:chExt cx="1481667" cy="320383"/>
          </a:xfrm>
        </p:grpSpPr>
        <p:grpSp>
          <p:nvGrpSpPr>
            <p:cNvPr id="9" name="Group 8">
              <a:extLst>
                <a:ext uri="{FF2B5EF4-FFF2-40B4-BE49-F238E27FC236}">
                  <a16:creationId xmlns:a16="http://schemas.microsoft.com/office/drawing/2014/main" id="{E0FDAF37-1CB0-6EA8-64BD-0484A07CA529}"/>
                </a:ext>
              </a:extLst>
            </p:cNvPr>
            <p:cNvGrpSpPr/>
            <p:nvPr userDrawn="1"/>
          </p:nvGrpSpPr>
          <p:grpSpPr>
            <a:xfrm>
              <a:off x="22525223" y="369811"/>
              <a:ext cx="316739" cy="320383"/>
              <a:chOff x="1354236" y="1419619"/>
              <a:chExt cx="683611" cy="691475"/>
            </a:xfrm>
            <a:solidFill>
              <a:schemeClr val="accent2"/>
            </a:solidFill>
          </p:grpSpPr>
          <p:sp>
            <p:nvSpPr>
              <p:cNvPr id="22" name="Freeform 21">
                <a:extLst>
                  <a:ext uri="{FF2B5EF4-FFF2-40B4-BE49-F238E27FC236}">
                    <a16:creationId xmlns:a16="http://schemas.microsoft.com/office/drawing/2014/main" id="{3625B930-6426-49B6-9442-ABED9C0ECAB9}"/>
                  </a:ext>
                </a:extLst>
              </p:cNvPr>
              <p:cNvSpPr/>
              <p:nvPr/>
            </p:nvSpPr>
            <p:spPr>
              <a:xfrm>
                <a:off x="1354236" y="1635042"/>
                <a:ext cx="172339" cy="172338"/>
              </a:xfrm>
              <a:custGeom>
                <a:avLst/>
                <a:gdLst>
                  <a:gd name="connsiteX0" fmla="*/ 172339 w 172339"/>
                  <a:gd name="connsiteY0" fmla="*/ 86169 h 172338"/>
                  <a:gd name="connsiteX1" fmla="*/ 86170 w 172339"/>
                  <a:gd name="connsiteY1" fmla="*/ 172339 h 172338"/>
                  <a:gd name="connsiteX2" fmla="*/ 0 w 172339"/>
                  <a:gd name="connsiteY2" fmla="*/ 86169 h 172338"/>
                  <a:gd name="connsiteX3" fmla="*/ 86170 w 172339"/>
                  <a:gd name="connsiteY3" fmla="*/ 0 h 172338"/>
                  <a:gd name="connsiteX4" fmla="*/ 172339 w 172339"/>
                  <a:gd name="connsiteY4" fmla="*/ 86169 h 172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39" h="172338">
                    <a:moveTo>
                      <a:pt x="172339" y="86169"/>
                    </a:moveTo>
                    <a:cubicBezTo>
                      <a:pt x="172339" y="133759"/>
                      <a:pt x="133760" y="172339"/>
                      <a:pt x="86170" y="172339"/>
                    </a:cubicBezTo>
                    <a:cubicBezTo>
                      <a:pt x="38579" y="172339"/>
                      <a:pt x="0" y="133759"/>
                      <a:pt x="0" y="86169"/>
                    </a:cubicBezTo>
                    <a:cubicBezTo>
                      <a:pt x="0" y="38579"/>
                      <a:pt x="38579" y="0"/>
                      <a:pt x="86170" y="0"/>
                    </a:cubicBezTo>
                    <a:cubicBezTo>
                      <a:pt x="133760" y="0"/>
                      <a:pt x="172339" y="38579"/>
                      <a:pt x="172339" y="86169"/>
                    </a:cubicBezTo>
                    <a:close/>
                  </a:path>
                </a:pathLst>
              </a:custGeom>
              <a:grpFill/>
              <a:ln w="9554"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820C6EC2-7FEF-7EE9-5BA6-00456B9DE5FC}"/>
                  </a:ext>
                </a:extLst>
              </p:cNvPr>
              <p:cNvSpPr/>
              <p:nvPr/>
            </p:nvSpPr>
            <p:spPr>
              <a:xfrm>
                <a:off x="1393491" y="1419619"/>
                <a:ext cx="644356" cy="691475"/>
              </a:xfrm>
              <a:custGeom>
                <a:avLst/>
                <a:gdLst>
                  <a:gd name="connsiteX0" fmla="*/ 568719 w 644356"/>
                  <a:gd name="connsiteY0" fmla="*/ 89042 h 691475"/>
                  <a:gd name="connsiteX1" fmla="*/ 575421 w 644356"/>
                  <a:gd name="connsiteY1" fmla="*/ 108190 h 691475"/>
                  <a:gd name="connsiteX2" fmla="*/ 644357 w 644356"/>
                  <a:gd name="connsiteY2" fmla="*/ 0 h 691475"/>
                  <a:gd name="connsiteX3" fmla="*/ 529464 w 644356"/>
                  <a:gd name="connsiteY3" fmla="*/ 61276 h 691475"/>
                  <a:gd name="connsiteX4" fmla="*/ 547655 w 644356"/>
                  <a:gd name="connsiteY4" fmla="*/ 67978 h 691475"/>
                  <a:gd name="connsiteX5" fmla="*/ 606059 w 644356"/>
                  <a:gd name="connsiteY5" fmla="*/ 35425 h 691475"/>
                  <a:gd name="connsiteX6" fmla="*/ 0 w 644356"/>
                  <a:gd name="connsiteY6" fmla="*/ 517016 h 691475"/>
                  <a:gd name="connsiteX7" fmla="*/ 456699 w 644356"/>
                  <a:gd name="connsiteY7" fmla="*/ 650100 h 691475"/>
                  <a:gd name="connsiteX8" fmla="*/ 589783 w 644356"/>
                  <a:gd name="connsiteY8" fmla="*/ 194360 h 691475"/>
                  <a:gd name="connsiteX9" fmla="*/ 536166 w 644356"/>
                  <a:gd name="connsiteY9" fmla="*/ 121595 h 691475"/>
                  <a:gd name="connsiteX10" fmla="*/ 568719 w 644356"/>
                  <a:gd name="connsiteY10" fmla="*/ 89042 h 691475"/>
                  <a:gd name="connsiteX11" fmla="*/ 555315 w 644356"/>
                  <a:gd name="connsiteY11" fmla="*/ 518931 h 691475"/>
                  <a:gd name="connsiteX12" fmla="*/ 373401 w 644356"/>
                  <a:gd name="connsiteY12" fmla="*/ 606058 h 691475"/>
                  <a:gd name="connsiteX13" fmla="*/ 277657 w 644356"/>
                  <a:gd name="connsiteY13" fmla="*/ 472017 h 691475"/>
                  <a:gd name="connsiteX14" fmla="*/ 476805 w 644356"/>
                  <a:gd name="connsiteY14" fmla="*/ 179041 h 691475"/>
                  <a:gd name="connsiteX15" fmla="*/ 555315 w 644356"/>
                  <a:gd name="connsiteY15" fmla="*/ 518931 h 691475"/>
                  <a:gd name="connsiteX16" fmla="*/ 555315 w 644356"/>
                  <a:gd name="connsiteY16" fmla="*/ 518931 h 691475"/>
                  <a:gd name="connsiteX17" fmla="*/ 555315 w 644356"/>
                  <a:gd name="connsiteY17" fmla="*/ 518931 h 69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4356" h="691475">
                    <a:moveTo>
                      <a:pt x="568719" y="89042"/>
                    </a:moveTo>
                    <a:lnTo>
                      <a:pt x="575421" y="108190"/>
                    </a:lnTo>
                    <a:lnTo>
                      <a:pt x="644357" y="0"/>
                    </a:lnTo>
                    <a:lnTo>
                      <a:pt x="529464" y="61276"/>
                    </a:lnTo>
                    <a:lnTo>
                      <a:pt x="547655" y="67978"/>
                    </a:lnTo>
                    <a:lnTo>
                      <a:pt x="606059" y="35425"/>
                    </a:lnTo>
                    <a:lnTo>
                      <a:pt x="0" y="517016"/>
                    </a:lnTo>
                    <a:cubicBezTo>
                      <a:pt x="89042" y="679781"/>
                      <a:pt x="293934" y="739142"/>
                      <a:pt x="456699" y="650100"/>
                    </a:cubicBezTo>
                    <a:cubicBezTo>
                      <a:pt x="619463" y="561058"/>
                      <a:pt x="678824" y="357124"/>
                      <a:pt x="589783" y="194360"/>
                    </a:cubicBezTo>
                    <a:cubicBezTo>
                      <a:pt x="575421" y="167552"/>
                      <a:pt x="557230" y="142658"/>
                      <a:pt x="536166" y="121595"/>
                    </a:cubicBezTo>
                    <a:cubicBezTo>
                      <a:pt x="547655" y="109148"/>
                      <a:pt x="559145" y="98616"/>
                      <a:pt x="568719" y="89042"/>
                    </a:cubicBezTo>
                    <a:close/>
                    <a:moveTo>
                      <a:pt x="555315" y="518931"/>
                    </a:moveTo>
                    <a:cubicBezTo>
                      <a:pt x="529464" y="593611"/>
                      <a:pt x="448082" y="632866"/>
                      <a:pt x="373401" y="606058"/>
                    </a:cubicBezTo>
                    <a:cubicBezTo>
                      <a:pt x="315955" y="585952"/>
                      <a:pt x="277657" y="532335"/>
                      <a:pt x="277657" y="472017"/>
                    </a:cubicBezTo>
                    <a:cubicBezTo>
                      <a:pt x="277657" y="393507"/>
                      <a:pt x="332231" y="304465"/>
                      <a:pt x="476805" y="179041"/>
                    </a:cubicBezTo>
                    <a:cubicBezTo>
                      <a:pt x="476805" y="179041"/>
                      <a:pt x="623293" y="315954"/>
                      <a:pt x="555315" y="518931"/>
                    </a:cubicBezTo>
                    <a:lnTo>
                      <a:pt x="555315" y="518931"/>
                    </a:lnTo>
                    <a:lnTo>
                      <a:pt x="555315" y="518931"/>
                    </a:lnTo>
                    <a:close/>
                  </a:path>
                </a:pathLst>
              </a:custGeom>
              <a:grpFill/>
              <a:ln w="9554"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41D61145-A107-C597-B24C-B621C40F4C1E}"/>
                  </a:ext>
                </a:extLst>
              </p:cNvPr>
              <p:cNvSpPr/>
              <p:nvPr/>
            </p:nvSpPr>
            <p:spPr>
              <a:xfrm>
                <a:off x="1422214" y="1439183"/>
                <a:ext cx="476804" cy="128837"/>
              </a:xfrm>
              <a:custGeom>
                <a:avLst/>
                <a:gdLst>
                  <a:gd name="connsiteX0" fmla="*/ 404039 w 476804"/>
                  <a:gd name="connsiteY0" fmla="*/ 120221 h 128837"/>
                  <a:gd name="connsiteX1" fmla="*/ 476805 w 476804"/>
                  <a:gd name="connsiteY1" fmla="*/ 74264 h 128837"/>
                  <a:gd name="connsiteX2" fmla="*/ 3830 w 476804"/>
                  <a:gd name="connsiteY2" fmla="*/ 124051 h 128837"/>
                  <a:gd name="connsiteX3" fmla="*/ 0 w 476804"/>
                  <a:gd name="connsiteY3" fmla="*/ 128838 h 128837"/>
                  <a:gd name="connsiteX4" fmla="*/ 404039 w 476804"/>
                  <a:gd name="connsiteY4" fmla="*/ 120221 h 128837"/>
                  <a:gd name="connsiteX5" fmla="*/ 404039 w 476804"/>
                  <a:gd name="connsiteY5" fmla="*/ 120221 h 128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804" h="128837">
                    <a:moveTo>
                      <a:pt x="404039" y="120221"/>
                    </a:moveTo>
                    <a:lnTo>
                      <a:pt x="476805" y="74264"/>
                    </a:lnTo>
                    <a:cubicBezTo>
                      <a:pt x="332231" y="-41586"/>
                      <a:pt x="120637" y="-19565"/>
                      <a:pt x="3830" y="124051"/>
                    </a:cubicBezTo>
                    <a:cubicBezTo>
                      <a:pt x="2872" y="125966"/>
                      <a:pt x="957" y="126923"/>
                      <a:pt x="0" y="128838"/>
                    </a:cubicBezTo>
                    <a:cubicBezTo>
                      <a:pt x="117765" y="35966"/>
                      <a:pt x="282445" y="33094"/>
                      <a:pt x="404039" y="120221"/>
                    </a:cubicBezTo>
                    <a:lnTo>
                      <a:pt x="404039" y="120221"/>
                    </a:lnTo>
                    <a:close/>
                  </a:path>
                </a:pathLst>
              </a:custGeom>
              <a:grpFill/>
              <a:ln w="9554" cap="flat">
                <a:no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0915189C-AFBB-535A-AF6D-742C6B3C65B5}"/>
                </a:ext>
              </a:extLst>
            </p:cNvPr>
            <p:cNvGrpSpPr/>
            <p:nvPr userDrawn="1"/>
          </p:nvGrpSpPr>
          <p:grpSpPr>
            <a:xfrm>
              <a:off x="22937339" y="432360"/>
              <a:ext cx="1069551" cy="233905"/>
              <a:chOff x="2243697" y="1554617"/>
              <a:chExt cx="2308385" cy="504832"/>
            </a:xfrm>
            <a:solidFill>
              <a:schemeClr val="accent1"/>
            </a:solidFill>
          </p:grpSpPr>
          <p:sp>
            <p:nvSpPr>
              <p:cNvPr id="11" name="Freeform 10">
                <a:extLst>
                  <a:ext uri="{FF2B5EF4-FFF2-40B4-BE49-F238E27FC236}">
                    <a16:creationId xmlns:a16="http://schemas.microsoft.com/office/drawing/2014/main" id="{EBCFB1E8-79DB-9EAE-72AF-408DF818BBF5}"/>
                  </a:ext>
                </a:extLst>
              </p:cNvPr>
              <p:cNvSpPr/>
              <p:nvPr/>
            </p:nvSpPr>
            <p:spPr>
              <a:xfrm>
                <a:off x="2593162" y="1701856"/>
                <a:ext cx="195317" cy="233821"/>
              </a:xfrm>
              <a:custGeom>
                <a:avLst/>
                <a:gdLst>
                  <a:gd name="connsiteX0" fmla="*/ 0 w 195317"/>
                  <a:gd name="connsiteY0" fmla="*/ 5951 h 233821"/>
                  <a:gd name="connsiteX1" fmla="*/ 52659 w 195317"/>
                  <a:gd name="connsiteY1" fmla="*/ 5951 h 233821"/>
                  <a:gd name="connsiteX2" fmla="*/ 52659 w 195317"/>
                  <a:gd name="connsiteY2" fmla="*/ 27015 h 233821"/>
                  <a:gd name="connsiteX3" fmla="*/ 113935 w 195317"/>
                  <a:gd name="connsiteY3" fmla="*/ 207 h 233821"/>
                  <a:gd name="connsiteX4" fmla="*/ 180956 w 195317"/>
                  <a:gd name="connsiteY4" fmla="*/ 30845 h 233821"/>
                  <a:gd name="connsiteX5" fmla="*/ 195318 w 195317"/>
                  <a:gd name="connsiteY5" fmla="*/ 94035 h 233821"/>
                  <a:gd name="connsiteX6" fmla="*/ 195318 w 195317"/>
                  <a:gd name="connsiteY6" fmla="*/ 232864 h 233821"/>
                  <a:gd name="connsiteX7" fmla="*/ 142659 w 195317"/>
                  <a:gd name="connsiteY7" fmla="*/ 232864 h 233821"/>
                  <a:gd name="connsiteX8" fmla="*/ 142659 w 195317"/>
                  <a:gd name="connsiteY8" fmla="*/ 107440 h 233821"/>
                  <a:gd name="connsiteX9" fmla="*/ 101489 w 195317"/>
                  <a:gd name="connsiteY9" fmla="*/ 48078 h 233821"/>
                  <a:gd name="connsiteX10" fmla="*/ 53617 w 195317"/>
                  <a:gd name="connsiteY10" fmla="*/ 124673 h 233821"/>
                  <a:gd name="connsiteX11" fmla="*/ 53617 w 195317"/>
                  <a:gd name="connsiteY11" fmla="*/ 233821 h 233821"/>
                  <a:gd name="connsiteX12" fmla="*/ 957 w 195317"/>
                  <a:gd name="connsiteY12" fmla="*/ 233821 h 233821"/>
                  <a:gd name="connsiteX13" fmla="*/ 0 w 195317"/>
                  <a:gd name="connsiteY13" fmla="*/ 5951 h 233821"/>
                  <a:gd name="connsiteX14" fmla="*/ 0 w 195317"/>
                  <a:gd name="connsiteY14" fmla="*/ 5951 h 23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317" h="233821">
                    <a:moveTo>
                      <a:pt x="0" y="5951"/>
                    </a:moveTo>
                    <a:lnTo>
                      <a:pt x="52659" y="5951"/>
                    </a:lnTo>
                    <a:lnTo>
                      <a:pt x="52659" y="27015"/>
                    </a:lnTo>
                    <a:cubicBezTo>
                      <a:pt x="67978" y="8824"/>
                      <a:pt x="90957" y="-751"/>
                      <a:pt x="113935" y="207"/>
                    </a:cubicBezTo>
                    <a:cubicBezTo>
                      <a:pt x="139786" y="-1708"/>
                      <a:pt x="165637" y="9781"/>
                      <a:pt x="180956" y="30845"/>
                    </a:cubicBezTo>
                    <a:cubicBezTo>
                      <a:pt x="189573" y="43291"/>
                      <a:pt x="195318" y="58610"/>
                      <a:pt x="195318" y="94035"/>
                    </a:cubicBezTo>
                    <a:lnTo>
                      <a:pt x="195318" y="232864"/>
                    </a:lnTo>
                    <a:lnTo>
                      <a:pt x="142659" y="232864"/>
                    </a:lnTo>
                    <a:lnTo>
                      <a:pt x="142659" y="107440"/>
                    </a:lnTo>
                    <a:cubicBezTo>
                      <a:pt x="142659" y="49993"/>
                      <a:pt x="120637" y="48078"/>
                      <a:pt x="101489" y="48078"/>
                    </a:cubicBezTo>
                    <a:cubicBezTo>
                      <a:pt x="77553" y="48078"/>
                      <a:pt x="53617" y="50951"/>
                      <a:pt x="53617" y="124673"/>
                    </a:cubicBezTo>
                    <a:lnTo>
                      <a:pt x="53617" y="233821"/>
                    </a:lnTo>
                    <a:lnTo>
                      <a:pt x="957" y="233821"/>
                    </a:lnTo>
                    <a:lnTo>
                      <a:pt x="0" y="5951"/>
                    </a:lnTo>
                    <a:lnTo>
                      <a:pt x="0" y="5951"/>
                    </a:lnTo>
                    <a:close/>
                  </a:path>
                </a:pathLst>
              </a:custGeom>
              <a:grpFill/>
              <a:ln w="9554"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F74612B2-6E5A-AF66-0823-1348115B06C3}"/>
                  </a:ext>
                </a:extLst>
              </p:cNvPr>
              <p:cNvSpPr/>
              <p:nvPr/>
            </p:nvSpPr>
            <p:spPr>
              <a:xfrm>
                <a:off x="2841083" y="1701050"/>
                <a:ext cx="230798" cy="358399"/>
              </a:xfrm>
              <a:custGeom>
                <a:avLst/>
                <a:gdLst>
                  <a:gd name="connsiteX0" fmla="*/ 178139 w 230798"/>
                  <a:gd name="connsiteY0" fmla="*/ 6758 h 358399"/>
                  <a:gd name="connsiteX1" fmla="*/ 230798 w 230798"/>
                  <a:gd name="connsiteY1" fmla="*/ 6758 h 358399"/>
                  <a:gd name="connsiteX2" fmla="*/ 230798 w 230798"/>
                  <a:gd name="connsiteY2" fmla="*/ 216436 h 358399"/>
                  <a:gd name="connsiteX3" fmla="*/ 193458 w 230798"/>
                  <a:gd name="connsiteY3" fmla="*/ 334201 h 358399"/>
                  <a:gd name="connsiteX4" fmla="*/ 117820 w 230798"/>
                  <a:gd name="connsiteY4" fmla="*/ 358137 h 358399"/>
                  <a:gd name="connsiteX5" fmla="*/ 43140 w 230798"/>
                  <a:gd name="connsiteY5" fmla="*/ 330371 h 358399"/>
                  <a:gd name="connsiteX6" fmla="*/ 9630 w 230798"/>
                  <a:gd name="connsiteY6" fmla="*/ 259521 h 358399"/>
                  <a:gd name="connsiteX7" fmla="*/ 61331 w 230798"/>
                  <a:gd name="connsiteY7" fmla="*/ 259521 h 358399"/>
                  <a:gd name="connsiteX8" fmla="*/ 78565 w 230798"/>
                  <a:gd name="connsiteY8" fmla="*/ 294946 h 358399"/>
                  <a:gd name="connsiteX9" fmla="*/ 119735 w 230798"/>
                  <a:gd name="connsiteY9" fmla="*/ 310265 h 358399"/>
                  <a:gd name="connsiteX10" fmla="*/ 160905 w 230798"/>
                  <a:gd name="connsiteY10" fmla="*/ 294946 h 358399"/>
                  <a:gd name="connsiteX11" fmla="*/ 178139 w 230798"/>
                  <a:gd name="connsiteY11" fmla="*/ 237500 h 358399"/>
                  <a:gd name="connsiteX12" fmla="*/ 178139 w 230798"/>
                  <a:gd name="connsiteY12" fmla="*/ 207819 h 358399"/>
                  <a:gd name="connsiteX13" fmla="*/ 109203 w 230798"/>
                  <a:gd name="connsiteY13" fmla="*/ 240372 h 358399"/>
                  <a:gd name="connsiteX14" fmla="*/ 34523 w 230798"/>
                  <a:gd name="connsiteY14" fmla="*/ 209734 h 358399"/>
                  <a:gd name="connsiteX15" fmla="*/ 55 w 230798"/>
                  <a:gd name="connsiteY15" fmla="*/ 119735 h 358399"/>
                  <a:gd name="connsiteX16" fmla="*/ 33566 w 230798"/>
                  <a:gd name="connsiteY16" fmla="*/ 31651 h 358399"/>
                  <a:gd name="connsiteX17" fmla="*/ 111118 w 230798"/>
                  <a:gd name="connsiteY17" fmla="*/ 55 h 358399"/>
                  <a:gd name="connsiteX18" fmla="*/ 179096 w 230798"/>
                  <a:gd name="connsiteY18" fmla="*/ 30693 h 358399"/>
                  <a:gd name="connsiteX19" fmla="*/ 178139 w 230798"/>
                  <a:gd name="connsiteY19" fmla="*/ 6758 h 358399"/>
                  <a:gd name="connsiteX20" fmla="*/ 178139 w 230798"/>
                  <a:gd name="connsiteY20" fmla="*/ 6758 h 358399"/>
                  <a:gd name="connsiteX21" fmla="*/ 76650 w 230798"/>
                  <a:gd name="connsiteY21" fmla="*/ 64204 h 358399"/>
                  <a:gd name="connsiteX22" fmla="*/ 53672 w 230798"/>
                  <a:gd name="connsiteY22" fmla="*/ 121650 h 358399"/>
                  <a:gd name="connsiteX23" fmla="*/ 76650 w 230798"/>
                  <a:gd name="connsiteY23" fmla="*/ 179096 h 358399"/>
                  <a:gd name="connsiteX24" fmla="*/ 116863 w 230798"/>
                  <a:gd name="connsiteY24" fmla="*/ 194415 h 358399"/>
                  <a:gd name="connsiteX25" fmla="*/ 160905 w 230798"/>
                  <a:gd name="connsiteY25" fmla="*/ 176224 h 358399"/>
                  <a:gd name="connsiteX26" fmla="*/ 181011 w 230798"/>
                  <a:gd name="connsiteY26" fmla="*/ 122607 h 358399"/>
                  <a:gd name="connsiteX27" fmla="*/ 159948 w 230798"/>
                  <a:gd name="connsiteY27" fmla="*/ 65161 h 358399"/>
                  <a:gd name="connsiteX28" fmla="*/ 117820 w 230798"/>
                  <a:gd name="connsiteY28" fmla="*/ 48885 h 358399"/>
                  <a:gd name="connsiteX29" fmla="*/ 76650 w 230798"/>
                  <a:gd name="connsiteY29" fmla="*/ 64204 h 358399"/>
                  <a:gd name="connsiteX30" fmla="*/ 76650 w 230798"/>
                  <a:gd name="connsiteY30" fmla="*/ 64204 h 358399"/>
                  <a:gd name="connsiteX31" fmla="*/ 76650 w 230798"/>
                  <a:gd name="connsiteY31" fmla="*/ 64204 h 35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0798" h="358399">
                    <a:moveTo>
                      <a:pt x="178139" y="6758"/>
                    </a:moveTo>
                    <a:lnTo>
                      <a:pt x="230798" y="6758"/>
                    </a:lnTo>
                    <a:lnTo>
                      <a:pt x="230798" y="216436"/>
                    </a:lnTo>
                    <a:cubicBezTo>
                      <a:pt x="230798" y="270053"/>
                      <a:pt x="225054" y="308350"/>
                      <a:pt x="193458" y="334201"/>
                    </a:cubicBezTo>
                    <a:cubicBezTo>
                      <a:pt x="172394" y="351435"/>
                      <a:pt x="145586" y="360052"/>
                      <a:pt x="117820" y="358137"/>
                    </a:cubicBezTo>
                    <a:cubicBezTo>
                      <a:pt x="90055" y="359095"/>
                      <a:pt x="63246" y="349520"/>
                      <a:pt x="43140" y="330371"/>
                    </a:cubicBezTo>
                    <a:cubicBezTo>
                      <a:pt x="24949" y="311223"/>
                      <a:pt x="13459" y="286329"/>
                      <a:pt x="9630" y="259521"/>
                    </a:cubicBezTo>
                    <a:lnTo>
                      <a:pt x="61331" y="259521"/>
                    </a:lnTo>
                    <a:cubicBezTo>
                      <a:pt x="63246" y="272925"/>
                      <a:pt x="68991" y="285372"/>
                      <a:pt x="78565" y="294946"/>
                    </a:cubicBezTo>
                    <a:cubicBezTo>
                      <a:pt x="89097" y="305478"/>
                      <a:pt x="104416" y="311223"/>
                      <a:pt x="119735" y="310265"/>
                    </a:cubicBezTo>
                    <a:cubicBezTo>
                      <a:pt x="135054" y="311223"/>
                      <a:pt x="150373" y="305478"/>
                      <a:pt x="160905" y="294946"/>
                    </a:cubicBezTo>
                    <a:cubicBezTo>
                      <a:pt x="174309" y="278670"/>
                      <a:pt x="181011" y="258564"/>
                      <a:pt x="178139" y="237500"/>
                    </a:cubicBezTo>
                    <a:lnTo>
                      <a:pt x="178139" y="207819"/>
                    </a:lnTo>
                    <a:cubicBezTo>
                      <a:pt x="161862" y="228883"/>
                      <a:pt x="136012" y="241330"/>
                      <a:pt x="109203" y="240372"/>
                    </a:cubicBezTo>
                    <a:cubicBezTo>
                      <a:pt x="80480" y="241330"/>
                      <a:pt x="53672" y="230798"/>
                      <a:pt x="34523" y="209734"/>
                    </a:cubicBezTo>
                    <a:cubicBezTo>
                      <a:pt x="11545" y="184841"/>
                      <a:pt x="55" y="153245"/>
                      <a:pt x="55" y="119735"/>
                    </a:cubicBezTo>
                    <a:cubicBezTo>
                      <a:pt x="-902" y="87182"/>
                      <a:pt x="10587" y="55587"/>
                      <a:pt x="33566" y="31651"/>
                    </a:cubicBezTo>
                    <a:cubicBezTo>
                      <a:pt x="53672" y="10587"/>
                      <a:pt x="81438" y="-902"/>
                      <a:pt x="111118" y="55"/>
                    </a:cubicBezTo>
                    <a:cubicBezTo>
                      <a:pt x="136969" y="-902"/>
                      <a:pt x="161862" y="10587"/>
                      <a:pt x="179096" y="30693"/>
                    </a:cubicBezTo>
                    <a:lnTo>
                      <a:pt x="178139" y="6758"/>
                    </a:lnTo>
                    <a:lnTo>
                      <a:pt x="178139" y="6758"/>
                    </a:lnTo>
                    <a:close/>
                    <a:moveTo>
                      <a:pt x="76650" y="64204"/>
                    </a:moveTo>
                    <a:cubicBezTo>
                      <a:pt x="61331" y="79523"/>
                      <a:pt x="52714" y="100586"/>
                      <a:pt x="53672" y="121650"/>
                    </a:cubicBezTo>
                    <a:cubicBezTo>
                      <a:pt x="52714" y="142714"/>
                      <a:pt x="61331" y="163777"/>
                      <a:pt x="76650" y="179096"/>
                    </a:cubicBezTo>
                    <a:cubicBezTo>
                      <a:pt x="88140" y="188671"/>
                      <a:pt x="102501" y="194415"/>
                      <a:pt x="116863" y="194415"/>
                    </a:cubicBezTo>
                    <a:cubicBezTo>
                      <a:pt x="133139" y="195373"/>
                      <a:pt x="149416" y="188671"/>
                      <a:pt x="160905" y="176224"/>
                    </a:cubicBezTo>
                    <a:cubicBezTo>
                      <a:pt x="174309" y="161862"/>
                      <a:pt x="181011" y="142714"/>
                      <a:pt x="181011" y="122607"/>
                    </a:cubicBezTo>
                    <a:cubicBezTo>
                      <a:pt x="181969" y="101544"/>
                      <a:pt x="174309" y="80480"/>
                      <a:pt x="159948" y="65161"/>
                    </a:cubicBezTo>
                    <a:cubicBezTo>
                      <a:pt x="148458" y="53672"/>
                      <a:pt x="133139" y="47927"/>
                      <a:pt x="117820" y="48885"/>
                    </a:cubicBezTo>
                    <a:cubicBezTo>
                      <a:pt x="101544" y="47927"/>
                      <a:pt x="87182" y="53672"/>
                      <a:pt x="76650" y="64204"/>
                    </a:cubicBezTo>
                    <a:lnTo>
                      <a:pt x="76650" y="64204"/>
                    </a:lnTo>
                    <a:lnTo>
                      <a:pt x="76650" y="64204"/>
                    </a:lnTo>
                    <a:close/>
                  </a:path>
                </a:pathLst>
              </a:custGeom>
              <a:grpFill/>
              <a:ln w="9554"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902C2A94-DADF-61A2-E095-5ABCC7C6D6C9}"/>
                  </a:ext>
                </a:extLst>
              </p:cNvPr>
              <p:cNvSpPr/>
              <p:nvPr/>
            </p:nvSpPr>
            <p:spPr>
              <a:xfrm>
                <a:off x="3136975" y="1583340"/>
                <a:ext cx="52671" cy="352337"/>
              </a:xfrm>
              <a:custGeom>
                <a:avLst/>
                <a:gdLst>
                  <a:gd name="connsiteX0" fmla="*/ 52672 w 52671"/>
                  <a:gd name="connsiteY0" fmla="*/ 0 h 352337"/>
                  <a:gd name="connsiteX1" fmla="*/ 52672 w 52671"/>
                  <a:gd name="connsiteY1" fmla="*/ 352337 h 352337"/>
                  <a:gd name="connsiteX2" fmla="*/ 13 w 52671"/>
                  <a:gd name="connsiteY2" fmla="*/ 352337 h 352337"/>
                  <a:gd name="connsiteX3" fmla="*/ 13 w 52671"/>
                  <a:gd name="connsiteY3" fmla="*/ 42127 h 352337"/>
                  <a:gd name="connsiteX4" fmla="*/ 52672 w 52671"/>
                  <a:gd name="connsiteY4" fmla="*/ 0 h 352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1" h="352337">
                    <a:moveTo>
                      <a:pt x="52672" y="0"/>
                    </a:moveTo>
                    <a:lnTo>
                      <a:pt x="52672" y="352337"/>
                    </a:lnTo>
                    <a:lnTo>
                      <a:pt x="13" y="352337"/>
                    </a:lnTo>
                    <a:lnTo>
                      <a:pt x="13" y="42127"/>
                    </a:lnTo>
                    <a:cubicBezTo>
                      <a:pt x="-945" y="42127"/>
                      <a:pt x="52672" y="0"/>
                      <a:pt x="52672" y="0"/>
                    </a:cubicBezTo>
                    <a:close/>
                  </a:path>
                </a:pathLst>
              </a:custGeom>
              <a:grpFill/>
              <a:ln w="9554"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18784F4A-7E18-BBB9-FFEA-C5A6F7FD5D32}"/>
                  </a:ext>
                </a:extLst>
              </p:cNvPr>
              <p:cNvSpPr/>
              <p:nvPr/>
            </p:nvSpPr>
            <p:spPr>
              <a:xfrm>
                <a:off x="4080065" y="1583340"/>
                <a:ext cx="52659" cy="72765"/>
              </a:xfrm>
              <a:custGeom>
                <a:avLst/>
                <a:gdLst>
                  <a:gd name="connsiteX0" fmla="*/ 52659 w 52659"/>
                  <a:gd name="connsiteY0" fmla="*/ 0 h 72765"/>
                  <a:gd name="connsiteX1" fmla="*/ 52659 w 52659"/>
                  <a:gd name="connsiteY1" fmla="*/ 72765 h 72765"/>
                  <a:gd name="connsiteX2" fmla="*/ 0 w 52659"/>
                  <a:gd name="connsiteY2" fmla="*/ 72765 h 72765"/>
                  <a:gd name="connsiteX3" fmla="*/ 0 w 52659"/>
                  <a:gd name="connsiteY3" fmla="*/ 42127 h 72765"/>
                  <a:gd name="connsiteX4" fmla="*/ 52659 w 52659"/>
                  <a:gd name="connsiteY4" fmla="*/ 0 h 72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9" h="72765">
                    <a:moveTo>
                      <a:pt x="52659" y="0"/>
                    </a:moveTo>
                    <a:lnTo>
                      <a:pt x="52659" y="72765"/>
                    </a:lnTo>
                    <a:lnTo>
                      <a:pt x="0" y="72765"/>
                    </a:lnTo>
                    <a:lnTo>
                      <a:pt x="0" y="42127"/>
                    </a:lnTo>
                    <a:lnTo>
                      <a:pt x="52659" y="0"/>
                    </a:lnTo>
                    <a:close/>
                  </a:path>
                </a:pathLst>
              </a:custGeom>
              <a:grpFill/>
              <a:ln w="9554"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9259AE48-E58C-CB74-C70F-25E901EB9BD9}"/>
                  </a:ext>
                </a:extLst>
              </p:cNvPr>
              <p:cNvSpPr/>
              <p:nvPr/>
            </p:nvSpPr>
            <p:spPr>
              <a:xfrm>
                <a:off x="3242254" y="1702003"/>
                <a:ext cx="216653" cy="240599"/>
              </a:xfrm>
              <a:custGeom>
                <a:avLst/>
                <a:gdLst>
                  <a:gd name="connsiteX0" fmla="*/ 215475 w 216653"/>
                  <a:gd name="connsiteY0" fmla="*/ 181973 h 240599"/>
                  <a:gd name="connsiteX1" fmla="*/ 177178 w 216653"/>
                  <a:gd name="connsiteY1" fmla="*/ 223143 h 240599"/>
                  <a:gd name="connsiteX2" fmla="*/ 110157 w 216653"/>
                  <a:gd name="connsiteY2" fmla="*/ 240377 h 240599"/>
                  <a:gd name="connsiteX3" fmla="*/ 33562 w 216653"/>
                  <a:gd name="connsiteY3" fmla="*/ 211654 h 240599"/>
                  <a:gd name="connsiteX4" fmla="*/ 51 w 216653"/>
                  <a:gd name="connsiteY4" fmla="*/ 124527 h 240599"/>
                  <a:gd name="connsiteX5" fmla="*/ 36434 w 216653"/>
                  <a:gd name="connsiteY5" fmla="*/ 30698 h 240599"/>
                  <a:gd name="connsiteX6" fmla="*/ 112072 w 216653"/>
                  <a:gd name="connsiteY6" fmla="*/ 60 h 240599"/>
                  <a:gd name="connsiteX7" fmla="*/ 184837 w 216653"/>
                  <a:gd name="connsiteY7" fmla="*/ 29741 h 240599"/>
                  <a:gd name="connsiteX8" fmla="*/ 216433 w 216653"/>
                  <a:gd name="connsiteY8" fmla="*/ 125484 h 240599"/>
                  <a:gd name="connsiteX9" fmla="*/ 216433 w 216653"/>
                  <a:gd name="connsiteY9" fmla="*/ 132186 h 240599"/>
                  <a:gd name="connsiteX10" fmla="*/ 53668 w 216653"/>
                  <a:gd name="connsiteY10" fmla="*/ 132186 h 240599"/>
                  <a:gd name="connsiteX11" fmla="*/ 72817 w 216653"/>
                  <a:gd name="connsiteY11" fmla="*/ 178143 h 240599"/>
                  <a:gd name="connsiteX12" fmla="*/ 113029 w 216653"/>
                  <a:gd name="connsiteY12" fmla="*/ 192505 h 240599"/>
                  <a:gd name="connsiteX13" fmla="*/ 149412 w 216653"/>
                  <a:gd name="connsiteY13" fmla="*/ 181016 h 240599"/>
                  <a:gd name="connsiteX14" fmla="*/ 170476 w 216653"/>
                  <a:gd name="connsiteY14" fmla="*/ 156122 h 240599"/>
                  <a:gd name="connsiteX15" fmla="*/ 215475 w 216653"/>
                  <a:gd name="connsiteY15" fmla="*/ 181973 h 240599"/>
                  <a:gd name="connsiteX16" fmla="*/ 215475 w 216653"/>
                  <a:gd name="connsiteY16" fmla="*/ 181973 h 240599"/>
                  <a:gd name="connsiteX17" fmla="*/ 163774 w 216653"/>
                  <a:gd name="connsiteY17" fmla="*/ 89102 h 240599"/>
                  <a:gd name="connsiteX18" fmla="*/ 147497 w 216653"/>
                  <a:gd name="connsiteY18" fmla="*/ 58464 h 240599"/>
                  <a:gd name="connsiteX19" fmla="*/ 74732 w 216653"/>
                  <a:gd name="connsiteY19" fmla="*/ 60379 h 240599"/>
                  <a:gd name="connsiteX20" fmla="*/ 58455 w 216653"/>
                  <a:gd name="connsiteY20" fmla="*/ 89102 h 240599"/>
                  <a:gd name="connsiteX21" fmla="*/ 163774 w 216653"/>
                  <a:gd name="connsiteY21" fmla="*/ 89102 h 240599"/>
                  <a:gd name="connsiteX22" fmla="*/ 163774 w 216653"/>
                  <a:gd name="connsiteY22" fmla="*/ 89102 h 24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6653" h="240599">
                    <a:moveTo>
                      <a:pt x="215475" y="181973"/>
                    </a:moveTo>
                    <a:cubicBezTo>
                      <a:pt x="205901" y="199207"/>
                      <a:pt x="193454" y="212611"/>
                      <a:pt x="177178" y="223143"/>
                    </a:cubicBezTo>
                    <a:cubicBezTo>
                      <a:pt x="157072" y="234632"/>
                      <a:pt x="134093" y="241334"/>
                      <a:pt x="110157" y="240377"/>
                    </a:cubicBezTo>
                    <a:cubicBezTo>
                      <a:pt x="81434" y="242292"/>
                      <a:pt x="53668" y="231760"/>
                      <a:pt x="33562" y="211654"/>
                    </a:cubicBezTo>
                    <a:cubicBezTo>
                      <a:pt x="11541" y="188675"/>
                      <a:pt x="-906" y="157080"/>
                      <a:pt x="51" y="124527"/>
                    </a:cubicBezTo>
                    <a:cubicBezTo>
                      <a:pt x="-906" y="90059"/>
                      <a:pt x="12498" y="56549"/>
                      <a:pt x="36434" y="30698"/>
                    </a:cubicBezTo>
                    <a:cubicBezTo>
                      <a:pt x="56540" y="10592"/>
                      <a:pt x="84306" y="-897"/>
                      <a:pt x="112072" y="60"/>
                    </a:cubicBezTo>
                    <a:cubicBezTo>
                      <a:pt x="139838" y="-897"/>
                      <a:pt x="165688" y="9634"/>
                      <a:pt x="184837" y="29741"/>
                    </a:cubicBezTo>
                    <a:cubicBezTo>
                      <a:pt x="207816" y="56549"/>
                      <a:pt x="218348" y="91017"/>
                      <a:pt x="216433" y="125484"/>
                    </a:cubicBezTo>
                    <a:lnTo>
                      <a:pt x="216433" y="132186"/>
                    </a:lnTo>
                    <a:lnTo>
                      <a:pt x="53668" y="132186"/>
                    </a:lnTo>
                    <a:cubicBezTo>
                      <a:pt x="54625" y="149420"/>
                      <a:pt x="61328" y="165697"/>
                      <a:pt x="72817" y="178143"/>
                    </a:cubicBezTo>
                    <a:cubicBezTo>
                      <a:pt x="83349" y="188675"/>
                      <a:pt x="98668" y="193462"/>
                      <a:pt x="113029" y="192505"/>
                    </a:cubicBezTo>
                    <a:cubicBezTo>
                      <a:pt x="126433" y="193462"/>
                      <a:pt x="138880" y="188675"/>
                      <a:pt x="149412" y="181016"/>
                    </a:cubicBezTo>
                    <a:cubicBezTo>
                      <a:pt x="158029" y="174314"/>
                      <a:pt x="164731" y="165697"/>
                      <a:pt x="170476" y="156122"/>
                    </a:cubicBezTo>
                    <a:lnTo>
                      <a:pt x="215475" y="181973"/>
                    </a:lnTo>
                    <a:lnTo>
                      <a:pt x="215475" y="181973"/>
                    </a:lnTo>
                    <a:close/>
                    <a:moveTo>
                      <a:pt x="163774" y="89102"/>
                    </a:moveTo>
                    <a:cubicBezTo>
                      <a:pt x="161859" y="77612"/>
                      <a:pt x="156114" y="67081"/>
                      <a:pt x="147497" y="58464"/>
                    </a:cubicBezTo>
                    <a:cubicBezTo>
                      <a:pt x="126433" y="40272"/>
                      <a:pt x="94838" y="41230"/>
                      <a:pt x="74732" y="60379"/>
                    </a:cubicBezTo>
                    <a:cubicBezTo>
                      <a:pt x="67072" y="68038"/>
                      <a:pt x="61328" y="78570"/>
                      <a:pt x="58455" y="89102"/>
                    </a:cubicBezTo>
                    <a:lnTo>
                      <a:pt x="163774" y="89102"/>
                    </a:lnTo>
                    <a:lnTo>
                      <a:pt x="163774" y="89102"/>
                    </a:lnTo>
                    <a:close/>
                  </a:path>
                </a:pathLst>
              </a:custGeom>
              <a:grpFill/>
              <a:ln w="9554"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95FA8EC-04FE-6272-B672-6352C4D2EF3E}"/>
                  </a:ext>
                </a:extLst>
              </p:cNvPr>
              <p:cNvSpPr/>
              <p:nvPr/>
            </p:nvSpPr>
            <p:spPr>
              <a:xfrm>
                <a:off x="3513261" y="1702007"/>
                <a:ext cx="230742" cy="357179"/>
              </a:xfrm>
              <a:custGeom>
                <a:avLst/>
                <a:gdLst>
                  <a:gd name="connsiteX0" fmla="*/ 52659 w 230742"/>
                  <a:gd name="connsiteY0" fmla="*/ 357180 h 357179"/>
                  <a:gd name="connsiteX1" fmla="*/ 0 w 230742"/>
                  <a:gd name="connsiteY1" fmla="*/ 357180 h 357179"/>
                  <a:gd name="connsiteX2" fmla="*/ 0 w 230742"/>
                  <a:gd name="connsiteY2" fmla="*/ 5800 h 357179"/>
                  <a:gd name="connsiteX3" fmla="*/ 52659 w 230742"/>
                  <a:gd name="connsiteY3" fmla="*/ 5800 h 357179"/>
                  <a:gd name="connsiteX4" fmla="*/ 52659 w 230742"/>
                  <a:gd name="connsiteY4" fmla="*/ 30693 h 357179"/>
                  <a:gd name="connsiteX5" fmla="*/ 119680 w 230742"/>
                  <a:gd name="connsiteY5" fmla="*/ 55 h 357179"/>
                  <a:gd name="connsiteX6" fmla="*/ 230743 w 230742"/>
                  <a:gd name="connsiteY6" fmla="*/ 117820 h 357179"/>
                  <a:gd name="connsiteX7" fmla="*/ 120637 w 230742"/>
                  <a:gd name="connsiteY7" fmla="*/ 239415 h 357179"/>
                  <a:gd name="connsiteX8" fmla="*/ 52659 w 230742"/>
                  <a:gd name="connsiteY8" fmla="*/ 205905 h 357179"/>
                  <a:gd name="connsiteX9" fmla="*/ 52659 w 230742"/>
                  <a:gd name="connsiteY9" fmla="*/ 357180 h 357179"/>
                  <a:gd name="connsiteX10" fmla="*/ 52659 w 230742"/>
                  <a:gd name="connsiteY10" fmla="*/ 357180 h 357179"/>
                  <a:gd name="connsiteX11" fmla="*/ 49787 w 230742"/>
                  <a:gd name="connsiteY11" fmla="*/ 121650 h 357179"/>
                  <a:gd name="connsiteX12" fmla="*/ 113935 w 230742"/>
                  <a:gd name="connsiteY12" fmla="*/ 193458 h 357179"/>
                  <a:gd name="connsiteX13" fmla="*/ 177126 w 230742"/>
                  <a:gd name="connsiteY13" fmla="*/ 121650 h 357179"/>
                  <a:gd name="connsiteX14" fmla="*/ 113935 w 230742"/>
                  <a:gd name="connsiteY14" fmla="*/ 48885 h 357179"/>
                  <a:gd name="connsiteX15" fmla="*/ 49787 w 230742"/>
                  <a:gd name="connsiteY15" fmla="*/ 121650 h 357179"/>
                  <a:gd name="connsiteX16" fmla="*/ 49787 w 230742"/>
                  <a:gd name="connsiteY16" fmla="*/ 121650 h 357179"/>
                  <a:gd name="connsiteX17" fmla="*/ 49787 w 230742"/>
                  <a:gd name="connsiteY17" fmla="*/ 121650 h 35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0742" h="357179">
                    <a:moveTo>
                      <a:pt x="52659" y="357180"/>
                    </a:moveTo>
                    <a:lnTo>
                      <a:pt x="0" y="357180"/>
                    </a:lnTo>
                    <a:lnTo>
                      <a:pt x="0" y="5800"/>
                    </a:lnTo>
                    <a:lnTo>
                      <a:pt x="52659" y="5800"/>
                    </a:lnTo>
                    <a:lnTo>
                      <a:pt x="52659" y="30693"/>
                    </a:lnTo>
                    <a:cubicBezTo>
                      <a:pt x="68936" y="10587"/>
                      <a:pt x="93829" y="-902"/>
                      <a:pt x="119680" y="55"/>
                    </a:cubicBezTo>
                    <a:cubicBezTo>
                      <a:pt x="179999" y="55"/>
                      <a:pt x="230743" y="46012"/>
                      <a:pt x="230743" y="117820"/>
                    </a:cubicBezTo>
                    <a:cubicBezTo>
                      <a:pt x="230743" y="194415"/>
                      <a:pt x="174254" y="239415"/>
                      <a:pt x="120637" y="239415"/>
                    </a:cubicBezTo>
                    <a:cubicBezTo>
                      <a:pt x="93829" y="238457"/>
                      <a:pt x="68936" y="226968"/>
                      <a:pt x="52659" y="205905"/>
                    </a:cubicBezTo>
                    <a:lnTo>
                      <a:pt x="52659" y="357180"/>
                    </a:lnTo>
                    <a:lnTo>
                      <a:pt x="52659" y="357180"/>
                    </a:lnTo>
                    <a:close/>
                    <a:moveTo>
                      <a:pt x="49787" y="121650"/>
                    </a:moveTo>
                    <a:cubicBezTo>
                      <a:pt x="49787" y="169522"/>
                      <a:pt x="80425" y="193458"/>
                      <a:pt x="113935" y="193458"/>
                    </a:cubicBezTo>
                    <a:cubicBezTo>
                      <a:pt x="152233" y="193458"/>
                      <a:pt x="177126" y="160905"/>
                      <a:pt x="177126" y="121650"/>
                    </a:cubicBezTo>
                    <a:cubicBezTo>
                      <a:pt x="177126" y="82395"/>
                      <a:pt x="152233" y="48885"/>
                      <a:pt x="113935" y="48885"/>
                    </a:cubicBezTo>
                    <a:cubicBezTo>
                      <a:pt x="80425" y="47927"/>
                      <a:pt x="49787" y="71863"/>
                      <a:pt x="49787" y="121650"/>
                    </a:cubicBezTo>
                    <a:lnTo>
                      <a:pt x="49787" y="121650"/>
                    </a:lnTo>
                    <a:lnTo>
                      <a:pt x="49787" y="121650"/>
                    </a:lnTo>
                    <a:close/>
                  </a:path>
                </a:pathLst>
              </a:custGeom>
              <a:grpFill/>
              <a:ln w="9554"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FE1DEC6-D9F6-5918-9286-5FA269C07B53}"/>
                  </a:ext>
                </a:extLst>
              </p:cNvPr>
              <p:cNvSpPr/>
              <p:nvPr/>
            </p:nvSpPr>
            <p:spPr>
              <a:xfrm>
                <a:off x="3785161" y="1701054"/>
                <a:ext cx="243214" cy="243253"/>
              </a:xfrm>
              <a:custGeom>
                <a:avLst/>
                <a:gdLst>
                  <a:gd name="connsiteX0" fmla="*/ 243202 w 243214"/>
                  <a:gd name="connsiteY0" fmla="*/ 120689 h 243253"/>
                  <a:gd name="connsiteX1" fmla="*/ 123522 w 243214"/>
                  <a:gd name="connsiteY1" fmla="*/ 243241 h 243253"/>
                  <a:gd name="connsiteX2" fmla="*/ 13 w 243214"/>
                  <a:gd name="connsiteY2" fmla="*/ 123561 h 243253"/>
                  <a:gd name="connsiteX3" fmla="*/ 119693 w 243214"/>
                  <a:gd name="connsiteY3" fmla="*/ 52 h 243253"/>
                  <a:gd name="connsiteX4" fmla="*/ 121608 w 243214"/>
                  <a:gd name="connsiteY4" fmla="*/ 52 h 243253"/>
                  <a:gd name="connsiteX5" fmla="*/ 243202 w 243214"/>
                  <a:gd name="connsiteY5" fmla="*/ 114944 h 243253"/>
                  <a:gd name="connsiteX6" fmla="*/ 243202 w 243214"/>
                  <a:gd name="connsiteY6" fmla="*/ 120689 h 243253"/>
                  <a:gd name="connsiteX7" fmla="*/ 243202 w 243214"/>
                  <a:gd name="connsiteY7" fmla="*/ 120689 h 243253"/>
                  <a:gd name="connsiteX8" fmla="*/ 188628 w 243214"/>
                  <a:gd name="connsiteY8" fmla="*/ 121646 h 243253"/>
                  <a:gd name="connsiteX9" fmla="*/ 121608 w 243214"/>
                  <a:gd name="connsiteY9" fmla="*/ 48881 h 243253"/>
                  <a:gd name="connsiteX10" fmla="*/ 54587 w 243214"/>
                  <a:gd name="connsiteY10" fmla="*/ 121646 h 243253"/>
                  <a:gd name="connsiteX11" fmla="*/ 121608 w 243214"/>
                  <a:gd name="connsiteY11" fmla="*/ 193454 h 243253"/>
                  <a:gd name="connsiteX12" fmla="*/ 188628 w 243214"/>
                  <a:gd name="connsiteY12" fmla="*/ 121646 h 243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3214" h="243253">
                    <a:moveTo>
                      <a:pt x="243202" y="120689"/>
                    </a:moveTo>
                    <a:cubicBezTo>
                      <a:pt x="244160" y="187709"/>
                      <a:pt x="190543" y="243241"/>
                      <a:pt x="123522" y="243241"/>
                    </a:cubicBezTo>
                    <a:cubicBezTo>
                      <a:pt x="56501" y="244198"/>
                      <a:pt x="970" y="190582"/>
                      <a:pt x="13" y="123561"/>
                    </a:cubicBezTo>
                    <a:cubicBezTo>
                      <a:pt x="-945" y="56540"/>
                      <a:pt x="52672" y="1009"/>
                      <a:pt x="119693" y="52"/>
                    </a:cubicBezTo>
                    <a:cubicBezTo>
                      <a:pt x="120650" y="52"/>
                      <a:pt x="120650" y="52"/>
                      <a:pt x="121608" y="52"/>
                    </a:cubicBezTo>
                    <a:cubicBezTo>
                      <a:pt x="186713" y="-1863"/>
                      <a:pt x="241287" y="49838"/>
                      <a:pt x="243202" y="114944"/>
                    </a:cubicBezTo>
                    <a:cubicBezTo>
                      <a:pt x="243202" y="117816"/>
                      <a:pt x="243202" y="119731"/>
                      <a:pt x="243202" y="120689"/>
                    </a:cubicBezTo>
                    <a:lnTo>
                      <a:pt x="243202" y="120689"/>
                    </a:lnTo>
                    <a:close/>
                    <a:moveTo>
                      <a:pt x="188628" y="121646"/>
                    </a:moveTo>
                    <a:cubicBezTo>
                      <a:pt x="188628" y="69944"/>
                      <a:pt x="155118" y="48881"/>
                      <a:pt x="121608" y="48881"/>
                    </a:cubicBezTo>
                    <a:cubicBezTo>
                      <a:pt x="88097" y="48881"/>
                      <a:pt x="54587" y="69944"/>
                      <a:pt x="54587" y="121646"/>
                    </a:cubicBezTo>
                    <a:cubicBezTo>
                      <a:pt x="54587" y="165688"/>
                      <a:pt x="80437" y="193454"/>
                      <a:pt x="121608" y="193454"/>
                    </a:cubicBezTo>
                    <a:cubicBezTo>
                      <a:pt x="162777" y="193454"/>
                      <a:pt x="188628" y="165688"/>
                      <a:pt x="188628" y="121646"/>
                    </a:cubicBezTo>
                    <a:close/>
                  </a:path>
                </a:pathLst>
              </a:custGeom>
              <a:grpFill/>
              <a:ln w="9554"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821D69B0-B322-86DA-EE59-E644BEA3F96B}"/>
                  </a:ext>
                </a:extLst>
              </p:cNvPr>
              <p:cNvSpPr/>
              <p:nvPr/>
            </p:nvSpPr>
            <p:spPr>
              <a:xfrm>
                <a:off x="4080065" y="1707807"/>
                <a:ext cx="52659" cy="226912"/>
              </a:xfrm>
              <a:custGeom>
                <a:avLst/>
                <a:gdLst>
                  <a:gd name="connsiteX0" fmla="*/ 52659 w 52659"/>
                  <a:gd name="connsiteY0" fmla="*/ 0 h 226912"/>
                  <a:gd name="connsiteX1" fmla="*/ 52659 w 52659"/>
                  <a:gd name="connsiteY1" fmla="*/ 226913 h 226912"/>
                  <a:gd name="connsiteX2" fmla="*/ 0 w 52659"/>
                  <a:gd name="connsiteY2" fmla="*/ 226913 h 226912"/>
                  <a:gd name="connsiteX3" fmla="*/ 0 w 52659"/>
                  <a:gd name="connsiteY3" fmla="*/ 0 h 226912"/>
                  <a:gd name="connsiteX4" fmla="*/ 52659 w 52659"/>
                  <a:gd name="connsiteY4" fmla="*/ 0 h 22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9" h="226912">
                    <a:moveTo>
                      <a:pt x="52659" y="0"/>
                    </a:moveTo>
                    <a:lnTo>
                      <a:pt x="52659" y="226913"/>
                    </a:lnTo>
                    <a:lnTo>
                      <a:pt x="0" y="226913"/>
                    </a:lnTo>
                    <a:lnTo>
                      <a:pt x="0" y="0"/>
                    </a:lnTo>
                    <a:lnTo>
                      <a:pt x="52659" y="0"/>
                    </a:lnTo>
                    <a:close/>
                  </a:path>
                </a:pathLst>
              </a:custGeom>
              <a:grpFill/>
              <a:ln w="9554"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C9A007DF-32DF-B4DC-A69E-6792956E114C}"/>
                  </a:ext>
                </a:extLst>
              </p:cNvPr>
              <p:cNvSpPr/>
              <p:nvPr/>
            </p:nvSpPr>
            <p:spPr>
              <a:xfrm>
                <a:off x="4196872" y="1701856"/>
                <a:ext cx="195317" cy="233821"/>
              </a:xfrm>
              <a:custGeom>
                <a:avLst/>
                <a:gdLst>
                  <a:gd name="connsiteX0" fmla="*/ 0 w 195317"/>
                  <a:gd name="connsiteY0" fmla="*/ 5951 h 233821"/>
                  <a:gd name="connsiteX1" fmla="*/ 52659 w 195317"/>
                  <a:gd name="connsiteY1" fmla="*/ 5951 h 233821"/>
                  <a:gd name="connsiteX2" fmla="*/ 52659 w 195317"/>
                  <a:gd name="connsiteY2" fmla="*/ 27015 h 233821"/>
                  <a:gd name="connsiteX3" fmla="*/ 113935 w 195317"/>
                  <a:gd name="connsiteY3" fmla="*/ 207 h 233821"/>
                  <a:gd name="connsiteX4" fmla="*/ 180956 w 195317"/>
                  <a:gd name="connsiteY4" fmla="*/ 30845 h 233821"/>
                  <a:gd name="connsiteX5" fmla="*/ 195318 w 195317"/>
                  <a:gd name="connsiteY5" fmla="*/ 94035 h 233821"/>
                  <a:gd name="connsiteX6" fmla="*/ 195318 w 195317"/>
                  <a:gd name="connsiteY6" fmla="*/ 232864 h 233821"/>
                  <a:gd name="connsiteX7" fmla="*/ 142658 w 195317"/>
                  <a:gd name="connsiteY7" fmla="*/ 232864 h 233821"/>
                  <a:gd name="connsiteX8" fmla="*/ 142658 w 195317"/>
                  <a:gd name="connsiteY8" fmla="*/ 107440 h 233821"/>
                  <a:gd name="connsiteX9" fmla="*/ 101489 w 195317"/>
                  <a:gd name="connsiteY9" fmla="*/ 48078 h 233821"/>
                  <a:gd name="connsiteX10" fmla="*/ 53617 w 195317"/>
                  <a:gd name="connsiteY10" fmla="*/ 124673 h 233821"/>
                  <a:gd name="connsiteX11" fmla="*/ 53617 w 195317"/>
                  <a:gd name="connsiteY11" fmla="*/ 233821 h 233821"/>
                  <a:gd name="connsiteX12" fmla="*/ 957 w 195317"/>
                  <a:gd name="connsiteY12" fmla="*/ 233821 h 233821"/>
                  <a:gd name="connsiteX13" fmla="*/ 0 w 195317"/>
                  <a:gd name="connsiteY13" fmla="*/ 5951 h 233821"/>
                  <a:gd name="connsiteX14" fmla="*/ 0 w 195317"/>
                  <a:gd name="connsiteY14" fmla="*/ 5951 h 23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317" h="233821">
                    <a:moveTo>
                      <a:pt x="0" y="5951"/>
                    </a:moveTo>
                    <a:lnTo>
                      <a:pt x="52659" y="5951"/>
                    </a:lnTo>
                    <a:lnTo>
                      <a:pt x="52659" y="27015"/>
                    </a:lnTo>
                    <a:cubicBezTo>
                      <a:pt x="67978" y="8824"/>
                      <a:pt x="90957" y="-751"/>
                      <a:pt x="113935" y="207"/>
                    </a:cubicBezTo>
                    <a:cubicBezTo>
                      <a:pt x="139786" y="-1708"/>
                      <a:pt x="165637" y="9781"/>
                      <a:pt x="180956" y="30845"/>
                    </a:cubicBezTo>
                    <a:cubicBezTo>
                      <a:pt x="189573" y="43291"/>
                      <a:pt x="195318" y="58610"/>
                      <a:pt x="195318" y="94035"/>
                    </a:cubicBezTo>
                    <a:lnTo>
                      <a:pt x="195318" y="232864"/>
                    </a:lnTo>
                    <a:lnTo>
                      <a:pt x="142658" y="232864"/>
                    </a:lnTo>
                    <a:lnTo>
                      <a:pt x="142658" y="107440"/>
                    </a:lnTo>
                    <a:cubicBezTo>
                      <a:pt x="142658" y="49993"/>
                      <a:pt x="121595" y="48078"/>
                      <a:pt x="101489" y="48078"/>
                    </a:cubicBezTo>
                    <a:cubicBezTo>
                      <a:pt x="77553" y="48078"/>
                      <a:pt x="53617" y="50951"/>
                      <a:pt x="53617" y="124673"/>
                    </a:cubicBezTo>
                    <a:lnTo>
                      <a:pt x="53617" y="233821"/>
                    </a:lnTo>
                    <a:lnTo>
                      <a:pt x="957" y="233821"/>
                    </a:lnTo>
                    <a:lnTo>
                      <a:pt x="0" y="5951"/>
                    </a:lnTo>
                    <a:lnTo>
                      <a:pt x="0" y="5951"/>
                    </a:lnTo>
                    <a:close/>
                  </a:path>
                </a:pathLst>
              </a:custGeom>
              <a:grpFill/>
              <a:ln w="9554"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F905B89D-AE28-9DC5-BFF8-E8C98C1DFAA1}"/>
                  </a:ext>
                </a:extLst>
              </p:cNvPr>
              <p:cNvSpPr/>
              <p:nvPr/>
            </p:nvSpPr>
            <p:spPr>
              <a:xfrm>
                <a:off x="4437190" y="1582383"/>
                <a:ext cx="114892" cy="352336"/>
              </a:xfrm>
              <a:custGeom>
                <a:avLst/>
                <a:gdLst>
                  <a:gd name="connsiteX0" fmla="*/ 74680 w 114892"/>
                  <a:gd name="connsiteY0" fmla="*/ 174254 h 352336"/>
                  <a:gd name="connsiteX1" fmla="*/ 74680 w 114892"/>
                  <a:gd name="connsiteY1" fmla="*/ 352337 h 352336"/>
                  <a:gd name="connsiteX2" fmla="*/ 22021 w 114892"/>
                  <a:gd name="connsiteY2" fmla="*/ 352337 h 352336"/>
                  <a:gd name="connsiteX3" fmla="*/ 22021 w 114892"/>
                  <a:gd name="connsiteY3" fmla="*/ 174254 h 352336"/>
                  <a:gd name="connsiteX4" fmla="*/ 0 w 114892"/>
                  <a:gd name="connsiteY4" fmla="*/ 174254 h 352336"/>
                  <a:gd name="connsiteX5" fmla="*/ 0 w 114892"/>
                  <a:gd name="connsiteY5" fmla="*/ 125424 h 352336"/>
                  <a:gd name="connsiteX6" fmla="*/ 22021 w 114892"/>
                  <a:gd name="connsiteY6" fmla="*/ 125424 h 352336"/>
                  <a:gd name="connsiteX7" fmla="*/ 22021 w 114892"/>
                  <a:gd name="connsiteY7" fmla="*/ 42127 h 352336"/>
                  <a:gd name="connsiteX8" fmla="*/ 74680 w 114892"/>
                  <a:gd name="connsiteY8" fmla="*/ 0 h 352336"/>
                  <a:gd name="connsiteX9" fmla="*/ 74680 w 114892"/>
                  <a:gd name="connsiteY9" fmla="*/ 125424 h 352336"/>
                  <a:gd name="connsiteX10" fmla="*/ 114893 w 114892"/>
                  <a:gd name="connsiteY10" fmla="*/ 125424 h 352336"/>
                  <a:gd name="connsiteX11" fmla="*/ 114893 w 114892"/>
                  <a:gd name="connsiteY11" fmla="*/ 174254 h 352336"/>
                  <a:gd name="connsiteX12" fmla="*/ 74680 w 114892"/>
                  <a:gd name="connsiteY12" fmla="*/ 174254 h 352336"/>
                  <a:gd name="connsiteX13" fmla="*/ 74680 w 114892"/>
                  <a:gd name="connsiteY13" fmla="*/ 174254 h 35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892" h="352336">
                    <a:moveTo>
                      <a:pt x="74680" y="174254"/>
                    </a:moveTo>
                    <a:lnTo>
                      <a:pt x="74680" y="352337"/>
                    </a:lnTo>
                    <a:lnTo>
                      <a:pt x="22021" y="352337"/>
                    </a:lnTo>
                    <a:lnTo>
                      <a:pt x="22021" y="174254"/>
                    </a:lnTo>
                    <a:lnTo>
                      <a:pt x="0" y="174254"/>
                    </a:lnTo>
                    <a:lnTo>
                      <a:pt x="0" y="125424"/>
                    </a:lnTo>
                    <a:lnTo>
                      <a:pt x="22021" y="125424"/>
                    </a:lnTo>
                    <a:lnTo>
                      <a:pt x="22021" y="42127"/>
                    </a:lnTo>
                    <a:lnTo>
                      <a:pt x="74680" y="0"/>
                    </a:lnTo>
                    <a:lnTo>
                      <a:pt x="74680" y="125424"/>
                    </a:lnTo>
                    <a:lnTo>
                      <a:pt x="114893" y="125424"/>
                    </a:lnTo>
                    <a:lnTo>
                      <a:pt x="114893" y="174254"/>
                    </a:lnTo>
                    <a:lnTo>
                      <a:pt x="74680" y="174254"/>
                    </a:lnTo>
                    <a:lnTo>
                      <a:pt x="74680" y="174254"/>
                    </a:lnTo>
                    <a:close/>
                  </a:path>
                </a:pathLst>
              </a:custGeom>
              <a:grpFill/>
              <a:ln w="9554"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EEB30914-4750-8E5E-04A7-E6FD5003FF12}"/>
                  </a:ext>
                </a:extLst>
              </p:cNvPr>
              <p:cNvSpPr/>
              <p:nvPr/>
            </p:nvSpPr>
            <p:spPr>
              <a:xfrm>
                <a:off x="2243697" y="1554617"/>
                <a:ext cx="306380" cy="381060"/>
              </a:xfrm>
              <a:custGeom>
                <a:avLst/>
                <a:gdLst>
                  <a:gd name="connsiteX0" fmla="*/ 306381 w 306380"/>
                  <a:gd name="connsiteY0" fmla="*/ 381060 h 381060"/>
                  <a:gd name="connsiteX1" fmla="*/ 153190 w 306380"/>
                  <a:gd name="connsiteY1" fmla="*/ 0 h 381060"/>
                  <a:gd name="connsiteX2" fmla="*/ 153190 w 306380"/>
                  <a:gd name="connsiteY2" fmla="*/ 0 h 381060"/>
                  <a:gd name="connsiteX3" fmla="*/ 0 w 306380"/>
                  <a:gd name="connsiteY3" fmla="*/ 381060 h 381060"/>
                  <a:gd name="connsiteX4" fmla="*/ 59361 w 306380"/>
                  <a:gd name="connsiteY4" fmla="*/ 381060 h 381060"/>
                  <a:gd name="connsiteX5" fmla="*/ 153190 w 306380"/>
                  <a:gd name="connsiteY5" fmla="*/ 138828 h 381060"/>
                  <a:gd name="connsiteX6" fmla="*/ 247019 w 306380"/>
                  <a:gd name="connsiteY6" fmla="*/ 381060 h 381060"/>
                  <a:gd name="connsiteX7" fmla="*/ 306381 w 306380"/>
                  <a:gd name="connsiteY7" fmla="*/ 381060 h 381060"/>
                  <a:gd name="connsiteX8" fmla="*/ 306381 w 306380"/>
                  <a:gd name="connsiteY8" fmla="*/ 381060 h 38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380" h="381060">
                    <a:moveTo>
                      <a:pt x="306381" y="381060"/>
                    </a:moveTo>
                    <a:lnTo>
                      <a:pt x="153190" y="0"/>
                    </a:lnTo>
                    <a:lnTo>
                      <a:pt x="153190" y="0"/>
                    </a:lnTo>
                    <a:lnTo>
                      <a:pt x="0" y="381060"/>
                    </a:lnTo>
                    <a:lnTo>
                      <a:pt x="59361" y="381060"/>
                    </a:lnTo>
                    <a:lnTo>
                      <a:pt x="153190" y="138828"/>
                    </a:lnTo>
                    <a:lnTo>
                      <a:pt x="247019" y="381060"/>
                    </a:lnTo>
                    <a:lnTo>
                      <a:pt x="306381" y="381060"/>
                    </a:lnTo>
                    <a:lnTo>
                      <a:pt x="306381" y="381060"/>
                    </a:lnTo>
                    <a:close/>
                  </a:path>
                </a:pathLst>
              </a:custGeom>
              <a:grpFill/>
              <a:ln w="9554" cap="flat">
                <a:noFill/>
                <a:prstDash val="solid"/>
                <a:miter/>
              </a:ln>
            </p:spPr>
            <p:txBody>
              <a:bodyPr rtlCol="0" anchor="ctr"/>
              <a:lstStyle/>
              <a:p>
                <a:endParaRPr lang="en-US"/>
              </a:p>
            </p:txBody>
          </p:sp>
        </p:grpSp>
      </p:grpSp>
      <p:sp>
        <p:nvSpPr>
          <p:cNvPr id="25" name="Footer Placeholder 5">
            <a:extLst>
              <a:ext uri="{FF2B5EF4-FFF2-40B4-BE49-F238E27FC236}">
                <a16:creationId xmlns:a16="http://schemas.microsoft.com/office/drawing/2014/main" id="{98EFC761-99ED-E557-6EB1-E688D088969E}"/>
              </a:ext>
            </a:extLst>
          </p:cNvPr>
          <p:cNvSpPr>
            <a:spLocks noGrp="1"/>
          </p:cNvSpPr>
          <p:nvPr>
            <p:ph type="ftr" sz="quarter" idx="16"/>
          </p:nvPr>
        </p:nvSpPr>
        <p:spPr>
          <a:xfrm>
            <a:off x="20531559" y="13263254"/>
            <a:ext cx="3187055" cy="452746"/>
          </a:xfrm>
          <a:prstGeom prst="rect">
            <a:avLst/>
          </a:prstGeom>
          <a:noFill/>
        </p:spPr>
        <p:txBody>
          <a:bodyPr tIns="91440" anchor="t" anchorCtr="0"/>
          <a:lstStyle>
            <a:lvl1pPr algn="r">
              <a:defRPr b="0" i="0">
                <a:solidFill>
                  <a:schemeClr val="accent1"/>
                </a:solidFill>
                <a:latin typeface="TT Norms Pro" panose="02000503030000020003" pitchFamily="2" charset="0"/>
              </a:defRPr>
            </a:lvl1pPr>
          </a:lstStyle>
          <a:p>
            <a:pPr>
              <a:defRPr/>
            </a:pPr>
            <a:r>
              <a:rPr lang="en-US"/>
              <a:t>© 2026 Anglepoint Group, Inc. Confidential.</a:t>
            </a:r>
          </a:p>
        </p:txBody>
      </p:sp>
      <p:sp>
        <p:nvSpPr>
          <p:cNvPr id="26" name="Slide Number Placeholder 7">
            <a:extLst>
              <a:ext uri="{FF2B5EF4-FFF2-40B4-BE49-F238E27FC236}">
                <a16:creationId xmlns:a16="http://schemas.microsoft.com/office/drawing/2014/main" id="{AF40FE4E-719B-7AC0-10B0-0ABCB6B51CF4}"/>
              </a:ext>
            </a:extLst>
          </p:cNvPr>
          <p:cNvSpPr>
            <a:spLocks noGrp="1"/>
          </p:cNvSpPr>
          <p:nvPr>
            <p:ph type="sldNum" sz="quarter" idx="17"/>
          </p:nvPr>
        </p:nvSpPr>
        <p:spPr>
          <a:xfrm>
            <a:off x="23718740" y="13263254"/>
            <a:ext cx="668433" cy="452746"/>
          </a:xfrm>
          <a:prstGeom prst="rect">
            <a:avLst/>
          </a:prstGeom>
        </p:spPr>
        <p:txBody>
          <a:bodyPr rIns="246888" anchor="t" anchorCtr="0"/>
          <a:lstStyle>
            <a:lvl1pPr algn="r">
              <a:defRPr b="1" i="0">
                <a:solidFill>
                  <a:schemeClr val="accent1"/>
                </a:solidFill>
                <a:latin typeface="TT Norms Pro" panose="02000503030000020003" pitchFamily="2" charset="0"/>
              </a:defRPr>
            </a:lvl1pPr>
          </a:lstStyle>
          <a:p>
            <a:fld id="{65CC2327-6B8B-47BD-B581-B21CDA88CCFB}" type="slidenum">
              <a:rPr lang="en-US" smtClean="0"/>
              <a:pPr/>
              <a:t>‹#›</a:t>
            </a:fld>
            <a:endParaRPr lang="en-US"/>
          </a:p>
        </p:txBody>
      </p:sp>
    </p:spTree>
    <p:extLst>
      <p:ext uri="{BB962C8B-B14F-4D97-AF65-F5344CB8AC3E}">
        <p14:creationId xmlns:p14="http://schemas.microsoft.com/office/powerpoint/2010/main" val="4285349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32 italic, no punctuation)</a:t>
            </a:r>
          </a:p>
        </p:txBody>
      </p:sp>
      <p:pic>
        <p:nvPicPr>
          <p:cNvPr id="5" name="Anglepoint Logo">
            <a:hlinkClick r:id="" action="ppaction://noaction"/>
            <a:extLst>
              <a:ext uri="{FF2B5EF4-FFF2-40B4-BE49-F238E27FC236}">
                <a16:creationId xmlns:a16="http://schemas.microsoft.com/office/drawing/2014/main" id="{0A06A33E-601C-6F80-7C8C-5E060EBFC895}"/>
              </a:ext>
            </a:extLst>
          </p:cNvPr>
          <p:cNvPicPr>
            <a:picLocks noGrp="1" noRot="1" noChangeAspect="1" noMove="1" noResize="1" noEditPoints="1" noAdjustHandles="1" noChangeArrowheads="1" noChangeShapeType="1" noCrop="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22585681" y="214087"/>
            <a:ext cx="1481667" cy="319402"/>
          </a:xfrm>
          <a:prstGeom prst="rect">
            <a:avLst/>
          </a:prstGeom>
        </p:spPr>
      </p:pic>
      <p:sp>
        <p:nvSpPr>
          <p:cNvPr id="6" name="Section">
            <a:extLst>
              <a:ext uri="{FF2B5EF4-FFF2-40B4-BE49-F238E27FC236}">
                <a16:creationId xmlns:a16="http://schemas.microsoft.com/office/drawing/2014/main" id="{EF7B80A7-B95C-23FE-C55F-7BCD02D30F4A}"/>
              </a:ext>
            </a:extLst>
          </p:cNvPr>
          <p:cNvSpPr>
            <a:spLocks noGrp="1" noRot="1" noMove="1" noResize="1" noEditPoints="1" noAdjustHandles="1" noChangeArrowheads="1" noChangeShapeType="1"/>
          </p:cNvSpPr>
          <p:nvPr>
            <p:ph type="body" sz="quarter" idx="12" hasCustomPrompt="1"/>
          </p:nvPr>
        </p:nvSpPr>
        <p:spPr>
          <a:xfrm>
            <a:off x="0" y="0"/>
            <a:ext cx="22273622" cy="524808"/>
          </a:xfrm>
          <a:prstGeom prst="rect">
            <a:avLst/>
          </a:prstGeom>
        </p:spPr>
        <p:txBody>
          <a:bodyPr lIns="91440" tIns="0" rIns="0" bIns="18288" anchor="b" anchorCtr="0">
            <a:normAutofit/>
          </a:bodyPr>
          <a:lstStyle>
            <a:lvl1pPr marL="457177" indent="457200" algn="r">
              <a:lnSpc>
                <a:spcPct val="90000"/>
              </a:lnSpc>
              <a:spcBef>
                <a:spcPts val="0"/>
              </a:spcBef>
              <a:buNone/>
              <a:tabLst/>
              <a:defRPr sz="1400" b="0" i="0" cap="all" spc="100" baseline="0">
                <a:solidFill>
                  <a:schemeClr val="accent1"/>
                </a:solidFill>
                <a:latin typeface="TT Norms Pro" panose="02000503030000020003" pitchFamily="2" charset="0"/>
                <a:cs typeface="TT Norms Pro" panose="02000503030000020003" pitchFamily="2" charset="0"/>
              </a:defRPr>
            </a:lvl1pPr>
          </a:lstStyle>
          <a:p>
            <a:pPr lvl="0"/>
            <a:r>
              <a:rPr lang="en-US"/>
              <a:t>Optional SECTION (ALL CAPS, 14 pt REGULAR)</a:t>
            </a:r>
          </a:p>
        </p:txBody>
      </p:sp>
      <p:sp>
        <p:nvSpPr>
          <p:cNvPr id="22" name="Footer Placeholder 5">
            <a:extLst>
              <a:ext uri="{FF2B5EF4-FFF2-40B4-BE49-F238E27FC236}">
                <a16:creationId xmlns:a16="http://schemas.microsoft.com/office/drawing/2014/main" id="{954EDC53-3FD1-50E0-686D-A123C7F0ED45}"/>
              </a:ext>
            </a:extLst>
          </p:cNvPr>
          <p:cNvSpPr>
            <a:spLocks noGrp="1" noRot="1" noMove="1" noResize="1" noEditPoints="1" noAdjustHandles="1" noChangeArrowheads="1" noChangeShapeType="1"/>
          </p:cNvSpPr>
          <p:nvPr>
            <p:ph type="ftr" sz="quarter" idx="16"/>
          </p:nvPr>
        </p:nvSpPr>
        <p:spPr>
          <a:xfrm>
            <a:off x="20531559" y="13263254"/>
            <a:ext cx="3187055" cy="452746"/>
          </a:xfrm>
          <a:prstGeom prst="rect">
            <a:avLst/>
          </a:prstGeom>
          <a:noFill/>
        </p:spPr>
        <p:txBody>
          <a:bodyPr tIns="91440" anchor="t" anchorCtr="0"/>
          <a:lstStyle>
            <a:lvl1pPr algn="r">
              <a:defRPr b="0" i="0">
                <a:solidFill>
                  <a:schemeClr val="accent1">
                    <a:alpha val="75000"/>
                  </a:schemeClr>
                </a:solidFill>
                <a:latin typeface="TT Norms Pro" panose="02000503030000020003" pitchFamily="2" charset="0"/>
              </a:defRPr>
            </a:lvl1pPr>
          </a:lstStyle>
          <a:p>
            <a:pPr>
              <a:defRPr/>
            </a:pPr>
            <a:r>
              <a:rPr lang="en-US"/>
              <a:t>© 2026 Anglepoint Group, Inc. Confidential.</a:t>
            </a:r>
          </a:p>
        </p:txBody>
      </p:sp>
      <p:sp>
        <p:nvSpPr>
          <p:cNvPr id="23" name="Slide Number Placeholder 7">
            <a:extLst>
              <a:ext uri="{FF2B5EF4-FFF2-40B4-BE49-F238E27FC236}">
                <a16:creationId xmlns:a16="http://schemas.microsoft.com/office/drawing/2014/main" id="{59F2A69E-FEA8-48C5-846D-DCD3C05E0015}"/>
              </a:ext>
            </a:extLst>
          </p:cNvPr>
          <p:cNvSpPr>
            <a:spLocks noGrp="1" noRot="1" noMove="1" noResize="1" noEditPoints="1" noAdjustHandles="1" noChangeArrowheads="1" noChangeShapeType="1"/>
          </p:cNvSpPr>
          <p:nvPr>
            <p:ph type="sldNum" sz="quarter" idx="17"/>
          </p:nvPr>
        </p:nvSpPr>
        <p:spPr>
          <a:xfrm>
            <a:off x="23718740" y="13263254"/>
            <a:ext cx="668433" cy="452746"/>
          </a:xfrm>
          <a:prstGeom prst="rect">
            <a:avLst/>
          </a:prstGeom>
        </p:spPr>
        <p:txBody>
          <a:bodyPr rIns="246888" anchor="t" anchorCtr="0"/>
          <a:lstStyle>
            <a:lvl1pPr algn="r">
              <a:defRPr b="1" i="0">
                <a:solidFill>
                  <a:schemeClr val="accent1"/>
                </a:solidFill>
                <a:latin typeface="TT Norms Pro" panose="02000503030000020003" pitchFamily="2" charset="0"/>
              </a:defRPr>
            </a:lvl1pPr>
          </a:lstStyle>
          <a:p>
            <a:fld id="{65CC2327-6B8B-47BD-B581-B21CDA88CCFB}" type="slidenum">
              <a:rPr lang="en-US" smtClean="0"/>
              <a:pPr/>
              <a:t>‹#›</a:t>
            </a:fld>
            <a:endParaRPr lang="en-US"/>
          </a:p>
        </p:txBody>
      </p:sp>
      <p:sp>
        <p:nvSpPr>
          <p:cNvPr id="24" name="Title 1">
            <a:extLst>
              <a:ext uri="{FF2B5EF4-FFF2-40B4-BE49-F238E27FC236}">
                <a16:creationId xmlns:a16="http://schemas.microsoft.com/office/drawing/2014/main" id="{10FD9597-BA55-9068-DF02-3CCC6FAAD4B3}"/>
              </a:ext>
            </a:extLst>
          </p:cNvPr>
          <p:cNvSpPr>
            <a:spLocks noGrp="1" noRot="1" noMove="1" noResize="1" noEditPoints="1" noAdjustHandles="1" noChangeArrowheads="1" noChangeShapeType="1"/>
          </p:cNvSpPr>
          <p:nvPr>
            <p:ph type="title" hasCustomPrompt="1"/>
          </p:nvPr>
        </p:nvSpPr>
        <p:spPr>
          <a:xfrm>
            <a:off x="0" y="822960"/>
            <a:ext cx="24387048" cy="1170432"/>
          </a:xfrm>
          <a:prstGeom prst="rect">
            <a:avLst/>
          </a:prstGeom>
        </p:spPr>
        <p:txBody>
          <a:bodyPr/>
          <a:lstStyle>
            <a:lvl1pPr>
              <a:defRPr b="1" i="0" baseline="0">
                <a:solidFill>
                  <a:schemeClr val="tx2"/>
                </a:solidFill>
                <a:latin typeface="TT Norms Pro ExtraBold" panose="02000503030000020003" pitchFamily="2" charset="0"/>
              </a:defRPr>
            </a:lvl1pPr>
          </a:lstStyle>
          <a:p>
            <a:r>
              <a:rPr lang="en-US"/>
              <a:t>Title (Title Caps, 66 Ex Bold)</a:t>
            </a:r>
          </a:p>
        </p:txBody>
      </p:sp>
      <p:sp>
        <p:nvSpPr>
          <p:cNvPr id="10" name="Text Placeholder 9">
            <a:extLst>
              <a:ext uri="{FF2B5EF4-FFF2-40B4-BE49-F238E27FC236}">
                <a16:creationId xmlns:a16="http://schemas.microsoft.com/office/drawing/2014/main" id="{10C2482B-3838-21DA-9FAE-330C9D8D80C4}"/>
              </a:ext>
            </a:extLst>
          </p:cNvPr>
          <p:cNvSpPr>
            <a:spLocks noGrp="1" noRot="1" noMove="1" noResize="1" noEditPoints="1" noAdjustHandles="1" noChangeArrowheads="1" noChangeShapeType="1"/>
          </p:cNvSpPr>
          <p:nvPr>
            <p:ph type="body" sz="quarter" idx="18" hasCustomPrompt="1"/>
          </p:nvPr>
        </p:nvSpPr>
        <p:spPr>
          <a:xfrm>
            <a:off x="1068388" y="3403600"/>
            <a:ext cx="22250400" cy="9245600"/>
          </a:xfrm>
        </p:spPr>
        <p:txBody>
          <a:bodyPr/>
          <a:lstStyle>
            <a:lvl1pPr>
              <a:defRPr>
                <a:latin typeface="TT Norms Pro"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stStyle>
          <a:p>
            <a:pPr lvl="0"/>
            <a:r>
              <a:rPr lang="en-US"/>
              <a:t>Primary Bullet (32, Regular)</a:t>
            </a:r>
          </a:p>
          <a:p>
            <a:pPr lvl="1"/>
            <a:r>
              <a:rPr lang="en-US"/>
              <a:t>Second level</a:t>
            </a:r>
          </a:p>
          <a:p>
            <a:pPr lvl="2"/>
            <a:r>
              <a:rPr lang="en-US"/>
              <a:t>Third level</a:t>
            </a:r>
          </a:p>
        </p:txBody>
      </p:sp>
    </p:spTree>
    <p:extLst>
      <p:ext uri="{BB962C8B-B14F-4D97-AF65-F5344CB8AC3E}">
        <p14:creationId xmlns:p14="http://schemas.microsoft.com/office/powerpoint/2010/main" val="15620329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FE097A-52D2-FB4F-8D41-091182E1EE32}"/>
              </a:ext>
            </a:extLst>
          </p:cNvPr>
          <p:cNvPicPr>
            <a:picLocks noChangeAspect="1"/>
          </p:cNvPicPr>
          <p:nvPr userDrawn="1"/>
        </p:nvPicPr>
        <p:blipFill rotWithShape="1">
          <a:blip r:embed="rId2"/>
          <a:srcRect t="22064"/>
          <a:stretch/>
        </p:blipFill>
        <p:spPr>
          <a:xfrm>
            <a:off x="0" y="0"/>
            <a:ext cx="24387048" cy="10694292"/>
          </a:xfrm>
          <a:prstGeom prst="rect">
            <a:avLst/>
          </a:prstGeom>
        </p:spPr>
      </p:pic>
      <p:sp>
        <p:nvSpPr>
          <p:cNvPr id="6" name="Rectangle 5">
            <a:extLst>
              <a:ext uri="{FF2B5EF4-FFF2-40B4-BE49-F238E27FC236}">
                <a16:creationId xmlns:a16="http://schemas.microsoft.com/office/drawing/2014/main" id="{751D48F7-18C0-914F-BFA7-C9F1FE121741}"/>
              </a:ext>
            </a:extLst>
          </p:cNvPr>
          <p:cNvSpPr/>
          <p:nvPr userDrawn="1"/>
        </p:nvSpPr>
        <p:spPr>
          <a:xfrm>
            <a:off x="0" y="-26292"/>
            <a:ext cx="24387175" cy="10720584"/>
          </a:xfrm>
          <a:prstGeom prst="rect">
            <a:avLst/>
          </a:prstGeom>
          <a:gradFill flip="none" rotWithShape="1">
            <a:gsLst>
              <a:gs pos="20000">
                <a:schemeClr val="tx2">
                  <a:alpha val="90000"/>
                </a:schemeClr>
              </a:gs>
              <a:gs pos="100000">
                <a:schemeClr val="accent6">
                  <a:alpha val="70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sp>
        <p:nvSpPr>
          <p:cNvPr id="8" name="Picture Placeholder 26">
            <a:extLst>
              <a:ext uri="{FF2B5EF4-FFF2-40B4-BE49-F238E27FC236}">
                <a16:creationId xmlns:a16="http://schemas.microsoft.com/office/drawing/2014/main" id="{C483C36E-BCA9-5F44-9FE8-29FFDB0F4B81}"/>
              </a:ext>
            </a:extLst>
          </p:cNvPr>
          <p:cNvSpPr>
            <a:spLocks noGrp="1" noChangeAspect="1"/>
          </p:cNvSpPr>
          <p:nvPr>
            <p:ph type="pic" sz="quarter" idx="15" hasCustomPrompt="1"/>
          </p:nvPr>
        </p:nvSpPr>
        <p:spPr>
          <a:xfrm>
            <a:off x="7187083" y="10902126"/>
            <a:ext cx="2743200" cy="2743200"/>
          </a:xfrm>
          <a:prstGeom prst="rect">
            <a:avLst/>
          </a:prstGeom>
        </p:spPr>
        <p:txBody>
          <a:bodyPr anchor="ctr"/>
          <a:lstStyle>
            <a:lvl1pPr marL="0" indent="0" algn="ctr">
              <a:lnSpc>
                <a:spcPct val="125000"/>
              </a:lnSpc>
              <a:spcBef>
                <a:spcPts val="0"/>
              </a:spcBef>
              <a:buNone/>
              <a:defRPr sz="2400" b="0" i="0">
                <a:solidFill>
                  <a:schemeClr val="bg2"/>
                </a:solidFill>
                <a:latin typeface="TT Norms Pro" panose="02000503030000020003" pitchFamily="2" charset="0"/>
              </a:defRPr>
            </a:lvl1pPr>
          </a:lstStyle>
          <a:p>
            <a:r>
              <a:rPr lang="en-US"/>
              <a:t>Click icon to browse or select placeholder to paste client/partner logo</a:t>
            </a:r>
          </a:p>
        </p:txBody>
      </p:sp>
      <p:sp>
        <p:nvSpPr>
          <p:cNvPr id="10" name="Text Placeholder 13">
            <a:extLst>
              <a:ext uri="{FF2B5EF4-FFF2-40B4-BE49-F238E27FC236}">
                <a16:creationId xmlns:a16="http://schemas.microsoft.com/office/drawing/2014/main" id="{BEE64100-429B-FB4A-B45A-2DD55333A108}"/>
              </a:ext>
            </a:extLst>
          </p:cNvPr>
          <p:cNvSpPr>
            <a:spLocks noGrp="1"/>
          </p:cNvSpPr>
          <p:nvPr>
            <p:ph type="body" sz="quarter" idx="14" hasCustomPrompt="1"/>
          </p:nvPr>
        </p:nvSpPr>
        <p:spPr>
          <a:xfrm>
            <a:off x="0" y="8229600"/>
            <a:ext cx="24387175" cy="801520"/>
          </a:xfrm>
          <a:prstGeom prst="rect">
            <a:avLst/>
          </a:prstGeom>
        </p:spPr>
        <p:txBody>
          <a:bodyPr lIns="1828800" tIns="0" anchor="t"/>
          <a:lstStyle>
            <a:lvl1pPr marL="23812" indent="0">
              <a:spcBef>
                <a:spcPts val="0"/>
              </a:spcBef>
              <a:buNone/>
              <a:tabLst/>
              <a:defRPr sz="3601" b="0" i="0">
                <a:solidFill>
                  <a:schemeClr val="bg1"/>
                </a:solidFill>
                <a:latin typeface="TT Norms Pro Light" panose="02000503020000020003" pitchFamily="2" charset="0"/>
              </a:defRPr>
            </a:lvl1pPr>
          </a:lstStyle>
          <a:p>
            <a:pPr lvl="0"/>
            <a:r>
              <a:rPr lang="en-US"/>
              <a:t>Subtitle (Title Caps, 36 </a:t>
            </a:r>
            <a:r>
              <a:rPr lang="en-US" err="1"/>
              <a:t>pt</a:t>
            </a:r>
            <a:r>
              <a:rPr lang="en-US"/>
              <a:t> regular)</a:t>
            </a:r>
          </a:p>
        </p:txBody>
      </p:sp>
      <p:sp>
        <p:nvSpPr>
          <p:cNvPr id="11" name="Text Placeholder 3">
            <a:extLst>
              <a:ext uri="{FF2B5EF4-FFF2-40B4-BE49-F238E27FC236}">
                <a16:creationId xmlns:a16="http://schemas.microsoft.com/office/drawing/2014/main" id="{BBAFF28C-3D3A-C94B-B112-4D26EB915D4C}"/>
              </a:ext>
            </a:extLst>
          </p:cNvPr>
          <p:cNvSpPr>
            <a:spLocks noGrp="1"/>
          </p:cNvSpPr>
          <p:nvPr>
            <p:ph type="body" sz="quarter" idx="18" hasCustomPrompt="1"/>
          </p:nvPr>
        </p:nvSpPr>
        <p:spPr>
          <a:xfrm>
            <a:off x="2017070" y="1389459"/>
            <a:ext cx="3838298" cy="1044901"/>
          </a:xfrm>
          <a:prstGeom prst="rect">
            <a:avLst/>
          </a:prstGeom>
          <a:ln w="38100">
            <a:solidFill>
              <a:schemeClr val="bg2"/>
            </a:solidFill>
          </a:ln>
        </p:spPr>
        <p:txBody>
          <a:bodyPr wrap="square" lIns="457200" tIns="365760" rIns="457200" bIns="274320" anchor="ctr" anchorCtr="0">
            <a:spAutoFit/>
          </a:bodyPr>
          <a:lstStyle>
            <a:lvl1pPr marL="0" indent="0" algn="ctr">
              <a:buNone/>
              <a:defRPr sz="2800" b="0" i="0" cap="all" baseline="0">
                <a:solidFill>
                  <a:schemeClr val="bg1"/>
                </a:solidFill>
                <a:latin typeface="TT Norms Pro" panose="02000503030000020003" pitchFamily="2" charset="0"/>
              </a:defRPr>
            </a:lvl1pPr>
            <a:lvl2pPr marL="914081" indent="0">
              <a:buNone/>
              <a:defRPr b="1" i="0">
                <a:latin typeface="TT Norms Pro" panose="02000503030000020003" pitchFamily="2" charset="0"/>
              </a:defRPr>
            </a:lvl2pPr>
            <a:lvl3pPr marL="1828158" indent="0">
              <a:buNone/>
              <a:defRPr b="1" i="0">
                <a:latin typeface="TT Norms Pro" panose="02000503030000020003" pitchFamily="2" charset="0"/>
              </a:defRPr>
            </a:lvl3pPr>
            <a:lvl4pPr marL="2742239" indent="0">
              <a:buNone/>
              <a:defRPr b="1" i="0">
                <a:latin typeface="TT Norms Pro" panose="02000503030000020003" pitchFamily="2" charset="0"/>
              </a:defRPr>
            </a:lvl4pPr>
            <a:lvl5pPr marL="3656318" indent="0">
              <a:buNone/>
              <a:defRPr b="1" i="0">
                <a:latin typeface="TT Norms Pro" panose="02000503030000020003" pitchFamily="2" charset="0"/>
              </a:defRPr>
            </a:lvl5pPr>
          </a:lstStyle>
          <a:p>
            <a:pPr lvl="0"/>
            <a:r>
              <a:rPr lang="en-US"/>
              <a:t>Month Year</a:t>
            </a:r>
          </a:p>
        </p:txBody>
      </p:sp>
      <p:sp>
        <p:nvSpPr>
          <p:cNvPr id="4" name="Rectangle 3">
            <a:extLst>
              <a:ext uri="{FF2B5EF4-FFF2-40B4-BE49-F238E27FC236}">
                <a16:creationId xmlns:a16="http://schemas.microsoft.com/office/drawing/2014/main" id="{35B5EB89-2FBD-D74B-A2EB-BAE48D848DA4}"/>
              </a:ext>
            </a:extLst>
          </p:cNvPr>
          <p:cNvSpPr/>
          <p:nvPr userDrawn="1"/>
        </p:nvSpPr>
        <p:spPr>
          <a:xfrm>
            <a:off x="-2" y="10694292"/>
            <a:ext cx="24387175" cy="137160"/>
          </a:xfrm>
          <a:prstGeom prst="rect">
            <a:avLst/>
          </a:prstGeom>
          <a:solidFill>
            <a:srgbClr val="FFB8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3" name="Title 1">
            <a:extLst>
              <a:ext uri="{FF2B5EF4-FFF2-40B4-BE49-F238E27FC236}">
                <a16:creationId xmlns:a16="http://schemas.microsoft.com/office/drawing/2014/main" id="{7D282642-4511-408F-8D41-257A133172E7}"/>
              </a:ext>
            </a:extLst>
          </p:cNvPr>
          <p:cNvSpPr>
            <a:spLocks noGrp="1"/>
          </p:cNvSpPr>
          <p:nvPr>
            <p:ph type="title" hasCustomPrompt="1"/>
          </p:nvPr>
        </p:nvSpPr>
        <p:spPr>
          <a:xfrm>
            <a:off x="0" y="3962400"/>
            <a:ext cx="24387048" cy="4114800"/>
          </a:xfrm>
        </p:spPr>
        <p:txBody>
          <a:bodyPr lIns="1828800" tIns="0" rIns="1828800" anchor="b" anchorCtr="0">
            <a:noAutofit/>
          </a:bodyPr>
          <a:lstStyle>
            <a:lvl1pPr marL="0" indent="0">
              <a:defRPr sz="13000">
                <a:solidFill>
                  <a:schemeClr val="bg1"/>
                </a:solidFill>
              </a:defRPr>
            </a:lvl1pPr>
          </a:lstStyle>
          <a:p>
            <a:r>
              <a:rPr lang="en-US"/>
              <a:t>Title (aligns w/ filename)</a:t>
            </a:r>
          </a:p>
        </p:txBody>
      </p:sp>
      <p:sp>
        <p:nvSpPr>
          <p:cNvPr id="15" name="Text Placeholder 4">
            <a:extLst>
              <a:ext uri="{FF2B5EF4-FFF2-40B4-BE49-F238E27FC236}">
                <a16:creationId xmlns:a16="http://schemas.microsoft.com/office/drawing/2014/main" id="{077BF308-9D58-4CAF-AE7E-E9D758E4647A}"/>
              </a:ext>
            </a:extLst>
          </p:cNvPr>
          <p:cNvSpPr>
            <a:spLocks noGrp="1"/>
          </p:cNvSpPr>
          <p:nvPr>
            <p:ph type="body" sz="quarter" idx="19" hasCustomPrompt="1"/>
          </p:nvPr>
        </p:nvSpPr>
        <p:spPr>
          <a:xfrm>
            <a:off x="5916289" y="11491914"/>
            <a:ext cx="1074821" cy="1563624"/>
          </a:xfrm>
        </p:spPr>
        <p:txBody>
          <a:bodyPr lIns="0" tIns="0" rIns="0" bIns="0" anchor="ctr">
            <a:noAutofit/>
          </a:bodyPr>
          <a:lstStyle>
            <a:lvl1pPr marL="0" indent="0" algn="ctr" defTabSz="457131" rtl="0" eaLnBrk="1" latinLnBrk="0" hangingPunct="1">
              <a:lnSpc>
                <a:spcPct val="90000"/>
              </a:lnSpc>
              <a:spcAft>
                <a:spcPts val="1200"/>
              </a:spcAft>
              <a:buNone/>
              <a:defRPr lang="en-US" sz="8800" b="0" i="0" kern="1200" dirty="0" smtClean="0">
                <a:solidFill>
                  <a:schemeClr val="bg2"/>
                </a:solidFill>
                <a:latin typeface="TT Norms Pro Light" panose="02000503020000020003" pitchFamily="2" charset="0"/>
                <a:ea typeface="+mn-ea"/>
                <a:cs typeface="+mn-cs"/>
              </a:defRPr>
            </a:lvl1pPr>
            <a:lvl2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2pPr>
            <a:lvl3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3pPr>
            <a:lvl4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4pPr>
            <a:lvl5pPr marL="0" algn="ctr" defTabSz="457131" rtl="0" eaLnBrk="1" latinLnBrk="0" hangingPunct="1">
              <a:lnSpc>
                <a:spcPct val="90000"/>
              </a:lnSpc>
              <a:spcAft>
                <a:spcPts val="1200"/>
              </a:spcAft>
              <a:defRPr lang="en-US" sz="8800" b="0" i="0" kern="1200" dirty="0">
                <a:solidFill>
                  <a:schemeClr val="bg2"/>
                </a:solidFill>
                <a:latin typeface="TT Norms Pro Light" panose="02000503020000020003" pitchFamily="2" charset="0"/>
                <a:ea typeface="+mn-ea"/>
                <a:cs typeface="+mn-cs"/>
              </a:defRPr>
            </a:lvl5pPr>
          </a:lstStyle>
          <a:p>
            <a:pPr lvl="0"/>
            <a:r>
              <a:rPr lang="en-US"/>
              <a:t>+</a:t>
            </a:r>
          </a:p>
        </p:txBody>
      </p:sp>
      <p:grpSp>
        <p:nvGrpSpPr>
          <p:cNvPr id="5" name="Graphic 11">
            <a:extLst>
              <a:ext uri="{FF2B5EF4-FFF2-40B4-BE49-F238E27FC236}">
                <a16:creationId xmlns:a16="http://schemas.microsoft.com/office/drawing/2014/main" id="{D823A446-F645-2145-DF52-1DC85D605C87}"/>
              </a:ext>
            </a:extLst>
          </p:cNvPr>
          <p:cNvGrpSpPr/>
          <p:nvPr/>
        </p:nvGrpSpPr>
        <p:grpSpPr>
          <a:xfrm>
            <a:off x="1979435" y="11869711"/>
            <a:ext cx="799249" cy="810550"/>
            <a:chOff x="1979435" y="11869711"/>
            <a:chExt cx="799249" cy="810550"/>
          </a:xfrm>
          <a:solidFill>
            <a:srgbClr val="FFB81C"/>
          </a:solidFill>
        </p:grpSpPr>
        <p:sp>
          <p:nvSpPr>
            <p:cNvPr id="7" name="Freeform 6">
              <a:extLst>
                <a:ext uri="{FF2B5EF4-FFF2-40B4-BE49-F238E27FC236}">
                  <a16:creationId xmlns:a16="http://schemas.microsoft.com/office/drawing/2014/main" id="{6545649D-EAA9-BF26-D9F9-2B6CD1029748}"/>
                </a:ext>
              </a:extLst>
            </p:cNvPr>
            <p:cNvSpPr/>
            <p:nvPr/>
          </p:nvSpPr>
          <p:spPr>
            <a:xfrm>
              <a:off x="1979435" y="12121547"/>
              <a:ext cx="202500" cy="202905"/>
            </a:xfrm>
            <a:custGeom>
              <a:avLst/>
              <a:gdLst>
                <a:gd name="connsiteX0" fmla="*/ 202500 w 202500"/>
                <a:gd name="connsiteY0" fmla="*/ 101453 h 202905"/>
                <a:gd name="connsiteX1" fmla="*/ 101250 w 202500"/>
                <a:gd name="connsiteY1" fmla="*/ 202905 h 202905"/>
                <a:gd name="connsiteX2" fmla="*/ 0 w 202500"/>
                <a:gd name="connsiteY2" fmla="*/ 101453 h 202905"/>
                <a:gd name="connsiteX3" fmla="*/ 101250 w 202500"/>
                <a:gd name="connsiteY3" fmla="*/ 0 h 202905"/>
                <a:gd name="connsiteX4" fmla="*/ 202500 w 202500"/>
                <a:gd name="connsiteY4" fmla="*/ 101453 h 202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500" h="202905">
                  <a:moveTo>
                    <a:pt x="202500" y="101453"/>
                  </a:moveTo>
                  <a:cubicBezTo>
                    <a:pt x="202500" y="157483"/>
                    <a:pt x="157169" y="202905"/>
                    <a:pt x="101250" y="202905"/>
                  </a:cubicBezTo>
                  <a:cubicBezTo>
                    <a:pt x="45331" y="202905"/>
                    <a:pt x="0" y="157483"/>
                    <a:pt x="0" y="101453"/>
                  </a:cubicBezTo>
                  <a:cubicBezTo>
                    <a:pt x="0" y="45422"/>
                    <a:pt x="45331" y="0"/>
                    <a:pt x="101250" y="0"/>
                  </a:cubicBezTo>
                  <a:cubicBezTo>
                    <a:pt x="157169" y="0"/>
                    <a:pt x="202500" y="45422"/>
                    <a:pt x="202500" y="101453"/>
                  </a:cubicBezTo>
                  <a:close/>
                </a:path>
              </a:pathLst>
            </a:custGeom>
            <a:grpFill/>
            <a:ln w="11179" cap="flat">
              <a:noFill/>
              <a:prstDash val="solid"/>
              <a:miter/>
            </a:ln>
          </p:spPr>
          <p:txBody>
            <a:bodyPr rtlCol="0" anchor="ctr"/>
            <a:lstStyle/>
            <a:p>
              <a:endParaRPr lang="en-US"/>
            </a:p>
          </p:txBody>
        </p:sp>
        <p:grpSp>
          <p:nvGrpSpPr>
            <p:cNvPr id="9" name="Graphic 11">
              <a:extLst>
                <a:ext uri="{FF2B5EF4-FFF2-40B4-BE49-F238E27FC236}">
                  <a16:creationId xmlns:a16="http://schemas.microsoft.com/office/drawing/2014/main" id="{0848F8FD-B28B-3FB7-AF49-707C5430FD89}"/>
                </a:ext>
              </a:extLst>
            </p:cNvPr>
            <p:cNvGrpSpPr/>
            <p:nvPr/>
          </p:nvGrpSpPr>
          <p:grpSpPr>
            <a:xfrm>
              <a:off x="2025804" y="11869711"/>
              <a:ext cx="752880" cy="810550"/>
              <a:chOff x="2025804" y="11869711"/>
              <a:chExt cx="752880" cy="810550"/>
            </a:xfrm>
            <a:grpFill/>
          </p:grpSpPr>
          <p:sp>
            <p:nvSpPr>
              <p:cNvPr id="14" name="Freeform 13">
                <a:extLst>
                  <a:ext uri="{FF2B5EF4-FFF2-40B4-BE49-F238E27FC236}">
                    <a16:creationId xmlns:a16="http://schemas.microsoft.com/office/drawing/2014/main" id="{1EBBE9BF-D365-B28D-AF23-0AC0A69D0BA0}"/>
                  </a:ext>
                </a:extLst>
              </p:cNvPr>
              <p:cNvSpPr/>
              <p:nvPr/>
            </p:nvSpPr>
            <p:spPr>
              <a:xfrm>
                <a:off x="2025804" y="11869711"/>
                <a:ext cx="752880" cy="810550"/>
              </a:xfrm>
              <a:custGeom>
                <a:avLst/>
                <a:gdLst>
                  <a:gd name="connsiteX0" fmla="*/ 665070 w 752880"/>
                  <a:gd name="connsiteY0" fmla="*/ 103922 h 810550"/>
                  <a:gd name="connsiteX1" fmla="*/ 673135 w 752880"/>
                  <a:gd name="connsiteY1" fmla="*/ 126367 h 810550"/>
                  <a:gd name="connsiteX2" fmla="*/ 752880 w 752880"/>
                  <a:gd name="connsiteY2" fmla="*/ 0 h 810550"/>
                  <a:gd name="connsiteX3" fmla="*/ 618477 w 752880"/>
                  <a:gd name="connsiteY3" fmla="*/ 71937 h 810550"/>
                  <a:gd name="connsiteX4" fmla="*/ 639646 w 752880"/>
                  <a:gd name="connsiteY4" fmla="*/ 80017 h 810550"/>
                  <a:gd name="connsiteX5" fmla="*/ 708303 w 752880"/>
                  <a:gd name="connsiteY5" fmla="*/ 41412 h 810550"/>
                  <a:gd name="connsiteX6" fmla="*/ 0 w 752880"/>
                  <a:gd name="connsiteY6" fmla="*/ 606023 h 810550"/>
                  <a:gd name="connsiteX7" fmla="*/ 533753 w 752880"/>
                  <a:gd name="connsiteY7" fmla="*/ 761923 h 810550"/>
                  <a:gd name="connsiteX8" fmla="*/ 689343 w 752880"/>
                  <a:gd name="connsiteY8" fmla="*/ 227102 h 810550"/>
                  <a:gd name="connsiteX9" fmla="*/ 626318 w 752880"/>
                  <a:gd name="connsiteY9" fmla="*/ 141742 h 810550"/>
                  <a:gd name="connsiteX10" fmla="*/ 649054 w 752880"/>
                  <a:gd name="connsiteY10" fmla="*/ 608155 h 810550"/>
                  <a:gd name="connsiteX11" fmla="*/ 436075 w 752880"/>
                  <a:gd name="connsiteY11" fmla="*/ 710779 h 810550"/>
                  <a:gd name="connsiteX12" fmla="*/ 324247 w 752880"/>
                  <a:gd name="connsiteY12" fmla="*/ 552939 h 810550"/>
                  <a:gd name="connsiteX13" fmla="*/ 557436 w 752880"/>
                  <a:gd name="connsiteY13" fmla="*/ 209976 h 810550"/>
                  <a:gd name="connsiteX14" fmla="*/ 648942 w 752880"/>
                  <a:gd name="connsiteY14" fmla="*/ 608155 h 81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2880" h="810550">
                    <a:moveTo>
                      <a:pt x="665070" y="103922"/>
                    </a:moveTo>
                    <a:lnTo>
                      <a:pt x="673135" y="126367"/>
                    </a:lnTo>
                    <a:lnTo>
                      <a:pt x="752880" y="0"/>
                    </a:lnTo>
                    <a:lnTo>
                      <a:pt x="618477" y="71937"/>
                    </a:lnTo>
                    <a:lnTo>
                      <a:pt x="639646" y="80017"/>
                    </a:lnTo>
                    <a:lnTo>
                      <a:pt x="708303" y="41412"/>
                    </a:lnTo>
                    <a:lnTo>
                      <a:pt x="0" y="606023"/>
                    </a:lnTo>
                    <a:cubicBezTo>
                      <a:pt x="104427" y="796760"/>
                      <a:pt x="343396" y="866558"/>
                      <a:pt x="533753" y="761923"/>
                    </a:cubicBezTo>
                    <a:cubicBezTo>
                      <a:pt x="724109" y="657286"/>
                      <a:pt x="793769" y="417840"/>
                      <a:pt x="689343" y="227102"/>
                    </a:cubicBezTo>
                    <a:cubicBezTo>
                      <a:pt x="672274" y="195929"/>
                      <a:pt x="651075" y="167215"/>
                      <a:pt x="626318" y="141742"/>
                    </a:cubicBezTo>
                    <a:close/>
                    <a:moveTo>
                      <a:pt x="649054" y="608155"/>
                    </a:moveTo>
                    <a:cubicBezTo>
                      <a:pt x="618524" y="695424"/>
                      <a:pt x="523170" y="741371"/>
                      <a:pt x="436075" y="710779"/>
                    </a:cubicBezTo>
                    <a:cubicBezTo>
                      <a:pt x="369150" y="687273"/>
                      <a:pt x="324321" y="623999"/>
                      <a:pt x="324247" y="552939"/>
                    </a:cubicBezTo>
                    <a:cubicBezTo>
                      <a:pt x="324247" y="460577"/>
                      <a:pt x="388536" y="356992"/>
                      <a:pt x="557436" y="209976"/>
                    </a:cubicBezTo>
                    <a:cubicBezTo>
                      <a:pt x="557436" y="209976"/>
                      <a:pt x="728352" y="370010"/>
                      <a:pt x="648942" y="608155"/>
                    </a:cubicBezTo>
                    <a:close/>
                  </a:path>
                </a:pathLst>
              </a:custGeom>
              <a:grpFill/>
              <a:ln w="11179"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896AFAA8-E7A5-83BC-8239-386C3F1EFE77}"/>
                  </a:ext>
                </a:extLst>
              </p:cNvPr>
              <p:cNvSpPr/>
              <p:nvPr/>
            </p:nvSpPr>
            <p:spPr>
              <a:xfrm>
                <a:off x="2059404" y="11892398"/>
                <a:ext cx="556988" cy="151150"/>
              </a:xfrm>
              <a:custGeom>
                <a:avLst/>
                <a:gdLst>
                  <a:gd name="connsiteX0" fmla="*/ 472090 w 556988"/>
                  <a:gd name="connsiteY0" fmla="*/ 141724 h 151150"/>
                  <a:gd name="connsiteX1" fmla="*/ 556988 w 556988"/>
                  <a:gd name="connsiteY1" fmla="*/ 87967 h 151150"/>
                  <a:gd name="connsiteX2" fmla="*/ 4256 w 556988"/>
                  <a:gd name="connsiteY2" fmla="*/ 145652 h 151150"/>
                  <a:gd name="connsiteX3" fmla="*/ 0 w 556988"/>
                  <a:gd name="connsiteY3" fmla="*/ 151151 h 151150"/>
                  <a:gd name="connsiteX4" fmla="*/ 472090 w 556988"/>
                  <a:gd name="connsiteY4" fmla="*/ 141724 h 15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988" h="151150">
                    <a:moveTo>
                      <a:pt x="472090" y="141724"/>
                    </a:moveTo>
                    <a:lnTo>
                      <a:pt x="556988" y="87967"/>
                    </a:lnTo>
                    <a:cubicBezTo>
                      <a:pt x="388448" y="-49006"/>
                      <a:pt x="141009" y="-23183"/>
                      <a:pt x="4256" y="145652"/>
                    </a:cubicBezTo>
                    <a:cubicBezTo>
                      <a:pt x="2800" y="147447"/>
                      <a:pt x="1344" y="149243"/>
                      <a:pt x="0" y="151151"/>
                    </a:cubicBezTo>
                    <a:cubicBezTo>
                      <a:pt x="137692" y="42971"/>
                      <a:pt x="330206" y="39127"/>
                      <a:pt x="472090" y="141724"/>
                    </a:cubicBezTo>
                    <a:close/>
                  </a:path>
                </a:pathLst>
              </a:custGeom>
              <a:grpFill/>
              <a:ln w="11179" cap="flat">
                <a:noFill/>
                <a:prstDash val="solid"/>
                <a:miter/>
              </a:ln>
            </p:spPr>
            <p:txBody>
              <a:bodyPr rtlCol="0" anchor="ctr"/>
              <a:lstStyle/>
              <a:p>
                <a:endParaRPr lang="en-US"/>
              </a:p>
            </p:txBody>
          </p:sp>
        </p:grpSp>
      </p:grpSp>
      <p:grpSp>
        <p:nvGrpSpPr>
          <p:cNvPr id="17" name="Graphic 11">
            <a:extLst>
              <a:ext uri="{FF2B5EF4-FFF2-40B4-BE49-F238E27FC236}">
                <a16:creationId xmlns:a16="http://schemas.microsoft.com/office/drawing/2014/main" id="{43296DA5-8FE7-21FC-819C-726BB6AAD989}"/>
              </a:ext>
            </a:extLst>
          </p:cNvPr>
          <p:cNvGrpSpPr/>
          <p:nvPr/>
        </p:nvGrpSpPr>
        <p:grpSpPr>
          <a:xfrm>
            <a:off x="3020273" y="12027837"/>
            <a:ext cx="2700826" cy="592580"/>
            <a:chOff x="3020273" y="12027837"/>
            <a:chExt cx="2700826" cy="592580"/>
          </a:xfrm>
          <a:solidFill>
            <a:srgbClr val="22526C"/>
          </a:solidFill>
        </p:grpSpPr>
        <p:sp>
          <p:nvSpPr>
            <p:cNvPr id="18" name="Freeform 17">
              <a:extLst>
                <a:ext uri="{FF2B5EF4-FFF2-40B4-BE49-F238E27FC236}">
                  <a16:creationId xmlns:a16="http://schemas.microsoft.com/office/drawing/2014/main" id="{75907BE4-2AC8-88D0-EF71-56F99CFD69AC}"/>
                </a:ext>
              </a:extLst>
            </p:cNvPr>
            <p:cNvSpPr/>
            <p:nvPr/>
          </p:nvSpPr>
          <p:spPr>
            <a:xfrm>
              <a:off x="3428522" y="12200973"/>
              <a:ext cx="228596" cy="273413"/>
            </a:xfrm>
            <a:custGeom>
              <a:avLst/>
              <a:gdLst>
                <a:gd name="connsiteX0" fmla="*/ 0 w 228596"/>
                <a:gd name="connsiteY0" fmla="*/ 7100 h 273413"/>
                <a:gd name="connsiteX1" fmla="*/ 61937 w 228596"/>
                <a:gd name="connsiteY1" fmla="*/ 7100 h 273413"/>
                <a:gd name="connsiteX2" fmla="*/ 61937 w 228596"/>
                <a:gd name="connsiteY2" fmla="*/ 31790 h 273413"/>
                <a:gd name="connsiteX3" fmla="*/ 133843 w 228596"/>
                <a:gd name="connsiteY3" fmla="*/ 254 h 273413"/>
                <a:gd name="connsiteX4" fmla="*/ 212245 w 228596"/>
                <a:gd name="connsiteY4" fmla="*/ 36391 h 273413"/>
                <a:gd name="connsiteX5" fmla="*/ 228597 w 228596"/>
                <a:gd name="connsiteY5" fmla="*/ 110348 h 273413"/>
                <a:gd name="connsiteX6" fmla="*/ 228597 w 228596"/>
                <a:gd name="connsiteY6" fmla="*/ 273413 h 273413"/>
                <a:gd name="connsiteX7" fmla="*/ 166772 w 228596"/>
                <a:gd name="connsiteY7" fmla="*/ 273413 h 273413"/>
                <a:gd name="connsiteX8" fmla="*/ 166772 w 228596"/>
                <a:gd name="connsiteY8" fmla="*/ 125387 h 273413"/>
                <a:gd name="connsiteX9" fmla="*/ 118162 w 228596"/>
                <a:gd name="connsiteY9" fmla="*/ 55806 h 273413"/>
                <a:gd name="connsiteX10" fmla="*/ 62161 w 228596"/>
                <a:gd name="connsiteY10" fmla="*/ 145587 h 273413"/>
                <a:gd name="connsiteX11" fmla="*/ 62161 w 228596"/>
                <a:gd name="connsiteY11" fmla="*/ 273413 h 273413"/>
                <a:gd name="connsiteX12" fmla="*/ 224 w 228596"/>
                <a:gd name="connsiteY12" fmla="*/ 273413 h 27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596" h="273413">
                  <a:moveTo>
                    <a:pt x="0" y="7100"/>
                  </a:moveTo>
                  <a:lnTo>
                    <a:pt x="61937" y="7100"/>
                  </a:lnTo>
                  <a:lnTo>
                    <a:pt x="61937" y="31790"/>
                  </a:lnTo>
                  <a:cubicBezTo>
                    <a:pt x="79992" y="11028"/>
                    <a:pt x="106369" y="-543"/>
                    <a:pt x="133843" y="254"/>
                  </a:cubicBezTo>
                  <a:cubicBezTo>
                    <a:pt x="164453" y="-2064"/>
                    <a:pt x="194089" y="11596"/>
                    <a:pt x="212245" y="36391"/>
                  </a:cubicBezTo>
                  <a:cubicBezTo>
                    <a:pt x="222325" y="50868"/>
                    <a:pt x="228597" y="69273"/>
                    <a:pt x="228597" y="110348"/>
                  </a:cubicBezTo>
                  <a:lnTo>
                    <a:pt x="228597" y="273413"/>
                  </a:lnTo>
                  <a:lnTo>
                    <a:pt x="166772" y="273413"/>
                  </a:lnTo>
                  <a:lnTo>
                    <a:pt x="166772" y="125387"/>
                  </a:lnTo>
                  <a:cubicBezTo>
                    <a:pt x="166772" y="58051"/>
                    <a:pt x="141459" y="55806"/>
                    <a:pt x="118162" y="55806"/>
                  </a:cubicBezTo>
                  <a:cubicBezTo>
                    <a:pt x="90386" y="55806"/>
                    <a:pt x="62161" y="59622"/>
                    <a:pt x="62161" y="145587"/>
                  </a:cubicBezTo>
                  <a:lnTo>
                    <a:pt x="62161" y="273413"/>
                  </a:lnTo>
                  <a:lnTo>
                    <a:pt x="224" y="273413"/>
                  </a:lnTo>
                  <a:close/>
                </a:path>
              </a:pathLst>
            </a:custGeom>
            <a:solidFill>
              <a:srgbClr val="22526C"/>
            </a:solidFill>
            <a:ln w="11179"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042731CB-6A30-4DC2-3ECC-FB0FF2DFF7BC}"/>
                </a:ext>
              </a:extLst>
            </p:cNvPr>
            <p:cNvSpPr/>
            <p:nvPr/>
          </p:nvSpPr>
          <p:spPr>
            <a:xfrm>
              <a:off x="3718395" y="12201285"/>
              <a:ext cx="270138" cy="419132"/>
            </a:xfrm>
            <a:custGeom>
              <a:avLst/>
              <a:gdLst>
                <a:gd name="connsiteX0" fmla="*/ 208314 w 270138"/>
                <a:gd name="connsiteY0" fmla="*/ 6788 h 419132"/>
                <a:gd name="connsiteX1" fmla="*/ 270139 w 270138"/>
                <a:gd name="connsiteY1" fmla="*/ 6788 h 419132"/>
                <a:gd name="connsiteX2" fmla="*/ 270139 w 270138"/>
                <a:gd name="connsiteY2" fmla="*/ 252003 h 419132"/>
                <a:gd name="connsiteX3" fmla="*/ 226570 w 270138"/>
                <a:gd name="connsiteY3" fmla="*/ 390490 h 419132"/>
                <a:gd name="connsiteX4" fmla="*/ 138312 w 270138"/>
                <a:gd name="connsiteY4" fmla="*/ 418995 h 419132"/>
                <a:gd name="connsiteX5" fmla="*/ 51286 w 270138"/>
                <a:gd name="connsiteY5" fmla="*/ 386113 h 419132"/>
                <a:gd name="connsiteX6" fmla="*/ 12085 w 270138"/>
                <a:gd name="connsiteY6" fmla="*/ 303290 h 419132"/>
                <a:gd name="connsiteX7" fmla="*/ 72119 w 270138"/>
                <a:gd name="connsiteY7" fmla="*/ 303290 h 419132"/>
                <a:gd name="connsiteX8" fmla="*/ 91607 w 270138"/>
                <a:gd name="connsiteY8" fmla="*/ 345038 h 419132"/>
                <a:gd name="connsiteX9" fmla="*/ 139544 w 270138"/>
                <a:gd name="connsiteY9" fmla="*/ 363443 h 419132"/>
                <a:gd name="connsiteX10" fmla="*/ 188153 w 270138"/>
                <a:gd name="connsiteY10" fmla="*/ 345712 h 419132"/>
                <a:gd name="connsiteX11" fmla="*/ 208425 w 270138"/>
                <a:gd name="connsiteY11" fmla="*/ 278376 h 419132"/>
                <a:gd name="connsiteX12" fmla="*/ 208425 w 270138"/>
                <a:gd name="connsiteY12" fmla="*/ 243361 h 419132"/>
                <a:gd name="connsiteX13" fmla="*/ 127672 w 270138"/>
                <a:gd name="connsiteY13" fmla="*/ 281294 h 419132"/>
                <a:gd name="connsiteX14" fmla="*/ 39862 w 270138"/>
                <a:gd name="connsiteY14" fmla="*/ 245269 h 419132"/>
                <a:gd name="connsiteX15" fmla="*/ 101 w 270138"/>
                <a:gd name="connsiteY15" fmla="*/ 139776 h 419132"/>
                <a:gd name="connsiteX16" fmla="*/ 39190 w 270138"/>
                <a:gd name="connsiteY16" fmla="*/ 36640 h 419132"/>
                <a:gd name="connsiteX17" fmla="*/ 129464 w 270138"/>
                <a:gd name="connsiteY17" fmla="*/ 54 h 419132"/>
                <a:gd name="connsiteX18" fmla="*/ 208425 w 270138"/>
                <a:gd name="connsiteY18" fmla="*/ 36079 h 419132"/>
                <a:gd name="connsiteX19" fmla="*/ 90375 w 270138"/>
                <a:gd name="connsiteY19" fmla="*/ 73226 h 419132"/>
                <a:gd name="connsiteX20" fmla="*/ 63158 w 270138"/>
                <a:gd name="connsiteY20" fmla="*/ 140562 h 419132"/>
                <a:gd name="connsiteX21" fmla="*/ 89703 w 270138"/>
                <a:gd name="connsiteY21" fmla="*/ 207898 h 419132"/>
                <a:gd name="connsiteX22" fmla="*/ 136968 w 270138"/>
                <a:gd name="connsiteY22" fmla="*/ 225629 h 419132"/>
                <a:gd name="connsiteX23" fmla="*/ 188713 w 270138"/>
                <a:gd name="connsiteY23" fmla="*/ 204194 h 419132"/>
                <a:gd name="connsiteX24" fmla="*/ 212122 w 270138"/>
                <a:gd name="connsiteY24" fmla="*/ 141572 h 419132"/>
                <a:gd name="connsiteX25" fmla="*/ 186921 w 270138"/>
                <a:gd name="connsiteY25" fmla="*/ 74236 h 419132"/>
                <a:gd name="connsiteX26" fmla="*/ 136968 w 270138"/>
                <a:gd name="connsiteY26" fmla="*/ 55270 h 419132"/>
                <a:gd name="connsiteX27" fmla="*/ 90263 w 270138"/>
                <a:gd name="connsiteY27" fmla="*/ 72889 h 419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0138" h="419132">
                  <a:moveTo>
                    <a:pt x="208314" y="6788"/>
                  </a:moveTo>
                  <a:lnTo>
                    <a:pt x="270139" y="6788"/>
                  </a:lnTo>
                  <a:lnTo>
                    <a:pt x="270139" y="252003"/>
                  </a:lnTo>
                  <a:cubicBezTo>
                    <a:pt x="270139" y="314625"/>
                    <a:pt x="263195" y="359515"/>
                    <a:pt x="226570" y="390490"/>
                  </a:cubicBezTo>
                  <a:cubicBezTo>
                    <a:pt x="201459" y="410182"/>
                    <a:pt x="170177" y="420285"/>
                    <a:pt x="138312" y="418995"/>
                  </a:cubicBezTo>
                  <a:cubicBezTo>
                    <a:pt x="106010" y="420563"/>
                    <a:pt x="74504" y="408659"/>
                    <a:pt x="51286" y="386113"/>
                  </a:cubicBezTo>
                  <a:cubicBezTo>
                    <a:pt x="29894" y="363292"/>
                    <a:pt x="16184" y="334325"/>
                    <a:pt x="12085" y="303290"/>
                  </a:cubicBezTo>
                  <a:lnTo>
                    <a:pt x="72119" y="303290"/>
                  </a:lnTo>
                  <a:cubicBezTo>
                    <a:pt x="74773" y="318701"/>
                    <a:pt x="81504" y="333116"/>
                    <a:pt x="91607" y="345038"/>
                  </a:cubicBezTo>
                  <a:cubicBezTo>
                    <a:pt x="104252" y="357720"/>
                    <a:pt x="121680" y="364413"/>
                    <a:pt x="139544" y="363443"/>
                  </a:cubicBezTo>
                  <a:cubicBezTo>
                    <a:pt x="157476" y="364371"/>
                    <a:pt x="175015" y="357973"/>
                    <a:pt x="188153" y="345712"/>
                  </a:cubicBezTo>
                  <a:cubicBezTo>
                    <a:pt x="204001" y="327086"/>
                    <a:pt x="211349" y="302673"/>
                    <a:pt x="208425" y="278376"/>
                  </a:cubicBezTo>
                  <a:lnTo>
                    <a:pt x="208425" y="243361"/>
                  </a:lnTo>
                  <a:cubicBezTo>
                    <a:pt x="189352" y="268513"/>
                    <a:pt x="159167" y="282689"/>
                    <a:pt x="127672" y="281294"/>
                  </a:cubicBezTo>
                  <a:cubicBezTo>
                    <a:pt x="94519" y="282915"/>
                    <a:pt x="62363" y="269721"/>
                    <a:pt x="39862" y="245269"/>
                  </a:cubicBezTo>
                  <a:cubicBezTo>
                    <a:pt x="13474" y="216591"/>
                    <a:pt x="-784" y="178773"/>
                    <a:pt x="101" y="139776"/>
                  </a:cubicBezTo>
                  <a:cubicBezTo>
                    <a:pt x="-1344" y="101513"/>
                    <a:pt x="12757" y="64298"/>
                    <a:pt x="39190" y="36640"/>
                  </a:cubicBezTo>
                  <a:cubicBezTo>
                    <a:pt x="62834" y="12311"/>
                    <a:pt x="95583" y="-961"/>
                    <a:pt x="129464" y="54"/>
                  </a:cubicBezTo>
                  <a:cubicBezTo>
                    <a:pt x="159895" y="-630"/>
                    <a:pt x="188960" y="12635"/>
                    <a:pt x="208425" y="36079"/>
                  </a:cubicBezTo>
                  <a:close/>
                  <a:moveTo>
                    <a:pt x="90375" y="73226"/>
                  </a:moveTo>
                  <a:cubicBezTo>
                    <a:pt x="72533" y="91026"/>
                    <a:pt x="62710" y="115341"/>
                    <a:pt x="63158" y="140562"/>
                  </a:cubicBezTo>
                  <a:cubicBezTo>
                    <a:pt x="62419" y="165705"/>
                    <a:pt x="72007" y="190051"/>
                    <a:pt x="89703" y="207898"/>
                  </a:cubicBezTo>
                  <a:cubicBezTo>
                    <a:pt x="102807" y="219336"/>
                    <a:pt x="119596" y="225635"/>
                    <a:pt x="136968" y="225629"/>
                  </a:cubicBezTo>
                  <a:cubicBezTo>
                    <a:pt x="156512" y="226368"/>
                    <a:pt x="175396" y="218542"/>
                    <a:pt x="188713" y="204194"/>
                  </a:cubicBezTo>
                  <a:cubicBezTo>
                    <a:pt x="204382" y="187188"/>
                    <a:pt x="212782" y="164709"/>
                    <a:pt x="212122" y="141572"/>
                  </a:cubicBezTo>
                  <a:cubicBezTo>
                    <a:pt x="213533" y="116576"/>
                    <a:pt x="204393" y="92137"/>
                    <a:pt x="186921" y="74236"/>
                  </a:cubicBezTo>
                  <a:cubicBezTo>
                    <a:pt x="173694" y="61127"/>
                    <a:pt x="155549" y="54237"/>
                    <a:pt x="136968" y="55270"/>
                  </a:cubicBezTo>
                  <a:cubicBezTo>
                    <a:pt x="119664" y="54576"/>
                    <a:pt x="102818" y="60931"/>
                    <a:pt x="90263" y="72889"/>
                  </a:cubicBezTo>
                  <a:close/>
                </a:path>
              </a:pathLst>
            </a:custGeom>
            <a:solidFill>
              <a:srgbClr val="22526C"/>
            </a:solidFill>
            <a:ln w="11179"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5DF146B2-F894-A8A6-44B1-BA5128DF5114}"/>
                </a:ext>
              </a:extLst>
            </p:cNvPr>
            <p:cNvSpPr/>
            <p:nvPr/>
          </p:nvSpPr>
          <p:spPr>
            <a:xfrm>
              <a:off x="4064360" y="12061169"/>
              <a:ext cx="61825" cy="413217"/>
            </a:xfrm>
            <a:custGeom>
              <a:avLst/>
              <a:gdLst>
                <a:gd name="connsiteX0" fmla="*/ 61825 w 61825"/>
                <a:gd name="connsiteY0" fmla="*/ 0 h 413217"/>
                <a:gd name="connsiteX1" fmla="*/ 61825 w 61825"/>
                <a:gd name="connsiteY1" fmla="*/ 413218 h 413217"/>
                <a:gd name="connsiteX2" fmla="*/ 0 w 61825"/>
                <a:gd name="connsiteY2" fmla="*/ 413218 h 413217"/>
                <a:gd name="connsiteX3" fmla="*/ 0 w 61825"/>
                <a:gd name="connsiteY3" fmla="*/ 49267 h 413217"/>
              </a:gdLst>
              <a:ahLst/>
              <a:cxnLst>
                <a:cxn ang="0">
                  <a:pos x="connsiteX0" y="connsiteY0"/>
                </a:cxn>
                <a:cxn ang="0">
                  <a:pos x="connsiteX1" y="connsiteY1"/>
                </a:cxn>
                <a:cxn ang="0">
                  <a:pos x="connsiteX2" y="connsiteY2"/>
                </a:cxn>
                <a:cxn ang="0">
                  <a:pos x="connsiteX3" y="connsiteY3"/>
                </a:cxn>
              </a:cxnLst>
              <a:rect l="l" t="t" r="r" b="b"/>
              <a:pathLst>
                <a:path w="61825" h="413217">
                  <a:moveTo>
                    <a:pt x="61825" y="0"/>
                  </a:moveTo>
                  <a:lnTo>
                    <a:pt x="61825" y="413218"/>
                  </a:lnTo>
                  <a:lnTo>
                    <a:pt x="0" y="413218"/>
                  </a:lnTo>
                  <a:lnTo>
                    <a:pt x="0" y="49267"/>
                  </a:lnTo>
                  <a:close/>
                </a:path>
              </a:pathLst>
            </a:custGeom>
            <a:solidFill>
              <a:srgbClr val="22526C"/>
            </a:solidFill>
            <a:ln w="11179"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CDE9EEDF-1723-6FFB-4860-7415319E628F}"/>
                </a:ext>
              </a:extLst>
            </p:cNvPr>
            <p:cNvSpPr/>
            <p:nvPr/>
          </p:nvSpPr>
          <p:spPr>
            <a:xfrm>
              <a:off x="5167696" y="12061169"/>
              <a:ext cx="61825" cy="84955"/>
            </a:xfrm>
            <a:custGeom>
              <a:avLst/>
              <a:gdLst>
                <a:gd name="connsiteX0" fmla="*/ 61825 w 61825"/>
                <a:gd name="connsiteY0" fmla="*/ 0 h 84955"/>
                <a:gd name="connsiteX1" fmla="*/ 61825 w 61825"/>
                <a:gd name="connsiteY1" fmla="*/ 84955 h 84955"/>
                <a:gd name="connsiteX2" fmla="*/ 0 w 61825"/>
                <a:gd name="connsiteY2" fmla="*/ 84955 h 84955"/>
                <a:gd name="connsiteX3" fmla="*/ 0 w 61825"/>
                <a:gd name="connsiteY3" fmla="*/ 49267 h 84955"/>
              </a:gdLst>
              <a:ahLst/>
              <a:cxnLst>
                <a:cxn ang="0">
                  <a:pos x="connsiteX0" y="connsiteY0"/>
                </a:cxn>
                <a:cxn ang="0">
                  <a:pos x="connsiteX1" y="connsiteY1"/>
                </a:cxn>
                <a:cxn ang="0">
                  <a:pos x="connsiteX2" y="connsiteY2"/>
                </a:cxn>
                <a:cxn ang="0">
                  <a:pos x="connsiteX3" y="connsiteY3"/>
                </a:cxn>
              </a:cxnLst>
              <a:rect l="l" t="t" r="r" b="b"/>
              <a:pathLst>
                <a:path w="61825" h="84955">
                  <a:moveTo>
                    <a:pt x="61825" y="0"/>
                  </a:moveTo>
                  <a:lnTo>
                    <a:pt x="61825" y="84955"/>
                  </a:lnTo>
                  <a:lnTo>
                    <a:pt x="0" y="84955"/>
                  </a:lnTo>
                  <a:lnTo>
                    <a:pt x="0" y="49267"/>
                  </a:lnTo>
                  <a:close/>
                </a:path>
              </a:pathLst>
            </a:custGeom>
            <a:solidFill>
              <a:srgbClr val="22526C"/>
            </a:solidFill>
            <a:ln w="11179"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C610D8AA-779C-83E1-AF68-2EDF38BC0382}"/>
                </a:ext>
              </a:extLst>
            </p:cNvPr>
            <p:cNvSpPr/>
            <p:nvPr/>
          </p:nvSpPr>
          <p:spPr>
            <a:xfrm>
              <a:off x="4188640" y="12201071"/>
              <a:ext cx="254327" cy="281718"/>
            </a:xfrm>
            <a:custGeom>
              <a:avLst/>
              <a:gdLst>
                <a:gd name="connsiteX0" fmla="*/ 251936 w 254327"/>
                <a:gd name="connsiteY0" fmla="*/ 212601 h 281718"/>
                <a:gd name="connsiteX1" fmla="*/ 207135 w 254327"/>
                <a:gd name="connsiteY1" fmla="*/ 261307 h 281718"/>
                <a:gd name="connsiteX2" fmla="*/ 128733 w 254327"/>
                <a:gd name="connsiteY2" fmla="*/ 281508 h 281718"/>
                <a:gd name="connsiteX3" fmla="*/ 39131 w 254327"/>
                <a:gd name="connsiteY3" fmla="*/ 247840 h 281718"/>
                <a:gd name="connsiteX4" fmla="*/ 42 w 254327"/>
                <a:gd name="connsiteY4" fmla="*/ 146050 h 281718"/>
                <a:gd name="connsiteX5" fmla="*/ 42043 w 254327"/>
                <a:gd name="connsiteY5" fmla="*/ 36181 h 281718"/>
                <a:gd name="connsiteX6" fmla="*/ 131645 w 254327"/>
                <a:gd name="connsiteY6" fmla="*/ 44 h 281718"/>
                <a:gd name="connsiteX7" fmla="*/ 216879 w 254327"/>
                <a:gd name="connsiteY7" fmla="*/ 34834 h 281718"/>
                <a:gd name="connsiteX8" fmla="*/ 254064 w 254327"/>
                <a:gd name="connsiteY8" fmla="*/ 147060 h 281718"/>
                <a:gd name="connsiteX9" fmla="*/ 254064 w 254327"/>
                <a:gd name="connsiteY9" fmla="*/ 154692 h 281718"/>
                <a:gd name="connsiteX10" fmla="*/ 63660 w 254327"/>
                <a:gd name="connsiteY10" fmla="*/ 154692 h 281718"/>
                <a:gd name="connsiteX11" fmla="*/ 86060 w 254327"/>
                <a:gd name="connsiteY11" fmla="*/ 208448 h 281718"/>
                <a:gd name="connsiteX12" fmla="*/ 133437 w 254327"/>
                <a:gd name="connsiteY12" fmla="*/ 225507 h 281718"/>
                <a:gd name="connsiteX13" fmla="*/ 175774 w 254327"/>
                <a:gd name="connsiteY13" fmla="*/ 212152 h 281718"/>
                <a:gd name="connsiteX14" fmla="*/ 200303 w 254327"/>
                <a:gd name="connsiteY14" fmla="*/ 183085 h 281718"/>
                <a:gd name="connsiteX15" fmla="*/ 190782 w 254327"/>
                <a:gd name="connsiteY15" fmla="*/ 104414 h 281718"/>
                <a:gd name="connsiteX16" fmla="*/ 171854 w 254327"/>
                <a:gd name="connsiteY16" fmla="*/ 68390 h 281718"/>
                <a:gd name="connsiteX17" fmla="*/ 86620 w 254327"/>
                <a:gd name="connsiteY17" fmla="*/ 70410 h 281718"/>
                <a:gd name="connsiteX18" fmla="*/ 67692 w 254327"/>
                <a:gd name="connsiteY18" fmla="*/ 104078 h 28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4327" h="281718">
                  <a:moveTo>
                    <a:pt x="251936" y="212601"/>
                  </a:moveTo>
                  <a:cubicBezTo>
                    <a:pt x="241094" y="232184"/>
                    <a:pt x="225727" y="248884"/>
                    <a:pt x="207135" y="261307"/>
                  </a:cubicBezTo>
                  <a:cubicBezTo>
                    <a:pt x="183435" y="275331"/>
                    <a:pt x="156252" y="282335"/>
                    <a:pt x="128733" y="281508"/>
                  </a:cubicBezTo>
                  <a:cubicBezTo>
                    <a:pt x="95457" y="283504"/>
                    <a:pt x="62898" y="271269"/>
                    <a:pt x="39131" y="247840"/>
                  </a:cubicBezTo>
                  <a:cubicBezTo>
                    <a:pt x="13180" y="220425"/>
                    <a:pt x="-876" y="183825"/>
                    <a:pt x="42" y="146050"/>
                  </a:cubicBezTo>
                  <a:cubicBezTo>
                    <a:pt x="-842" y="105331"/>
                    <a:pt x="14233" y="65888"/>
                    <a:pt x="42043" y="36181"/>
                  </a:cubicBezTo>
                  <a:cubicBezTo>
                    <a:pt x="65631" y="12226"/>
                    <a:pt x="98078" y="-859"/>
                    <a:pt x="131645" y="44"/>
                  </a:cubicBezTo>
                  <a:cubicBezTo>
                    <a:pt x="163656" y="-778"/>
                    <a:pt x="194557" y="11834"/>
                    <a:pt x="216879" y="34834"/>
                  </a:cubicBezTo>
                  <a:cubicBezTo>
                    <a:pt x="243099" y="66126"/>
                    <a:pt x="256405" y="106269"/>
                    <a:pt x="254064" y="147060"/>
                  </a:cubicBezTo>
                  <a:lnTo>
                    <a:pt x="254064" y="154692"/>
                  </a:lnTo>
                  <a:lnTo>
                    <a:pt x="63660" y="154692"/>
                  </a:lnTo>
                  <a:cubicBezTo>
                    <a:pt x="64825" y="174638"/>
                    <a:pt x="72721" y="193593"/>
                    <a:pt x="86060" y="208448"/>
                  </a:cubicBezTo>
                  <a:cubicBezTo>
                    <a:pt x="98817" y="220455"/>
                    <a:pt x="115965" y="226630"/>
                    <a:pt x="133437" y="225507"/>
                  </a:cubicBezTo>
                  <a:cubicBezTo>
                    <a:pt x="148681" y="226173"/>
                    <a:pt x="163667" y="221446"/>
                    <a:pt x="175774" y="212152"/>
                  </a:cubicBezTo>
                  <a:cubicBezTo>
                    <a:pt x="185832" y="204228"/>
                    <a:pt x="194176" y="194339"/>
                    <a:pt x="200303" y="183085"/>
                  </a:cubicBezTo>
                  <a:close/>
                  <a:moveTo>
                    <a:pt x="190782" y="104414"/>
                  </a:moveTo>
                  <a:cubicBezTo>
                    <a:pt x="188442" y="90700"/>
                    <a:pt x="181811" y="78085"/>
                    <a:pt x="171854" y="68390"/>
                  </a:cubicBezTo>
                  <a:cubicBezTo>
                    <a:pt x="146978" y="47476"/>
                    <a:pt x="110477" y="48341"/>
                    <a:pt x="86620" y="70410"/>
                  </a:cubicBezTo>
                  <a:cubicBezTo>
                    <a:pt x="77246" y="79606"/>
                    <a:pt x="70682" y="91283"/>
                    <a:pt x="67692" y="104078"/>
                  </a:cubicBezTo>
                  <a:close/>
                </a:path>
              </a:pathLst>
            </a:custGeom>
            <a:solidFill>
              <a:srgbClr val="22526C"/>
            </a:solidFill>
            <a:ln w="11179"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C838A08C-C646-0F8F-82F3-6C11F0F646CF}"/>
                </a:ext>
              </a:extLst>
            </p:cNvPr>
            <p:cNvSpPr/>
            <p:nvPr/>
          </p:nvSpPr>
          <p:spPr>
            <a:xfrm>
              <a:off x="4504753" y="12201105"/>
              <a:ext cx="269813" cy="418053"/>
            </a:xfrm>
            <a:custGeom>
              <a:avLst/>
              <a:gdLst>
                <a:gd name="connsiteX0" fmla="*/ 61937 w 269813"/>
                <a:gd name="connsiteY0" fmla="*/ 418054 h 418053"/>
                <a:gd name="connsiteX1" fmla="*/ 0 w 269813"/>
                <a:gd name="connsiteY1" fmla="*/ 418054 h 418053"/>
                <a:gd name="connsiteX2" fmla="*/ 0 w 269813"/>
                <a:gd name="connsiteY2" fmla="*/ 6968 h 418053"/>
                <a:gd name="connsiteX3" fmla="*/ 61937 w 269813"/>
                <a:gd name="connsiteY3" fmla="*/ 6968 h 418053"/>
                <a:gd name="connsiteX4" fmla="*/ 61937 w 269813"/>
                <a:gd name="connsiteY4" fmla="*/ 36147 h 418053"/>
                <a:gd name="connsiteX5" fmla="*/ 140339 w 269813"/>
                <a:gd name="connsiteY5" fmla="*/ 10 h 418053"/>
                <a:gd name="connsiteX6" fmla="*/ 269814 w 269813"/>
                <a:gd name="connsiteY6" fmla="*/ 138610 h 418053"/>
                <a:gd name="connsiteX7" fmla="*/ 141011 w 269813"/>
                <a:gd name="connsiteY7" fmla="*/ 281474 h 418053"/>
                <a:gd name="connsiteX8" fmla="*/ 61489 w 269813"/>
                <a:gd name="connsiteY8" fmla="*/ 242307 h 418053"/>
                <a:gd name="connsiteX9" fmla="*/ 58129 w 269813"/>
                <a:gd name="connsiteY9" fmla="*/ 141752 h 418053"/>
                <a:gd name="connsiteX10" fmla="*/ 133171 w 269813"/>
                <a:gd name="connsiteY10" fmla="*/ 225810 h 418053"/>
                <a:gd name="connsiteX11" fmla="*/ 207093 w 269813"/>
                <a:gd name="connsiteY11" fmla="*/ 141079 h 418053"/>
                <a:gd name="connsiteX12" fmla="*/ 133171 w 269813"/>
                <a:gd name="connsiteY12" fmla="*/ 55787 h 418053"/>
                <a:gd name="connsiteX13" fmla="*/ 58017 w 269813"/>
                <a:gd name="connsiteY13" fmla="*/ 141752 h 41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9813" h="418053">
                  <a:moveTo>
                    <a:pt x="61937" y="418054"/>
                  </a:moveTo>
                  <a:lnTo>
                    <a:pt x="0" y="418054"/>
                  </a:lnTo>
                  <a:lnTo>
                    <a:pt x="0" y="6968"/>
                  </a:lnTo>
                  <a:lnTo>
                    <a:pt x="61937" y="6968"/>
                  </a:lnTo>
                  <a:lnTo>
                    <a:pt x="61937" y="36147"/>
                  </a:lnTo>
                  <a:cubicBezTo>
                    <a:pt x="81280" y="12856"/>
                    <a:pt x="110098" y="-425"/>
                    <a:pt x="140339" y="10"/>
                  </a:cubicBezTo>
                  <a:cubicBezTo>
                    <a:pt x="210452" y="10"/>
                    <a:pt x="269814" y="53767"/>
                    <a:pt x="269814" y="138610"/>
                  </a:cubicBezTo>
                  <a:cubicBezTo>
                    <a:pt x="269814" y="228391"/>
                    <a:pt x="204180" y="281474"/>
                    <a:pt x="141011" y="281474"/>
                  </a:cubicBezTo>
                  <a:cubicBezTo>
                    <a:pt x="110054" y="280760"/>
                    <a:pt x="80967" y="266436"/>
                    <a:pt x="61489" y="242307"/>
                  </a:cubicBezTo>
                  <a:close/>
                  <a:moveTo>
                    <a:pt x="58129" y="141752"/>
                  </a:moveTo>
                  <a:cubicBezTo>
                    <a:pt x="58129" y="197866"/>
                    <a:pt x="94082" y="225810"/>
                    <a:pt x="133171" y="225810"/>
                  </a:cubicBezTo>
                  <a:cubicBezTo>
                    <a:pt x="177972" y="225810"/>
                    <a:pt x="207093" y="187316"/>
                    <a:pt x="207093" y="141079"/>
                  </a:cubicBezTo>
                  <a:cubicBezTo>
                    <a:pt x="207093" y="94842"/>
                    <a:pt x="177972" y="55787"/>
                    <a:pt x="133171" y="55787"/>
                  </a:cubicBezTo>
                  <a:cubicBezTo>
                    <a:pt x="93970" y="55787"/>
                    <a:pt x="58017" y="83507"/>
                    <a:pt x="58017" y="141752"/>
                  </a:cubicBezTo>
                  <a:close/>
                </a:path>
              </a:pathLst>
            </a:custGeom>
            <a:solidFill>
              <a:srgbClr val="22526C"/>
            </a:solidFill>
            <a:ln w="11179"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45EFBD05-5945-EEA9-62E7-CE22E82CBCC8}"/>
                </a:ext>
              </a:extLst>
            </p:cNvPr>
            <p:cNvSpPr/>
            <p:nvPr/>
          </p:nvSpPr>
          <p:spPr>
            <a:xfrm>
              <a:off x="4823307" y="12200723"/>
              <a:ext cx="284033" cy="284648"/>
            </a:xfrm>
            <a:custGeom>
              <a:avLst/>
              <a:gdLst>
                <a:gd name="connsiteX0" fmla="*/ 284019 w 284033"/>
                <a:gd name="connsiteY0" fmla="*/ 140338 h 284648"/>
                <a:gd name="connsiteX1" fmla="*/ 144016 w 284033"/>
                <a:gd name="connsiteY1" fmla="*/ 284634 h 284648"/>
                <a:gd name="connsiteX2" fmla="*/ 14 w 284033"/>
                <a:gd name="connsiteY2" fmla="*/ 144352 h 284648"/>
                <a:gd name="connsiteX3" fmla="*/ 140006 w 284033"/>
                <a:gd name="connsiteY3" fmla="*/ 56 h 284648"/>
                <a:gd name="connsiteX4" fmla="*/ 140096 w 284033"/>
                <a:gd name="connsiteY4" fmla="*/ 55 h 284648"/>
                <a:gd name="connsiteX5" fmla="*/ 142000 w 284033"/>
                <a:gd name="connsiteY5" fmla="*/ 55 h 284648"/>
                <a:gd name="connsiteX6" fmla="*/ 284019 w 284033"/>
                <a:gd name="connsiteY6" fmla="*/ 134621 h 284648"/>
                <a:gd name="connsiteX7" fmla="*/ 284019 w 284033"/>
                <a:gd name="connsiteY7" fmla="*/ 134727 h 284648"/>
                <a:gd name="connsiteX8" fmla="*/ 220850 w 284033"/>
                <a:gd name="connsiteY8" fmla="*/ 141011 h 284648"/>
                <a:gd name="connsiteX9" fmla="*/ 142448 w 284033"/>
                <a:gd name="connsiteY9" fmla="*/ 55719 h 284648"/>
                <a:gd name="connsiteX10" fmla="*/ 64046 w 284033"/>
                <a:gd name="connsiteY10" fmla="*/ 141011 h 284648"/>
                <a:gd name="connsiteX11" fmla="*/ 142448 w 284033"/>
                <a:gd name="connsiteY11" fmla="*/ 225742 h 284648"/>
                <a:gd name="connsiteX12" fmla="*/ 220850 w 284033"/>
                <a:gd name="connsiteY12" fmla="*/ 141460 h 28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033" h="284648">
                  <a:moveTo>
                    <a:pt x="284019" y="140338"/>
                  </a:moveTo>
                  <a:cubicBezTo>
                    <a:pt x="285128" y="218922"/>
                    <a:pt x="222440" y="283525"/>
                    <a:pt x="144016" y="284634"/>
                  </a:cubicBezTo>
                  <a:cubicBezTo>
                    <a:pt x="65592" y="285743"/>
                    <a:pt x="1112" y="222937"/>
                    <a:pt x="14" y="144352"/>
                  </a:cubicBezTo>
                  <a:cubicBezTo>
                    <a:pt x="-1094" y="65768"/>
                    <a:pt x="61582" y="1165"/>
                    <a:pt x="140006" y="56"/>
                  </a:cubicBezTo>
                  <a:cubicBezTo>
                    <a:pt x="140040" y="56"/>
                    <a:pt x="140062" y="55"/>
                    <a:pt x="140096" y="55"/>
                  </a:cubicBezTo>
                  <a:lnTo>
                    <a:pt x="142000" y="55"/>
                  </a:lnTo>
                  <a:cubicBezTo>
                    <a:pt x="218307" y="-2081"/>
                    <a:pt x="281880" y="58167"/>
                    <a:pt x="284019" y="134621"/>
                  </a:cubicBezTo>
                  <a:cubicBezTo>
                    <a:pt x="284019" y="134657"/>
                    <a:pt x="284019" y="134692"/>
                    <a:pt x="284019" y="134727"/>
                  </a:cubicBezTo>
                  <a:close/>
                  <a:moveTo>
                    <a:pt x="220850" y="141011"/>
                  </a:moveTo>
                  <a:cubicBezTo>
                    <a:pt x="220850" y="80297"/>
                    <a:pt x="181089" y="55719"/>
                    <a:pt x="142448" y="55719"/>
                  </a:cubicBezTo>
                  <a:cubicBezTo>
                    <a:pt x="103807" y="55719"/>
                    <a:pt x="64046" y="80297"/>
                    <a:pt x="64046" y="141011"/>
                  </a:cubicBezTo>
                  <a:cubicBezTo>
                    <a:pt x="64046" y="192299"/>
                    <a:pt x="94287" y="225742"/>
                    <a:pt x="142448" y="225742"/>
                  </a:cubicBezTo>
                  <a:cubicBezTo>
                    <a:pt x="190609" y="225742"/>
                    <a:pt x="220850" y="192748"/>
                    <a:pt x="220850" y="141460"/>
                  </a:cubicBezTo>
                  <a:close/>
                </a:path>
              </a:pathLst>
            </a:custGeom>
            <a:solidFill>
              <a:srgbClr val="22526C"/>
            </a:solidFill>
            <a:ln w="11179"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A40E200D-63A1-3D63-BC63-5DB97E16154C}"/>
                </a:ext>
              </a:extLst>
            </p:cNvPr>
            <p:cNvSpPr/>
            <p:nvPr/>
          </p:nvSpPr>
          <p:spPr>
            <a:xfrm>
              <a:off x="5167919" y="12208073"/>
              <a:ext cx="61825" cy="266313"/>
            </a:xfrm>
            <a:custGeom>
              <a:avLst/>
              <a:gdLst>
                <a:gd name="connsiteX0" fmla="*/ 61826 w 61825"/>
                <a:gd name="connsiteY0" fmla="*/ 0 h 266313"/>
                <a:gd name="connsiteX1" fmla="*/ 61826 w 61825"/>
                <a:gd name="connsiteY1" fmla="*/ 266313 h 266313"/>
                <a:gd name="connsiteX2" fmla="*/ 0 w 61825"/>
                <a:gd name="connsiteY2" fmla="*/ 266313 h 266313"/>
                <a:gd name="connsiteX3" fmla="*/ 0 w 61825"/>
                <a:gd name="connsiteY3" fmla="*/ 0 h 266313"/>
              </a:gdLst>
              <a:ahLst/>
              <a:cxnLst>
                <a:cxn ang="0">
                  <a:pos x="connsiteX0" y="connsiteY0"/>
                </a:cxn>
                <a:cxn ang="0">
                  <a:pos x="connsiteX1" y="connsiteY1"/>
                </a:cxn>
                <a:cxn ang="0">
                  <a:pos x="connsiteX2" y="connsiteY2"/>
                </a:cxn>
                <a:cxn ang="0">
                  <a:pos x="connsiteX3" y="connsiteY3"/>
                </a:cxn>
              </a:cxnLst>
              <a:rect l="l" t="t" r="r" b="b"/>
              <a:pathLst>
                <a:path w="61825" h="266313">
                  <a:moveTo>
                    <a:pt x="61826" y="0"/>
                  </a:moveTo>
                  <a:lnTo>
                    <a:pt x="61826" y="266313"/>
                  </a:lnTo>
                  <a:lnTo>
                    <a:pt x="0" y="266313"/>
                  </a:lnTo>
                  <a:lnTo>
                    <a:pt x="0" y="0"/>
                  </a:lnTo>
                  <a:close/>
                </a:path>
              </a:pathLst>
            </a:custGeom>
            <a:solidFill>
              <a:srgbClr val="22526C"/>
            </a:solidFill>
            <a:ln w="11179"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A9AEB81A-0E6A-C927-35C6-346065459AB9}"/>
                </a:ext>
              </a:extLst>
            </p:cNvPr>
            <p:cNvSpPr/>
            <p:nvPr/>
          </p:nvSpPr>
          <p:spPr>
            <a:xfrm>
              <a:off x="5305235" y="12200973"/>
              <a:ext cx="228596" cy="273413"/>
            </a:xfrm>
            <a:custGeom>
              <a:avLst/>
              <a:gdLst>
                <a:gd name="connsiteX0" fmla="*/ 0 w 228596"/>
                <a:gd name="connsiteY0" fmla="*/ 7100 h 273413"/>
                <a:gd name="connsiteX1" fmla="*/ 61937 w 228596"/>
                <a:gd name="connsiteY1" fmla="*/ 7100 h 273413"/>
                <a:gd name="connsiteX2" fmla="*/ 61937 w 228596"/>
                <a:gd name="connsiteY2" fmla="*/ 31790 h 273413"/>
                <a:gd name="connsiteX3" fmla="*/ 133843 w 228596"/>
                <a:gd name="connsiteY3" fmla="*/ 254 h 273413"/>
                <a:gd name="connsiteX4" fmla="*/ 212245 w 228596"/>
                <a:gd name="connsiteY4" fmla="*/ 36391 h 273413"/>
                <a:gd name="connsiteX5" fmla="*/ 228597 w 228596"/>
                <a:gd name="connsiteY5" fmla="*/ 110348 h 273413"/>
                <a:gd name="connsiteX6" fmla="*/ 228597 w 228596"/>
                <a:gd name="connsiteY6" fmla="*/ 273413 h 273413"/>
                <a:gd name="connsiteX7" fmla="*/ 166771 w 228596"/>
                <a:gd name="connsiteY7" fmla="*/ 273413 h 273413"/>
                <a:gd name="connsiteX8" fmla="*/ 166771 w 228596"/>
                <a:gd name="connsiteY8" fmla="*/ 125387 h 273413"/>
                <a:gd name="connsiteX9" fmla="*/ 118162 w 228596"/>
                <a:gd name="connsiteY9" fmla="*/ 55806 h 273413"/>
                <a:gd name="connsiteX10" fmla="*/ 62161 w 228596"/>
                <a:gd name="connsiteY10" fmla="*/ 145587 h 273413"/>
                <a:gd name="connsiteX11" fmla="*/ 62161 w 228596"/>
                <a:gd name="connsiteY11" fmla="*/ 273413 h 273413"/>
                <a:gd name="connsiteX12" fmla="*/ 224 w 228596"/>
                <a:gd name="connsiteY12" fmla="*/ 273413 h 27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596" h="273413">
                  <a:moveTo>
                    <a:pt x="0" y="7100"/>
                  </a:moveTo>
                  <a:lnTo>
                    <a:pt x="61937" y="7100"/>
                  </a:lnTo>
                  <a:lnTo>
                    <a:pt x="61937" y="31790"/>
                  </a:lnTo>
                  <a:cubicBezTo>
                    <a:pt x="79992" y="11028"/>
                    <a:pt x="106369" y="-543"/>
                    <a:pt x="133843" y="254"/>
                  </a:cubicBezTo>
                  <a:cubicBezTo>
                    <a:pt x="164453" y="-2064"/>
                    <a:pt x="194089" y="11596"/>
                    <a:pt x="212245" y="36391"/>
                  </a:cubicBezTo>
                  <a:cubicBezTo>
                    <a:pt x="222325" y="50868"/>
                    <a:pt x="228597" y="69273"/>
                    <a:pt x="228597" y="110348"/>
                  </a:cubicBezTo>
                  <a:lnTo>
                    <a:pt x="228597" y="273413"/>
                  </a:lnTo>
                  <a:lnTo>
                    <a:pt x="166771" y="273413"/>
                  </a:lnTo>
                  <a:lnTo>
                    <a:pt x="166771" y="125387"/>
                  </a:lnTo>
                  <a:cubicBezTo>
                    <a:pt x="166771" y="58051"/>
                    <a:pt x="141571" y="55806"/>
                    <a:pt x="118162" y="55806"/>
                  </a:cubicBezTo>
                  <a:cubicBezTo>
                    <a:pt x="90386" y="55806"/>
                    <a:pt x="62161" y="59622"/>
                    <a:pt x="62161" y="145587"/>
                  </a:cubicBezTo>
                  <a:lnTo>
                    <a:pt x="62161" y="273413"/>
                  </a:lnTo>
                  <a:lnTo>
                    <a:pt x="224" y="273413"/>
                  </a:lnTo>
                  <a:close/>
                </a:path>
              </a:pathLst>
            </a:custGeom>
            <a:solidFill>
              <a:srgbClr val="22526C"/>
            </a:solidFill>
            <a:ln w="11179"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B4BF24CC-9AFC-CF11-1178-B744B552922A}"/>
                </a:ext>
              </a:extLst>
            </p:cNvPr>
            <p:cNvSpPr/>
            <p:nvPr/>
          </p:nvSpPr>
          <p:spPr>
            <a:xfrm>
              <a:off x="5585913" y="12061169"/>
              <a:ext cx="135187" cy="413217"/>
            </a:xfrm>
            <a:custGeom>
              <a:avLst/>
              <a:gdLst>
                <a:gd name="connsiteX0" fmla="*/ 87586 w 135187"/>
                <a:gd name="connsiteY0" fmla="*/ 203915 h 413217"/>
                <a:gd name="connsiteX1" fmla="*/ 87586 w 135187"/>
                <a:gd name="connsiteY1" fmla="*/ 413218 h 413217"/>
                <a:gd name="connsiteX2" fmla="*/ 25760 w 135187"/>
                <a:gd name="connsiteY2" fmla="*/ 413218 h 413217"/>
                <a:gd name="connsiteX3" fmla="*/ 25760 w 135187"/>
                <a:gd name="connsiteY3" fmla="*/ 203915 h 413217"/>
                <a:gd name="connsiteX4" fmla="*/ 0 w 135187"/>
                <a:gd name="connsiteY4" fmla="*/ 203915 h 413217"/>
                <a:gd name="connsiteX5" fmla="*/ 0 w 135187"/>
                <a:gd name="connsiteY5" fmla="*/ 146904 h 413217"/>
                <a:gd name="connsiteX6" fmla="*/ 25985 w 135187"/>
                <a:gd name="connsiteY6" fmla="*/ 146904 h 413217"/>
                <a:gd name="connsiteX7" fmla="*/ 25985 w 135187"/>
                <a:gd name="connsiteY7" fmla="*/ 49267 h 413217"/>
                <a:gd name="connsiteX8" fmla="*/ 87810 w 135187"/>
                <a:gd name="connsiteY8" fmla="*/ 0 h 413217"/>
                <a:gd name="connsiteX9" fmla="*/ 87810 w 135187"/>
                <a:gd name="connsiteY9" fmla="*/ 146904 h 413217"/>
                <a:gd name="connsiteX10" fmla="*/ 135187 w 135187"/>
                <a:gd name="connsiteY10" fmla="*/ 146904 h 413217"/>
                <a:gd name="connsiteX11" fmla="*/ 135187 w 135187"/>
                <a:gd name="connsiteY11" fmla="*/ 203803 h 41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187" h="413217">
                  <a:moveTo>
                    <a:pt x="87586" y="203915"/>
                  </a:moveTo>
                  <a:lnTo>
                    <a:pt x="87586" y="413218"/>
                  </a:lnTo>
                  <a:lnTo>
                    <a:pt x="25760" y="413218"/>
                  </a:lnTo>
                  <a:lnTo>
                    <a:pt x="25760" y="203915"/>
                  </a:lnTo>
                  <a:lnTo>
                    <a:pt x="0" y="203915"/>
                  </a:lnTo>
                  <a:lnTo>
                    <a:pt x="0" y="146904"/>
                  </a:lnTo>
                  <a:lnTo>
                    <a:pt x="25985" y="146904"/>
                  </a:lnTo>
                  <a:lnTo>
                    <a:pt x="25985" y="49267"/>
                  </a:lnTo>
                  <a:lnTo>
                    <a:pt x="87810" y="0"/>
                  </a:lnTo>
                  <a:lnTo>
                    <a:pt x="87810" y="146904"/>
                  </a:lnTo>
                  <a:lnTo>
                    <a:pt x="135187" y="146904"/>
                  </a:lnTo>
                  <a:lnTo>
                    <a:pt x="135187" y="203803"/>
                  </a:lnTo>
                  <a:close/>
                </a:path>
              </a:pathLst>
            </a:custGeom>
            <a:solidFill>
              <a:srgbClr val="22526C"/>
            </a:solidFill>
            <a:ln w="11179"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4A3A6084-28E5-9EA6-E815-9A181D9557B7}"/>
                </a:ext>
              </a:extLst>
            </p:cNvPr>
            <p:cNvSpPr/>
            <p:nvPr/>
          </p:nvSpPr>
          <p:spPr>
            <a:xfrm>
              <a:off x="3020273" y="12027837"/>
              <a:ext cx="358407" cy="446548"/>
            </a:xfrm>
            <a:custGeom>
              <a:avLst/>
              <a:gdLst>
                <a:gd name="connsiteX0" fmla="*/ 358408 w 358407"/>
                <a:gd name="connsiteY0" fmla="*/ 446549 h 446548"/>
                <a:gd name="connsiteX1" fmla="*/ 179204 w 358407"/>
                <a:gd name="connsiteY1" fmla="*/ 0 h 446548"/>
                <a:gd name="connsiteX2" fmla="*/ 179204 w 358407"/>
                <a:gd name="connsiteY2" fmla="*/ 0 h 446548"/>
                <a:gd name="connsiteX3" fmla="*/ 0 w 358407"/>
                <a:gd name="connsiteY3" fmla="*/ 446549 h 446548"/>
                <a:gd name="connsiteX4" fmla="*/ 69441 w 358407"/>
                <a:gd name="connsiteY4" fmla="*/ 446549 h 446548"/>
                <a:gd name="connsiteX5" fmla="*/ 179428 w 358407"/>
                <a:gd name="connsiteY5" fmla="*/ 162167 h 446548"/>
                <a:gd name="connsiteX6" fmla="*/ 289302 w 358407"/>
                <a:gd name="connsiteY6" fmla="*/ 446549 h 44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407" h="446548">
                  <a:moveTo>
                    <a:pt x="358408" y="446549"/>
                  </a:moveTo>
                  <a:lnTo>
                    <a:pt x="179204" y="0"/>
                  </a:lnTo>
                  <a:lnTo>
                    <a:pt x="179204" y="0"/>
                  </a:lnTo>
                  <a:lnTo>
                    <a:pt x="0" y="446549"/>
                  </a:lnTo>
                  <a:lnTo>
                    <a:pt x="69441" y="446549"/>
                  </a:lnTo>
                  <a:lnTo>
                    <a:pt x="179428" y="162167"/>
                  </a:lnTo>
                  <a:lnTo>
                    <a:pt x="289302" y="446549"/>
                  </a:lnTo>
                  <a:close/>
                </a:path>
              </a:pathLst>
            </a:custGeom>
            <a:solidFill>
              <a:srgbClr val="22526C"/>
            </a:solidFill>
            <a:ln w="11179" cap="flat">
              <a:noFill/>
              <a:prstDash val="solid"/>
              <a:miter/>
            </a:ln>
          </p:spPr>
          <p:txBody>
            <a:bodyPr rtlCol="0" anchor="ctr"/>
            <a:lstStyle/>
            <a:p>
              <a:endParaRPr lang="en-US"/>
            </a:p>
          </p:txBody>
        </p:sp>
      </p:grpSp>
    </p:spTree>
    <p:extLst>
      <p:ext uri="{BB962C8B-B14F-4D97-AF65-F5344CB8AC3E}">
        <p14:creationId xmlns:p14="http://schemas.microsoft.com/office/powerpoint/2010/main" val="215469024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4" name="Text Placeholder 22">
            <a:extLst>
              <a:ext uri="{FF2B5EF4-FFF2-40B4-BE49-F238E27FC236}">
                <a16:creationId xmlns:a16="http://schemas.microsoft.com/office/drawing/2014/main" id="{B7E03F3E-57DA-4167-BE3A-75401D0149D7}"/>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65" name="Title 1">
            <a:extLst>
              <a:ext uri="{FF2B5EF4-FFF2-40B4-BE49-F238E27FC236}">
                <a16:creationId xmlns:a16="http://schemas.microsoft.com/office/drawing/2014/main" id="{60B56E13-134C-40AD-8247-0C3F425B0188}"/>
              </a:ext>
            </a:extLst>
          </p:cNvPr>
          <p:cNvSpPr>
            <a:spLocks noGrp="1"/>
          </p:cNvSpPr>
          <p:nvPr>
            <p:ph type="title" hasCustomPrompt="1"/>
          </p:nvPr>
        </p:nvSpPr>
        <p:spPr>
          <a:xfrm>
            <a:off x="1515004" y="4127912"/>
            <a:ext cx="9938714" cy="4622918"/>
          </a:xfrm>
        </p:spPr>
        <p:txBody>
          <a:bodyPr lIns="0" tIns="411480" rIns="0" bIns="0" anchor="t" anchorCtr="0">
            <a:noAutofit/>
          </a:bodyPr>
          <a:lstStyle>
            <a:lvl1pPr marL="0" indent="0">
              <a:lnSpc>
                <a:spcPct val="80000"/>
              </a:lnSpc>
              <a:defRPr sz="10500" b="1" i="0" cap="none" baseline="0">
                <a:latin typeface="TT Norms Pro ExtraBold" panose="02000503030000020003" pitchFamily="2" charset="0"/>
              </a:defRPr>
            </a:lvl1pPr>
          </a:lstStyle>
          <a:p>
            <a:r>
              <a:rPr lang="en-US"/>
              <a:t>Title (105 Pt Bold)</a:t>
            </a:r>
          </a:p>
        </p:txBody>
      </p:sp>
      <p:sp>
        <p:nvSpPr>
          <p:cNvPr id="66" name="Text Placeholder 5">
            <a:extLst>
              <a:ext uri="{FF2B5EF4-FFF2-40B4-BE49-F238E27FC236}">
                <a16:creationId xmlns:a16="http://schemas.microsoft.com/office/drawing/2014/main" id="{0B8F79EE-ACBD-46F9-9F0D-235A653AE1F7}"/>
              </a:ext>
            </a:extLst>
          </p:cNvPr>
          <p:cNvSpPr>
            <a:spLocks noGrp="1"/>
          </p:cNvSpPr>
          <p:nvPr>
            <p:ph type="body" sz="quarter" idx="16" hasCustomPrompt="1"/>
          </p:nvPr>
        </p:nvSpPr>
        <p:spPr>
          <a:xfrm>
            <a:off x="1515004" y="3670712"/>
            <a:ext cx="9938713"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12" name="Date Placeholder 11">
            <a:extLst>
              <a:ext uri="{FF2B5EF4-FFF2-40B4-BE49-F238E27FC236}">
                <a16:creationId xmlns:a16="http://schemas.microsoft.com/office/drawing/2014/main" id="{1D6E3BC1-175F-4CC8-9967-0BA85F579B8D}"/>
              </a:ext>
            </a:extLst>
          </p:cNvPr>
          <p:cNvSpPr>
            <a:spLocks noGrp="1"/>
          </p:cNvSpPr>
          <p:nvPr>
            <p:ph type="dt" sz="half" idx="17"/>
          </p:nvPr>
        </p:nvSpPr>
        <p:spPr/>
        <p:txBody>
          <a:bodyPr/>
          <a:lstStyle/>
          <a:p>
            <a:fld id="{9CC7B6BA-D44D-4729-BD5A-BF29607FF773}" type="datetime4">
              <a:rPr lang="en-US" smtClean="0"/>
              <a:pPr/>
              <a:t>June 10, 2026</a:t>
            </a:fld>
            <a:endParaRPr lang="en-US"/>
          </a:p>
        </p:txBody>
      </p:sp>
      <p:sp>
        <p:nvSpPr>
          <p:cNvPr id="13" name="Footer Placeholder 12">
            <a:extLst>
              <a:ext uri="{FF2B5EF4-FFF2-40B4-BE49-F238E27FC236}">
                <a16:creationId xmlns:a16="http://schemas.microsoft.com/office/drawing/2014/main" id="{5E13D4CF-DED8-4F0A-BC97-8B42B4CA9DC4}"/>
              </a:ext>
            </a:extLst>
          </p:cNvPr>
          <p:cNvSpPr>
            <a:spLocks noGrp="1"/>
          </p:cNvSpPr>
          <p:nvPr>
            <p:ph type="ftr" sz="quarter" idx="1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14" name="Slide Number Placeholder 13">
            <a:extLst>
              <a:ext uri="{FF2B5EF4-FFF2-40B4-BE49-F238E27FC236}">
                <a16:creationId xmlns:a16="http://schemas.microsoft.com/office/drawing/2014/main" id="{46F078EB-DEFD-4309-BB37-5573CCD31165}"/>
              </a:ext>
            </a:extLst>
          </p:cNvPr>
          <p:cNvSpPr>
            <a:spLocks noGrp="1"/>
          </p:cNvSpPr>
          <p:nvPr>
            <p:ph type="sldNum" sz="quarter" idx="19"/>
          </p:nvPr>
        </p:nvSpPr>
        <p:spPr/>
        <p:txBody>
          <a:bodyPr/>
          <a:lstStyle/>
          <a:p>
            <a:fld id="{65CC2327-6B8B-47BD-B581-B21CDA88CCFB}" type="slidenum">
              <a:rPr lang="en-US" smtClean="0"/>
              <a:pPr/>
              <a:t>‹#›</a:t>
            </a:fld>
            <a:endParaRPr lang="en-US"/>
          </a:p>
        </p:txBody>
      </p:sp>
      <p:sp>
        <p:nvSpPr>
          <p:cNvPr id="11" name="Date Placeholder 4">
            <a:extLst>
              <a:ext uri="{FF2B5EF4-FFF2-40B4-BE49-F238E27FC236}">
                <a16:creationId xmlns:a16="http://schemas.microsoft.com/office/drawing/2014/main" id="{2C224A1D-A29D-4452-AD9D-3640B5DA43D2}"/>
              </a:ext>
            </a:extLst>
          </p:cNvPr>
          <p:cNvSpPr txBox="1">
            <a:spLocks/>
          </p:cNvSpPr>
          <p:nvPr userDrawn="1"/>
        </p:nvSpPr>
        <p:spPr>
          <a:xfrm>
            <a:off x="0" y="13441680"/>
            <a:ext cx="1143000" cy="274320"/>
          </a:xfrm>
          <a:prstGeom prst="rect">
            <a:avLst/>
          </a:prstGeom>
        </p:spPr>
        <p:txBody>
          <a:bodyPr vert="horz" lIns="91440" tIns="45720" rIns="91440" bIns="27432" rtlCol="0" anchor="ctr"/>
          <a:lstStyle>
            <a:defPPr>
              <a:defRPr lang="en-US"/>
            </a:defPPr>
            <a:lvl1pPr marL="0" algn="l" defTabSz="457131" rtl="0" eaLnBrk="1" latinLnBrk="0" hangingPunct="1">
              <a:defRPr sz="800" kern="1200">
                <a:solidFill>
                  <a:schemeClr val="bg1"/>
                </a:solidFill>
                <a:latin typeface="TT Norms Pro" panose="020B0604020202020204" charset="0"/>
                <a:ea typeface="+mn-ea"/>
                <a:cs typeface="+mn-cs"/>
              </a:defRPr>
            </a:lvl1pPr>
            <a:lvl2pPr marL="457131" algn="l" defTabSz="457131" rtl="0" eaLnBrk="1" latinLnBrk="0" hangingPunct="1">
              <a:defRPr sz="1800" kern="1200">
                <a:solidFill>
                  <a:schemeClr val="tx1"/>
                </a:solidFill>
                <a:latin typeface="+mn-lt"/>
                <a:ea typeface="+mn-ea"/>
                <a:cs typeface="+mn-cs"/>
              </a:defRPr>
            </a:lvl2pPr>
            <a:lvl3pPr marL="914264" algn="l" defTabSz="457131" rtl="0" eaLnBrk="1" latinLnBrk="0" hangingPunct="1">
              <a:defRPr sz="1800" kern="1200">
                <a:solidFill>
                  <a:schemeClr val="tx1"/>
                </a:solidFill>
                <a:latin typeface="+mn-lt"/>
                <a:ea typeface="+mn-ea"/>
                <a:cs typeface="+mn-cs"/>
              </a:defRPr>
            </a:lvl3pPr>
            <a:lvl4pPr marL="1371395" algn="l" defTabSz="457131" rtl="0" eaLnBrk="1" latinLnBrk="0" hangingPunct="1">
              <a:defRPr sz="1800" kern="1200">
                <a:solidFill>
                  <a:schemeClr val="tx1"/>
                </a:solidFill>
                <a:latin typeface="+mn-lt"/>
                <a:ea typeface="+mn-ea"/>
                <a:cs typeface="+mn-cs"/>
              </a:defRPr>
            </a:lvl4pPr>
            <a:lvl5pPr marL="1828525" algn="l" defTabSz="457131" rtl="0" eaLnBrk="1" latinLnBrk="0" hangingPunct="1">
              <a:defRPr sz="1800" kern="1200">
                <a:solidFill>
                  <a:schemeClr val="tx1"/>
                </a:solidFill>
                <a:latin typeface="+mn-lt"/>
                <a:ea typeface="+mn-ea"/>
                <a:cs typeface="+mn-cs"/>
              </a:defRPr>
            </a:lvl5pPr>
            <a:lvl6pPr marL="2285656" algn="l" defTabSz="457131" rtl="0" eaLnBrk="1" latinLnBrk="0" hangingPunct="1">
              <a:defRPr sz="1800" kern="1200">
                <a:solidFill>
                  <a:schemeClr val="tx1"/>
                </a:solidFill>
                <a:latin typeface="+mn-lt"/>
                <a:ea typeface="+mn-ea"/>
                <a:cs typeface="+mn-cs"/>
              </a:defRPr>
            </a:lvl6pPr>
            <a:lvl7pPr marL="2742789" algn="l" defTabSz="457131" rtl="0" eaLnBrk="1" latinLnBrk="0" hangingPunct="1">
              <a:defRPr sz="1800" kern="1200">
                <a:solidFill>
                  <a:schemeClr val="tx1"/>
                </a:solidFill>
                <a:latin typeface="+mn-lt"/>
                <a:ea typeface="+mn-ea"/>
                <a:cs typeface="+mn-cs"/>
              </a:defRPr>
            </a:lvl7pPr>
            <a:lvl8pPr marL="3199920" algn="l" defTabSz="457131" rtl="0" eaLnBrk="1" latinLnBrk="0" hangingPunct="1">
              <a:defRPr sz="1800" kern="1200">
                <a:solidFill>
                  <a:schemeClr val="tx1"/>
                </a:solidFill>
                <a:latin typeface="+mn-lt"/>
                <a:ea typeface="+mn-ea"/>
                <a:cs typeface="+mn-cs"/>
              </a:defRPr>
            </a:lvl8pPr>
            <a:lvl9pPr marL="3657051" algn="l" defTabSz="457131" rtl="0" eaLnBrk="1" latinLnBrk="0" hangingPunct="1">
              <a:defRPr sz="1800" kern="1200">
                <a:solidFill>
                  <a:schemeClr val="tx1"/>
                </a:solidFill>
                <a:latin typeface="+mn-lt"/>
                <a:ea typeface="+mn-ea"/>
                <a:cs typeface="+mn-cs"/>
              </a:defRPr>
            </a:lvl9pPr>
          </a:lstStyle>
          <a:p>
            <a:fld id="{9CC7B6BA-D44D-4729-BD5A-BF29607FF773}" type="datetime4">
              <a:rPr lang="en-US" smtClean="0"/>
              <a:pPr/>
              <a:t>June 10, 2026</a:t>
            </a:fld>
            <a:endParaRPr lang="en-US"/>
          </a:p>
        </p:txBody>
      </p:sp>
      <p:grpSp>
        <p:nvGrpSpPr>
          <p:cNvPr id="25" name="Group 24">
            <a:extLst>
              <a:ext uri="{FF2B5EF4-FFF2-40B4-BE49-F238E27FC236}">
                <a16:creationId xmlns:a16="http://schemas.microsoft.com/office/drawing/2014/main" id="{3294DD15-2D2A-3AAF-C317-9820AD7F1607}"/>
              </a:ext>
            </a:extLst>
          </p:cNvPr>
          <p:cNvGrpSpPr/>
          <p:nvPr userDrawn="1"/>
        </p:nvGrpSpPr>
        <p:grpSpPr>
          <a:xfrm>
            <a:off x="22521672" y="369493"/>
            <a:ext cx="1485496" cy="321800"/>
            <a:chOff x="22521672" y="369493"/>
            <a:chExt cx="1485496" cy="321800"/>
          </a:xfrm>
        </p:grpSpPr>
        <p:grpSp>
          <p:nvGrpSpPr>
            <p:cNvPr id="4" name="Graphic 2">
              <a:extLst>
                <a:ext uri="{FF2B5EF4-FFF2-40B4-BE49-F238E27FC236}">
                  <a16:creationId xmlns:a16="http://schemas.microsoft.com/office/drawing/2014/main" id="{C1DAC705-2E5C-EE2E-BF6D-C5933A661645}"/>
                </a:ext>
              </a:extLst>
            </p:cNvPr>
            <p:cNvGrpSpPr/>
            <p:nvPr/>
          </p:nvGrpSpPr>
          <p:grpSpPr>
            <a:xfrm>
              <a:off x="22521672" y="369493"/>
              <a:ext cx="317313" cy="321800"/>
              <a:chOff x="22521672" y="369493"/>
              <a:chExt cx="317313" cy="321800"/>
            </a:xfrm>
            <a:solidFill>
              <a:srgbClr val="FFB81C"/>
            </a:solidFill>
          </p:grpSpPr>
          <p:sp>
            <p:nvSpPr>
              <p:cNvPr id="5" name="Freeform 4">
                <a:extLst>
                  <a:ext uri="{FF2B5EF4-FFF2-40B4-BE49-F238E27FC236}">
                    <a16:creationId xmlns:a16="http://schemas.microsoft.com/office/drawing/2014/main" id="{BBAA4CBA-81F8-34AA-114C-658CCCA9A775}"/>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6" name="Graphic 2">
                <a:extLst>
                  <a:ext uri="{FF2B5EF4-FFF2-40B4-BE49-F238E27FC236}">
                    <a16:creationId xmlns:a16="http://schemas.microsoft.com/office/drawing/2014/main" id="{37353B1C-9ABB-6207-4550-5D7AACAB442B}"/>
                  </a:ext>
                </a:extLst>
              </p:cNvPr>
              <p:cNvGrpSpPr/>
              <p:nvPr/>
            </p:nvGrpSpPr>
            <p:grpSpPr>
              <a:xfrm>
                <a:off x="22540081" y="369493"/>
                <a:ext cx="298904" cy="321800"/>
                <a:chOff x="22540081" y="369493"/>
                <a:chExt cx="298904" cy="321800"/>
              </a:xfrm>
              <a:grpFill/>
            </p:grpSpPr>
            <p:sp>
              <p:nvSpPr>
                <p:cNvPr id="7" name="Freeform 6">
                  <a:extLst>
                    <a:ext uri="{FF2B5EF4-FFF2-40B4-BE49-F238E27FC236}">
                      <a16:creationId xmlns:a16="http://schemas.microsoft.com/office/drawing/2014/main" id="{75A13CE8-DD63-75D7-E877-3BBDA6F4A30B}"/>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8F810333-4F5A-E203-E8C9-B6422B5E0AB2}"/>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9" name="Graphic 2">
              <a:extLst>
                <a:ext uri="{FF2B5EF4-FFF2-40B4-BE49-F238E27FC236}">
                  <a16:creationId xmlns:a16="http://schemas.microsoft.com/office/drawing/2014/main" id="{BC5A81AE-1514-93DA-28F1-E58CA58ECEB6}"/>
                </a:ext>
              </a:extLst>
            </p:cNvPr>
            <p:cNvGrpSpPr/>
            <p:nvPr/>
          </p:nvGrpSpPr>
          <p:grpSpPr>
            <a:xfrm>
              <a:off x="22934900" y="432271"/>
              <a:ext cx="1072268" cy="235263"/>
              <a:chOff x="22934900" y="432271"/>
              <a:chExt cx="1072268" cy="235263"/>
            </a:xfrm>
            <a:solidFill>
              <a:srgbClr val="33647E"/>
            </a:solidFill>
          </p:grpSpPr>
          <p:sp>
            <p:nvSpPr>
              <p:cNvPr id="10" name="Freeform 9">
                <a:extLst>
                  <a:ext uri="{FF2B5EF4-FFF2-40B4-BE49-F238E27FC236}">
                    <a16:creationId xmlns:a16="http://schemas.microsoft.com/office/drawing/2014/main" id="{A68D3DFC-76A0-4D4B-20C2-58B278E93A68}"/>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DCE7FE35-C5B6-0D35-3A6A-0081596E0DEA}"/>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solidFill>
                <a:srgbClr val="33647E"/>
              </a:solid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539B2403-E45A-0BBF-2A59-8D004D424199}"/>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solidFill>
                <a:srgbClr val="33647E"/>
              </a:solid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88C04AD-B027-E312-129C-C72D66246C29}"/>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solidFill>
                <a:srgbClr val="33647E"/>
              </a:solidFill>
              <a:ln w="442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043CF2E-7B4C-47FD-32FB-8A1BEF5228C4}"/>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solidFill>
                <a:srgbClr val="33647E"/>
              </a:solidFill>
              <a:ln w="442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877D0A23-55EA-4DE8-A2A3-676B858955FB}"/>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solidFill>
                <a:srgbClr val="33647E"/>
              </a:solidFill>
              <a:ln w="442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73E794AC-2EF1-BB27-05BA-DB087D73C1D6}"/>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solidFill>
                <a:srgbClr val="33647E"/>
              </a:solidFill>
              <a:ln w="442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3DB54BAF-F45A-66AD-1650-F7BE32132D52}"/>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solidFill>
                <a:srgbClr val="33647E"/>
              </a:solidFill>
              <a:ln w="442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8C3B6EE3-7149-28E5-071E-F860260B098E}"/>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7F241E34-B880-4419-ABF9-6CA334A16767}"/>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solidFill>
                <a:srgbClr val="33647E"/>
              </a:solidFill>
              <a:ln w="442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0C394550-572B-CAD8-A52B-EF52BDAEF9B3}"/>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solidFill>
                <a:srgbClr val="33647E"/>
              </a:solid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12224216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DF28C-B328-49C3-8E06-47FE33854AA3}"/>
              </a:ext>
            </a:extLst>
          </p:cNvPr>
          <p:cNvSpPr>
            <a:spLocks noGrp="1"/>
          </p:cNvSpPr>
          <p:nvPr>
            <p:ph type="title" hasCustomPrompt="1"/>
          </p:nvPr>
        </p:nvSpPr>
        <p:spPr/>
        <p:txBody>
          <a:bodyPr/>
          <a:lstStyle>
            <a:lvl1pPr>
              <a:defRPr b="1" i="0">
                <a:latin typeface="TT Norms Pro ExtraBold" panose="02000503030000020003" pitchFamily="2" charset="0"/>
              </a:defRPr>
            </a:lvl1pPr>
          </a:lstStyle>
          <a:p>
            <a:r>
              <a:rPr lang="en-US"/>
              <a:t>Title (Title Caps, 66 Pt Bold)</a:t>
            </a:r>
          </a:p>
        </p:txBody>
      </p:sp>
      <p:sp>
        <p:nvSpPr>
          <p:cNvPr id="3" name="Footer Placeholder 2">
            <a:extLst>
              <a:ext uri="{FF2B5EF4-FFF2-40B4-BE49-F238E27FC236}">
                <a16:creationId xmlns:a16="http://schemas.microsoft.com/office/drawing/2014/main" id="{3BFF2B85-493A-4C5A-8952-E635056A433F}"/>
              </a:ext>
            </a:extLst>
          </p:cNvPr>
          <p:cNvSpPr>
            <a:spLocks noGrp="1"/>
          </p:cNvSpPr>
          <p:nvPr>
            <p:ph type="ftr" sz="quarter" idx="1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4" name="Slide Number Placeholder 3">
            <a:extLst>
              <a:ext uri="{FF2B5EF4-FFF2-40B4-BE49-F238E27FC236}">
                <a16:creationId xmlns:a16="http://schemas.microsoft.com/office/drawing/2014/main" id="{51CD7921-5200-4E95-9DA1-16A4633E7E0F}"/>
              </a:ext>
            </a:extLst>
          </p:cNvPr>
          <p:cNvSpPr>
            <a:spLocks noGrp="1"/>
          </p:cNvSpPr>
          <p:nvPr>
            <p:ph type="sldNum" sz="quarter" idx="11"/>
          </p:nvPr>
        </p:nvSpPr>
        <p:spPr/>
        <p:txBody>
          <a:bodyPr/>
          <a:lstStyle/>
          <a:p>
            <a:fld id="{65CC2327-6B8B-47BD-B581-B21CDA88CCFB}" type="slidenum">
              <a:rPr lang="en-US" smtClean="0"/>
              <a:pPr/>
              <a:t>‹#›</a:t>
            </a:fld>
            <a:endParaRPr lang="en-US"/>
          </a:p>
        </p:txBody>
      </p:sp>
      <p:sp>
        <p:nvSpPr>
          <p:cNvPr id="5" name="Date Placeholder 4">
            <a:extLst>
              <a:ext uri="{FF2B5EF4-FFF2-40B4-BE49-F238E27FC236}">
                <a16:creationId xmlns:a16="http://schemas.microsoft.com/office/drawing/2014/main" id="{A7604908-418C-4D94-B8EF-A4F05F6AF175}"/>
              </a:ext>
            </a:extLst>
          </p:cNvPr>
          <p:cNvSpPr>
            <a:spLocks noGrp="1"/>
          </p:cNvSpPr>
          <p:nvPr>
            <p:ph type="dt" sz="half" idx="12"/>
          </p:nvPr>
        </p:nvSpPr>
        <p:spPr/>
        <p:txBody>
          <a:bodyPr/>
          <a:lstStyle/>
          <a:p>
            <a:fld id="{9CC7B6BA-D44D-4729-BD5A-BF29607FF773}" type="datetime4">
              <a:rPr lang="en-US" smtClean="0"/>
              <a:pPr/>
              <a:t>June 10, 2026</a:t>
            </a:fld>
            <a:endParaRPr lang="en-US"/>
          </a:p>
        </p:txBody>
      </p:sp>
    </p:spTree>
    <p:extLst>
      <p:ext uri="{BB962C8B-B14F-4D97-AF65-F5344CB8AC3E}">
        <p14:creationId xmlns:p14="http://schemas.microsoft.com/office/powerpoint/2010/main" val="331509210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7" name="Text Placeholder 13">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lstStyle>
            <a:lvl1pPr marL="914355" indent="0">
              <a:spcBef>
                <a:spcPts val="0"/>
              </a:spcBef>
              <a:buNone/>
              <a:defRPr sz="3401" b="0" i="1" spc="-50" baseline="0">
                <a:solidFill>
                  <a:schemeClr val="accent1"/>
                </a:solidFill>
                <a:latin typeface="TT Norms Pro" panose="02000503030000020003" pitchFamily="2" charset="0"/>
              </a:defRPr>
            </a:lvl1pPr>
          </a:lstStyle>
          <a:p>
            <a:pPr lvl="0"/>
            <a:r>
              <a:rPr lang="en-US"/>
              <a:t>Optional subtitle (sentence caps, 34 </a:t>
            </a:r>
            <a:r>
              <a:rPr lang="en-US" err="1"/>
              <a:t>pt</a:t>
            </a:r>
            <a:r>
              <a:rPr lang="en-US"/>
              <a:t> italic, no punctuation)</a:t>
            </a:r>
          </a:p>
        </p:txBody>
      </p:sp>
      <p:sp>
        <p:nvSpPr>
          <p:cNvPr id="22" name="Title 21">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lstStyle>
            <a:lvl1pPr>
              <a:defRPr b="1" i="0">
                <a:latin typeface="TT Norms Pro ExtraBold" panose="02000503030000020003" pitchFamily="2" charset="0"/>
              </a:defRPr>
            </a:lvl1pPr>
          </a:lstStyle>
          <a:p>
            <a:r>
              <a:rPr lang="en-US"/>
              <a:t>Title (Title Caps, 66 Pt Bold)</a:t>
            </a:r>
          </a:p>
        </p:txBody>
      </p:sp>
      <p:sp>
        <p:nvSpPr>
          <p:cNvPr id="28" name="Footer Placeholder 27">
            <a:extLst>
              <a:ext uri="{FF2B5EF4-FFF2-40B4-BE49-F238E27FC236}">
                <a16:creationId xmlns:a16="http://schemas.microsoft.com/office/drawing/2014/main" id="{1F8E4EC8-42F3-4930-8A9E-F10CA0FCFB05}"/>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46" name="Slide Number Placeholder 45">
            <a:extLst>
              <a:ext uri="{FF2B5EF4-FFF2-40B4-BE49-F238E27FC236}">
                <a16:creationId xmlns:a16="http://schemas.microsoft.com/office/drawing/2014/main" id="{D2A05F00-D7EC-47FF-BBC8-79A84EFD127A}"/>
              </a:ext>
            </a:extLst>
          </p:cNvPr>
          <p:cNvSpPr>
            <a:spLocks noGrp="1"/>
          </p:cNvSpPr>
          <p:nvPr>
            <p:ph type="sldNum" sz="quarter" idx="16"/>
          </p:nvPr>
        </p:nvSpPr>
        <p:spPr/>
        <p:txBody>
          <a:bodyPr/>
          <a:lstStyle/>
          <a:p>
            <a:fld id="{65CC2327-6B8B-47BD-B581-B21CDA88CCFB}" type="slidenum">
              <a:rPr lang="en-US" smtClean="0"/>
              <a:pPr/>
              <a:t>‹#›</a:t>
            </a:fld>
            <a:endParaRPr lang="en-US"/>
          </a:p>
        </p:txBody>
      </p:sp>
      <p:sp>
        <p:nvSpPr>
          <p:cNvPr id="49" name="Text Placeholder 3">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5"/>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a:t>
            </a:r>
            <a:r>
              <a:rPr lang="en-US" err="1"/>
              <a:t>pt</a:t>
            </a:r>
            <a:r>
              <a:rPr lang="en-US"/>
              <a:t> regular; 20 </a:t>
            </a:r>
            <a:r>
              <a:rPr lang="en-US" err="1"/>
              <a:t>pt</a:t>
            </a:r>
            <a:r>
              <a:rPr lang="en-US"/>
              <a:t> before, 6 </a:t>
            </a:r>
            <a:r>
              <a:rPr lang="en-US" err="1"/>
              <a:t>pt</a:t>
            </a:r>
            <a:r>
              <a:rPr lang="en-US"/>
              <a:t> after; .9 line spacing)</a:t>
            </a:r>
          </a:p>
          <a:p>
            <a:pPr lvl="1"/>
            <a:r>
              <a:rPr lang="en-US"/>
              <a:t>Optional second level (32 </a:t>
            </a:r>
            <a:r>
              <a:rPr lang="en-US" err="1"/>
              <a:t>pt</a:t>
            </a:r>
            <a:r>
              <a:rPr lang="en-US"/>
              <a:t> regular; 10 </a:t>
            </a:r>
            <a:r>
              <a:rPr lang="en-US" err="1"/>
              <a:t>pt</a:t>
            </a:r>
            <a:r>
              <a:rPr lang="en-US"/>
              <a:t> before, 6 </a:t>
            </a:r>
            <a:r>
              <a:rPr lang="en-US" err="1"/>
              <a:t>pt</a:t>
            </a:r>
            <a:r>
              <a:rPr lang="en-US"/>
              <a:t> after; .9 line spacing)</a:t>
            </a:r>
          </a:p>
          <a:p>
            <a:pPr lvl="2"/>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9" name="Text Placeholder 22">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10" name="Date Placeholder 4">
            <a:extLst>
              <a:ext uri="{FF2B5EF4-FFF2-40B4-BE49-F238E27FC236}">
                <a16:creationId xmlns:a16="http://schemas.microsoft.com/office/drawing/2014/main" id="{F23C72B1-3A0F-43F2-B633-035973D3A9D0}"/>
              </a:ext>
            </a:extLst>
          </p:cNvPr>
          <p:cNvSpPr>
            <a:spLocks noGrp="1"/>
          </p:cNvSpPr>
          <p:nvPr>
            <p:ph type="dt" sz="half" idx="17"/>
          </p:nvPr>
        </p:nvSpPr>
        <p:spPr>
          <a:xfrm>
            <a:off x="0" y="13441680"/>
            <a:ext cx="1143000" cy="274320"/>
          </a:xfrm>
        </p:spPr>
        <p:txBody>
          <a:bodyPr/>
          <a:lstStyle/>
          <a:p>
            <a:fld id="{9CC7B6BA-D44D-4729-BD5A-BF29607FF773}" type="datetime4">
              <a:rPr lang="en-US" smtClean="0"/>
              <a:pPr/>
              <a:t>June 10, 2026</a:t>
            </a:fld>
            <a:endParaRPr lang="en-US"/>
          </a:p>
        </p:txBody>
      </p:sp>
      <p:grpSp>
        <p:nvGrpSpPr>
          <p:cNvPr id="2" name="Group 1">
            <a:extLst>
              <a:ext uri="{FF2B5EF4-FFF2-40B4-BE49-F238E27FC236}">
                <a16:creationId xmlns:a16="http://schemas.microsoft.com/office/drawing/2014/main" id="{AF4DB397-FE23-CD92-04AC-E11EF5489964}"/>
              </a:ext>
            </a:extLst>
          </p:cNvPr>
          <p:cNvGrpSpPr/>
          <p:nvPr userDrawn="1"/>
        </p:nvGrpSpPr>
        <p:grpSpPr>
          <a:xfrm>
            <a:off x="22521672" y="369493"/>
            <a:ext cx="1485496" cy="321800"/>
            <a:chOff x="22521672" y="369493"/>
            <a:chExt cx="1485496" cy="321800"/>
          </a:xfrm>
        </p:grpSpPr>
        <p:grpSp>
          <p:nvGrpSpPr>
            <p:cNvPr id="3" name="Graphic 2">
              <a:extLst>
                <a:ext uri="{FF2B5EF4-FFF2-40B4-BE49-F238E27FC236}">
                  <a16:creationId xmlns:a16="http://schemas.microsoft.com/office/drawing/2014/main" id="{2F54A226-1240-B671-FC86-02779840B843}"/>
                </a:ext>
              </a:extLst>
            </p:cNvPr>
            <p:cNvGrpSpPr/>
            <p:nvPr/>
          </p:nvGrpSpPr>
          <p:grpSpPr>
            <a:xfrm>
              <a:off x="22521672" y="369493"/>
              <a:ext cx="317313" cy="321800"/>
              <a:chOff x="22521672" y="369493"/>
              <a:chExt cx="317313" cy="321800"/>
            </a:xfrm>
            <a:solidFill>
              <a:srgbClr val="FFB81C"/>
            </a:solidFill>
          </p:grpSpPr>
          <p:sp>
            <p:nvSpPr>
              <p:cNvPr id="20" name="Freeform 19">
                <a:extLst>
                  <a:ext uri="{FF2B5EF4-FFF2-40B4-BE49-F238E27FC236}">
                    <a16:creationId xmlns:a16="http://schemas.microsoft.com/office/drawing/2014/main" id="{C485B7C0-A153-3DF2-B119-BD8A3B13E20C}"/>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21" name="Graphic 2">
                <a:extLst>
                  <a:ext uri="{FF2B5EF4-FFF2-40B4-BE49-F238E27FC236}">
                    <a16:creationId xmlns:a16="http://schemas.microsoft.com/office/drawing/2014/main" id="{27C92EDF-64DB-CE3F-0335-CD119037551C}"/>
                  </a:ext>
                </a:extLst>
              </p:cNvPr>
              <p:cNvGrpSpPr/>
              <p:nvPr/>
            </p:nvGrpSpPr>
            <p:grpSpPr>
              <a:xfrm>
                <a:off x="22540081" y="369493"/>
                <a:ext cx="298904" cy="321800"/>
                <a:chOff x="22540081" y="369493"/>
                <a:chExt cx="298904" cy="321800"/>
              </a:xfrm>
              <a:grpFill/>
            </p:grpSpPr>
            <p:sp>
              <p:nvSpPr>
                <p:cNvPr id="23" name="Freeform 22">
                  <a:extLst>
                    <a:ext uri="{FF2B5EF4-FFF2-40B4-BE49-F238E27FC236}">
                      <a16:creationId xmlns:a16="http://schemas.microsoft.com/office/drawing/2014/main" id="{66458B19-4BDE-95D6-DCCE-F4AF4EF2B040}"/>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407929EE-64E3-6FC3-7E22-38318824E4AC}"/>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4" name="Graphic 2">
              <a:extLst>
                <a:ext uri="{FF2B5EF4-FFF2-40B4-BE49-F238E27FC236}">
                  <a16:creationId xmlns:a16="http://schemas.microsoft.com/office/drawing/2014/main" id="{2C174F76-1A8E-0417-535C-566AA066B04A}"/>
                </a:ext>
              </a:extLst>
            </p:cNvPr>
            <p:cNvGrpSpPr/>
            <p:nvPr/>
          </p:nvGrpSpPr>
          <p:grpSpPr>
            <a:xfrm>
              <a:off x="22934900" y="432271"/>
              <a:ext cx="1072268" cy="235263"/>
              <a:chOff x="22934900" y="432271"/>
              <a:chExt cx="1072268" cy="235263"/>
            </a:xfrm>
            <a:solidFill>
              <a:srgbClr val="33647E"/>
            </a:solidFill>
          </p:grpSpPr>
          <p:sp>
            <p:nvSpPr>
              <p:cNvPr id="5" name="Freeform 4">
                <a:extLst>
                  <a:ext uri="{FF2B5EF4-FFF2-40B4-BE49-F238E27FC236}">
                    <a16:creationId xmlns:a16="http://schemas.microsoft.com/office/drawing/2014/main" id="{19F78525-86FF-6F06-B505-3E5A5D074B46}"/>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AA537DF4-DA7D-AE93-F55E-FCF52FE327EE}"/>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solidFill>
                <a:srgbClr val="33647E"/>
              </a:solidFill>
              <a:ln w="4420"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84CFBF6B-0B61-4333-A7DC-BB7F4A8E5A4B}"/>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solidFill>
                <a:srgbClr val="33647E"/>
              </a:solidFill>
              <a:ln w="442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4BD80EEC-ED0E-C2E3-EA09-C83467036E74}"/>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solidFill>
                <a:srgbClr val="33647E"/>
              </a:solidFill>
              <a:ln w="442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77292412-33A9-20EE-D369-E265F97E8B9A}"/>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solidFill>
                <a:srgbClr val="33647E"/>
              </a:solidFill>
              <a:ln w="442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D92F6AB3-5B72-5E68-D6FA-82BF16C2BA16}"/>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solidFill>
                <a:srgbClr val="33647E"/>
              </a:solid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0F78237-429A-D94F-7638-54BF1D9A7003}"/>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solidFill>
                <a:srgbClr val="33647E"/>
              </a:solid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66685E98-9B02-BDC9-A629-69D4FD0C3869}"/>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solidFill>
                <a:srgbClr val="33647E"/>
              </a:solid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F329151-BE2B-11D9-B273-B1F585F2215D}"/>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DD4360B-BF2B-66FA-D581-F7C27F3EF171}"/>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solidFill>
                <a:srgbClr val="33647E"/>
              </a:solidFill>
              <a:ln w="442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A9B7F66B-ACE4-EDC7-405E-172F54C801F4}"/>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solidFill>
                <a:srgbClr val="33647E"/>
              </a:solid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5800389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2026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2026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rId2" action="ppaction://hlinksldjump"/>
            <a:extLst>
              <a:ext uri="{FF2B5EF4-FFF2-40B4-BE49-F238E27FC236}">
                <a16:creationId xmlns:a16="http://schemas.microsoft.com/office/drawing/2014/main" id="{B3F7E1DD-397C-4ED4-8567-AD570F650F3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2026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rId2" action="ppaction://hlinksldjump"/>
            <a:extLst>
              <a:ext uri="{FF2B5EF4-FFF2-40B4-BE49-F238E27FC236}">
                <a16:creationId xmlns:a16="http://schemas.microsoft.com/office/drawing/2014/main" id="{B3F7E1DD-397C-4ED4-8567-AD570F650F3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2026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rId2" action="ppaction://hlinksldjump"/>
            <a:extLst>
              <a:ext uri="{FF2B5EF4-FFF2-40B4-BE49-F238E27FC236}">
                <a16:creationId xmlns:a16="http://schemas.microsoft.com/office/drawing/2014/main" id="{B3F7E1DD-397C-4ED4-8567-AD570F650F3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2026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2026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2026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2026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2026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2026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6" name="Freeform 78">
            <a:extLst>
              <a:ext uri="{FF2B5EF4-FFF2-40B4-BE49-F238E27FC236}">
                <a16:creationId xmlns:a16="http://schemas.microsoft.com/office/drawing/2014/main" id="{A0437F40-13F9-4D0E-873E-085D7DD6A2EF}"/>
              </a:ext>
            </a:extLst>
          </p:cNvPr>
          <p:cNvSpPr/>
          <p:nvPr userDrawn="1"/>
        </p:nvSpPr>
        <p:spPr>
          <a:xfrm>
            <a:off x="15069439" y="0"/>
            <a:ext cx="9317736" cy="13441680"/>
          </a:xfrm>
          <a:custGeom>
            <a:avLst/>
            <a:gdLst>
              <a:gd name="connsiteX0" fmla="*/ 0 w 10803986"/>
              <a:gd name="connsiteY0" fmla="*/ 0 h 13441680"/>
              <a:gd name="connsiteX1" fmla="*/ 10803986 w 10803986"/>
              <a:gd name="connsiteY1" fmla="*/ 0 h 13441680"/>
              <a:gd name="connsiteX2" fmla="*/ 10803986 w 10803986"/>
              <a:gd name="connsiteY2" fmla="*/ 13441680 h 13441680"/>
              <a:gd name="connsiteX3" fmla="*/ 0 w 10803986"/>
              <a:gd name="connsiteY3" fmla="*/ 13441680 h 13441680"/>
              <a:gd name="connsiteX4" fmla="*/ 0 w 10803986"/>
              <a:gd name="connsiteY4" fmla="*/ 7135948 h 13441680"/>
              <a:gd name="connsiteX5" fmla="*/ 483329 w 10803986"/>
              <a:gd name="connsiteY5" fmla="*/ 6720840 h 13441680"/>
              <a:gd name="connsiteX6" fmla="*/ 0 w 10803986"/>
              <a:gd name="connsiteY6" fmla="*/ 6305733 h 1344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3986" h="13441680">
                <a:moveTo>
                  <a:pt x="0" y="0"/>
                </a:moveTo>
                <a:lnTo>
                  <a:pt x="10803986" y="0"/>
                </a:lnTo>
                <a:lnTo>
                  <a:pt x="10803986" y="13441680"/>
                </a:lnTo>
                <a:lnTo>
                  <a:pt x="0" y="13441680"/>
                </a:lnTo>
                <a:lnTo>
                  <a:pt x="0" y="7135948"/>
                </a:lnTo>
                <a:lnTo>
                  <a:pt x="483329" y="6720840"/>
                </a:lnTo>
                <a:lnTo>
                  <a:pt x="0" y="6305733"/>
                </a:lnTo>
                <a:close/>
              </a:path>
            </a:pathLst>
          </a:custGeom>
          <a:gradFill>
            <a:gsLst>
              <a:gs pos="46000">
                <a:schemeClr val="tx2"/>
              </a:gs>
              <a:gs pos="100000">
                <a:schemeClr val="tx2">
                  <a:alpha val="90000"/>
                </a:schemeClr>
              </a:gs>
            </a:gsLst>
            <a:lin ang="5400000" scaled="1"/>
          </a:gra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TT Norms Pro Light" panose="02000503020000020003" pitchFamily="2" charset="0"/>
            </a:endParaRPr>
          </a:p>
        </p:txBody>
      </p:sp>
      <p:sp>
        <p:nvSpPr>
          <p:cNvPr id="2" name="Title 1">
            <a:extLst>
              <a:ext uri="{FF2B5EF4-FFF2-40B4-BE49-F238E27FC236}">
                <a16:creationId xmlns:a16="http://schemas.microsoft.com/office/drawing/2014/main" id="{4E058ED0-BD33-45D0-9A66-DF2F776A0520}"/>
              </a:ext>
            </a:extLst>
          </p:cNvPr>
          <p:cNvSpPr>
            <a:spLocks noGrp="1"/>
          </p:cNvSpPr>
          <p:nvPr>
            <p:ph type="title" hasCustomPrompt="1"/>
          </p:nvPr>
        </p:nvSpPr>
        <p:spPr>
          <a:xfrm>
            <a:off x="0" y="2524190"/>
            <a:ext cx="15060041" cy="2340864"/>
          </a:xfrm>
        </p:spPr>
        <p:txBody>
          <a:bodyPr rIns="914400" anchor="b"/>
          <a:lstStyle>
            <a:lvl1pPr marL="1270000" indent="0">
              <a:tabLst/>
              <a:defRPr b="1" i="0">
                <a:solidFill>
                  <a:schemeClr val="tx2"/>
                </a:solidFill>
                <a:latin typeface="TT Norms Pro ExtraBold" panose="02000503030000020003" pitchFamily="2" charset="0"/>
              </a:defRPr>
            </a:lvl1pPr>
          </a:lstStyle>
          <a:p>
            <a:r>
              <a:rPr kumimoji="0" lang="en-US" sz="6599" b="1" i="0" u="none" strike="noStrike" kern="1200" cap="none" spc="-100" normalizeH="0" baseline="0" noProof="0">
                <a:ln>
                  <a:noFill/>
                </a:ln>
                <a:solidFill>
                  <a:srgbClr val="002B49"/>
                </a:solidFill>
                <a:effectLst/>
                <a:uLnTx/>
                <a:uFillTx/>
                <a:latin typeface="TT Norms Pro"/>
                <a:ea typeface="+mj-ea"/>
                <a:cs typeface="+mj-cs"/>
              </a:rPr>
              <a:t>Title (Title Caps, 66 Pt Bold)</a:t>
            </a:r>
            <a:endParaRPr lang="en-US"/>
          </a:p>
        </p:txBody>
      </p:sp>
      <p:sp>
        <p:nvSpPr>
          <p:cNvPr id="3" name="Footer Placeholder 2">
            <a:extLst>
              <a:ext uri="{FF2B5EF4-FFF2-40B4-BE49-F238E27FC236}">
                <a16:creationId xmlns:a16="http://schemas.microsoft.com/office/drawing/2014/main" id="{55057329-94EE-4239-B419-DC91DAE24DCC}"/>
              </a:ext>
            </a:extLst>
          </p:cNvPr>
          <p:cNvSpPr>
            <a:spLocks noGrp="1"/>
          </p:cNvSpPr>
          <p:nvPr>
            <p:ph type="ftr" sz="quarter" idx="1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4" name="Slide Number Placeholder 3">
            <a:extLst>
              <a:ext uri="{FF2B5EF4-FFF2-40B4-BE49-F238E27FC236}">
                <a16:creationId xmlns:a16="http://schemas.microsoft.com/office/drawing/2014/main" id="{8AE5466B-0154-447D-BD3D-5364CD98D250}"/>
              </a:ext>
            </a:extLst>
          </p:cNvPr>
          <p:cNvSpPr>
            <a:spLocks noGrp="1"/>
          </p:cNvSpPr>
          <p:nvPr>
            <p:ph type="sldNum" sz="quarter" idx="11"/>
          </p:nvPr>
        </p:nvSpPr>
        <p:spPr/>
        <p:txBody>
          <a:bodyPr/>
          <a:lstStyle/>
          <a:p>
            <a:fld id="{65CC2327-6B8B-47BD-B581-B21CDA88CCFB}" type="slidenum">
              <a:rPr lang="en-US" smtClean="0"/>
              <a:pPr/>
              <a:t>‹#›</a:t>
            </a:fld>
            <a:endParaRPr lang="en-US"/>
          </a:p>
        </p:txBody>
      </p:sp>
      <p:sp>
        <p:nvSpPr>
          <p:cNvPr id="5" name="Date Placeholder 4">
            <a:extLst>
              <a:ext uri="{FF2B5EF4-FFF2-40B4-BE49-F238E27FC236}">
                <a16:creationId xmlns:a16="http://schemas.microsoft.com/office/drawing/2014/main" id="{0E515052-BF9E-496C-8871-64690D5BCF6C}"/>
              </a:ext>
            </a:extLst>
          </p:cNvPr>
          <p:cNvSpPr>
            <a:spLocks noGrp="1"/>
          </p:cNvSpPr>
          <p:nvPr>
            <p:ph type="dt" sz="half" idx="12"/>
          </p:nvPr>
        </p:nvSpPr>
        <p:spPr/>
        <p:txBody>
          <a:bodyPr/>
          <a:lstStyle/>
          <a:p>
            <a:fld id="{9CC7B6BA-D44D-4729-BD5A-BF29607FF773}" type="datetime4">
              <a:rPr lang="en-US" smtClean="0"/>
              <a:pPr/>
              <a:t>June 10, 2026</a:t>
            </a:fld>
            <a:endParaRPr lang="en-US"/>
          </a:p>
        </p:txBody>
      </p:sp>
      <p:graphicFrame>
        <p:nvGraphicFramePr>
          <p:cNvPr id="48" name="Table 153">
            <a:extLst>
              <a:ext uri="{FF2B5EF4-FFF2-40B4-BE49-F238E27FC236}">
                <a16:creationId xmlns:a16="http://schemas.microsoft.com/office/drawing/2014/main" id="{E1BBC372-9A6F-4BB6-A198-244CFF252019}"/>
              </a:ext>
            </a:extLst>
          </p:cNvPr>
          <p:cNvGraphicFramePr>
            <a:graphicFrameLocks noGrp="1"/>
          </p:cNvGraphicFramePr>
          <p:nvPr userDrawn="1">
            <p:extLst>
              <p:ext uri="{D42A27DB-BD31-4B8C-83A1-F6EECF244321}">
                <p14:modId xmlns:p14="http://schemas.microsoft.com/office/powerpoint/2010/main" val="762402938"/>
              </p:ext>
            </p:extLst>
          </p:nvPr>
        </p:nvGraphicFramePr>
        <p:xfrm>
          <a:off x="795801" y="5705981"/>
          <a:ext cx="13441680" cy="7081520"/>
        </p:xfrm>
        <a:graphic>
          <a:graphicData uri="http://schemas.openxmlformats.org/drawingml/2006/table">
            <a:tbl>
              <a:tblPr firstRow="1" bandRow="1">
                <a:tableStyleId>{5C22544A-7EE6-4342-B048-85BDC9FD1C3A}</a:tableStyleId>
              </a:tblPr>
              <a:tblGrid>
                <a:gridCol w="6720840">
                  <a:extLst>
                    <a:ext uri="{9D8B030D-6E8A-4147-A177-3AD203B41FA5}">
                      <a16:colId xmlns:a16="http://schemas.microsoft.com/office/drawing/2014/main" val="3488762945"/>
                    </a:ext>
                  </a:extLst>
                </a:gridCol>
                <a:gridCol w="6720840">
                  <a:extLst>
                    <a:ext uri="{9D8B030D-6E8A-4147-A177-3AD203B41FA5}">
                      <a16:colId xmlns:a16="http://schemas.microsoft.com/office/drawing/2014/main" val="48670049"/>
                    </a:ext>
                  </a:extLst>
                </a:gridCol>
              </a:tblGrid>
              <a:tr h="0">
                <a:tc>
                  <a:txBody>
                    <a:bodyPr/>
                    <a:lstStyle/>
                    <a:p>
                      <a:endParaRPr lang="en-US" sz="100"/>
                    </a:p>
                  </a:txBody>
                  <a:tcPr marL="731520" marT="0" marB="274320">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100" b="1">
                        <a:solidFill>
                          <a:schemeClr val="accent3"/>
                        </a:solidFill>
                        <a:latin typeface="TT Norms Pro" panose="02000503030000020003" pitchFamily="2" charset="0"/>
                        <a:ea typeface="Calibri"/>
                        <a:cs typeface="Calibri"/>
                        <a:sym typeface="Calibri"/>
                      </a:endParaRPr>
                    </a:p>
                  </a:txBody>
                  <a:tcPr marL="731520" marT="0" marB="274320">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extLst>
                  <a:ext uri="{0D108BD9-81ED-4DB2-BD59-A6C34878D82A}">
                    <a16:rowId xmlns:a16="http://schemas.microsoft.com/office/drawing/2014/main" val="3767590600"/>
                  </a:ext>
                </a:extLst>
              </a:tr>
              <a:tr h="580809">
                <a:tc>
                  <a:txBody>
                    <a:bodyPr/>
                    <a:lstStyle/>
                    <a:p>
                      <a:r>
                        <a:rPr lang="de-DE" sz="2400" b="1">
                          <a:solidFill>
                            <a:srgbClr val="002B49"/>
                          </a:solidFill>
                          <a:latin typeface="TT Norms Pro" panose="02000503030000020003" pitchFamily="2" charset="0"/>
                          <a:ea typeface="Calibri"/>
                          <a:cs typeface="Calibri"/>
                          <a:sym typeface="Calibri"/>
                        </a:rPr>
                        <a:t>CHALLENGE</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4"/>
                          </a:solidFill>
                          <a:latin typeface="+mn-lt"/>
                          <a:ea typeface="HGGothicE" panose="020B0909000000000000" pitchFamily="49" charset="-128"/>
                          <a:cs typeface="Calibri"/>
                          <a:sym typeface="Calibri"/>
                        </a:rPr>
                        <a:t>▼</a:t>
                      </a:r>
                      <a:r>
                        <a:rPr lang="de-DE" sz="2400">
                          <a:solidFill>
                            <a:schemeClr val="accent4"/>
                          </a:solidFill>
                          <a:latin typeface="TT Norms Pro" panose="02000503030000020003" pitchFamily="2" charset="0"/>
                          <a:ea typeface="Calibri"/>
                          <a:cs typeface="Calibri"/>
                          <a:sym typeface="Calibri"/>
                        </a:rPr>
                        <a:t> </a:t>
                      </a:r>
                      <a:endParaRPr lang="en-US" sz="2800"/>
                    </a:p>
                  </a:txBody>
                  <a:tcPr marL="548640" marT="0" marB="182880">
                    <a:lnL w="12700" cap="flat" cmpd="sng" algn="ctr">
                      <a:noFill/>
                      <a:prstDash val="solid"/>
                      <a:round/>
                      <a:headEnd type="none" w="med" len="med"/>
                      <a:tailEnd type="none" w="med" len="med"/>
                    </a:lnL>
                    <a:lnR w="19050" cap="flat" cmpd="sng" algn="ctr">
                      <a:no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de-DE" sz="2400" b="1" i="0">
                          <a:solidFill>
                            <a:srgbClr val="002B49"/>
                          </a:solidFill>
                          <a:latin typeface="TT Norms Pro" panose="02000503030000020003" pitchFamily="2" charset="0"/>
                          <a:ea typeface="Calibri"/>
                          <a:cs typeface="Calibri"/>
                          <a:sym typeface="Calibri"/>
                        </a:rPr>
                        <a:t>SOLUTION</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3"/>
                          </a:solidFill>
                          <a:latin typeface="+mn-lt"/>
                          <a:ea typeface="HGGothicE" panose="020B0909000000000000" pitchFamily="49" charset="-128"/>
                          <a:cs typeface="Calibri"/>
                          <a:sym typeface="Calibri"/>
                        </a:rPr>
                        <a:t>▼</a:t>
                      </a:r>
                      <a:endParaRPr lang="de-DE" sz="2300" b="1">
                        <a:solidFill>
                          <a:schemeClr val="accent3"/>
                        </a:solidFill>
                        <a:latin typeface="+mn-lt"/>
                        <a:ea typeface="Calibri"/>
                        <a:cs typeface="Calibri"/>
                        <a:sym typeface="Calibri"/>
                      </a:endParaRPr>
                    </a:p>
                  </a:txBody>
                  <a:tcPr marL="548640" marT="0" marB="182880">
                    <a:lnL w="1905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657512891"/>
                  </a:ext>
                </a:extLst>
              </a:tr>
              <a:tr h="6172200">
                <a:tc>
                  <a:txBody>
                    <a:bodyPr/>
                    <a:lstStyle/>
                    <a:p>
                      <a:endParaRPr lang="en-US" sz="2800"/>
                    </a:p>
                  </a:txBody>
                  <a:tcPr marL="548640" marT="0" marB="36576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2300" b="1">
                        <a:solidFill>
                          <a:schemeClr val="accent3"/>
                        </a:solidFill>
                        <a:latin typeface="+mn-lt"/>
                        <a:ea typeface="Calibri"/>
                        <a:cs typeface="Calibri"/>
                        <a:sym typeface="Calibri"/>
                      </a:endParaRPr>
                    </a:p>
                  </a:txBody>
                  <a:tcPr marL="548640" marT="0" marB="36576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883953418"/>
                  </a:ext>
                </a:extLst>
              </a:tr>
            </a:tbl>
          </a:graphicData>
        </a:graphic>
      </p:graphicFrame>
      <p:sp>
        <p:nvSpPr>
          <p:cNvPr id="50" name="TextBox 49">
            <a:extLst>
              <a:ext uri="{FF2B5EF4-FFF2-40B4-BE49-F238E27FC236}">
                <a16:creationId xmlns:a16="http://schemas.microsoft.com/office/drawing/2014/main" id="{BDE69417-172A-41FE-8CF0-69AA45011BC1}"/>
              </a:ext>
            </a:extLst>
          </p:cNvPr>
          <p:cNvSpPr txBox="1"/>
          <p:nvPr userDrawn="1"/>
        </p:nvSpPr>
        <p:spPr>
          <a:xfrm>
            <a:off x="16099536" y="1038965"/>
            <a:ext cx="7251192" cy="620170"/>
          </a:xfrm>
          <a:prstGeom prst="rect">
            <a:avLst/>
          </a:prstGeom>
          <a:noFill/>
        </p:spPr>
        <p:txBody>
          <a:bodyPr wrap="square" lIns="137160" rtlCol="0">
            <a:spAutoFit/>
          </a:bodyPr>
          <a:lstStyle/>
          <a:p>
            <a:pPr>
              <a:lnSpc>
                <a:spcPct val="130000"/>
              </a:lnSpc>
              <a:spcAft>
                <a:spcPts val="600"/>
              </a:spcAft>
              <a:buClrTx/>
              <a:buSzPct val="100000"/>
            </a:pPr>
            <a:r>
              <a:rPr lang="en-US" sz="2400" b="1">
                <a:solidFill>
                  <a:schemeClr val="bg1"/>
                </a:solidFill>
                <a:latin typeface="TT Norms Pro Normal" panose="02000503030000020003" pitchFamily="2" charset="0"/>
                <a:ea typeface="Calibri"/>
                <a:cs typeface="Calibri"/>
                <a:sym typeface="Calibri"/>
              </a:rPr>
              <a:t>RESULTS</a:t>
            </a:r>
            <a:r>
              <a:rPr lang="en-US" sz="2800" b="1">
                <a:solidFill>
                  <a:schemeClr val="bg1"/>
                </a:solidFill>
                <a:latin typeface="TT Norms Pro Light" panose="02000503020000020003" pitchFamily="2" charset="0"/>
                <a:ea typeface="Calibri"/>
                <a:cs typeface="Calibri"/>
                <a:sym typeface="Calibri"/>
              </a:rPr>
              <a:t> </a:t>
            </a:r>
            <a:r>
              <a:rPr lang="en-US" sz="2800" b="1">
                <a:solidFill>
                  <a:schemeClr val="accent5"/>
                </a:solidFill>
                <a:latin typeface="TT Norms Pro Light" panose="02000503020000020003" pitchFamily="2" charset="0"/>
                <a:ea typeface="Calibri"/>
                <a:cs typeface="Calibri"/>
                <a:sym typeface="Calibri"/>
              </a:rPr>
              <a:t> </a:t>
            </a:r>
            <a:r>
              <a:rPr lang="de-DE" sz="2300">
                <a:solidFill>
                  <a:schemeClr val="accent5"/>
                </a:solidFill>
                <a:ea typeface="HGGothicE" panose="020B0909000000000000" pitchFamily="49" charset="-128"/>
                <a:cs typeface="Calibri"/>
                <a:sym typeface="Calibri"/>
              </a:rPr>
              <a:t>▼</a:t>
            </a:r>
            <a:endParaRPr lang="en-US" sz="2300" b="1">
              <a:solidFill>
                <a:schemeClr val="accent5"/>
              </a:solidFill>
              <a:cs typeface="Calibri"/>
            </a:endParaRPr>
          </a:p>
        </p:txBody>
      </p:sp>
      <p:grpSp>
        <p:nvGrpSpPr>
          <p:cNvPr id="56" name="Graphic 128">
            <a:extLst>
              <a:ext uri="{FF2B5EF4-FFF2-40B4-BE49-F238E27FC236}">
                <a16:creationId xmlns:a16="http://schemas.microsoft.com/office/drawing/2014/main" id="{585CA2A2-0107-41F3-BEB6-C4160EDEFE89}"/>
              </a:ext>
            </a:extLst>
          </p:cNvPr>
          <p:cNvGrpSpPr/>
          <p:nvPr userDrawn="1"/>
        </p:nvGrpSpPr>
        <p:grpSpPr>
          <a:xfrm>
            <a:off x="16130080" y="12164187"/>
            <a:ext cx="378725" cy="414669"/>
            <a:chOff x="2070707" y="11530822"/>
            <a:chExt cx="664156" cy="727189"/>
          </a:xfrm>
          <a:noFill/>
        </p:grpSpPr>
        <p:sp>
          <p:nvSpPr>
            <p:cNvPr id="57" name="Freeform 162">
              <a:extLst>
                <a:ext uri="{FF2B5EF4-FFF2-40B4-BE49-F238E27FC236}">
                  <a16:creationId xmlns:a16="http://schemas.microsoft.com/office/drawing/2014/main" id="{61F8B5C8-7E2E-446A-AA56-977B8554C99E}"/>
                </a:ext>
              </a:extLst>
            </p:cNvPr>
            <p:cNvSpPr/>
            <p:nvPr/>
          </p:nvSpPr>
          <p:spPr>
            <a:xfrm>
              <a:off x="2177971" y="11647399"/>
              <a:ext cx="450103" cy="141457"/>
            </a:xfrm>
            <a:custGeom>
              <a:avLst/>
              <a:gdLst>
                <a:gd name="connsiteX0" fmla="*/ 0 w 450103"/>
                <a:gd name="connsiteY0" fmla="*/ 141458 h 141457"/>
                <a:gd name="connsiteX1" fmla="*/ 330995 w 450103"/>
                <a:gd name="connsiteY1" fmla="*/ 23516 h 141457"/>
                <a:gd name="connsiteX2" fmla="*/ 450104 w 450103"/>
                <a:gd name="connsiteY2" fmla="*/ 141458 h 141457"/>
              </a:gdLst>
              <a:ahLst/>
              <a:cxnLst>
                <a:cxn ang="0">
                  <a:pos x="connsiteX0" y="connsiteY0"/>
                </a:cxn>
                <a:cxn ang="0">
                  <a:pos x="connsiteX1" y="connsiteY1"/>
                </a:cxn>
                <a:cxn ang="0">
                  <a:pos x="connsiteX2" y="connsiteY2"/>
                </a:cxn>
              </a:cxnLst>
              <a:rect l="l" t="t" r="r" b="b"/>
              <a:pathLst>
                <a:path w="450103" h="141457">
                  <a:moveTo>
                    <a:pt x="0" y="141458"/>
                  </a:moveTo>
                  <a:cubicBezTo>
                    <a:pt x="58511" y="18382"/>
                    <a:pt x="206703" y="-34422"/>
                    <a:pt x="330995" y="23516"/>
                  </a:cubicBezTo>
                  <a:cubicBezTo>
                    <a:pt x="383341" y="47917"/>
                    <a:pt x="425462" y="89623"/>
                    <a:pt x="450104" y="141458"/>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58" name="Freeform 163">
              <a:extLst>
                <a:ext uri="{FF2B5EF4-FFF2-40B4-BE49-F238E27FC236}">
                  <a16:creationId xmlns:a16="http://schemas.microsoft.com/office/drawing/2014/main" id="{9C9D3FCB-1D04-479A-BBF3-3520FD577828}"/>
                </a:ext>
              </a:extLst>
            </p:cNvPr>
            <p:cNvSpPr/>
            <p:nvPr/>
          </p:nvSpPr>
          <p:spPr>
            <a:xfrm>
              <a:off x="2177497" y="11999976"/>
              <a:ext cx="450103" cy="141457"/>
            </a:xfrm>
            <a:custGeom>
              <a:avLst/>
              <a:gdLst>
                <a:gd name="connsiteX0" fmla="*/ 450104 w 450103"/>
                <a:gd name="connsiteY0" fmla="*/ 0 h 141457"/>
                <a:gd name="connsiteX1" fmla="*/ 119108 w 450103"/>
                <a:gd name="connsiteY1" fmla="*/ 117942 h 141457"/>
                <a:gd name="connsiteX2" fmla="*/ 0 w 450103"/>
                <a:gd name="connsiteY2" fmla="*/ 0 h 141457"/>
              </a:gdLst>
              <a:ahLst/>
              <a:cxnLst>
                <a:cxn ang="0">
                  <a:pos x="connsiteX0" y="connsiteY0"/>
                </a:cxn>
                <a:cxn ang="0">
                  <a:pos x="connsiteX1" y="connsiteY1"/>
                </a:cxn>
                <a:cxn ang="0">
                  <a:pos x="connsiteX2" y="connsiteY2"/>
                </a:cxn>
              </a:cxnLst>
              <a:rect l="l" t="t" r="r" b="b"/>
              <a:pathLst>
                <a:path w="450103" h="141457">
                  <a:moveTo>
                    <a:pt x="450104" y="0"/>
                  </a:moveTo>
                  <a:cubicBezTo>
                    <a:pt x="391592" y="123076"/>
                    <a:pt x="243401" y="175880"/>
                    <a:pt x="119108" y="117942"/>
                  </a:cubicBezTo>
                  <a:cubicBezTo>
                    <a:pt x="66762" y="93541"/>
                    <a:pt x="24642" y="51835"/>
                    <a:pt x="0" y="0"/>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59" name="Freeform 164">
              <a:extLst>
                <a:ext uri="{FF2B5EF4-FFF2-40B4-BE49-F238E27FC236}">
                  <a16:creationId xmlns:a16="http://schemas.microsoft.com/office/drawing/2014/main" id="{DA55CE15-7274-404C-81D5-DEC760365E2A}"/>
                </a:ext>
              </a:extLst>
            </p:cNvPr>
            <p:cNvSpPr/>
            <p:nvPr/>
          </p:nvSpPr>
          <p:spPr>
            <a:xfrm>
              <a:off x="2438320" y="11566008"/>
              <a:ext cx="296543" cy="598171"/>
            </a:xfrm>
            <a:custGeom>
              <a:avLst/>
              <a:gdLst>
                <a:gd name="connsiteX0" fmla="*/ 0 w 296543"/>
                <a:gd name="connsiteY0" fmla="*/ 0 h 598171"/>
                <a:gd name="connsiteX1" fmla="*/ 294515 w 296543"/>
                <a:gd name="connsiteY1" fmla="*/ 363803 h 598171"/>
                <a:gd name="connsiteX2" fmla="*/ 153983 w 296543"/>
                <a:gd name="connsiteY2" fmla="*/ 598172 h 598171"/>
              </a:gdLst>
              <a:ahLst/>
              <a:cxnLst>
                <a:cxn ang="0">
                  <a:pos x="connsiteX0" y="connsiteY0"/>
                </a:cxn>
                <a:cxn ang="0">
                  <a:pos x="connsiteX1" y="connsiteY1"/>
                </a:cxn>
                <a:cxn ang="0">
                  <a:pos x="connsiteX2" y="connsiteY2"/>
                </a:cxn>
              </a:cxnLst>
              <a:rect l="l" t="t" r="r" b="b"/>
              <a:pathLst>
                <a:path w="296543" h="598171">
                  <a:moveTo>
                    <a:pt x="0" y="0"/>
                  </a:moveTo>
                  <a:cubicBezTo>
                    <a:pt x="182784" y="19930"/>
                    <a:pt x="314641" y="182811"/>
                    <a:pt x="294515" y="363803"/>
                  </a:cubicBezTo>
                  <a:cubicBezTo>
                    <a:pt x="284002" y="458340"/>
                    <a:pt x="232772" y="543777"/>
                    <a:pt x="153983" y="598172"/>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0" name="Freeform 165">
              <a:extLst>
                <a:ext uri="{FF2B5EF4-FFF2-40B4-BE49-F238E27FC236}">
                  <a16:creationId xmlns:a16="http://schemas.microsoft.com/office/drawing/2014/main" id="{17E83925-7922-4DA3-B3F5-5CEC0F1032BE}"/>
                </a:ext>
              </a:extLst>
            </p:cNvPr>
            <p:cNvSpPr/>
            <p:nvPr/>
          </p:nvSpPr>
          <p:spPr>
            <a:xfrm>
              <a:off x="2070707" y="11624652"/>
              <a:ext cx="296544" cy="598171"/>
            </a:xfrm>
            <a:custGeom>
              <a:avLst/>
              <a:gdLst>
                <a:gd name="connsiteX0" fmla="*/ 296544 w 296544"/>
                <a:gd name="connsiteY0" fmla="*/ 598172 h 598171"/>
                <a:gd name="connsiteX1" fmla="*/ 2029 w 296544"/>
                <a:gd name="connsiteY1" fmla="*/ 234368 h 598171"/>
                <a:gd name="connsiteX2" fmla="*/ 142562 w 296544"/>
                <a:gd name="connsiteY2" fmla="*/ 0 h 598171"/>
              </a:gdLst>
              <a:ahLst/>
              <a:cxnLst>
                <a:cxn ang="0">
                  <a:pos x="connsiteX0" y="connsiteY0"/>
                </a:cxn>
                <a:cxn ang="0">
                  <a:pos x="connsiteX1" y="connsiteY1"/>
                </a:cxn>
                <a:cxn ang="0">
                  <a:pos x="connsiteX2" y="connsiteY2"/>
                </a:cxn>
              </a:cxnLst>
              <a:rect l="l" t="t" r="r" b="b"/>
              <a:pathLst>
                <a:path w="296544" h="598171">
                  <a:moveTo>
                    <a:pt x="296544" y="598172"/>
                  </a:moveTo>
                  <a:cubicBezTo>
                    <a:pt x="113761" y="578242"/>
                    <a:pt x="-18097" y="415361"/>
                    <a:pt x="2029" y="234368"/>
                  </a:cubicBezTo>
                  <a:cubicBezTo>
                    <a:pt x="12542" y="139832"/>
                    <a:pt x="63772" y="54395"/>
                    <a:pt x="142562" y="0"/>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1" name="Freeform 166">
              <a:extLst>
                <a:ext uri="{FF2B5EF4-FFF2-40B4-BE49-F238E27FC236}">
                  <a16:creationId xmlns:a16="http://schemas.microsoft.com/office/drawing/2014/main" id="{8C012905-FFF8-4DB6-BEFD-59FFA4179892}"/>
                </a:ext>
              </a:extLst>
            </p:cNvPr>
            <p:cNvSpPr/>
            <p:nvPr/>
          </p:nvSpPr>
          <p:spPr>
            <a:xfrm>
              <a:off x="2367251" y="11530822"/>
              <a:ext cx="71068" cy="70373"/>
            </a:xfrm>
            <a:custGeom>
              <a:avLst/>
              <a:gdLst>
                <a:gd name="connsiteX0" fmla="*/ 71069 w 71068"/>
                <a:gd name="connsiteY0" fmla="*/ 35187 h 70373"/>
                <a:gd name="connsiteX1" fmla="*/ 35534 w 71068"/>
                <a:gd name="connsiteY1" fmla="*/ 70373 h 70373"/>
                <a:gd name="connsiteX2" fmla="*/ 0 w 71068"/>
                <a:gd name="connsiteY2" fmla="*/ 35187 h 70373"/>
                <a:gd name="connsiteX3" fmla="*/ 35534 w 71068"/>
                <a:gd name="connsiteY3" fmla="*/ 0 h 70373"/>
                <a:gd name="connsiteX4" fmla="*/ 71069 w 71068"/>
                <a:gd name="connsiteY4" fmla="*/ 35187 h 70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8" h="70373">
                  <a:moveTo>
                    <a:pt x="71069" y="35187"/>
                  </a:moveTo>
                  <a:cubicBezTo>
                    <a:pt x="71069" y="54620"/>
                    <a:pt x="55160" y="70373"/>
                    <a:pt x="35534" y="70373"/>
                  </a:cubicBezTo>
                  <a:cubicBezTo>
                    <a:pt x="15909" y="70373"/>
                    <a:pt x="0" y="54620"/>
                    <a:pt x="0" y="35187"/>
                  </a:cubicBezTo>
                  <a:cubicBezTo>
                    <a:pt x="0" y="15754"/>
                    <a:pt x="15909" y="0"/>
                    <a:pt x="35534" y="0"/>
                  </a:cubicBezTo>
                  <a:cubicBezTo>
                    <a:pt x="55160" y="0"/>
                    <a:pt x="71069" y="15754"/>
                    <a:pt x="71069" y="35187"/>
                  </a:cubicBezTo>
                  <a:close/>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2" name="Freeform 167">
              <a:extLst>
                <a:ext uri="{FF2B5EF4-FFF2-40B4-BE49-F238E27FC236}">
                  <a16:creationId xmlns:a16="http://schemas.microsoft.com/office/drawing/2014/main" id="{267A90D0-5BE4-4573-B1F3-BB2ED1FA4C8F}"/>
                </a:ext>
              </a:extLst>
            </p:cNvPr>
            <p:cNvSpPr/>
            <p:nvPr/>
          </p:nvSpPr>
          <p:spPr>
            <a:xfrm>
              <a:off x="2367251" y="12187638"/>
              <a:ext cx="71068" cy="70373"/>
            </a:xfrm>
            <a:custGeom>
              <a:avLst/>
              <a:gdLst>
                <a:gd name="connsiteX0" fmla="*/ 71069 w 71068"/>
                <a:gd name="connsiteY0" fmla="*/ 35187 h 70373"/>
                <a:gd name="connsiteX1" fmla="*/ 35534 w 71068"/>
                <a:gd name="connsiteY1" fmla="*/ 70373 h 70373"/>
                <a:gd name="connsiteX2" fmla="*/ 0 w 71068"/>
                <a:gd name="connsiteY2" fmla="*/ 35187 h 70373"/>
                <a:gd name="connsiteX3" fmla="*/ 35534 w 71068"/>
                <a:gd name="connsiteY3" fmla="*/ 0 h 70373"/>
                <a:gd name="connsiteX4" fmla="*/ 71069 w 71068"/>
                <a:gd name="connsiteY4" fmla="*/ 35187 h 70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8" h="70373">
                  <a:moveTo>
                    <a:pt x="71069" y="35187"/>
                  </a:moveTo>
                  <a:cubicBezTo>
                    <a:pt x="71069" y="54620"/>
                    <a:pt x="55160" y="70373"/>
                    <a:pt x="35534" y="70373"/>
                  </a:cubicBezTo>
                  <a:cubicBezTo>
                    <a:pt x="15909" y="70373"/>
                    <a:pt x="0" y="54620"/>
                    <a:pt x="0" y="35187"/>
                  </a:cubicBezTo>
                  <a:cubicBezTo>
                    <a:pt x="0" y="15754"/>
                    <a:pt x="15909" y="0"/>
                    <a:pt x="35534" y="0"/>
                  </a:cubicBezTo>
                  <a:cubicBezTo>
                    <a:pt x="55160" y="0"/>
                    <a:pt x="71069" y="15754"/>
                    <a:pt x="71069" y="35187"/>
                  </a:cubicBezTo>
                  <a:close/>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3" name="Freeform 168">
              <a:extLst>
                <a:ext uri="{FF2B5EF4-FFF2-40B4-BE49-F238E27FC236}">
                  <a16:creationId xmlns:a16="http://schemas.microsoft.com/office/drawing/2014/main" id="{880FFE3C-2412-4F85-B608-564D290A6CDF}"/>
                </a:ext>
              </a:extLst>
            </p:cNvPr>
            <p:cNvSpPr/>
            <p:nvPr/>
          </p:nvSpPr>
          <p:spPr>
            <a:xfrm>
              <a:off x="2189579" y="11894416"/>
              <a:ext cx="426413" cy="11728"/>
            </a:xfrm>
            <a:custGeom>
              <a:avLst/>
              <a:gdLst>
                <a:gd name="connsiteX0" fmla="*/ 0 w 426413"/>
                <a:gd name="connsiteY0" fmla="*/ 0 h 11728"/>
                <a:gd name="connsiteX1" fmla="*/ 426414 w 426413"/>
                <a:gd name="connsiteY1" fmla="*/ 0 h 11728"/>
              </a:gdLst>
              <a:ahLst/>
              <a:cxnLst>
                <a:cxn ang="0">
                  <a:pos x="connsiteX0" y="connsiteY0"/>
                </a:cxn>
                <a:cxn ang="0">
                  <a:pos x="connsiteX1" y="connsiteY1"/>
                </a:cxn>
              </a:cxnLst>
              <a:rect l="l" t="t" r="r" b="b"/>
              <a:pathLst>
                <a:path w="426413" h="11728">
                  <a:moveTo>
                    <a:pt x="0" y="0"/>
                  </a:moveTo>
                  <a:lnTo>
                    <a:pt x="426414" y="0"/>
                  </a:lnTo>
                </a:path>
              </a:pathLst>
            </a:custGeom>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4" name="Freeform 169">
              <a:extLst>
                <a:ext uri="{FF2B5EF4-FFF2-40B4-BE49-F238E27FC236}">
                  <a16:creationId xmlns:a16="http://schemas.microsoft.com/office/drawing/2014/main" id="{45C06BBC-8273-4F0E-9B67-4AB7F52E0EDB}"/>
                </a:ext>
              </a:extLst>
            </p:cNvPr>
            <p:cNvSpPr/>
            <p:nvPr/>
          </p:nvSpPr>
          <p:spPr>
            <a:xfrm>
              <a:off x="2225113" y="11720125"/>
              <a:ext cx="355344" cy="45273"/>
            </a:xfrm>
            <a:custGeom>
              <a:avLst/>
              <a:gdLst>
                <a:gd name="connsiteX0" fmla="*/ 355345 w 355344"/>
                <a:gd name="connsiteY0" fmla="*/ 0 h 45273"/>
                <a:gd name="connsiteX1" fmla="*/ 177672 w 355344"/>
                <a:gd name="connsiteY1" fmla="*/ 45273 h 45273"/>
                <a:gd name="connsiteX2" fmla="*/ 0 w 355344"/>
                <a:gd name="connsiteY2" fmla="*/ 0 h 45273"/>
              </a:gdLst>
              <a:ahLst/>
              <a:cxnLst>
                <a:cxn ang="0">
                  <a:pos x="connsiteX0" y="connsiteY0"/>
                </a:cxn>
                <a:cxn ang="0">
                  <a:pos x="connsiteX1" y="connsiteY1"/>
                </a:cxn>
                <a:cxn ang="0">
                  <a:pos x="connsiteX2" y="connsiteY2"/>
                </a:cxn>
              </a:cxnLst>
              <a:rect l="l" t="t" r="r" b="b"/>
              <a:pathLst>
                <a:path w="355344" h="45273">
                  <a:moveTo>
                    <a:pt x="355345" y="0"/>
                  </a:moveTo>
                  <a:cubicBezTo>
                    <a:pt x="314125" y="27563"/>
                    <a:pt x="249926" y="45273"/>
                    <a:pt x="177672" y="45273"/>
                  </a:cubicBezTo>
                  <a:cubicBezTo>
                    <a:pt x="105419" y="45273"/>
                    <a:pt x="41220" y="27563"/>
                    <a:pt x="0" y="0"/>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5" name="Freeform 170">
              <a:extLst>
                <a:ext uri="{FF2B5EF4-FFF2-40B4-BE49-F238E27FC236}">
                  <a16:creationId xmlns:a16="http://schemas.microsoft.com/office/drawing/2014/main" id="{0C4C57FD-B25E-4057-A41F-DAC821912F2E}"/>
                </a:ext>
              </a:extLst>
            </p:cNvPr>
            <p:cNvSpPr/>
            <p:nvPr/>
          </p:nvSpPr>
          <p:spPr>
            <a:xfrm>
              <a:off x="2225113" y="12023434"/>
              <a:ext cx="355344" cy="45273"/>
            </a:xfrm>
            <a:custGeom>
              <a:avLst/>
              <a:gdLst>
                <a:gd name="connsiteX0" fmla="*/ 0 w 355344"/>
                <a:gd name="connsiteY0" fmla="*/ 45273 h 45273"/>
                <a:gd name="connsiteX1" fmla="*/ 177672 w 355344"/>
                <a:gd name="connsiteY1" fmla="*/ 0 h 45273"/>
                <a:gd name="connsiteX2" fmla="*/ 355345 w 355344"/>
                <a:gd name="connsiteY2" fmla="*/ 45273 h 45273"/>
              </a:gdLst>
              <a:ahLst/>
              <a:cxnLst>
                <a:cxn ang="0">
                  <a:pos x="connsiteX0" y="connsiteY0"/>
                </a:cxn>
                <a:cxn ang="0">
                  <a:pos x="connsiteX1" y="connsiteY1"/>
                </a:cxn>
                <a:cxn ang="0">
                  <a:pos x="connsiteX2" y="connsiteY2"/>
                </a:cxn>
              </a:cxnLst>
              <a:rect l="l" t="t" r="r" b="b"/>
              <a:pathLst>
                <a:path w="355344" h="45273">
                  <a:moveTo>
                    <a:pt x="0" y="45273"/>
                  </a:moveTo>
                  <a:cubicBezTo>
                    <a:pt x="41220" y="17711"/>
                    <a:pt x="105419" y="0"/>
                    <a:pt x="177672" y="0"/>
                  </a:cubicBezTo>
                  <a:cubicBezTo>
                    <a:pt x="249926" y="0"/>
                    <a:pt x="314125" y="17711"/>
                    <a:pt x="355345" y="45273"/>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6" name="Freeform 171">
              <a:extLst>
                <a:ext uri="{FF2B5EF4-FFF2-40B4-BE49-F238E27FC236}">
                  <a16:creationId xmlns:a16="http://schemas.microsoft.com/office/drawing/2014/main" id="{AD2DF040-484A-4871-A5A7-785B2CA64796}"/>
                </a:ext>
              </a:extLst>
            </p:cNvPr>
            <p:cNvSpPr/>
            <p:nvPr/>
          </p:nvSpPr>
          <p:spPr>
            <a:xfrm>
              <a:off x="2118510" y="11859230"/>
              <a:ext cx="71068" cy="70373"/>
            </a:xfrm>
            <a:custGeom>
              <a:avLst/>
              <a:gdLst>
                <a:gd name="connsiteX0" fmla="*/ 71069 w 71068"/>
                <a:gd name="connsiteY0" fmla="*/ 35187 h 70373"/>
                <a:gd name="connsiteX1" fmla="*/ 35534 w 71068"/>
                <a:gd name="connsiteY1" fmla="*/ 70373 h 70373"/>
                <a:gd name="connsiteX2" fmla="*/ 0 w 71068"/>
                <a:gd name="connsiteY2" fmla="*/ 35187 h 70373"/>
                <a:gd name="connsiteX3" fmla="*/ 35534 w 71068"/>
                <a:gd name="connsiteY3" fmla="*/ 0 h 70373"/>
                <a:gd name="connsiteX4" fmla="*/ 71069 w 71068"/>
                <a:gd name="connsiteY4" fmla="*/ 35187 h 70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8" h="70373">
                  <a:moveTo>
                    <a:pt x="71069" y="35187"/>
                  </a:moveTo>
                  <a:cubicBezTo>
                    <a:pt x="71069" y="54620"/>
                    <a:pt x="55160" y="70373"/>
                    <a:pt x="35534" y="70373"/>
                  </a:cubicBezTo>
                  <a:cubicBezTo>
                    <a:pt x="15909" y="70373"/>
                    <a:pt x="0" y="54620"/>
                    <a:pt x="0" y="35187"/>
                  </a:cubicBezTo>
                  <a:cubicBezTo>
                    <a:pt x="0" y="15754"/>
                    <a:pt x="15909" y="0"/>
                    <a:pt x="35534" y="0"/>
                  </a:cubicBezTo>
                  <a:cubicBezTo>
                    <a:pt x="55160" y="0"/>
                    <a:pt x="71069" y="15754"/>
                    <a:pt x="71069" y="35187"/>
                  </a:cubicBezTo>
                  <a:close/>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7" name="Freeform 172">
              <a:extLst>
                <a:ext uri="{FF2B5EF4-FFF2-40B4-BE49-F238E27FC236}">
                  <a16:creationId xmlns:a16="http://schemas.microsoft.com/office/drawing/2014/main" id="{E041D5C1-AAA1-4B7B-A116-C94A17DE7EFF}"/>
                </a:ext>
              </a:extLst>
            </p:cNvPr>
            <p:cNvSpPr/>
            <p:nvPr/>
          </p:nvSpPr>
          <p:spPr>
            <a:xfrm>
              <a:off x="2615993" y="11859230"/>
              <a:ext cx="71068" cy="70373"/>
            </a:xfrm>
            <a:custGeom>
              <a:avLst/>
              <a:gdLst>
                <a:gd name="connsiteX0" fmla="*/ 71069 w 71068"/>
                <a:gd name="connsiteY0" fmla="*/ 35187 h 70373"/>
                <a:gd name="connsiteX1" fmla="*/ 35534 w 71068"/>
                <a:gd name="connsiteY1" fmla="*/ 70373 h 70373"/>
                <a:gd name="connsiteX2" fmla="*/ 0 w 71068"/>
                <a:gd name="connsiteY2" fmla="*/ 35187 h 70373"/>
                <a:gd name="connsiteX3" fmla="*/ 35534 w 71068"/>
                <a:gd name="connsiteY3" fmla="*/ 0 h 70373"/>
                <a:gd name="connsiteX4" fmla="*/ 71069 w 71068"/>
                <a:gd name="connsiteY4" fmla="*/ 35187 h 70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8" h="70373">
                  <a:moveTo>
                    <a:pt x="71069" y="35187"/>
                  </a:moveTo>
                  <a:cubicBezTo>
                    <a:pt x="71069" y="54620"/>
                    <a:pt x="55160" y="70373"/>
                    <a:pt x="35534" y="70373"/>
                  </a:cubicBezTo>
                  <a:cubicBezTo>
                    <a:pt x="15909" y="70373"/>
                    <a:pt x="0" y="54620"/>
                    <a:pt x="0" y="35187"/>
                  </a:cubicBezTo>
                  <a:cubicBezTo>
                    <a:pt x="0" y="15754"/>
                    <a:pt x="15909" y="0"/>
                    <a:pt x="35534" y="0"/>
                  </a:cubicBezTo>
                  <a:cubicBezTo>
                    <a:pt x="55160" y="0"/>
                    <a:pt x="71069" y="15754"/>
                    <a:pt x="71069" y="35187"/>
                  </a:cubicBezTo>
                  <a:close/>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8" name="Freeform 173">
              <a:extLst>
                <a:ext uri="{FF2B5EF4-FFF2-40B4-BE49-F238E27FC236}">
                  <a16:creationId xmlns:a16="http://schemas.microsoft.com/office/drawing/2014/main" id="{CFBE1E60-3690-470E-A72D-D2FD443D5EF1}"/>
                </a:ext>
              </a:extLst>
            </p:cNvPr>
            <p:cNvSpPr/>
            <p:nvPr/>
          </p:nvSpPr>
          <p:spPr>
            <a:xfrm>
              <a:off x="2319872" y="11648110"/>
              <a:ext cx="165827" cy="492612"/>
            </a:xfrm>
            <a:custGeom>
              <a:avLst/>
              <a:gdLst>
                <a:gd name="connsiteX0" fmla="*/ 165828 w 165827"/>
                <a:gd name="connsiteY0" fmla="*/ 246306 h 492612"/>
                <a:gd name="connsiteX1" fmla="*/ 82914 w 165827"/>
                <a:gd name="connsiteY1" fmla="*/ 492612 h 492612"/>
                <a:gd name="connsiteX2" fmla="*/ 0 w 165827"/>
                <a:gd name="connsiteY2" fmla="*/ 246306 h 492612"/>
                <a:gd name="connsiteX3" fmla="*/ 82914 w 165827"/>
                <a:gd name="connsiteY3" fmla="*/ 0 h 492612"/>
                <a:gd name="connsiteX4" fmla="*/ 165828 w 165827"/>
                <a:gd name="connsiteY4" fmla="*/ 246306 h 492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827" h="492612">
                  <a:moveTo>
                    <a:pt x="165828" y="246306"/>
                  </a:moveTo>
                  <a:cubicBezTo>
                    <a:pt x="165828" y="382337"/>
                    <a:pt x="128706" y="492612"/>
                    <a:pt x="82914" y="492612"/>
                  </a:cubicBezTo>
                  <a:cubicBezTo>
                    <a:pt x="37122" y="492612"/>
                    <a:pt x="0" y="382337"/>
                    <a:pt x="0" y="246306"/>
                  </a:cubicBezTo>
                  <a:cubicBezTo>
                    <a:pt x="0" y="110275"/>
                    <a:pt x="37122" y="0"/>
                    <a:pt x="82914" y="0"/>
                  </a:cubicBezTo>
                  <a:cubicBezTo>
                    <a:pt x="128706" y="0"/>
                    <a:pt x="165828" y="110275"/>
                    <a:pt x="165828" y="246306"/>
                  </a:cubicBezTo>
                  <a:close/>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grpSp>
      <p:grpSp>
        <p:nvGrpSpPr>
          <p:cNvPr id="69" name="Graphic 176">
            <a:extLst>
              <a:ext uri="{FF2B5EF4-FFF2-40B4-BE49-F238E27FC236}">
                <a16:creationId xmlns:a16="http://schemas.microsoft.com/office/drawing/2014/main" id="{5DD75CD6-FC53-4C28-89CA-797B1EE162F6}"/>
              </a:ext>
            </a:extLst>
          </p:cNvPr>
          <p:cNvGrpSpPr/>
          <p:nvPr userDrawn="1"/>
        </p:nvGrpSpPr>
        <p:grpSpPr>
          <a:xfrm>
            <a:off x="21650369" y="12151066"/>
            <a:ext cx="460558" cy="440911"/>
            <a:chOff x="11957843" y="6641306"/>
            <a:chExt cx="466725" cy="446817"/>
          </a:xfrm>
        </p:grpSpPr>
        <p:sp>
          <p:nvSpPr>
            <p:cNvPr id="70" name="Freeform 175">
              <a:extLst>
                <a:ext uri="{FF2B5EF4-FFF2-40B4-BE49-F238E27FC236}">
                  <a16:creationId xmlns:a16="http://schemas.microsoft.com/office/drawing/2014/main" id="{426C599F-8FA7-4A93-BB47-6498D1504E51}"/>
                </a:ext>
              </a:extLst>
            </p:cNvPr>
            <p:cNvSpPr/>
            <p:nvPr/>
          </p:nvSpPr>
          <p:spPr>
            <a:xfrm>
              <a:off x="12219779" y="6746080"/>
              <a:ext cx="54501" cy="30869"/>
            </a:xfrm>
            <a:custGeom>
              <a:avLst/>
              <a:gdLst>
                <a:gd name="connsiteX0" fmla="*/ 76200 w 76200"/>
                <a:gd name="connsiteY0" fmla="*/ 103346 h 103346"/>
                <a:gd name="connsiteX1" fmla="*/ 76200 w 76200"/>
                <a:gd name="connsiteY1" fmla="*/ 38100 h 103346"/>
                <a:gd name="connsiteX2" fmla="*/ 0 w 76200"/>
                <a:gd name="connsiteY2" fmla="*/ 0 h 103346"/>
                <a:gd name="connsiteX0" fmla="*/ 76200 w 76200"/>
                <a:gd name="connsiteY0" fmla="*/ 38100 h 38100"/>
                <a:gd name="connsiteX1" fmla="*/ 0 w 76200"/>
                <a:gd name="connsiteY1" fmla="*/ 0 h 38100"/>
                <a:gd name="connsiteX0" fmla="*/ 43651 w 43651"/>
                <a:gd name="connsiteY0" fmla="*/ 23634 h 23634"/>
                <a:gd name="connsiteX1" fmla="*/ 0 w 43651"/>
                <a:gd name="connsiteY1" fmla="*/ 0 h 23634"/>
                <a:gd name="connsiteX0" fmla="*/ 54501 w 54501"/>
                <a:gd name="connsiteY0" fmla="*/ 30868 h 30868"/>
                <a:gd name="connsiteX1" fmla="*/ 0 w 54501"/>
                <a:gd name="connsiteY1" fmla="*/ 0 h 30868"/>
              </a:gdLst>
              <a:ahLst/>
              <a:cxnLst>
                <a:cxn ang="0">
                  <a:pos x="connsiteX0" y="connsiteY0"/>
                </a:cxn>
                <a:cxn ang="0">
                  <a:pos x="connsiteX1" y="connsiteY1"/>
                </a:cxn>
              </a:cxnLst>
              <a:rect l="l" t="t" r="r" b="b"/>
              <a:pathLst>
                <a:path w="54501" h="30868">
                  <a:moveTo>
                    <a:pt x="54501" y="30868"/>
                  </a:moveTo>
                  <a:lnTo>
                    <a:pt x="0" y="0"/>
                  </a:lnTo>
                </a:path>
              </a:pathLst>
            </a:custGeom>
            <a:solidFill>
              <a:schemeClr val="tx2"/>
            </a:solid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1" name="Freeform 176">
              <a:extLst>
                <a:ext uri="{FF2B5EF4-FFF2-40B4-BE49-F238E27FC236}">
                  <a16:creationId xmlns:a16="http://schemas.microsoft.com/office/drawing/2014/main" id="{27B50F6A-1DD5-493C-BAC0-7951B96BF9C2}"/>
                </a:ext>
              </a:extLst>
            </p:cNvPr>
            <p:cNvSpPr/>
            <p:nvPr/>
          </p:nvSpPr>
          <p:spPr>
            <a:xfrm>
              <a:off x="12111746" y="6746080"/>
              <a:ext cx="50884" cy="27251"/>
            </a:xfrm>
            <a:custGeom>
              <a:avLst/>
              <a:gdLst>
                <a:gd name="connsiteX0" fmla="*/ 76200 w 76200"/>
                <a:gd name="connsiteY0" fmla="*/ 0 h 103346"/>
                <a:gd name="connsiteX1" fmla="*/ 0 w 76200"/>
                <a:gd name="connsiteY1" fmla="*/ 38100 h 103346"/>
                <a:gd name="connsiteX2" fmla="*/ 0 w 76200"/>
                <a:gd name="connsiteY2" fmla="*/ 103346 h 103346"/>
                <a:gd name="connsiteX0" fmla="*/ 76200 w 76200"/>
                <a:gd name="connsiteY0" fmla="*/ 0 h 38100"/>
                <a:gd name="connsiteX1" fmla="*/ 0 w 76200"/>
                <a:gd name="connsiteY1" fmla="*/ 38100 h 38100"/>
                <a:gd name="connsiteX0" fmla="*/ 50884 w 50884"/>
                <a:gd name="connsiteY0" fmla="*/ 0 h 27251"/>
                <a:gd name="connsiteX1" fmla="*/ 0 w 50884"/>
                <a:gd name="connsiteY1" fmla="*/ 27251 h 27251"/>
              </a:gdLst>
              <a:ahLst/>
              <a:cxnLst>
                <a:cxn ang="0">
                  <a:pos x="connsiteX0" y="connsiteY0"/>
                </a:cxn>
                <a:cxn ang="0">
                  <a:pos x="connsiteX1" y="connsiteY1"/>
                </a:cxn>
              </a:cxnLst>
              <a:rect l="l" t="t" r="r" b="b"/>
              <a:pathLst>
                <a:path w="50884" h="27251">
                  <a:moveTo>
                    <a:pt x="50884" y="0"/>
                  </a:moveTo>
                  <a:lnTo>
                    <a:pt x="0" y="27251"/>
                  </a:lnTo>
                </a:path>
              </a:pathLst>
            </a:custGeom>
            <a:solidFill>
              <a:schemeClr val="tx2"/>
            </a:solid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2" name="Freeform 190">
              <a:extLst>
                <a:ext uri="{FF2B5EF4-FFF2-40B4-BE49-F238E27FC236}">
                  <a16:creationId xmlns:a16="http://schemas.microsoft.com/office/drawing/2014/main" id="{787C919B-9DCE-404B-AC53-E061D6364CAF}"/>
                </a:ext>
              </a:extLst>
            </p:cNvPr>
            <p:cNvSpPr/>
            <p:nvPr/>
          </p:nvSpPr>
          <p:spPr>
            <a:xfrm>
              <a:off x="12143580" y="6641306"/>
              <a:ext cx="95250" cy="114300"/>
            </a:xfrm>
            <a:custGeom>
              <a:avLst/>
              <a:gdLst>
                <a:gd name="connsiteX0" fmla="*/ 0 w 95250"/>
                <a:gd name="connsiteY0" fmla="*/ 47625 h 114300"/>
                <a:gd name="connsiteX1" fmla="*/ 47625 w 95250"/>
                <a:gd name="connsiteY1" fmla="*/ 114300 h 114300"/>
                <a:gd name="connsiteX2" fmla="*/ 95250 w 95250"/>
                <a:gd name="connsiteY2" fmla="*/ 47625 h 114300"/>
                <a:gd name="connsiteX3" fmla="*/ 47625 w 95250"/>
                <a:gd name="connsiteY3" fmla="*/ 0 h 114300"/>
                <a:gd name="connsiteX4" fmla="*/ 0 w 95250"/>
                <a:gd name="connsiteY4" fmla="*/ 4762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14300">
                  <a:moveTo>
                    <a:pt x="0" y="47625"/>
                  </a:moveTo>
                  <a:cubicBezTo>
                    <a:pt x="0" y="80963"/>
                    <a:pt x="19050" y="114300"/>
                    <a:pt x="47625" y="114300"/>
                  </a:cubicBezTo>
                  <a:cubicBezTo>
                    <a:pt x="76200" y="114300"/>
                    <a:pt x="95250" y="80963"/>
                    <a:pt x="95250" y="47625"/>
                  </a:cubicBezTo>
                  <a:cubicBezTo>
                    <a:pt x="95250" y="14288"/>
                    <a:pt x="85725" y="0"/>
                    <a:pt x="47625" y="0"/>
                  </a:cubicBezTo>
                  <a:cubicBezTo>
                    <a:pt x="9525" y="0"/>
                    <a:pt x="0" y="14288"/>
                    <a:pt x="0" y="47625"/>
                  </a:cubicBezTo>
                  <a:close/>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3" name="Freeform 191">
              <a:extLst>
                <a:ext uri="{FF2B5EF4-FFF2-40B4-BE49-F238E27FC236}">
                  <a16:creationId xmlns:a16="http://schemas.microsoft.com/office/drawing/2014/main" id="{74E24D44-8E71-4A46-992E-FA2708E6CAA8}"/>
                </a:ext>
              </a:extLst>
            </p:cNvPr>
            <p:cNvSpPr/>
            <p:nvPr/>
          </p:nvSpPr>
          <p:spPr>
            <a:xfrm>
              <a:off x="12091192" y="6858952"/>
              <a:ext cx="50884" cy="23633"/>
            </a:xfrm>
            <a:custGeom>
              <a:avLst/>
              <a:gdLst>
                <a:gd name="connsiteX0" fmla="*/ 76200 w 76200"/>
                <a:gd name="connsiteY0" fmla="*/ 85725 h 85724"/>
                <a:gd name="connsiteX1" fmla="*/ 76200 w 76200"/>
                <a:gd name="connsiteY1" fmla="*/ 38100 h 85724"/>
                <a:gd name="connsiteX2" fmla="*/ 0 w 76200"/>
                <a:gd name="connsiteY2" fmla="*/ 0 h 85724"/>
                <a:gd name="connsiteX0" fmla="*/ 76200 w 76200"/>
                <a:gd name="connsiteY0" fmla="*/ 38100 h 38100"/>
                <a:gd name="connsiteX1" fmla="*/ 0 w 76200"/>
                <a:gd name="connsiteY1" fmla="*/ 0 h 38100"/>
                <a:gd name="connsiteX0" fmla="*/ 50884 w 50884"/>
                <a:gd name="connsiteY0" fmla="*/ 23633 h 23633"/>
                <a:gd name="connsiteX1" fmla="*/ 0 w 50884"/>
                <a:gd name="connsiteY1" fmla="*/ 0 h 23633"/>
              </a:gdLst>
              <a:ahLst/>
              <a:cxnLst>
                <a:cxn ang="0">
                  <a:pos x="connsiteX0" y="connsiteY0"/>
                </a:cxn>
                <a:cxn ang="0">
                  <a:pos x="connsiteX1" y="connsiteY1"/>
                </a:cxn>
              </a:cxnLst>
              <a:rect l="l" t="t" r="r" b="b"/>
              <a:pathLst>
                <a:path w="50884" h="23633">
                  <a:moveTo>
                    <a:pt x="50884" y="23633"/>
                  </a:moveTo>
                  <a:lnTo>
                    <a:pt x="0" y="0"/>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4" name="Freeform 192">
              <a:extLst>
                <a:ext uri="{FF2B5EF4-FFF2-40B4-BE49-F238E27FC236}">
                  <a16:creationId xmlns:a16="http://schemas.microsoft.com/office/drawing/2014/main" id="{61563CBD-A397-4643-BA95-C1F6B1F676D3}"/>
                </a:ext>
              </a:extLst>
            </p:cNvPr>
            <p:cNvSpPr/>
            <p:nvPr/>
          </p:nvSpPr>
          <p:spPr>
            <a:xfrm>
              <a:off x="11957843" y="6858952"/>
              <a:ext cx="76200" cy="137350"/>
            </a:xfrm>
            <a:custGeom>
              <a:avLst/>
              <a:gdLst>
                <a:gd name="connsiteX0" fmla="*/ 76200 w 76200"/>
                <a:gd name="connsiteY0" fmla="*/ 0 h 137350"/>
                <a:gd name="connsiteX1" fmla="*/ 0 w 76200"/>
                <a:gd name="connsiteY1" fmla="*/ 38100 h 137350"/>
                <a:gd name="connsiteX2" fmla="*/ 0 w 76200"/>
                <a:gd name="connsiteY2" fmla="*/ 137351 h 137350"/>
              </a:gdLst>
              <a:ahLst/>
              <a:cxnLst>
                <a:cxn ang="0">
                  <a:pos x="connsiteX0" y="connsiteY0"/>
                </a:cxn>
                <a:cxn ang="0">
                  <a:pos x="connsiteX1" y="connsiteY1"/>
                </a:cxn>
                <a:cxn ang="0">
                  <a:pos x="connsiteX2" y="connsiteY2"/>
                </a:cxn>
              </a:cxnLst>
              <a:rect l="l" t="t" r="r" b="b"/>
              <a:pathLst>
                <a:path w="76200" h="137350">
                  <a:moveTo>
                    <a:pt x="76200" y="0"/>
                  </a:moveTo>
                  <a:lnTo>
                    <a:pt x="0" y="38100"/>
                  </a:lnTo>
                  <a:lnTo>
                    <a:pt x="0" y="137351"/>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5" name="Freeform 193">
              <a:extLst>
                <a:ext uri="{FF2B5EF4-FFF2-40B4-BE49-F238E27FC236}">
                  <a16:creationId xmlns:a16="http://schemas.microsoft.com/office/drawing/2014/main" id="{D3550B25-C212-4DC9-8222-C2304A8954C0}"/>
                </a:ext>
              </a:extLst>
            </p:cNvPr>
            <p:cNvSpPr/>
            <p:nvPr/>
          </p:nvSpPr>
          <p:spPr>
            <a:xfrm>
              <a:off x="12348368" y="6858952"/>
              <a:ext cx="76200" cy="137350"/>
            </a:xfrm>
            <a:custGeom>
              <a:avLst/>
              <a:gdLst>
                <a:gd name="connsiteX0" fmla="*/ 76200 w 76200"/>
                <a:gd name="connsiteY0" fmla="*/ 137351 h 137350"/>
                <a:gd name="connsiteX1" fmla="*/ 76200 w 76200"/>
                <a:gd name="connsiteY1" fmla="*/ 38100 h 137350"/>
                <a:gd name="connsiteX2" fmla="*/ 0 w 76200"/>
                <a:gd name="connsiteY2" fmla="*/ 0 h 137350"/>
              </a:gdLst>
              <a:ahLst/>
              <a:cxnLst>
                <a:cxn ang="0">
                  <a:pos x="connsiteX0" y="connsiteY0"/>
                </a:cxn>
                <a:cxn ang="0">
                  <a:pos x="connsiteX1" y="connsiteY1"/>
                </a:cxn>
                <a:cxn ang="0">
                  <a:pos x="connsiteX2" y="connsiteY2"/>
                </a:cxn>
              </a:cxnLst>
              <a:rect l="l" t="t" r="r" b="b"/>
              <a:pathLst>
                <a:path w="76200" h="137350">
                  <a:moveTo>
                    <a:pt x="76200" y="137351"/>
                  </a:moveTo>
                  <a:lnTo>
                    <a:pt x="76200" y="38100"/>
                  </a:lnTo>
                  <a:lnTo>
                    <a:pt x="0" y="0"/>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6" name="Freeform 194">
              <a:extLst>
                <a:ext uri="{FF2B5EF4-FFF2-40B4-BE49-F238E27FC236}">
                  <a16:creationId xmlns:a16="http://schemas.microsoft.com/office/drawing/2014/main" id="{17DDF672-6A8C-4C10-807C-2DAFCEB211A3}"/>
                </a:ext>
              </a:extLst>
            </p:cNvPr>
            <p:cNvSpPr/>
            <p:nvPr/>
          </p:nvSpPr>
          <p:spPr>
            <a:xfrm>
              <a:off x="12240334" y="6858952"/>
              <a:ext cx="50884" cy="23633"/>
            </a:xfrm>
            <a:custGeom>
              <a:avLst/>
              <a:gdLst>
                <a:gd name="connsiteX0" fmla="*/ 76200 w 76200"/>
                <a:gd name="connsiteY0" fmla="*/ 0 h 85724"/>
                <a:gd name="connsiteX1" fmla="*/ 0 w 76200"/>
                <a:gd name="connsiteY1" fmla="*/ 38100 h 85724"/>
                <a:gd name="connsiteX2" fmla="*/ 0 w 76200"/>
                <a:gd name="connsiteY2" fmla="*/ 85725 h 85724"/>
                <a:gd name="connsiteX0" fmla="*/ 76200 w 76200"/>
                <a:gd name="connsiteY0" fmla="*/ 0 h 38100"/>
                <a:gd name="connsiteX1" fmla="*/ 0 w 76200"/>
                <a:gd name="connsiteY1" fmla="*/ 38100 h 38100"/>
                <a:gd name="connsiteX0" fmla="*/ 50884 w 50884"/>
                <a:gd name="connsiteY0" fmla="*/ 0 h 23633"/>
                <a:gd name="connsiteX1" fmla="*/ 0 w 50884"/>
                <a:gd name="connsiteY1" fmla="*/ 23633 h 23633"/>
              </a:gdLst>
              <a:ahLst/>
              <a:cxnLst>
                <a:cxn ang="0">
                  <a:pos x="connsiteX0" y="connsiteY0"/>
                </a:cxn>
                <a:cxn ang="0">
                  <a:pos x="connsiteX1" y="connsiteY1"/>
                </a:cxn>
              </a:cxnLst>
              <a:rect l="l" t="t" r="r" b="b"/>
              <a:pathLst>
                <a:path w="50884" h="23633">
                  <a:moveTo>
                    <a:pt x="50884" y="0"/>
                  </a:moveTo>
                  <a:lnTo>
                    <a:pt x="0" y="23633"/>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7" name="Freeform 195">
              <a:extLst>
                <a:ext uri="{FF2B5EF4-FFF2-40B4-BE49-F238E27FC236}">
                  <a16:creationId xmlns:a16="http://schemas.microsoft.com/office/drawing/2014/main" id="{000A11CC-D37C-45E5-8C40-F74891EEDE76}"/>
                </a:ext>
              </a:extLst>
            </p:cNvPr>
            <p:cNvSpPr/>
            <p:nvPr/>
          </p:nvSpPr>
          <p:spPr>
            <a:xfrm>
              <a:off x="12219780" y="6944677"/>
              <a:ext cx="76200" cy="143446"/>
            </a:xfrm>
            <a:custGeom>
              <a:avLst/>
              <a:gdLst>
                <a:gd name="connsiteX0" fmla="*/ 76200 w 76200"/>
                <a:gd name="connsiteY0" fmla="*/ 143447 h 143446"/>
                <a:gd name="connsiteX1" fmla="*/ 76200 w 76200"/>
                <a:gd name="connsiteY1" fmla="*/ 38100 h 143446"/>
                <a:gd name="connsiteX2" fmla="*/ 0 w 76200"/>
                <a:gd name="connsiteY2" fmla="*/ 0 h 143446"/>
              </a:gdLst>
              <a:ahLst/>
              <a:cxnLst>
                <a:cxn ang="0">
                  <a:pos x="connsiteX0" y="connsiteY0"/>
                </a:cxn>
                <a:cxn ang="0">
                  <a:pos x="connsiteX1" y="connsiteY1"/>
                </a:cxn>
                <a:cxn ang="0">
                  <a:pos x="connsiteX2" y="connsiteY2"/>
                </a:cxn>
              </a:cxnLst>
              <a:rect l="l" t="t" r="r" b="b"/>
              <a:pathLst>
                <a:path w="76200" h="143446">
                  <a:moveTo>
                    <a:pt x="76200" y="143447"/>
                  </a:moveTo>
                  <a:lnTo>
                    <a:pt x="76200" y="38100"/>
                  </a:lnTo>
                  <a:lnTo>
                    <a:pt x="0" y="0"/>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8" name="Freeform 196">
              <a:extLst>
                <a:ext uri="{FF2B5EF4-FFF2-40B4-BE49-F238E27FC236}">
                  <a16:creationId xmlns:a16="http://schemas.microsoft.com/office/drawing/2014/main" id="{9457CF53-7114-48BD-A27C-D88AD606938D}"/>
                </a:ext>
              </a:extLst>
            </p:cNvPr>
            <p:cNvSpPr/>
            <p:nvPr/>
          </p:nvSpPr>
          <p:spPr>
            <a:xfrm>
              <a:off x="12086430" y="6944677"/>
              <a:ext cx="76200" cy="143446"/>
            </a:xfrm>
            <a:custGeom>
              <a:avLst/>
              <a:gdLst>
                <a:gd name="connsiteX0" fmla="*/ 76200 w 76200"/>
                <a:gd name="connsiteY0" fmla="*/ 0 h 143446"/>
                <a:gd name="connsiteX1" fmla="*/ 0 w 76200"/>
                <a:gd name="connsiteY1" fmla="*/ 38100 h 143446"/>
                <a:gd name="connsiteX2" fmla="*/ 0 w 76200"/>
                <a:gd name="connsiteY2" fmla="*/ 143447 h 143446"/>
              </a:gdLst>
              <a:ahLst/>
              <a:cxnLst>
                <a:cxn ang="0">
                  <a:pos x="connsiteX0" y="connsiteY0"/>
                </a:cxn>
                <a:cxn ang="0">
                  <a:pos x="connsiteX1" y="connsiteY1"/>
                </a:cxn>
                <a:cxn ang="0">
                  <a:pos x="connsiteX2" y="connsiteY2"/>
                </a:cxn>
              </a:cxnLst>
              <a:rect l="l" t="t" r="r" b="b"/>
              <a:pathLst>
                <a:path w="76200" h="143446">
                  <a:moveTo>
                    <a:pt x="76200" y="0"/>
                  </a:moveTo>
                  <a:lnTo>
                    <a:pt x="0" y="38100"/>
                  </a:lnTo>
                  <a:lnTo>
                    <a:pt x="0" y="143447"/>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9" name="Freeform 197">
              <a:extLst>
                <a:ext uri="{FF2B5EF4-FFF2-40B4-BE49-F238E27FC236}">
                  <a16:creationId xmlns:a16="http://schemas.microsoft.com/office/drawing/2014/main" id="{82EF7670-7E54-4C40-A96E-170C9166A882}"/>
                </a:ext>
              </a:extLst>
            </p:cNvPr>
            <p:cNvSpPr/>
            <p:nvPr/>
          </p:nvSpPr>
          <p:spPr>
            <a:xfrm>
              <a:off x="12143580" y="6839902"/>
              <a:ext cx="95250" cy="114299"/>
            </a:xfrm>
            <a:custGeom>
              <a:avLst/>
              <a:gdLst>
                <a:gd name="connsiteX0" fmla="*/ 0 w 95250"/>
                <a:gd name="connsiteY0" fmla="*/ 47625 h 114299"/>
                <a:gd name="connsiteX1" fmla="*/ 47625 w 95250"/>
                <a:gd name="connsiteY1" fmla="*/ 114300 h 114299"/>
                <a:gd name="connsiteX2" fmla="*/ 95250 w 95250"/>
                <a:gd name="connsiteY2" fmla="*/ 47625 h 114299"/>
                <a:gd name="connsiteX3" fmla="*/ 47625 w 95250"/>
                <a:gd name="connsiteY3" fmla="*/ 0 h 114299"/>
                <a:gd name="connsiteX4" fmla="*/ 0 w 95250"/>
                <a:gd name="connsiteY4" fmla="*/ 47625 h 114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14299">
                  <a:moveTo>
                    <a:pt x="0" y="47625"/>
                  </a:moveTo>
                  <a:cubicBezTo>
                    <a:pt x="0" y="80963"/>
                    <a:pt x="19050" y="114300"/>
                    <a:pt x="47625" y="114300"/>
                  </a:cubicBezTo>
                  <a:cubicBezTo>
                    <a:pt x="76200" y="114300"/>
                    <a:pt x="95250" y="80963"/>
                    <a:pt x="95250" y="47625"/>
                  </a:cubicBezTo>
                  <a:cubicBezTo>
                    <a:pt x="95250" y="14288"/>
                    <a:pt x="85725" y="0"/>
                    <a:pt x="47625" y="0"/>
                  </a:cubicBezTo>
                  <a:cubicBezTo>
                    <a:pt x="9525" y="0"/>
                    <a:pt x="0" y="14288"/>
                    <a:pt x="0" y="47625"/>
                  </a:cubicBezTo>
                  <a:close/>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80" name="Freeform 198">
              <a:extLst>
                <a:ext uri="{FF2B5EF4-FFF2-40B4-BE49-F238E27FC236}">
                  <a16:creationId xmlns:a16="http://schemas.microsoft.com/office/drawing/2014/main" id="{084FEB52-A906-45DD-847C-DC247827DC99}"/>
                </a:ext>
              </a:extLst>
            </p:cNvPr>
            <p:cNvSpPr/>
            <p:nvPr/>
          </p:nvSpPr>
          <p:spPr>
            <a:xfrm>
              <a:off x="12014993" y="6754177"/>
              <a:ext cx="95250" cy="114300"/>
            </a:xfrm>
            <a:custGeom>
              <a:avLst/>
              <a:gdLst>
                <a:gd name="connsiteX0" fmla="*/ 0 w 95250"/>
                <a:gd name="connsiteY0" fmla="*/ 47625 h 114300"/>
                <a:gd name="connsiteX1" fmla="*/ 47625 w 95250"/>
                <a:gd name="connsiteY1" fmla="*/ 114300 h 114300"/>
                <a:gd name="connsiteX2" fmla="*/ 95250 w 95250"/>
                <a:gd name="connsiteY2" fmla="*/ 47625 h 114300"/>
                <a:gd name="connsiteX3" fmla="*/ 47625 w 95250"/>
                <a:gd name="connsiteY3" fmla="*/ 0 h 114300"/>
                <a:gd name="connsiteX4" fmla="*/ 0 w 95250"/>
                <a:gd name="connsiteY4" fmla="*/ 4762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14300">
                  <a:moveTo>
                    <a:pt x="0" y="47625"/>
                  </a:moveTo>
                  <a:cubicBezTo>
                    <a:pt x="0" y="80963"/>
                    <a:pt x="19050" y="114300"/>
                    <a:pt x="47625" y="114300"/>
                  </a:cubicBezTo>
                  <a:cubicBezTo>
                    <a:pt x="76200" y="114300"/>
                    <a:pt x="95250" y="80963"/>
                    <a:pt x="95250" y="47625"/>
                  </a:cubicBezTo>
                  <a:cubicBezTo>
                    <a:pt x="95250" y="14288"/>
                    <a:pt x="85725" y="0"/>
                    <a:pt x="47625" y="0"/>
                  </a:cubicBezTo>
                  <a:cubicBezTo>
                    <a:pt x="9525" y="0"/>
                    <a:pt x="0" y="14288"/>
                    <a:pt x="0" y="47625"/>
                  </a:cubicBezTo>
                  <a:close/>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81" name="Freeform 199">
              <a:extLst>
                <a:ext uri="{FF2B5EF4-FFF2-40B4-BE49-F238E27FC236}">
                  <a16:creationId xmlns:a16="http://schemas.microsoft.com/office/drawing/2014/main" id="{C73B18CB-8EAA-4ABB-882A-15B582718486}"/>
                </a:ext>
              </a:extLst>
            </p:cNvPr>
            <p:cNvSpPr/>
            <p:nvPr/>
          </p:nvSpPr>
          <p:spPr>
            <a:xfrm>
              <a:off x="12272168" y="6754177"/>
              <a:ext cx="95250" cy="114300"/>
            </a:xfrm>
            <a:custGeom>
              <a:avLst/>
              <a:gdLst>
                <a:gd name="connsiteX0" fmla="*/ 0 w 95250"/>
                <a:gd name="connsiteY0" fmla="*/ 47625 h 114300"/>
                <a:gd name="connsiteX1" fmla="*/ 47625 w 95250"/>
                <a:gd name="connsiteY1" fmla="*/ 114300 h 114300"/>
                <a:gd name="connsiteX2" fmla="*/ 95250 w 95250"/>
                <a:gd name="connsiteY2" fmla="*/ 47625 h 114300"/>
                <a:gd name="connsiteX3" fmla="*/ 47625 w 95250"/>
                <a:gd name="connsiteY3" fmla="*/ 0 h 114300"/>
                <a:gd name="connsiteX4" fmla="*/ 0 w 95250"/>
                <a:gd name="connsiteY4" fmla="*/ 4762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14300">
                  <a:moveTo>
                    <a:pt x="0" y="47625"/>
                  </a:moveTo>
                  <a:cubicBezTo>
                    <a:pt x="0" y="80963"/>
                    <a:pt x="19050" y="114300"/>
                    <a:pt x="47625" y="114300"/>
                  </a:cubicBezTo>
                  <a:cubicBezTo>
                    <a:pt x="76200" y="114300"/>
                    <a:pt x="95250" y="80963"/>
                    <a:pt x="95250" y="47625"/>
                  </a:cubicBezTo>
                  <a:cubicBezTo>
                    <a:pt x="95250" y="14288"/>
                    <a:pt x="85725" y="0"/>
                    <a:pt x="47625" y="0"/>
                  </a:cubicBezTo>
                  <a:cubicBezTo>
                    <a:pt x="9525" y="0"/>
                    <a:pt x="0" y="14288"/>
                    <a:pt x="0" y="47625"/>
                  </a:cubicBezTo>
                  <a:close/>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grpSp>
      <p:sp>
        <p:nvSpPr>
          <p:cNvPr id="82" name="TextBox 81">
            <a:extLst>
              <a:ext uri="{FF2B5EF4-FFF2-40B4-BE49-F238E27FC236}">
                <a16:creationId xmlns:a16="http://schemas.microsoft.com/office/drawing/2014/main" id="{1EE71E7C-B26C-4AA0-B252-C5DE2999E77E}"/>
              </a:ext>
            </a:extLst>
          </p:cNvPr>
          <p:cNvSpPr txBox="1"/>
          <p:nvPr userDrawn="1"/>
        </p:nvSpPr>
        <p:spPr>
          <a:xfrm>
            <a:off x="16598959" y="12211501"/>
            <a:ext cx="1298903"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headquarters</a:t>
            </a:r>
          </a:p>
        </p:txBody>
      </p:sp>
      <p:grpSp>
        <p:nvGrpSpPr>
          <p:cNvPr id="83" name="Group 82">
            <a:extLst>
              <a:ext uri="{FF2B5EF4-FFF2-40B4-BE49-F238E27FC236}">
                <a16:creationId xmlns:a16="http://schemas.microsoft.com/office/drawing/2014/main" id="{B398D9C6-B1DE-48E0-84E8-9FDC04EE9E0B}"/>
              </a:ext>
            </a:extLst>
          </p:cNvPr>
          <p:cNvGrpSpPr/>
          <p:nvPr userDrawn="1"/>
        </p:nvGrpSpPr>
        <p:grpSpPr>
          <a:xfrm>
            <a:off x="19097339" y="12193334"/>
            <a:ext cx="356373" cy="356375"/>
            <a:chOff x="18378138" y="11586857"/>
            <a:chExt cx="356373" cy="356375"/>
          </a:xfrm>
        </p:grpSpPr>
        <p:sp>
          <p:nvSpPr>
            <p:cNvPr id="84" name="Freeform 110">
              <a:extLst>
                <a:ext uri="{FF2B5EF4-FFF2-40B4-BE49-F238E27FC236}">
                  <a16:creationId xmlns:a16="http://schemas.microsoft.com/office/drawing/2014/main" id="{7A02EB3C-C152-460F-9CFE-02FC81F41143}"/>
                </a:ext>
              </a:extLst>
            </p:cNvPr>
            <p:cNvSpPr/>
            <p:nvPr/>
          </p:nvSpPr>
          <p:spPr>
            <a:xfrm>
              <a:off x="18378138" y="11586857"/>
              <a:ext cx="356373" cy="356375"/>
            </a:xfrm>
            <a:custGeom>
              <a:avLst/>
              <a:gdLst>
                <a:gd name="connsiteX0" fmla="*/ 31445 w 356373"/>
                <a:gd name="connsiteY0" fmla="*/ 0 h 356375"/>
                <a:gd name="connsiteX1" fmla="*/ 0 w 356373"/>
                <a:gd name="connsiteY1" fmla="*/ 0 h 356375"/>
                <a:gd name="connsiteX2" fmla="*/ 0 w 356373"/>
                <a:gd name="connsiteY2" fmla="*/ 356375 h 356375"/>
                <a:gd name="connsiteX3" fmla="*/ 356374 w 356373"/>
                <a:gd name="connsiteY3" fmla="*/ 356375 h 356375"/>
                <a:gd name="connsiteX4" fmla="*/ 356374 w 356373"/>
                <a:gd name="connsiteY4" fmla="*/ 324930 h 356375"/>
                <a:gd name="connsiteX5" fmla="*/ 31445 w 356373"/>
                <a:gd name="connsiteY5" fmla="*/ 324930 h 3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73" h="356375">
                  <a:moveTo>
                    <a:pt x="31445" y="0"/>
                  </a:moveTo>
                  <a:lnTo>
                    <a:pt x="0" y="0"/>
                  </a:lnTo>
                  <a:lnTo>
                    <a:pt x="0" y="356375"/>
                  </a:lnTo>
                  <a:lnTo>
                    <a:pt x="356374" y="356375"/>
                  </a:lnTo>
                  <a:lnTo>
                    <a:pt x="356374" y="324930"/>
                  </a:lnTo>
                  <a:lnTo>
                    <a:pt x="31445" y="324930"/>
                  </a:lnTo>
                  <a:close/>
                </a:path>
              </a:pathLst>
            </a:custGeom>
            <a:solidFill>
              <a:schemeClr val="accent5"/>
            </a:solidFill>
            <a:ln w="5159" cap="flat">
              <a:noFill/>
              <a:prstDash val="solid"/>
              <a:miter/>
            </a:ln>
          </p:spPr>
          <p:txBody>
            <a:bodyPr rtlCol="0" anchor="ctr"/>
            <a:lstStyle/>
            <a:p>
              <a:endParaRPr lang="en-US"/>
            </a:p>
          </p:txBody>
        </p:sp>
        <p:sp>
          <p:nvSpPr>
            <p:cNvPr id="85" name="Freeform 111">
              <a:extLst>
                <a:ext uri="{FF2B5EF4-FFF2-40B4-BE49-F238E27FC236}">
                  <a16:creationId xmlns:a16="http://schemas.microsoft.com/office/drawing/2014/main" id="{C37127D4-9720-448F-84AD-9D2A4AA3B692}"/>
                </a:ext>
              </a:extLst>
            </p:cNvPr>
            <p:cNvSpPr/>
            <p:nvPr/>
          </p:nvSpPr>
          <p:spPr>
            <a:xfrm>
              <a:off x="18430021" y="11675951"/>
              <a:ext cx="304489" cy="178711"/>
            </a:xfrm>
            <a:custGeom>
              <a:avLst/>
              <a:gdLst>
                <a:gd name="connsiteX0" fmla="*/ 220637 w 304489"/>
                <a:gd name="connsiteY0" fmla="*/ 0 h 178711"/>
                <a:gd name="connsiteX1" fmla="*/ 251558 w 304489"/>
                <a:gd name="connsiteY1" fmla="*/ 30921 h 178711"/>
                <a:gd name="connsiteX2" fmla="*/ 210156 w 304489"/>
                <a:gd name="connsiteY2" fmla="*/ 72323 h 178711"/>
                <a:gd name="connsiteX3" fmla="*/ 178711 w 304489"/>
                <a:gd name="connsiteY3" fmla="*/ 40878 h 178711"/>
                <a:gd name="connsiteX4" fmla="*/ 126303 w 304489"/>
                <a:gd name="connsiteY4" fmla="*/ 93286 h 178711"/>
                <a:gd name="connsiteX5" fmla="*/ 94858 w 304489"/>
                <a:gd name="connsiteY5" fmla="*/ 61842 h 178711"/>
                <a:gd name="connsiteX6" fmla="*/ 0 w 304489"/>
                <a:gd name="connsiteY6" fmla="*/ 156700 h 178711"/>
                <a:gd name="connsiteX7" fmla="*/ 22011 w 304489"/>
                <a:gd name="connsiteY7" fmla="*/ 178712 h 178711"/>
                <a:gd name="connsiteX8" fmla="*/ 94858 w 304489"/>
                <a:gd name="connsiteY8" fmla="*/ 105864 h 178711"/>
                <a:gd name="connsiteX9" fmla="*/ 126303 w 304489"/>
                <a:gd name="connsiteY9" fmla="*/ 137309 h 178711"/>
                <a:gd name="connsiteX10" fmla="*/ 178711 w 304489"/>
                <a:gd name="connsiteY10" fmla="*/ 84901 h 178711"/>
                <a:gd name="connsiteX11" fmla="*/ 210156 w 304489"/>
                <a:gd name="connsiteY11" fmla="*/ 116346 h 178711"/>
                <a:gd name="connsiteX12" fmla="*/ 273569 w 304489"/>
                <a:gd name="connsiteY12" fmla="*/ 52932 h 178711"/>
                <a:gd name="connsiteX13" fmla="*/ 304490 w 304489"/>
                <a:gd name="connsiteY13" fmla="*/ 83853 h 178711"/>
                <a:gd name="connsiteX14" fmla="*/ 304490 w 304489"/>
                <a:gd name="connsiteY14" fmla="*/ 0 h 1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4489" h="178711">
                  <a:moveTo>
                    <a:pt x="220637" y="0"/>
                  </a:moveTo>
                  <a:lnTo>
                    <a:pt x="251558" y="30921"/>
                  </a:lnTo>
                  <a:lnTo>
                    <a:pt x="210156" y="72323"/>
                  </a:lnTo>
                  <a:lnTo>
                    <a:pt x="178711" y="40878"/>
                  </a:lnTo>
                  <a:lnTo>
                    <a:pt x="126303" y="93286"/>
                  </a:lnTo>
                  <a:lnTo>
                    <a:pt x="94858" y="61842"/>
                  </a:lnTo>
                  <a:lnTo>
                    <a:pt x="0" y="156700"/>
                  </a:lnTo>
                  <a:lnTo>
                    <a:pt x="22011" y="178712"/>
                  </a:lnTo>
                  <a:lnTo>
                    <a:pt x="94858" y="105864"/>
                  </a:lnTo>
                  <a:lnTo>
                    <a:pt x="126303" y="137309"/>
                  </a:lnTo>
                  <a:lnTo>
                    <a:pt x="178711" y="84901"/>
                  </a:lnTo>
                  <a:lnTo>
                    <a:pt x="210156" y="116346"/>
                  </a:lnTo>
                  <a:lnTo>
                    <a:pt x="273569" y="52932"/>
                  </a:lnTo>
                  <a:lnTo>
                    <a:pt x="304490" y="83853"/>
                  </a:lnTo>
                  <a:lnTo>
                    <a:pt x="304490" y="0"/>
                  </a:lnTo>
                  <a:close/>
                </a:path>
              </a:pathLst>
            </a:custGeom>
            <a:solidFill>
              <a:schemeClr val="accent5"/>
            </a:solidFill>
            <a:ln w="5159" cap="flat">
              <a:noFill/>
              <a:prstDash val="solid"/>
              <a:miter/>
            </a:ln>
          </p:spPr>
          <p:txBody>
            <a:bodyPr rtlCol="0" anchor="ctr"/>
            <a:lstStyle/>
            <a:p>
              <a:endParaRPr lang="en-US"/>
            </a:p>
          </p:txBody>
        </p:sp>
      </p:grpSp>
      <p:sp>
        <p:nvSpPr>
          <p:cNvPr id="87" name="Рисунок 4">
            <a:extLst>
              <a:ext uri="{FF2B5EF4-FFF2-40B4-BE49-F238E27FC236}">
                <a16:creationId xmlns:a16="http://schemas.microsoft.com/office/drawing/2014/main" id="{048FE6DB-DDA5-42EC-9201-A460A66B9C4F}"/>
              </a:ext>
            </a:extLst>
          </p:cNvPr>
          <p:cNvSpPr>
            <a:spLocks noGrp="1"/>
          </p:cNvSpPr>
          <p:nvPr>
            <p:ph type="pic" sz="quarter" idx="67" hasCustomPrompt="1"/>
          </p:nvPr>
        </p:nvSpPr>
        <p:spPr>
          <a:xfrm>
            <a:off x="1375270" y="446566"/>
            <a:ext cx="2331720" cy="2331720"/>
          </a:xfrm>
          <a:prstGeom prst="rect">
            <a:avLst/>
          </a:prstGeom>
          <a:noFill/>
        </p:spPr>
        <p:txBody>
          <a:bodyPr anchor="ctr">
            <a:normAutofit/>
          </a:bodyPr>
          <a:lstStyle>
            <a:lvl1pPr marL="0" marR="0" indent="0" algn="ctr" defTabSz="670871" rtl="0" eaLnBrk="1" fontAlgn="auto" latinLnBrk="0" hangingPunct="1">
              <a:lnSpc>
                <a:spcPct val="150000"/>
              </a:lnSpc>
              <a:spcBef>
                <a:spcPts val="1488"/>
              </a:spcBef>
              <a:spcAft>
                <a:spcPts val="0"/>
              </a:spcAft>
              <a:buClrTx/>
              <a:buSzPct val="100000"/>
              <a:buFontTx/>
              <a:buNone/>
              <a:tabLst/>
              <a:defRPr sz="2000"/>
            </a:lvl1pPr>
          </a:lstStyle>
          <a:p>
            <a:r>
              <a:rPr lang="en-US"/>
              <a:t>Click icon to browse, or select placeholder to paste</a:t>
            </a:r>
          </a:p>
        </p:txBody>
      </p:sp>
      <p:sp>
        <p:nvSpPr>
          <p:cNvPr id="90" name="Chart Placeholder 88">
            <a:extLst>
              <a:ext uri="{FF2B5EF4-FFF2-40B4-BE49-F238E27FC236}">
                <a16:creationId xmlns:a16="http://schemas.microsoft.com/office/drawing/2014/main" id="{3C808DFA-C5F7-410F-B958-D7C50709BBD2}"/>
              </a:ext>
            </a:extLst>
          </p:cNvPr>
          <p:cNvSpPr>
            <a:spLocks noGrp="1"/>
          </p:cNvSpPr>
          <p:nvPr>
            <p:ph type="chart" sz="quarter" idx="68" hasCustomPrompt="1"/>
          </p:nvPr>
        </p:nvSpPr>
        <p:spPr>
          <a:xfrm>
            <a:off x="16059066" y="2001085"/>
            <a:ext cx="7315200" cy="4114800"/>
          </a:xfrm>
        </p:spPr>
        <p:txBody>
          <a:bodyPr anchor="ctr"/>
          <a:lstStyle>
            <a:lvl1pPr marL="0" indent="0" algn="ctr">
              <a:buNone/>
              <a:defRPr>
                <a:solidFill>
                  <a:schemeClr val="bg1"/>
                </a:solidFill>
              </a:defRPr>
            </a:lvl1pPr>
          </a:lstStyle>
          <a:p>
            <a:r>
              <a:rPr lang="en-US"/>
              <a:t>Click to create a chart</a:t>
            </a:r>
          </a:p>
        </p:txBody>
      </p:sp>
      <p:sp>
        <p:nvSpPr>
          <p:cNvPr id="94" name="Text Placeholder 93">
            <a:extLst>
              <a:ext uri="{FF2B5EF4-FFF2-40B4-BE49-F238E27FC236}">
                <a16:creationId xmlns:a16="http://schemas.microsoft.com/office/drawing/2014/main" id="{CB17ED53-144B-4ADB-ACCB-378E124C857B}"/>
              </a:ext>
            </a:extLst>
          </p:cNvPr>
          <p:cNvSpPr>
            <a:spLocks noGrp="1"/>
          </p:cNvSpPr>
          <p:nvPr>
            <p:ph type="body" sz="quarter" idx="69" hasCustomPrompt="1"/>
          </p:nvPr>
        </p:nvSpPr>
        <p:spPr>
          <a:xfrm>
            <a:off x="795801" y="6663848"/>
            <a:ext cx="6720840" cy="6197666"/>
          </a:xfrm>
        </p:spPr>
        <p:txBody>
          <a:bodyPr lIns="548640" tIns="228600" rIns="457200" bIns="228600">
            <a:normAutofit/>
          </a:bodyPr>
          <a:lstStyle>
            <a:lvl1pPr marL="0" indent="0">
              <a:lnSpc>
                <a:spcPct val="100000"/>
              </a:lnSpc>
              <a:spcBef>
                <a:spcPts val="600"/>
              </a:spcBef>
              <a:spcAft>
                <a:spcPts val="1200"/>
              </a:spcAft>
              <a:buNone/>
              <a:defRPr sz="2200">
                <a:solidFill>
                  <a:schemeClr val="tx2"/>
                </a:solidFill>
                <a:latin typeface="+mn-lt"/>
              </a:defRPr>
            </a:lvl1pPr>
            <a:lvl2pPr marL="300038" indent="-242888">
              <a:lnSpc>
                <a:spcPct val="100000"/>
              </a:lnSpc>
              <a:spcBef>
                <a:spcPts val="0"/>
              </a:spcBef>
              <a:spcAft>
                <a:spcPts val="600"/>
              </a:spcAft>
              <a:buFont typeface="Arial" panose="020B0604020202020204" pitchFamily="34" charset="0"/>
              <a:buChar char="•"/>
              <a:tabLst/>
              <a:defRPr sz="2200">
                <a:solidFill>
                  <a:schemeClr val="tx2"/>
                </a:solidFill>
                <a:latin typeface="+mn-lt"/>
              </a:defRPr>
            </a:lvl2pPr>
            <a:lvl3pPr marL="687388" indent="-228600">
              <a:lnSpc>
                <a:spcPct val="100000"/>
              </a:lnSpc>
              <a:spcBef>
                <a:spcPts val="0"/>
              </a:spcBef>
              <a:spcAft>
                <a:spcPts val="600"/>
              </a:spcAft>
              <a:buFont typeface="Arial" panose="020B0604020202020204" pitchFamily="34" charset="0"/>
              <a:buChar char="•"/>
              <a:tabLst/>
              <a:defRPr sz="2200">
                <a:solidFill>
                  <a:schemeClr val="tx2"/>
                </a:solidFill>
                <a:latin typeface="+mn-lt"/>
              </a:defRPr>
            </a:lvl3pPr>
            <a:lvl4pPr marL="1096963" indent="-238125">
              <a:lnSpc>
                <a:spcPct val="100000"/>
              </a:lnSpc>
              <a:spcBef>
                <a:spcPts val="0"/>
              </a:spcBef>
              <a:spcAft>
                <a:spcPts val="600"/>
              </a:spcAft>
              <a:buFont typeface="Arial" panose="020B0604020202020204" pitchFamily="34" charset="0"/>
              <a:buChar char="•"/>
              <a:tabLst/>
              <a:defRPr sz="2200">
                <a:solidFill>
                  <a:schemeClr val="tx2"/>
                </a:solidFill>
                <a:latin typeface="+mn-lt"/>
              </a:defRPr>
            </a:lvl4pPr>
            <a:lvl5pPr marL="1506538" indent="-246063">
              <a:lnSpc>
                <a:spcPct val="100000"/>
              </a:lnSpc>
              <a:spcBef>
                <a:spcPts val="0"/>
              </a:spcBef>
              <a:spcAft>
                <a:spcPts val="600"/>
              </a:spcAft>
              <a:buFont typeface="Arial" panose="020B0604020202020204" pitchFamily="34" charset="0"/>
              <a:buChar char="•"/>
              <a:tabLst/>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108" name="Text Placeholder 107">
            <a:extLst>
              <a:ext uri="{FF2B5EF4-FFF2-40B4-BE49-F238E27FC236}">
                <a16:creationId xmlns:a16="http://schemas.microsoft.com/office/drawing/2014/main" id="{B2E667B4-6BA4-4DE5-BF10-BDF0495AE3D4}"/>
              </a:ext>
            </a:extLst>
          </p:cNvPr>
          <p:cNvSpPr>
            <a:spLocks noGrp="1"/>
          </p:cNvSpPr>
          <p:nvPr>
            <p:ph type="body" sz="quarter" idx="75" hasCustomPrompt="1"/>
          </p:nvPr>
        </p:nvSpPr>
        <p:spPr>
          <a:xfrm>
            <a:off x="17900868" y="12211501"/>
            <a:ext cx="681325"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AREA</a:t>
            </a:r>
          </a:p>
        </p:txBody>
      </p:sp>
      <p:sp>
        <p:nvSpPr>
          <p:cNvPr id="115" name="TextBox 114">
            <a:extLst>
              <a:ext uri="{FF2B5EF4-FFF2-40B4-BE49-F238E27FC236}">
                <a16:creationId xmlns:a16="http://schemas.microsoft.com/office/drawing/2014/main" id="{82196980-AC81-4C03-8A0D-FA86BD611911}"/>
              </a:ext>
            </a:extLst>
          </p:cNvPr>
          <p:cNvSpPr txBox="1"/>
          <p:nvPr userDrawn="1"/>
        </p:nvSpPr>
        <p:spPr>
          <a:xfrm>
            <a:off x="19549180" y="12211501"/>
            <a:ext cx="835368"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revenue</a:t>
            </a:r>
          </a:p>
        </p:txBody>
      </p:sp>
      <p:sp>
        <p:nvSpPr>
          <p:cNvPr id="116" name="Text Placeholder 107">
            <a:extLst>
              <a:ext uri="{FF2B5EF4-FFF2-40B4-BE49-F238E27FC236}">
                <a16:creationId xmlns:a16="http://schemas.microsoft.com/office/drawing/2014/main" id="{E287B836-FF18-4A66-8DB5-69CBE7D07E15}"/>
              </a:ext>
            </a:extLst>
          </p:cNvPr>
          <p:cNvSpPr>
            <a:spLocks noGrp="1"/>
          </p:cNvSpPr>
          <p:nvPr>
            <p:ph type="body" sz="quarter" idx="76" hasCustomPrompt="1"/>
          </p:nvPr>
        </p:nvSpPr>
        <p:spPr>
          <a:xfrm>
            <a:off x="20387554" y="12211501"/>
            <a:ext cx="742832"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$XXXB</a:t>
            </a:r>
          </a:p>
        </p:txBody>
      </p:sp>
      <p:sp>
        <p:nvSpPr>
          <p:cNvPr id="119" name="TextBox 118">
            <a:extLst>
              <a:ext uri="{FF2B5EF4-FFF2-40B4-BE49-F238E27FC236}">
                <a16:creationId xmlns:a16="http://schemas.microsoft.com/office/drawing/2014/main" id="{B60E4962-D8C1-4523-B00E-7D6A3220378B}"/>
              </a:ext>
            </a:extLst>
          </p:cNvPr>
          <p:cNvSpPr txBox="1"/>
          <p:nvPr userDrawn="1"/>
        </p:nvSpPr>
        <p:spPr>
          <a:xfrm>
            <a:off x="22214028" y="12211501"/>
            <a:ext cx="551415"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users</a:t>
            </a:r>
          </a:p>
        </p:txBody>
      </p:sp>
      <p:sp>
        <p:nvSpPr>
          <p:cNvPr id="120" name="Text Placeholder 107">
            <a:extLst>
              <a:ext uri="{FF2B5EF4-FFF2-40B4-BE49-F238E27FC236}">
                <a16:creationId xmlns:a16="http://schemas.microsoft.com/office/drawing/2014/main" id="{0173795A-B298-4492-94E5-246F0E61EA5C}"/>
              </a:ext>
            </a:extLst>
          </p:cNvPr>
          <p:cNvSpPr>
            <a:spLocks noGrp="1"/>
          </p:cNvSpPr>
          <p:nvPr>
            <p:ph type="body" sz="quarter" idx="77" hasCustomPrompt="1"/>
          </p:nvPr>
        </p:nvSpPr>
        <p:spPr>
          <a:xfrm>
            <a:off x="22776916" y="12211501"/>
            <a:ext cx="640080" cy="320040"/>
          </a:xfrm>
        </p:spPr>
        <p:txBody>
          <a:bodyPr wrap="none" lIns="45720" tIns="45720" rIns="0" bIns="0" anchor="ctr">
            <a:noAutofit/>
          </a:bodyPr>
          <a:lstStyle>
            <a:lvl1pPr marL="0" indent="0" algn="l">
              <a:buNone/>
              <a:defRPr sz="1600" b="1" cap="none"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err="1"/>
              <a:t>XXXk</a:t>
            </a:r>
            <a:endParaRPr lang="en-US"/>
          </a:p>
        </p:txBody>
      </p:sp>
      <p:sp>
        <p:nvSpPr>
          <p:cNvPr id="123" name="Text Placeholder 93">
            <a:extLst>
              <a:ext uri="{FF2B5EF4-FFF2-40B4-BE49-F238E27FC236}">
                <a16:creationId xmlns:a16="http://schemas.microsoft.com/office/drawing/2014/main" id="{36832F5F-2DBC-4327-ADA2-700BB4CCD513}"/>
              </a:ext>
            </a:extLst>
          </p:cNvPr>
          <p:cNvSpPr>
            <a:spLocks noGrp="1"/>
          </p:cNvSpPr>
          <p:nvPr>
            <p:ph type="body" sz="quarter" idx="78" hasCustomPrompt="1"/>
          </p:nvPr>
        </p:nvSpPr>
        <p:spPr>
          <a:xfrm>
            <a:off x="15740743" y="6663848"/>
            <a:ext cx="7975128" cy="4754880"/>
          </a:xfrm>
        </p:spPr>
        <p:txBody>
          <a:bodyPr lIns="548640" tIns="228600" rIns="457200" bIns="228600">
            <a:normAutofit/>
          </a:bodyPr>
          <a:lstStyle>
            <a:lvl1pPr marL="0" indent="0">
              <a:lnSpc>
                <a:spcPct val="100000"/>
              </a:lnSpc>
              <a:spcBef>
                <a:spcPts val="600"/>
              </a:spcBef>
              <a:spcAft>
                <a:spcPts val="1200"/>
              </a:spcAft>
              <a:buNone/>
              <a:defRPr sz="2200" b="0" i="0">
                <a:solidFill>
                  <a:schemeClr val="bg1"/>
                </a:solidFill>
                <a:latin typeface="TT Norms Pro Light" panose="02000503020000020003" pitchFamily="2" charset="0"/>
              </a:defRPr>
            </a:lvl1pPr>
            <a:lvl2pPr marL="400050" indent="-342900">
              <a:lnSpc>
                <a:spcPct val="100000"/>
              </a:lnSpc>
              <a:spcBef>
                <a:spcPts val="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2pPr>
            <a:lvl3pPr marL="801688" indent="-342900">
              <a:lnSpc>
                <a:spcPct val="100000"/>
              </a:lnSpc>
              <a:spcBef>
                <a:spcPts val="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3pPr>
            <a:lvl4pPr marL="1201738" indent="-342900">
              <a:lnSpc>
                <a:spcPct val="100000"/>
              </a:lnSpc>
              <a:spcBef>
                <a:spcPts val="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4pPr>
            <a:lvl5pPr marL="1603375" indent="-342900">
              <a:lnSpc>
                <a:spcPct val="100000"/>
              </a:lnSpc>
              <a:spcBef>
                <a:spcPts val="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124" name="Text Placeholder 93">
            <a:extLst>
              <a:ext uri="{FF2B5EF4-FFF2-40B4-BE49-F238E27FC236}">
                <a16:creationId xmlns:a16="http://schemas.microsoft.com/office/drawing/2014/main" id="{8003FF54-213C-4E1E-A6A8-4CB140FEE20D}"/>
              </a:ext>
            </a:extLst>
          </p:cNvPr>
          <p:cNvSpPr>
            <a:spLocks noGrp="1"/>
          </p:cNvSpPr>
          <p:nvPr>
            <p:ph type="body" sz="quarter" idx="79" hasCustomPrompt="1"/>
          </p:nvPr>
        </p:nvSpPr>
        <p:spPr>
          <a:xfrm>
            <a:off x="7526039" y="6663848"/>
            <a:ext cx="6720840" cy="6197666"/>
          </a:xfrm>
        </p:spPr>
        <p:txBody>
          <a:bodyPr lIns="548640" tIns="228600" rIns="457200" bIns="228600">
            <a:normAutofit/>
          </a:bodyPr>
          <a:lstStyle>
            <a:lvl1pPr marL="0" indent="0">
              <a:lnSpc>
                <a:spcPct val="100000"/>
              </a:lnSpc>
              <a:spcBef>
                <a:spcPts val="600"/>
              </a:spcBef>
              <a:spcAft>
                <a:spcPts val="1200"/>
              </a:spcAft>
              <a:buNone/>
              <a:defRPr sz="2200">
                <a:solidFill>
                  <a:schemeClr val="tx2"/>
                </a:solidFill>
                <a:latin typeface="+mn-lt"/>
              </a:defRPr>
            </a:lvl1pPr>
            <a:lvl2pPr marL="300038" indent="-242888">
              <a:lnSpc>
                <a:spcPct val="100000"/>
              </a:lnSpc>
              <a:spcBef>
                <a:spcPts val="0"/>
              </a:spcBef>
              <a:spcAft>
                <a:spcPts val="600"/>
              </a:spcAft>
              <a:buFont typeface="Arial" panose="020B0604020202020204" pitchFamily="34" charset="0"/>
              <a:buChar char="•"/>
              <a:tabLst/>
              <a:defRPr sz="2200">
                <a:solidFill>
                  <a:schemeClr val="tx2"/>
                </a:solidFill>
                <a:latin typeface="+mn-lt"/>
              </a:defRPr>
            </a:lvl2pPr>
            <a:lvl3pPr marL="687388" indent="-228600">
              <a:lnSpc>
                <a:spcPct val="100000"/>
              </a:lnSpc>
              <a:spcBef>
                <a:spcPts val="0"/>
              </a:spcBef>
              <a:spcAft>
                <a:spcPts val="600"/>
              </a:spcAft>
              <a:buFont typeface="Arial" panose="020B0604020202020204" pitchFamily="34" charset="0"/>
              <a:buChar char="•"/>
              <a:tabLst/>
              <a:defRPr sz="2200">
                <a:solidFill>
                  <a:schemeClr val="tx2"/>
                </a:solidFill>
                <a:latin typeface="+mn-lt"/>
              </a:defRPr>
            </a:lvl3pPr>
            <a:lvl4pPr marL="1096963" indent="-238125">
              <a:lnSpc>
                <a:spcPct val="100000"/>
              </a:lnSpc>
              <a:spcBef>
                <a:spcPts val="0"/>
              </a:spcBef>
              <a:spcAft>
                <a:spcPts val="600"/>
              </a:spcAft>
              <a:buFont typeface="Arial" panose="020B0604020202020204" pitchFamily="34" charset="0"/>
              <a:buChar char="•"/>
              <a:tabLst/>
              <a:defRPr sz="2200">
                <a:solidFill>
                  <a:schemeClr val="tx2"/>
                </a:solidFill>
                <a:latin typeface="+mn-lt"/>
              </a:defRPr>
            </a:lvl4pPr>
            <a:lvl5pPr marL="1603375" indent="-342900">
              <a:lnSpc>
                <a:spcPct val="100000"/>
              </a:lnSpc>
              <a:spcBef>
                <a:spcPts val="0"/>
              </a:spcBef>
              <a:spcAft>
                <a:spcPts val="600"/>
              </a:spcAft>
              <a:buFont typeface="Arial" panose="020B0604020202020204" pitchFamily="34" charset="0"/>
              <a:buChar char="•"/>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DAE85896-1111-4543-B3EA-8582738D0871}"/>
              </a:ext>
            </a:extLst>
          </p:cNvPr>
          <p:cNvSpPr>
            <a:spLocks noGrp="1"/>
          </p:cNvSpPr>
          <p:nvPr>
            <p:ph type="body" sz="quarter" idx="81" hasCustomPrompt="1"/>
          </p:nvPr>
        </p:nvSpPr>
        <p:spPr>
          <a:xfrm>
            <a:off x="16059066" y="1685482"/>
            <a:ext cx="7315200" cy="228600"/>
          </a:xfrm>
        </p:spPr>
        <p:txBody>
          <a:bodyPr lIns="0" rIns="365760">
            <a:noAutofit/>
          </a:bodyPr>
          <a:lstStyle>
            <a:lvl1pPr marL="3175" indent="0" algn="r">
              <a:buNone/>
              <a:tabLst/>
              <a:defRPr sz="1050" b="0" i="1">
                <a:solidFill>
                  <a:schemeClr val="bg1"/>
                </a:solidFill>
              </a:defRPr>
            </a:lvl1pPr>
            <a:lvl2pPr marL="914355" indent="0">
              <a:buNone/>
              <a:defRPr sz="1000">
                <a:solidFill>
                  <a:schemeClr val="bg1"/>
                </a:solidFill>
              </a:defRPr>
            </a:lvl2pPr>
            <a:lvl3pPr marL="1373186" indent="0">
              <a:buNone/>
              <a:defRPr sz="1000">
                <a:solidFill>
                  <a:schemeClr val="bg1"/>
                </a:solidFill>
              </a:defRPr>
            </a:lvl3pPr>
            <a:lvl4pPr marL="1835150" indent="0">
              <a:buNone/>
              <a:defRPr sz="1000">
                <a:solidFill>
                  <a:schemeClr val="bg1"/>
                </a:solidFill>
              </a:defRPr>
            </a:lvl4pPr>
            <a:lvl5pPr marL="3657418" indent="0">
              <a:buNone/>
              <a:defRPr sz="1000">
                <a:solidFill>
                  <a:schemeClr val="bg1"/>
                </a:solidFill>
              </a:defRPr>
            </a:lvl5pPr>
          </a:lstStyle>
          <a:p>
            <a:pPr lvl="0"/>
            <a:r>
              <a:rPr lang="en-US" err="1"/>
              <a:t>Mmm</a:t>
            </a:r>
            <a:r>
              <a:rPr lang="en-US"/>
              <a:t> YYYY (11 </a:t>
            </a:r>
            <a:r>
              <a:rPr lang="en-US" err="1"/>
              <a:t>pt</a:t>
            </a:r>
            <a:r>
              <a:rPr lang="en-US"/>
              <a:t> Italic)</a:t>
            </a:r>
          </a:p>
        </p:txBody>
      </p:sp>
      <p:sp>
        <p:nvSpPr>
          <p:cNvPr id="52" name="Text Placeholder 22">
            <a:extLst>
              <a:ext uri="{FF2B5EF4-FFF2-40B4-BE49-F238E27FC236}">
                <a16:creationId xmlns:a16="http://schemas.microsoft.com/office/drawing/2014/main" id="{25B887B7-63D4-4312-A5E0-AD5D0BBC2F28}"/>
              </a:ext>
            </a:extLst>
          </p:cNvPr>
          <p:cNvSpPr>
            <a:spLocks noGrp="1"/>
          </p:cNvSpPr>
          <p:nvPr>
            <p:ph type="body" sz="quarter" idx="8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grpSp>
        <p:nvGrpSpPr>
          <p:cNvPr id="25" name="Group 24">
            <a:extLst>
              <a:ext uri="{FF2B5EF4-FFF2-40B4-BE49-F238E27FC236}">
                <a16:creationId xmlns:a16="http://schemas.microsoft.com/office/drawing/2014/main" id="{9D80320F-A347-DFC7-72EF-F9F3FDDB100D}"/>
              </a:ext>
            </a:extLst>
          </p:cNvPr>
          <p:cNvGrpSpPr/>
          <p:nvPr userDrawn="1"/>
        </p:nvGrpSpPr>
        <p:grpSpPr>
          <a:xfrm>
            <a:off x="22521672" y="369493"/>
            <a:ext cx="1485496" cy="321800"/>
            <a:chOff x="22521672" y="369493"/>
            <a:chExt cx="1485496" cy="321800"/>
          </a:xfrm>
        </p:grpSpPr>
        <p:grpSp>
          <p:nvGrpSpPr>
            <p:cNvPr id="8" name="Graphic 2">
              <a:extLst>
                <a:ext uri="{FF2B5EF4-FFF2-40B4-BE49-F238E27FC236}">
                  <a16:creationId xmlns:a16="http://schemas.microsoft.com/office/drawing/2014/main" id="{1FFA982E-CB32-0CAA-A598-B13C12E9DC11}"/>
                </a:ext>
              </a:extLst>
            </p:cNvPr>
            <p:cNvGrpSpPr/>
            <p:nvPr/>
          </p:nvGrpSpPr>
          <p:grpSpPr>
            <a:xfrm>
              <a:off x="22521672" y="369493"/>
              <a:ext cx="317313" cy="321800"/>
              <a:chOff x="22521672" y="369493"/>
              <a:chExt cx="317313" cy="321800"/>
            </a:xfrm>
            <a:solidFill>
              <a:srgbClr val="FFB81C"/>
            </a:solidFill>
          </p:grpSpPr>
          <p:sp>
            <p:nvSpPr>
              <p:cNvPr id="21" name="Freeform 20">
                <a:extLst>
                  <a:ext uri="{FF2B5EF4-FFF2-40B4-BE49-F238E27FC236}">
                    <a16:creationId xmlns:a16="http://schemas.microsoft.com/office/drawing/2014/main" id="{B7E117BC-81E4-36DE-6100-5C6579AA79A9}"/>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22" name="Graphic 2">
                <a:extLst>
                  <a:ext uri="{FF2B5EF4-FFF2-40B4-BE49-F238E27FC236}">
                    <a16:creationId xmlns:a16="http://schemas.microsoft.com/office/drawing/2014/main" id="{07C1617F-08D0-0849-8439-7030404CA78A}"/>
                  </a:ext>
                </a:extLst>
              </p:cNvPr>
              <p:cNvGrpSpPr/>
              <p:nvPr/>
            </p:nvGrpSpPr>
            <p:grpSpPr>
              <a:xfrm>
                <a:off x="22540081" y="369493"/>
                <a:ext cx="298904" cy="321800"/>
                <a:chOff x="22540081" y="369493"/>
                <a:chExt cx="298904" cy="321800"/>
              </a:xfrm>
              <a:grpFill/>
            </p:grpSpPr>
            <p:sp>
              <p:nvSpPr>
                <p:cNvPr id="23" name="Freeform 22">
                  <a:extLst>
                    <a:ext uri="{FF2B5EF4-FFF2-40B4-BE49-F238E27FC236}">
                      <a16:creationId xmlns:a16="http://schemas.microsoft.com/office/drawing/2014/main" id="{6C2D65D4-9A56-7BE3-677E-AD857E652CC0}"/>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DCF9E3FF-BB57-284D-8107-BD94800221DB}"/>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9" name="Graphic 2">
              <a:extLst>
                <a:ext uri="{FF2B5EF4-FFF2-40B4-BE49-F238E27FC236}">
                  <a16:creationId xmlns:a16="http://schemas.microsoft.com/office/drawing/2014/main" id="{07DE38B7-B515-AD03-CF0A-C97C643B8634}"/>
                </a:ext>
              </a:extLst>
            </p:cNvPr>
            <p:cNvGrpSpPr/>
            <p:nvPr/>
          </p:nvGrpSpPr>
          <p:grpSpPr>
            <a:xfrm>
              <a:off x="22934900" y="432271"/>
              <a:ext cx="1072268" cy="235263"/>
              <a:chOff x="22934900" y="432271"/>
              <a:chExt cx="1072268" cy="235263"/>
            </a:xfrm>
            <a:solidFill>
              <a:schemeClr val="bg1"/>
            </a:solidFill>
          </p:grpSpPr>
          <p:sp>
            <p:nvSpPr>
              <p:cNvPr id="10" name="Freeform 9">
                <a:extLst>
                  <a:ext uri="{FF2B5EF4-FFF2-40B4-BE49-F238E27FC236}">
                    <a16:creationId xmlns:a16="http://schemas.microsoft.com/office/drawing/2014/main" id="{9C2C047F-58DA-FC12-88A8-9461E735BFC6}"/>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grpFill/>
              <a:ln w="442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02B15F48-E08C-E5B5-85BB-DD4BB5988CD2}"/>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grpFill/>
              <a:ln w="442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AFF84208-3DF2-E74F-F3BA-BB87C1F03BE6}"/>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grpFill/>
              <a:ln w="442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B8028F18-08A7-AEB9-514A-95CB30082C7F}"/>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grpFill/>
              <a:ln w="442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14F32CA-729B-E2C0-3EEE-559887C85950}"/>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grp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DC60B14D-BA2F-9DEA-5912-20DCD4319A42}"/>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grp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1A5A820-0493-F784-AE12-C3D256FFE235}"/>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grp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79C9617A-D2E8-3AB0-18A6-5D044032B10A}"/>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grpFill/>
              <a:ln w="442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35A9A87E-1AEE-CBBE-B759-9740F990FB99}"/>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grpFill/>
              <a:ln w="442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FD0F2D2D-85C8-8D66-C4E4-9922A12F44A1}"/>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grpFill/>
              <a:ln w="442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8329562C-06FC-24D0-012D-32EE21A17963}"/>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grp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2718586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Left Side Bar">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3E602CD1-83ED-7849-84E3-D3295CFFEC1B}"/>
              </a:ext>
            </a:extLst>
          </p:cNvPr>
          <p:cNvPicPr>
            <a:picLocks noChangeAspect="1"/>
          </p:cNvPicPr>
          <p:nvPr userDrawn="1"/>
        </p:nvPicPr>
        <p:blipFill rotWithShape="1">
          <a:blip r:embed="rId2"/>
          <a:srcRect l="17660" t="19626" b="2254"/>
          <a:stretch/>
        </p:blipFill>
        <p:spPr>
          <a:xfrm rot="5400000">
            <a:off x="-3154680" y="3154681"/>
            <a:ext cx="13487400" cy="7178040"/>
          </a:xfrm>
          <a:prstGeom prst="rect">
            <a:avLst/>
          </a:prstGeom>
        </p:spPr>
      </p:pic>
      <p:sp>
        <p:nvSpPr>
          <p:cNvPr id="37" name="Rectangle 36">
            <a:extLst>
              <a:ext uri="{FF2B5EF4-FFF2-40B4-BE49-F238E27FC236}">
                <a16:creationId xmlns:a16="http://schemas.microsoft.com/office/drawing/2014/main" id="{A536107E-45A7-7340-A3DC-1B682F506934}"/>
              </a:ext>
            </a:extLst>
          </p:cNvPr>
          <p:cNvSpPr/>
          <p:nvPr userDrawn="1"/>
        </p:nvSpPr>
        <p:spPr>
          <a:xfrm>
            <a:off x="0" y="0"/>
            <a:ext cx="7178040" cy="13487400"/>
          </a:xfrm>
          <a:prstGeom prst="rect">
            <a:avLst/>
          </a:prstGeom>
          <a:gradFill flip="none" rotWithShape="1">
            <a:gsLst>
              <a:gs pos="100000">
                <a:schemeClr val="accent1">
                  <a:alpha val="92000"/>
                </a:schemeClr>
              </a:gs>
              <a:gs pos="26000">
                <a:schemeClr val="tx2">
                  <a:alpha val="92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sp>
        <p:nvSpPr>
          <p:cNvPr id="4" name="Title 1">
            <a:extLst>
              <a:ext uri="{FF2B5EF4-FFF2-40B4-BE49-F238E27FC236}">
                <a16:creationId xmlns:a16="http://schemas.microsoft.com/office/drawing/2014/main" id="{573C3744-43EF-0848-AC23-3DE19579AD11}"/>
              </a:ext>
            </a:extLst>
          </p:cNvPr>
          <p:cNvSpPr txBox="1">
            <a:spLocks/>
          </p:cNvSpPr>
          <p:nvPr userDrawn="1"/>
        </p:nvSpPr>
        <p:spPr>
          <a:xfrm>
            <a:off x="16628537" y="902313"/>
            <a:ext cx="7315196" cy="2632926"/>
          </a:xfrm>
          <a:prstGeom prst="rect">
            <a:avLst/>
          </a:prstGeom>
        </p:spPr>
        <p:txBody>
          <a:bodyPr vert="horz" lIns="91440" tIns="45720" rIns="91440" bIns="45720" rtlCol="0" anchor="t" anchorCtr="0">
            <a:normAutofit/>
          </a:bodyPr>
          <a:lstStyle>
            <a:lvl1pPr marL="914400" indent="0" algn="l" defTabSz="1828252" rtl="0" eaLnBrk="1" latinLnBrk="0" hangingPunct="1">
              <a:lnSpc>
                <a:spcPct val="90000"/>
              </a:lnSpc>
              <a:spcBef>
                <a:spcPct val="0"/>
              </a:spcBef>
              <a:buNone/>
              <a:defRPr sz="6600" b="1" i="0" kern="1200" spc="-100" baseline="0">
                <a:solidFill>
                  <a:schemeClr val="tx2"/>
                </a:solidFill>
                <a:latin typeface="TT Norms Pro" panose="02000503030000020003" pitchFamily="2" charset="0"/>
                <a:ea typeface="TT Norms Pro" panose="02000503030000020003" pitchFamily="2" charset="0"/>
                <a:cs typeface="TT Norms Pro" panose="02000503030000020003" pitchFamily="2" charset="0"/>
              </a:defRPr>
            </a:lvl1pPr>
          </a:lstStyle>
          <a:p>
            <a:pPr>
              <a:lnSpc>
                <a:spcPct val="80000"/>
              </a:lnSpc>
            </a:pPr>
            <a:r>
              <a:rPr lang="en-US" sz="6599" b="0" dirty="0">
                <a:solidFill>
                  <a:schemeClr val="bg1"/>
                </a:solidFill>
                <a:latin typeface="TT Norms Pro Light" panose="02000503020000020003" pitchFamily="2" charset="0"/>
              </a:rPr>
              <a:t>Executive Summary: </a:t>
            </a:r>
            <a:br>
              <a:rPr lang="en-US" sz="6599" b="0" dirty="0">
                <a:solidFill>
                  <a:schemeClr val="bg1"/>
                </a:solidFill>
                <a:latin typeface="TT Norms Pro Light" panose="02000503020000020003" pitchFamily="2" charset="0"/>
              </a:rPr>
            </a:br>
            <a:r>
              <a:rPr lang="en-US" sz="6599" dirty="0">
                <a:solidFill>
                  <a:schemeClr val="bg1"/>
                </a:solidFill>
                <a:latin typeface="TT Norms Pro Light" panose="02000503020000020003" pitchFamily="2" charset="0"/>
              </a:rPr>
              <a:t>IBM</a:t>
            </a:r>
            <a:endParaRPr lang="en-US" sz="6599" dirty="0">
              <a:solidFill>
                <a:schemeClr val="bg1"/>
              </a:solidFill>
            </a:endParaRPr>
          </a:p>
        </p:txBody>
      </p:sp>
      <p:sp>
        <p:nvSpPr>
          <p:cNvPr id="8" name="Text Placeholder 7">
            <a:extLst>
              <a:ext uri="{FF2B5EF4-FFF2-40B4-BE49-F238E27FC236}">
                <a16:creationId xmlns:a16="http://schemas.microsoft.com/office/drawing/2014/main" id="{565BFC57-126E-4A49-9E8F-63F489AE673B}"/>
              </a:ext>
            </a:extLst>
          </p:cNvPr>
          <p:cNvSpPr>
            <a:spLocks noGrp="1"/>
          </p:cNvSpPr>
          <p:nvPr>
            <p:ph type="body" sz="quarter" idx="10" hasCustomPrompt="1"/>
          </p:nvPr>
        </p:nvSpPr>
        <p:spPr>
          <a:xfrm>
            <a:off x="1" y="5220925"/>
            <a:ext cx="6333063" cy="2205114"/>
          </a:xfrm>
          <a:prstGeom prst="rect">
            <a:avLst/>
          </a:prstGeom>
        </p:spPr>
        <p:txBody>
          <a:bodyPr/>
          <a:lstStyle>
            <a:lvl1pPr marL="688941" indent="55560">
              <a:buNone/>
              <a:tabLst/>
              <a:defRPr sz="3200" b="0" i="1">
                <a:solidFill>
                  <a:schemeClr val="accent1">
                    <a:lumMod val="40000"/>
                    <a:lumOff val="60000"/>
                  </a:schemeClr>
                </a:solidFill>
                <a:latin typeface="TT Norms Pro Light" panose="02000503020000020003" pitchFamily="2" charset="0"/>
              </a:defRPr>
            </a:lvl1pPr>
          </a:lstStyle>
          <a:p>
            <a:pPr lvl="0"/>
            <a:r>
              <a:rPr lang="en-US"/>
              <a:t>Optional subtitle (sentence caps, 32 </a:t>
            </a:r>
            <a:r>
              <a:rPr lang="en-US" err="1"/>
              <a:t>pt</a:t>
            </a:r>
            <a:r>
              <a:rPr lang="en-US"/>
              <a:t> italic, no punctuation)</a:t>
            </a:r>
          </a:p>
        </p:txBody>
      </p:sp>
      <p:sp>
        <p:nvSpPr>
          <p:cNvPr id="5" name="Title 4">
            <a:extLst>
              <a:ext uri="{FF2B5EF4-FFF2-40B4-BE49-F238E27FC236}">
                <a16:creationId xmlns:a16="http://schemas.microsoft.com/office/drawing/2014/main" id="{E25B9C56-92AF-F540-832F-67981821137B}"/>
              </a:ext>
            </a:extLst>
          </p:cNvPr>
          <p:cNvSpPr>
            <a:spLocks noGrp="1"/>
          </p:cNvSpPr>
          <p:nvPr>
            <p:ph type="title" hasCustomPrompt="1"/>
          </p:nvPr>
        </p:nvSpPr>
        <p:spPr>
          <a:xfrm>
            <a:off x="1" y="638359"/>
            <a:ext cx="6333063" cy="3844038"/>
          </a:xfrm>
          <a:prstGeom prst="rect">
            <a:avLst/>
          </a:prstGeom>
        </p:spPr>
        <p:txBody>
          <a:bodyPr anchor="b" anchorCtr="0"/>
          <a:lstStyle>
            <a:lvl1pPr marL="688941" indent="55560">
              <a:lnSpc>
                <a:spcPct val="80000"/>
              </a:lnSpc>
              <a:tabLst/>
              <a:defRPr sz="6599" spc="-100" baseline="0">
                <a:solidFill>
                  <a:schemeClr val="bg1"/>
                </a:solidFill>
                <a:latin typeface="TT Norms Pro" panose="02000503030000020003" pitchFamily="2" charset="0"/>
              </a:defRPr>
            </a:lvl1pPr>
          </a:lstStyle>
          <a:p>
            <a:r>
              <a:rPr lang="en-US"/>
              <a:t>Short Title (Title Caps, 66 Pt Regular)</a:t>
            </a:r>
          </a:p>
        </p:txBody>
      </p:sp>
      <p:sp>
        <p:nvSpPr>
          <p:cNvPr id="35" name="Rectangle 34">
            <a:extLst>
              <a:ext uri="{FF2B5EF4-FFF2-40B4-BE49-F238E27FC236}">
                <a16:creationId xmlns:a16="http://schemas.microsoft.com/office/drawing/2014/main" id="{E5FE59FE-45B8-DD4B-9B59-85460B0E871A}"/>
              </a:ext>
            </a:extLst>
          </p:cNvPr>
          <p:cNvSpPr/>
          <p:nvPr userDrawn="1"/>
        </p:nvSpPr>
        <p:spPr>
          <a:xfrm rot="5400000">
            <a:off x="508394" y="6669648"/>
            <a:ext cx="13487400" cy="148105"/>
          </a:xfrm>
          <a:prstGeom prst="rect">
            <a:avLst/>
          </a:prstGeom>
          <a:solidFill>
            <a:srgbClr val="FFB8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Footer Placeholder 1">
            <a:extLst>
              <a:ext uri="{FF2B5EF4-FFF2-40B4-BE49-F238E27FC236}">
                <a16:creationId xmlns:a16="http://schemas.microsoft.com/office/drawing/2014/main" id="{839AF3C0-BCA5-40AB-8972-8F54022A2E87}"/>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3" name="Slide Number Placeholder 2">
            <a:extLst>
              <a:ext uri="{FF2B5EF4-FFF2-40B4-BE49-F238E27FC236}">
                <a16:creationId xmlns:a16="http://schemas.microsoft.com/office/drawing/2014/main" id="{F2EBEF6A-EF71-484B-A7C1-4AD4CDA22590}"/>
              </a:ext>
            </a:extLst>
          </p:cNvPr>
          <p:cNvSpPr>
            <a:spLocks noGrp="1"/>
          </p:cNvSpPr>
          <p:nvPr>
            <p:ph type="sldNum" sz="quarter" idx="16"/>
          </p:nvPr>
        </p:nvSpPr>
        <p:spPr/>
        <p:txBody>
          <a:bodyPr/>
          <a:lstStyle/>
          <a:p>
            <a:fld id="{65CC2327-6B8B-47BD-B581-B21CDA88CCFB}" type="slidenum">
              <a:rPr lang="en-US" smtClean="0"/>
              <a:pPr/>
              <a:t>‹#›</a:t>
            </a:fld>
            <a:endParaRPr lang="en-US"/>
          </a:p>
        </p:txBody>
      </p:sp>
      <p:sp>
        <p:nvSpPr>
          <p:cNvPr id="33" name="Text Placeholder 8">
            <a:extLst>
              <a:ext uri="{FF2B5EF4-FFF2-40B4-BE49-F238E27FC236}">
                <a16:creationId xmlns:a16="http://schemas.microsoft.com/office/drawing/2014/main" id="{3F6D238A-65AC-4FE9-9B22-80002EB96CF1}"/>
              </a:ext>
            </a:extLst>
          </p:cNvPr>
          <p:cNvSpPr>
            <a:spLocks noGrp="1"/>
          </p:cNvSpPr>
          <p:nvPr>
            <p:ph idx="1"/>
          </p:nvPr>
        </p:nvSpPr>
        <p:spPr>
          <a:xfrm>
            <a:off x="7174867" y="1828800"/>
            <a:ext cx="17212181" cy="11612880"/>
          </a:xfrm>
          <a:prstGeom prst="rect">
            <a:avLst/>
          </a:prstGeom>
        </p:spPr>
        <p:txBody>
          <a:bodyPr vert="horz" lIns="91440" tIns="45720" rIns="91440" bIns="45720" rtlCol="0">
            <a:normAutofit/>
          </a:bodyPr>
          <a:lstStyle/>
          <a:p>
            <a:pPr marL="1371600" marR="0" lvl="0"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Primary bullet (36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regular; 20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before, 6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after; .9 line spacing)</a:t>
            </a:r>
          </a:p>
          <a:p>
            <a:pPr marL="1828800" lvl="1"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second level (32 </a:t>
            </a:r>
            <a:r>
              <a:rPr lang="en-US" err="1"/>
              <a:t>pt</a:t>
            </a:r>
            <a:r>
              <a:rPr lang="en-US"/>
              <a:t> regular; 10 </a:t>
            </a:r>
            <a:r>
              <a:rPr lang="en-US" err="1"/>
              <a:t>pt</a:t>
            </a:r>
            <a:r>
              <a:rPr lang="en-US"/>
              <a:t> before, 6 </a:t>
            </a:r>
            <a:r>
              <a:rPr lang="en-US" err="1"/>
              <a:t>pt</a:t>
            </a:r>
            <a:r>
              <a:rPr lang="en-US"/>
              <a:t> after; .9 line spacing)</a:t>
            </a:r>
          </a:p>
          <a:p>
            <a:pPr marL="2290764" lvl="2"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13" name="Text Placeholder 22">
            <a:extLst>
              <a:ext uri="{FF2B5EF4-FFF2-40B4-BE49-F238E27FC236}">
                <a16:creationId xmlns:a16="http://schemas.microsoft.com/office/drawing/2014/main" id="{5623FE51-1BED-4DA1-BB40-A6FB8299C77A}"/>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15" name="Date Placeholder 4">
            <a:extLst>
              <a:ext uri="{FF2B5EF4-FFF2-40B4-BE49-F238E27FC236}">
                <a16:creationId xmlns:a16="http://schemas.microsoft.com/office/drawing/2014/main" id="{CF44DD6B-6E9F-4EAE-833D-8498D43B6C07}"/>
              </a:ext>
            </a:extLst>
          </p:cNvPr>
          <p:cNvSpPr>
            <a:spLocks noGrp="1"/>
          </p:cNvSpPr>
          <p:nvPr>
            <p:ph type="dt" sz="half" idx="17"/>
          </p:nvPr>
        </p:nvSpPr>
        <p:spPr>
          <a:xfrm>
            <a:off x="0" y="13441680"/>
            <a:ext cx="1143000" cy="274320"/>
          </a:xfrm>
        </p:spPr>
        <p:txBody>
          <a:bodyPr/>
          <a:lstStyle/>
          <a:p>
            <a:fld id="{9CC7B6BA-D44D-4729-BD5A-BF29607FF773}" type="datetime4">
              <a:rPr lang="en-US" smtClean="0"/>
              <a:pPr/>
              <a:t>June 10, 2026</a:t>
            </a:fld>
            <a:endParaRPr lang="en-US"/>
          </a:p>
        </p:txBody>
      </p:sp>
      <p:grpSp>
        <p:nvGrpSpPr>
          <p:cNvPr id="6" name="Group 5">
            <a:extLst>
              <a:ext uri="{FF2B5EF4-FFF2-40B4-BE49-F238E27FC236}">
                <a16:creationId xmlns:a16="http://schemas.microsoft.com/office/drawing/2014/main" id="{B3F1EA75-A783-7879-158F-0B371DDD7D65}"/>
              </a:ext>
            </a:extLst>
          </p:cNvPr>
          <p:cNvGrpSpPr/>
          <p:nvPr userDrawn="1"/>
        </p:nvGrpSpPr>
        <p:grpSpPr>
          <a:xfrm>
            <a:off x="22521672" y="369493"/>
            <a:ext cx="1485496" cy="321800"/>
            <a:chOff x="22521672" y="369493"/>
            <a:chExt cx="1485496" cy="321800"/>
          </a:xfrm>
        </p:grpSpPr>
        <p:grpSp>
          <p:nvGrpSpPr>
            <p:cNvPr id="7" name="Graphic 2">
              <a:extLst>
                <a:ext uri="{FF2B5EF4-FFF2-40B4-BE49-F238E27FC236}">
                  <a16:creationId xmlns:a16="http://schemas.microsoft.com/office/drawing/2014/main" id="{A75EA507-62BF-19D4-FA57-0D9EC5F91F57}"/>
                </a:ext>
              </a:extLst>
            </p:cNvPr>
            <p:cNvGrpSpPr/>
            <p:nvPr/>
          </p:nvGrpSpPr>
          <p:grpSpPr>
            <a:xfrm>
              <a:off x="22521672" y="369493"/>
              <a:ext cx="317313" cy="321800"/>
              <a:chOff x="22521672" y="369493"/>
              <a:chExt cx="317313" cy="321800"/>
            </a:xfrm>
            <a:solidFill>
              <a:srgbClr val="FFB81C"/>
            </a:solidFill>
          </p:grpSpPr>
          <p:sp>
            <p:nvSpPr>
              <p:cNvPr id="24" name="Freeform 23">
                <a:extLst>
                  <a:ext uri="{FF2B5EF4-FFF2-40B4-BE49-F238E27FC236}">
                    <a16:creationId xmlns:a16="http://schemas.microsoft.com/office/drawing/2014/main" id="{7DC3DDAB-715E-DD98-DDAF-37E8BC559606}"/>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25" name="Graphic 2">
                <a:extLst>
                  <a:ext uri="{FF2B5EF4-FFF2-40B4-BE49-F238E27FC236}">
                    <a16:creationId xmlns:a16="http://schemas.microsoft.com/office/drawing/2014/main" id="{DFE5E2EF-7B62-19AA-B0BF-DEC8D8E390D0}"/>
                  </a:ext>
                </a:extLst>
              </p:cNvPr>
              <p:cNvGrpSpPr/>
              <p:nvPr/>
            </p:nvGrpSpPr>
            <p:grpSpPr>
              <a:xfrm>
                <a:off x="22540081" y="369493"/>
                <a:ext cx="298904" cy="321800"/>
                <a:chOff x="22540081" y="369493"/>
                <a:chExt cx="298904" cy="321800"/>
              </a:xfrm>
              <a:grpFill/>
            </p:grpSpPr>
            <p:sp>
              <p:nvSpPr>
                <p:cNvPr id="26" name="Freeform 25">
                  <a:extLst>
                    <a:ext uri="{FF2B5EF4-FFF2-40B4-BE49-F238E27FC236}">
                      <a16:creationId xmlns:a16="http://schemas.microsoft.com/office/drawing/2014/main" id="{4C390764-1293-A325-F959-A3C0D9F3B5A6}"/>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0B98279-2719-EE09-6A31-496354D33CFD}"/>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9" name="Graphic 2">
              <a:extLst>
                <a:ext uri="{FF2B5EF4-FFF2-40B4-BE49-F238E27FC236}">
                  <a16:creationId xmlns:a16="http://schemas.microsoft.com/office/drawing/2014/main" id="{E8859B4A-C953-B738-FE64-9A1C9A7E648D}"/>
                </a:ext>
              </a:extLst>
            </p:cNvPr>
            <p:cNvGrpSpPr/>
            <p:nvPr/>
          </p:nvGrpSpPr>
          <p:grpSpPr>
            <a:xfrm>
              <a:off x="22934900" y="432271"/>
              <a:ext cx="1072268" cy="235263"/>
              <a:chOff x="22934900" y="432271"/>
              <a:chExt cx="1072268" cy="235263"/>
            </a:xfrm>
            <a:solidFill>
              <a:srgbClr val="33647E"/>
            </a:solidFill>
          </p:grpSpPr>
          <p:sp>
            <p:nvSpPr>
              <p:cNvPr id="10" name="Freeform 9">
                <a:extLst>
                  <a:ext uri="{FF2B5EF4-FFF2-40B4-BE49-F238E27FC236}">
                    <a16:creationId xmlns:a16="http://schemas.microsoft.com/office/drawing/2014/main" id="{3DF9DDED-45A4-2DBD-A988-80238A78A171}"/>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D5FACAF-57EA-5E79-209D-2B010FFDE250}"/>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solidFill>
                <a:srgbClr val="33647E"/>
              </a:solidFill>
              <a:ln w="442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5E8BDD10-CCE4-6F56-D80A-F45ABA8F9ED7}"/>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solidFill>
                <a:srgbClr val="33647E"/>
              </a:solid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233D35CD-6D70-5B02-05D6-ED76674E0EAE}"/>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solidFill>
                <a:srgbClr val="33647E"/>
              </a:solid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790DF895-D416-0376-D599-93C4DCE1DB99}"/>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solidFill>
                <a:srgbClr val="33647E"/>
              </a:solidFill>
              <a:ln w="442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CDCECECB-C083-F029-C2BE-CEB53DC745CE}"/>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solidFill>
                <a:srgbClr val="33647E"/>
              </a:solidFill>
              <a:ln w="442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48A50B7-9D12-E7C1-D2BD-7EACD2943B04}"/>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solidFill>
                <a:srgbClr val="33647E"/>
              </a:solidFill>
              <a:ln w="442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BDB41B3B-89DD-5D32-1523-1C284BCD0DF0}"/>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solidFill>
                <a:srgbClr val="33647E"/>
              </a:solidFill>
              <a:ln w="442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4EB862D5-FD69-7931-2E4E-BEFD075CDE50}"/>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F9CD2825-60EF-3A86-A460-6DFCCF0F54E4}"/>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solidFill>
                <a:srgbClr val="33647E"/>
              </a:solidFill>
              <a:ln w="4420"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D5903636-955F-FBEB-215D-68B0B4D55DB6}"/>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solidFill>
                <a:srgbClr val="33647E"/>
              </a:solid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27580666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am - 1-4 headshots">
    <p:spTree>
      <p:nvGrpSpPr>
        <p:cNvPr id="1" name=""/>
        <p:cNvGrpSpPr/>
        <p:nvPr/>
      </p:nvGrpSpPr>
      <p:grpSpPr>
        <a:xfrm>
          <a:off x="0" y="0"/>
          <a:ext cx="0" cy="0"/>
          <a:chOff x="0" y="0"/>
          <a:chExt cx="0" cy="0"/>
        </a:xfrm>
      </p:grpSpPr>
      <p:sp>
        <p:nvSpPr>
          <p:cNvPr id="18" name="Picture Placeholder 2">
            <a:extLst>
              <a:ext uri="{FF2B5EF4-FFF2-40B4-BE49-F238E27FC236}">
                <a16:creationId xmlns:a16="http://schemas.microsoft.com/office/drawing/2014/main" id="{F4BD81BD-7377-EA4D-923F-88FE4E0D7573}"/>
              </a:ext>
            </a:extLst>
          </p:cNvPr>
          <p:cNvSpPr>
            <a:spLocks noGrp="1"/>
          </p:cNvSpPr>
          <p:nvPr>
            <p:ph type="pic" sz="quarter" idx="13" hasCustomPrompt="1"/>
          </p:nvPr>
        </p:nvSpPr>
        <p:spPr>
          <a:xfrm>
            <a:off x="7129437" y="5547069"/>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19" name="Picture Placeholder 2">
            <a:extLst>
              <a:ext uri="{FF2B5EF4-FFF2-40B4-BE49-F238E27FC236}">
                <a16:creationId xmlns:a16="http://schemas.microsoft.com/office/drawing/2014/main" id="{4C5310C9-26B2-E043-B2F5-839DDD294C04}"/>
              </a:ext>
            </a:extLst>
          </p:cNvPr>
          <p:cNvSpPr>
            <a:spLocks noGrp="1"/>
          </p:cNvSpPr>
          <p:nvPr>
            <p:ph type="pic" sz="quarter" idx="14" hasCustomPrompt="1"/>
          </p:nvPr>
        </p:nvSpPr>
        <p:spPr>
          <a:xfrm>
            <a:off x="12628463" y="5547069"/>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20" name="Picture Placeholder 2">
            <a:extLst>
              <a:ext uri="{FF2B5EF4-FFF2-40B4-BE49-F238E27FC236}">
                <a16:creationId xmlns:a16="http://schemas.microsoft.com/office/drawing/2014/main" id="{FE124FF8-6531-814A-8790-2179F5A32F22}"/>
              </a:ext>
            </a:extLst>
          </p:cNvPr>
          <p:cNvSpPr>
            <a:spLocks noGrp="1"/>
          </p:cNvSpPr>
          <p:nvPr>
            <p:ph type="pic" sz="quarter" idx="15" hasCustomPrompt="1"/>
          </p:nvPr>
        </p:nvSpPr>
        <p:spPr>
          <a:xfrm>
            <a:off x="18129706" y="5578260"/>
            <a:ext cx="4631494" cy="4669505"/>
          </a:xfrm>
          <a:prstGeom prst="rect">
            <a:avLst/>
          </a:prstGeom>
        </p:spPr>
        <p:txBody>
          <a:bodyPr tIns="365760" anchor="ctr" anchorCtr="0"/>
          <a:lstStyle>
            <a:lvl1pPr marL="0" indent="0" algn="ctr">
              <a:lnSpc>
                <a:spcPct val="150000"/>
              </a:lnSpc>
              <a:spcBef>
                <a:spcPts val="600"/>
              </a:spcBef>
              <a:buNone/>
              <a:defRPr sz="3600">
                <a:latin typeface="TT Norms Pro" panose="02000503030000020003" pitchFamily="2" charset="0"/>
              </a:defRPr>
            </a:lvl1pPr>
          </a:lstStyle>
          <a:p>
            <a:r>
              <a:rPr lang="en-US"/>
              <a:t>Click icon to browse or select placeholder to paste 500 pixel square headshot</a:t>
            </a:r>
          </a:p>
        </p:txBody>
      </p:sp>
      <p:sp>
        <p:nvSpPr>
          <p:cNvPr id="6" name="Text Placeholder 5">
            <a:extLst>
              <a:ext uri="{FF2B5EF4-FFF2-40B4-BE49-F238E27FC236}">
                <a16:creationId xmlns:a16="http://schemas.microsoft.com/office/drawing/2014/main" id="{5F88FC31-8738-244A-97A3-B5613B22660A}"/>
              </a:ext>
            </a:extLst>
          </p:cNvPr>
          <p:cNvSpPr>
            <a:spLocks noGrp="1"/>
          </p:cNvSpPr>
          <p:nvPr>
            <p:ph type="body" sz="quarter" idx="16" hasCustomPrompt="1"/>
          </p:nvPr>
        </p:nvSpPr>
        <p:spPr>
          <a:xfrm>
            <a:off x="1625801" y="1652966"/>
            <a:ext cx="10567786" cy="457200"/>
          </a:xfrm>
          <a:prstGeom prst="rect">
            <a:avLst/>
          </a:prstGeom>
        </p:spPr>
        <p:txBody>
          <a:bodyPr l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21" name="Picture Placeholder 2">
            <a:extLst>
              <a:ext uri="{FF2B5EF4-FFF2-40B4-BE49-F238E27FC236}">
                <a16:creationId xmlns:a16="http://schemas.microsoft.com/office/drawing/2014/main" id="{2384C833-1849-944E-8B4F-9D38E20FD61E}"/>
              </a:ext>
            </a:extLst>
          </p:cNvPr>
          <p:cNvSpPr>
            <a:spLocks noGrp="1"/>
          </p:cNvSpPr>
          <p:nvPr>
            <p:ph type="pic" sz="quarter" idx="24" hasCustomPrompt="1"/>
          </p:nvPr>
        </p:nvSpPr>
        <p:spPr>
          <a:xfrm>
            <a:off x="1630411" y="5547069"/>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61" name="Text Placeholder 24">
            <a:extLst>
              <a:ext uri="{FF2B5EF4-FFF2-40B4-BE49-F238E27FC236}">
                <a16:creationId xmlns:a16="http://schemas.microsoft.com/office/drawing/2014/main" id="{71A095D5-6C11-40DA-85BB-443FBE2CD786}"/>
              </a:ext>
            </a:extLst>
          </p:cNvPr>
          <p:cNvSpPr>
            <a:spLocks noGrp="1"/>
          </p:cNvSpPr>
          <p:nvPr>
            <p:ph type="body" sz="quarter" idx="33" hasCustomPrompt="1"/>
          </p:nvPr>
        </p:nvSpPr>
        <p:spPr>
          <a:xfrm>
            <a:off x="1630411" y="10183077"/>
            <a:ext cx="4636008" cy="795528"/>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2" name="Text Placeholder 24">
            <a:extLst>
              <a:ext uri="{FF2B5EF4-FFF2-40B4-BE49-F238E27FC236}">
                <a16:creationId xmlns:a16="http://schemas.microsoft.com/office/drawing/2014/main" id="{52F33D7A-D713-473D-AB14-B3CB4E19F46A}"/>
              </a:ext>
            </a:extLst>
          </p:cNvPr>
          <p:cNvSpPr>
            <a:spLocks noGrp="1"/>
          </p:cNvSpPr>
          <p:nvPr>
            <p:ph type="body" sz="quarter" idx="34" hasCustomPrompt="1"/>
          </p:nvPr>
        </p:nvSpPr>
        <p:spPr>
          <a:xfrm>
            <a:off x="1630411" y="10978605"/>
            <a:ext cx="4636008" cy="795528"/>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3" name="Text Placeholder 24">
            <a:extLst>
              <a:ext uri="{FF2B5EF4-FFF2-40B4-BE49-F238E27FC236}">
                <a16:creationId xmlns:a16="http://schemas.microsoft.com/office/drawing/2014/main" id="{41E1A0C8-9702-4823-B0B8-41E60513E3A9}"/>
              </a:ext>
            </a:extLst>
          </p:cNvPr>
          <p:cNvSpPr>
            <a:spLocks noGrp="1"/>
          </p:cNvSpPr>
          <p:nvPr>
            <p:ph type="body" sz="quarter" idx="35" hasCustomPrompt="1"/>
          </p:nvPr>
        </p:nvSpPr>
        <p:spPr>
          <a:xfrm>
            <a:off x="7129437" y="10183077"/>
            <a:ext cx="4636008" cy="795528"/>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4" name="Text Placeholder 24">
            <a:extLst>
              <a:ext uri="{FF2B5EF4-FFF2-40B4-BE49-F238E27FC236}">
                <a16:creationId xmlns:a16="http://schemas.microsoft.com/office/drawing/2014/main" id="{11FF5C8F-514F-4B23-B696-47EAD720A87D}"/>
              </a:ext>
            </a:extLst>
          </p:cNvPr>
          <p:cNvSpPr>
            <a:spLocks noGrp="1"/>
          </p:cNvSpPr>
          <p:nvPr>
            <p:ph type="body" sz="quarter" idx="36" hasCustomPrompt="1"/>
          </p:nvPr>
        </p:nvSpPr>
        <p:spPr>
          <a:xfrm>
            <a:off x="7129437" y="10978605"/>
            <a:ext cx="4636008" cy="795528"/>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5" name="Text Placeholder 24">
            <a:extLst>
              <a:ext uri="{FF2B5EF4-FFF2-40B4-BE49-F238E27FC236}">
                <a16:creationId xmlns:a16="http://schemas.microsoft.com/office/drawing/2014/main" id="{A52E1C7E-5746-4615-99C5-866F7C6C269B}"/>
              </a:ext>
            </a:extLst>
          </p:cNvPr>
          <p:cNvSpPr>
            <a:spLocks noGrp="1"/>
          </p:cNvSpPr>
          <p:nvPr>
            <p:ph type="body" sz="quarter" idx="37" hasCustomPrompt="1"/>
          </p:nvPr>
        </p:nvSpPr>
        <p:spPr>
          <a:xfrm>
            <a:off x="12628463" y="10183077"/>
            <a:ext cx="4636008" cy="795528"/>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6" name="Text Placeholder 24">
            <a:extLst>
              <a:ext uri="{FF2B5EF4-FFF2-40B4-BE49-F238E27FC236}">
                <a16:creationId xmlns:a16="http://schemas.microsoft.com/office/drawing/2014/main" id="{43A5BF3B-F4ED-406C-8098-7FF2EA446AF4}"/>
              </a:ext>
            </a:extLst>
          </p:cNvPr>
          <p:cNvSpPr>
            <a:spLocks noGrp="1"/>
          </p:cNvSpPr>
          <p:nvPr>
            <p:ph type="body" sz="quarter" idx="38" hasCustomPrompt="1"/>
          </p:nvPr>
        </p:nvSpPr>
        <p:spPr>
          <a:xfrm>
            <a:off x="12628463" y="10978605"/>
            <a:ext cx="4636008" cy="795528"/>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7" name="Text Placeholder 24">
            <a:extLst>
              <a:ext uri="{FF2B5EF4-FFF2-40B4-BE49-F238E27FC236}">
                <a16:creationId xmlns:a16="http://schemas.microsoft.com/office/drawing/2014/main" id="{D73B62C3-ABCB-4CFB-BBBF-B95287A1B4E6}"/>
              </a:ext>
            </a:extLst>
          </p:cNvPr>
          <p:cNvSpPr>
            <a:spLocks noGrp="1"/>
          </p:cNvSpPr>
          <p:nvPr>
            <p:ph type="body" sz="quarter" idx="39" hasCustomPrompt="1"/>
          </p:nvPr>
        </p:nvSpPr>
        <p:spPr>
          <a:xfrm>
            <a:off x="18125007" y="10183077"/>
            <a:ext cx="4636008" cy="795528"/>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8" name="Text Placeholder 24">
            <a:extLst>
              <a:ext uri="{FF2B5EF4-FFF2-40B4-BE49-F238E27FC236}">
                <a16:creationId xmlns:a16="http://schemas.microsoft.com/office/drawing/2014/main" id="{4CBD597A-C15C-442C-AE0C-B864FD8CC39D}"/>
              </a:ext>
            </a:extLst>
          </p:cNvPr>
          <p:cNvSpPr>
            <a:spLocks noGrp="1"/>
          </p:cNvSpPr>
          <p:nvPr>
            <p:ph type="body" sz="quarter" idx="40" hasCustomPrompt="1"/>
          </p:nvPr>
        </p:nvSpPr>
        <p:spPr>
          <a:xfrm>
            <a:off x="18125007" y="10978605"/>
            <a:ext cx="4636008" cy="795528"/>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5" name="Footer Placeholder 4">
            <a:extLst>
              <a:ext uri="{FF2B5EF4-FFF2-40B4-BE49-F238E27FC236}">
                <a16:creationId xmlns:a16="http://schemas.microsoft.com/office/drawing/2014/main" id="{4A6AA434-5EC8-4FB0-8954-F673224015BD}"/>
              </a:ext>
            </a:extLst>
          </p:cNvPr>
          <p:cNvSpPr>
            <a:spLocks noGrp="1"/>
          </p:cNvSpPr>
          <p:nvPr>
            <p:ph type="ftr" sz="quarter" idx="41"/>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7" name="Slide Number Placeholder 6">
            <a:extLst>
              <a:ext uri="{FF2B5EF4-FFF2-40B4-BE49-F238E27FC236}">
                <a16:creationId xmlns:a16="http://schemas.microsoft.com/office/drawing/2014/main" id="{F45B2202-6856-4A52-ABAB-AE3F5A9ADA9D}"/>
              </a:ext>
            </a:extLst>
          </p:cNvPr>
          <p:cNvSpPr>
            <a:spLocks noGrp="1"/>
          </p:cNvSpPr>
          <p:nvPr>
            <p:ph type="sldNum" sz="quarter" idx="42"/>
          </p:nvPr>
        </p:nvSpPr>
        <p:spPr/>
        <p:txBody>
          <a:bodyPr/>
          <a:lstStyle/>
          <a:p>
            <a:fld id="{65CC2327-6B8B-47BD-B581-B21CDA88CCFB}" type="slidenum">
              <a:rPr lang="en-US" smtClean="0"/>
              <a:pPr/>
              <a:t>‹#›</a:t>
            </a:fld>
            <a:endParaRPr lang="en-US"/>
          </a:p>
        </p:txBody>
      </p:sp>
      <p:sp>
        <p:nvSpPr>
          <p:cNvPr id="8" name="Title 7">
            <a:extLst>
              <a:ext uri="{FF2B5EF4-FFF2-40B4-BE49-F238E27FC236}">
                <a16:creationId xmlns:a16="http://schemas.microsoft.com/office/drawing/2014/main" id="{8FBB061E-B425-4677-BDB4-4E8F63DD5880}"/>
              </a:ext>
            </a:extLst>
          </p:cNvPr>
          <p:cNvSpPr>
            <a:spLocks noGrp="1"/>
          </p:cNvSpPr>
          <p:nvPr>
            <p:ph type="title" hasCustomPrompt="1"/>
          </p:nvPr>
        </p:nvSpPr>
        <p:spPr>
          <a:xfrm>
            <a:off x="1627666" y="2117701"/>
            <a:ext cx="21129098" cy="2363227"/>
          </a:xfrm>
        </p:spPr>
        <p:txBody>
          <a:bodyPr lIns="0" tIns="0" rIns="0" bIns="0" anchor="ctr" anchorCtr="0">
            <a:noAutofit/>
          </a:bodyPr>
          <a:lstStyle>
            <a:lvl1pPr marL="0" indent="0">
              <a:defRPr sz="10500" b="1" i="0" cap="none" baseline="0">
                <a:latin typeface="TT Norms Pro ExtraBold" panose="02000503030000020003" pitchFamily="2" charset="0"/>
              </a:defRPr>
            </a:lvl1pPr>
          </a:lstStyle>
          <a:p>
            <a:r>
              <a:rPr lang="en-US"/>
              <a:t>Title (105 Pt Bold)</a:t>
            </a:r>
          </a:p>
        </p:txBody>
      </p:sp>
      <p:sp>
        <p:nvSpPr>
          <p:cNvPr id="22" name="Text Placeholder 22">
            <a:extLst>
              <a:ext uri="{FF2B5EF4-FFF2-40B4-BE49-F238E27FC236}">
                <a16:creationId xmlns:a16="http://schemas.microsoft.com/office/drawing/2014/main" id="{4F9DD8DB-13E5-4FA8-A88D-C06E792AEC49}"/>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24" name="Date Placeholder 4">
            <a:extLst>
              <a:ext uri="{FF2B5EF4-FFF2-40B4-BE49-F238E27FC236}">
                <a16:creationId xmlns:a16="http://schemas.microsoft.com/office/drawing/2014/main" id="{2C7BA226-505A-4330-A3E2-93987F51B773}"/>
              </a:ext>
            </a:extLst>
          </p:cNvPr>
          <p:cNvSpPr>
            <a:spLocks noGrp="1"/>
          </p:cNvSpPr>
          <p:nvPr>
            <p:ph type="dt" sz="half" idx="43"/>
          </p:nvPr>
        </p:nvSpPr>
        <p:spPr>
          <a:xfrm>
            <a:off x="0" y="13441680"/>
            <a:ext cx="1143000" cy="274320"/>
          </a:xfrm>
        </p:spPr>
        <p:txBody>
          <a:bodyPr/>
          <a:lstStyle/>
          <a:p>
            <a:fld id="{9CC7B6BA-D44D-4729-BD5A-BF29607FF773}" type="datetime4">
              <a:rPr lang="en-US" smtClean="0"/>
              <a:pPr/>
              <a:t>June 10, 2026</a:t>
            </a:fld>
            <a:endParaRPr lang="en-US"/>
          </a:p>
        </p:txBody>
      </p:sp>
      <p:grpSp>
        <p:nvGrpSpPr>
          <p:cNvPr id="2" name="Group 1">
            <a:extLst>
              <a:ext uri="{FF2B5EF4-FFF2-40B4-BE49-F238E27FC236}">
                <a16:creationId xmlns:a16="http://schemas.microsoft.com/office/drawing/2014/main" id="{395F0EF6-9CA2-DEB7-8C89-2E78C371C918}"/>
              </a:ext>
            </a:extLst>
          </p:cNvPr>
          <p:cNvGrpSpPr/>
          <p:nvPr userDrawn="1"/>
        </p:nvGrpSpPr>
        <p:grpSpPr>
          <a:xfrm>
            <a:off x="22521672" y="369493"/>
            <a:ext cx="1485496" cy="321800"/>
            <a:chOff x="22521672" y="369493"/>
            <a:chExt cx="1485496" cy="321800"/>
          </a:xfrm>
        </p:grpSpPr>
        <p:grpSp>
          <p:nvGrpSpPr>
            <p:cNvPr id="3" name="Graphic 2">
              <a:extLst>
                <a:ext uri="{FF2B5EF4-FFF2-40B4-BE49-F238E27FC236}">
                  <a16:creationId xmlns:a16="http://schemas.microsoft.com/office/drawing/2014/main" id="{64FB2CA0-B079-994D-71A3-CCD72C3274F7}"/>
                </a:ext>
              </a:extLst>
            </p:cNvPr>
            <p:cNvGrpSpPr/>
            <p:nvPr/>
          </p:nvGrpSpPr>
          <p:grpSpPr>
            <a:xfrm>
              <a:off x="22521672" y="369493"/>
              <a:ext cx="317313" cy="321800"/>
              <a:chOff x="22521672" y="369493"/>
              <a:chExt cx="317313" cy="321800"/>
            </a:xfrm>
            <a:solidFill>
              <a:srgbClr val="FFB81C"/>
            </a:solidFill>
          </p:grpSpPr>
          <p:sp>
            <p:nvSpPr>
              <p:cNvPr id="27" name="Freeform 26">
                <a:extLst>
                  <a:ext uri="{FF2B5EF4-FFF2-40B4-BE49-F238E27FC236}">
                    <a16:creationId xmlns:a16="http://schemas.microsoft.com/office/drawing/2014/main" id="{2CB2AF58-7547-2171-0317-A01F7ECD14CD}"/>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28" name="Graphic 2">
                <a:extLst>
                  <a:ext uri="{FF2B5EF4-FFF2-40B4-BE49-F238E27FC236}">
                    <a16:creationId xmlns:a16="http://schemas.microsoft.com/office/drawing/2014/main" id="{A4354925-B28A-951F-A2C6-97D01C64F6F0}"/>
                  </a:ext>
                </a:extLst>
              </p:cNvPr>
              <p:cNvGrpSpPr/>
              <p:nvPr/>
            </p:nvGrpSpPr>
            <p:grpSpPr>
              <a:xfrm>
                <a:off x="22540081" y="369493"/>
                <a:ext cx="298904" cy="321800"/>
                <a:chOff x="22540081" y="369493"/>
                <a:chExt cx="298904" cy="321800"/>
              </a:xfrm>
              <a:grpFill/>
            </p:grpSpPr>
            <p:sp>
              <p:nvSpPr>
                <p:cNvPr id="29" name="Freeform 28">
                  <a:extLst>
                    <a:ext uri="{FF2B5EF4-FFF2-40B4-BE49-F238E27FC236}">
                      <a16:creationId xmlns:a16="http://schemas.microsoft.com/office/drawing/2014/main" id="{4FE3B3EA-9044-BA30-C277-D9FFD8765004}"/>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EEF9A4F8-DB79-A841-E3C9-96C8C5B1E14F}"/>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4" name="Graphic 2">
              <a:extLst>
                <a:ext uri="{FF2B5EF4-FFF2-40B4-BE49-F238E27FC236}">
                  <a16:creationId xmlns:a16="http://schemas.microsoft.com/office/drawing/2014/main" id="{7297C671-C030-1DB9-7FCE-B7FEBF6788DF}"/>
                </a:ext>
              </a:extLst>
            </p:cNvPr>
            <p:cNvGrpSpPr/>
            <p:nvPr/>
          </p:nvGrpSpPr>
          <p:grpSpPr>
            <a:xfrm>
              <a:off x="22934900" y="432271"/>
              <a:ext cx="1072268" cy="235263"/>
              <a:chOff x="22934900" y="432271"/>
              <a:chExt cx="1072268" cy="235263"/>
            </a:xfrm>
            <a:solidFill>
              <a:srgbClr val="33647E"/>
            </a:solidFill>
          </p:grpSpPr>
          <p:sp>
            <p:nvSpPr>
              <p:cNvPr id="9" name="Freeform 8">
                <a:extLst>
                  <a:ext uri="{FF2B5EF4-FFF2-40B4-BE49-F238E27FC236}">
                    <a16:creationId xmlns:a16="http://schemas.microsoft.com/office/drawing/2014/main" id="{C23C6DE5-6560-3411-304C-FB3378832A05}"/>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92083735-56BE-1043-886A-534042D6BD76}"/>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solidFill>
                <a:srgbClr val="33647E"/>
              </a:solidFill>
              <a:ln w="442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2886A07-4997-0768-E9BC-2AE18737431B}"/>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solidFill>
                <a:srgbClr val="33647E"/>
              </a:solidFill>
              <a:ln w="442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590C7546-0205-E5AE-01A1-DD526075D6E0}"/>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solidFill>
                <a:srgbClr val="33647E"/>
              </a:solidFill>
              <a:ln w="442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B7A4E562-9E5B-DDF8-DD92-7EDB0F2F1A8F}"/>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solidFill>
                <a:srgbClr val="33647E"/>
              </a:solidFill>
              <a:ln w="442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548BD2D-3F58-70AD-241B-BBF86B5B9452}"/>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solidFill>
                <a:srgbClr val="33647E"/>
              </a:solid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5BF6AAF2-4A56-8D74-6D91-ECC65284C7F6}"/>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solidFill>
                <a:srgbClr val="33647E"/>
              </a:solid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BCFFA1B-89A0-A11D-23AD-63DC6C3F5EB8}"/>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solidFill>
                <a:srgbClr val="33647E"/>
              </a:solid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55D34892-A074-16EE-FE99-84E3FB8E86AA}"/>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642F4440-FBB4-628F-B418-12E49D17AE9D}"/>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solidFill>
                <a:srgbClr val="33647E"/>
              </a:solidFill>
              <a:ln w="4420"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5FA973F-E7DB-1593-B0DB-FCE56EC1D250}"/>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solidFill>
                <a:srgbClr val="33647E"/>
              </a:solid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108943457"/>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am - 5-8 head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5685170-DFAB-6547-8534-9967010DFFBF}"/>
              </a:ext>
            </a:extLst>
          </p:cNvPr>
          <p:cNvSpPr>
            <a:spLocks noGrp="1"/>
          </p:cNvSpPr>
          <p:nvPr>
            <p:ph type="pic" sz="quarter" idx="10" hasCustomPrompt="1"/>
          </p:nvPr>
        </p:nvSpPr>
        <p:spPr>
          <a:xfrm>
            <a:off x="12437907"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16" name="Picture Placeholder 2">
            <a:extLst>
              <a:ext uri="{FF2B5EF4-FFF2-40B4-BE49-F238E27FC236}">
                <a16:creationId xmlns:a16="http://schemas.microsoft.com/office/drawing/2014/main" id="{5D53F939-BDBC-AD4F-B30F-7BB7432158E8}"/>
              </a:ext>
            </a:extLst>
          </p:cNvPr>
          <p:cNvSpPr>
            <a:spLocks noGrp="1"/>
          </p:cNvSpPr>
          <p:nvPr>
            <p:ph type="pic" sz="quarter" idx="11" hasCustomPrompt="1"/>
          </p:nvPr>
        </p:nvSpPr>
        <p:spPr>
          <a:xfrm>
            <a:off x="16078821"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17" name="Picture Placeholder 2">
            <a:extLst>
              <a:ext uri="{FF2B5EF4-FFF2-40B4-BE49-F238E27FC236}">
                <a16:creationId xmlns:a16="http://schemas.microsoft.com/office/drawing/2014/main" id="{BD059C14-E991-2640-98FB-741FA61927D7}"/>
              </a:ext>
            </a:extLst>
          </p:cNvPr>
          <p:cNvSpPr>
            <a:spLocks noGrp="1"/>
          </p:cNvSpPr>
          <p:nvPr>
            <p:ph type="pic" sz="quarter" idx="12" hasCustomPrompt="1"/>
          </p:nvPr>
        </p:nvSpPr>
        <p:spPr>
          <a:xfrm>
            <a:off x="19719735" y="2787880"/>
            <a:ext cx="3145536" cy="3145536"/>
          </a:xfrm>
          <a:prstGeom prst="rect">
            <a:avLst/>
          </a:prstGeom>
        </p:spPr>
        <p:txBody>
          <a:bodyPr tIns="365760" anchor="ctr"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8" name="Picture Placeholder 2">
            <a:extLst>
              <a:ext uri="{FF2B5EF4-FFF2-40B4-BE49-F238E27FC236}">
                <a16:creationId xmlns:a16="http://schemas.microsoft.com/office/drawing/2014/main" id="{F4BD81BD-7377-EA4D-923F-88FE4E0D7573}"/>
              </a:ext>
            </a:extLst>
          </p:cNvPr>
          <p:cNvSpPr>
            <a:spLocks noGrp="1"/>
          </p:cNvSpPr>
          <p:nvPr>
            <p:ph type="pic" sz="quarter" idx="13" hasCustomPrompt="1"/>
          </p:nvPr>
        </p:nvSpPr>
        <p:spPr>
          <a:xfrm>
            <a:off x="12437907"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9" name="Picture Placeholder 2">
            <a:extLst>
              <a:ext uri="{FF2B5EF4-FFF2-40B4-BE49-F238E27FC236}">
                <a16:creationId xmlns:a16="http://schemas.microsoft.com/office/drawing/2014/main" id="{4C5310C9-26B2-E043-B2F5-839DDD294C04}"/>
              </a:ext>
            </a:extLst>
          </p:cNvPr>
          <p:cNvSpPr>
            <a:spLocks noGrp="1"/>
          </p:cNvSpPr>
          <p:nvPr>
            <p:ph type="pic" sz="quarter" idx="14" hasCustomPrompt="1"/>
          </p:nvPr>
        </p:nvSpPr>
        <p:spPr>
          <a:xfrm>
            <a:off x="1607882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20" name="Picture Placeholder 2">
            <a:extLst>
              <a:ext uri="{FF2B5EF4-FFF2-40B4-BE49-F238E27FC236}">
                <a16:creationId xmlns:a16="http://schemas.microsoft.com/office/drawing/2014/main" id="{FE124FF8-6531-814A-8790-2179F5A32F22}"/>
              </a:ext>
            </a:extLst>
          </p:cNvPr>
          <p:cNvSpPr>
            <a:spLocks noGrp="1"/>
          </p:cNvSpPr>
          <p:nvPr>
            <p:ph type="pic" sz="quarter" idx="15" hasCustomPrompt="1"/>
          </p:nvPr>
        </p:nvSpPr>
        <p:spPr>
          <a:xfrm>
            <a:off x="1971973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33" name="Picture Placeholder 2">
            <a:extLst>
              <a:ext uri="{FF2B5EF4-FFF2-40B4-BE49-F238E27FC236}">
                <a16:creationId xmlns:a16="http://schemas.microsoft.com/office/drawing/2014/main" id="{53CF112F-1D30-9D4F-BAB2-C745A662D123}"/>
              </a:ext>
            </a:extLst>
          </p:cNvPr>
          <p:cNvSpPr>
            <a:spLocks noGrp="1"/>
          </p:cNvSpPr>
          <p:nvPr>
            <p:ph type="pic" sz="quarter" idx="24" hasCustomPrompt="1"/>
          </p:nvPr>
        </p:nvSpPr>
        <p:spPr>
          <a:xfrm>
            <a:off x="515609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34" name="Picture Placeholder 2">
            <a:extLst>
              <a:ext uri="{FF2B5EF4-FFF2-40B4-BE49-F238E27FC236}">
                <a16:creationId xmlns:a16="http://schemas.microsoft.com/office/drawing/2014/main" id="{A52E1C16-97C6-0C4C-A4C1-DB214BC0F92A}"/>
              </a:ext>
            </a:extLst>
          </p:cNvPr>
          <p:cNvSpPr>
            <a:spLocks noGrp="1"/>
          </p:cNvSpPr>
          <p:nvPr>
            <p:ph type="pic" sz="quarter" idx="25" hasCustomPrompt="1"/>
          </p:nvPr>
        </p:nvSpPr>
        <p:spPr>
          <a:xfrm>
            <a:off x="8796992"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55" name="Picture Placeholder 2">
            <a:extLst>
              <a:ext uri="{FF2B5EF4-FFF2-40B4-BE49-F238E27FC236}">
                <a16:creationId xmlns:a16="http://schemas.microsoft.com/office/drawing/2014/main" id="{7400B20C-D969-964E-B2B7-D2EF3E9D42E2}"/>
              </a:ext>
            </a:extLst>
          </p:cNvPr>
          <p:cNvSpPr>
            <a:spLocks noGrp="1"/>
          </p:cNvSpPr>
          <p:nvPr>
            <p:ph type="pic" sz="quarter" idx="28" hasCustomPrompt="1"/>
          </p:nvPr>
        </p:nvSpPr>
        <p:spPr>
          <a:xfrm>
            <a:off x="151500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86" name="Text Placeholder 24">
            <a:extLst>
              <a:ext uri="{FF2B5EF4-FFF2-40B4-BE49-F238E27FC236}">
                <a16:creationId xmlns:a16="http://schemas.microsoft.com/office/drawing/2014/main" id="{5A43AAF7-BD7B-4D0F-8FC6-5D16B3A6BC7F}"/>
              </a:ext>
            </a:extLst>
          </p:cNvPr>
          <p:cNvSpPr>
            <a:spLocks noGrp="1"/>
          </p:cNvSpPr>
          <p:nvPr>
            <p:ph type="body" sz="quarter" idx="33" hasCustomPrompt="1"/>
          </p:nvPr>
        </p:nvSpPr>
        <p:spPr>
          <a:xfrm>
            <a:off x="1515005"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87" name="Text Placeholder 24">
            <a:extLst>
              <a:ext uri="{FF2B5EF4-FFF2-40B4-BE49-F238E27FC236}">
                <a16:creationId xmlns:a16="http://schemas.microsoft.com/office/drawing/2014/main" id="{04C6C523-C73E-4677-8B82-DC1C371617E8}"/>
              </a:ext>
            </a:extLst>
          </p:cNvPr>
          <p:cNvSpPr>
            <a:spLocks noGrp="1"/>
          </p:cNvSpPr>
          <p:nvPr>
            <p:ph type="body" sz="quarter" idx="34" hasCustomPrompt="1"/>
          </p:nvPr>
        </p:nvSpPr>
        <p:spPr>
          <a:xfrm>
            <a:off x="1515005"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16" name="Text Placeholder 24">
            <a:extLst>
              <a:ext uri="{FF2B5EF4-FFF2-40B4-BE49-F238E27FC236}">
                <a16:creationId xmlns:a16="http://schemas.microsoft.com/office/drawing/2014/main" id="{02E3585C-5813-45A9-A772-E8845DD8020F}"/>
              </a:ext>
            </a:extLst>
          </p:cNvPr>
          <p:cNvSpPr>
            <a:spLocks noGrp="1"/>
          </p:cNvSpPr>
          <p:nvPr>
            <p:ph type="body" sz="quarter" idx="47" hasCustomPrompt="1"/>
          </p:nvPr>
        </p:nvSpPr>
        <p:spPr>
          <a:xfrm>
            <a:off x="5156091"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17" name="Text Placeholder 24">
            <a:extLst>
              <a:ext uri="{FF2B5EF4-FFF2-40B4-BE49-F238E27FC236}">
                <a16:creationId xmlns:a16="http://schemas.microsoft.com/office/drawing/2014/main" id="{318FE40D-EEA5-4248-AED1-CF755C16C6F1}"/>
              </a:ext>
            </a:extLst>
          </p:cNvPr>
          <p:cNvSpPr>
            <a:spLocks noGrp="1"/>
          </p:cNvSpPr>
          <p:nvPr>
            <p:ph type="body" sz="quarter" idx="48" hasCustomPrompt="1"/>
          </p:nvPr>
        </p:nvSpPr>
        <p:spPr>
          <a:xfrm>
            <a:off x="5156091"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0" name="Text Placeholder 24">
            <a:extLst>
              <a:ext uri="{FF2B5EF4-FFF2-40B4-BE49-F238E27FC236}">
                <a16:creationId xmlns:a16="http://schemas.microsoft.com/office/drawing/2014/main" id="{DE3AF9B2-2DA5-417F-ADDC-5122F2E4ECD3}"/>
              </a:ext>
            </a:extLst>
          </p:cNvPr>
          <p:cNvSpPr>
            <a:spLocks noGrp="1"/>
          </p:cNvSpPr>
          <p:nvPr>
            <p:ph type="body" sz="quarter" idx="49" hasCustomPrompt="1"/>
          </p:nvPr>
        </p:nvSpPr>
        <p:spPr>
          <a:xfrm>
            <a:off x="8796965"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21" name="Text Placeholder 24">
            <a:extLst>
              <a:ext uri="{FF2B5EF4-FFF2-40B4-BE49-F238E27FC236}">
                <a16:creationId xmlns:a16="http://schemas.microsoft.com/office/drawing/2014/main" id="{DFC132F2-8063-488A-8CD0-655B62AE94CE}"/>
              </a:ext>
            </a:extLst>
          </p:cNvPr>
          <p:cNvSpPr>
            <a:spLocks noGrp="1"/>
          </p:cNvSpPr>
          <p:nvPr>
            <p:ph type="body" sz="quarter" idx="50" hasCustomPrompt="1"/>
          </p:nvPr>
        </p:nvSpPr>
        <p:spPr>
          <a:xfrm>
            <a:off x="8796965"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4" name="Text Placeholder 24">
            <a:extLst>
              <a:ext uri="{FF2B5EF4-FFF2-40B4-BE49-F238E27FC236}">
                <a16:creationId xmlns:a16="http://schemas.microsoft.com/office/drawing/2014/main" id="{193D88E1-E637-430A-B896-20C10D9C81A6}"/>
              </a:ext>
            </a:extLst>
          </p:cNvPr>
          <p:cNvSpPr>
            <a:spLocks noGrp="1"/>
          </p:cNvSpPr>
          <p:nvPr>
            <p:ph type="body" sz="quarter" idx="51" hasCustomPrompt="1"/>
          </p:nvPr>
        </p:nvSpPr>
        <p:spPr>
          <a:xfrm>
            <a:off x="12437839"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25" name="Text Placeholder 24">
            <a:extLst>
              <a:ext uri="{FF2B5EF4-FFF2-40B4-BE49-F238E27FC236}">
                <a16:creationId xmlns:a16="http://schemas.microsoft.com/office/drawing/2014/main" id="{7B729B38-71D9-4F4A-8902-E9E95C3D4079}"/>
              </a:ext>
            </a:extLst>
          </p:cNvPr>
          <p:cNvSpPr>
            <a:spLocks noGrp="1"/>
          </p:cNvSpPr>
          <p:nvPr>
            <p:ph type="body" sz="quarter" idx="52" hasCustomPrompt="1"/>
          </p:nvPr>
        </p:nvSpPr>
        <p:spPr>
          <a:xfrm>
            <a:off x="12437839"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8" name="Text Placeholder 24">
            <a:extLst>
              <a:ext uri="{FF2B5EF4-FFF2-40B4-BE49-F238E27FC236}">
                <a16:creationId xmlns:a16="http://schemas.microsoft.com/office/drawing/2014/main" id="{438637C9-22E4-43A3-B564-529C95070A81}"/>
              </a:ext>
            </a:extLst>
          </p:cNvPr>
          <p:cNvSpPr>
            <a:spLocks noGrp="1"/>
          </p:cNvSpPr>
          <p:nvPr>
            <p:ph type="body" sz="quarter" idx="53" hasCustomPrompt="1"/>
          </p:nvPr>
        </p:nvSpPr>
        <p:spPr>
          <a:xfrm>
            <a:off x="16078821"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29" name="Text Placeholder 24">
            <a:extLst>
              <a:ext uri="{FF2B5EF4-FFF2-40B4-BE49-F238E27FC236}">
                <a16:creationId xmlns:a16="http://schemas.microsoft.com/office/drawing/2014/main" id="{425C8BBB-2629-403F-AE6C-77F22674628B}"/>
              </a:ext>
            </a:extLst>
          </p:cNvPr>
          <p:cNvSpPr>
            <a:spLocks noGrp="1"/>
          </p:cNvSpPr>
          <p:nvPr>
            <p:ph type="body" sz="quarter" idx="54" hasCustomPrompt="1"/>
          </p:nvPr>
        </p:nvSpPr>
        <p:spPr>
          <a:xfrm>
            <a:off x="16078821"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36" name="Text Placeholder 24">
            <a:extLst>
              <a:ext uri="{FF2B5EF4-FFF2-40B4-BE49-F238E27FC236}">
                <a16:creationId xmlns:a16="http://schemas.microsoft.com/office/drawing/2014/main" id="{235AD1C0-3695-4688-B10E-37483D282F31}"/>
              </a:ext>
            </a:extLst>
          </p:cNvPr>
          <p:cNvSpPr>
            <a:spLocks noGrp="1"/>
          </p:cNvSpPr>
          <p:nvPr>
            <p:ph type="body" sz="quarter" idx="55" hasCustomPrompt="1"/>
          </p:nvPr>
        </p:nvSpPr>
        <p:spPr>
          <a:xfrm>
            <a:off x="19719735"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37" name="Text Placeholder 24">
            <a:extLst>
              <a:ext uri="{FF2B5EF4-FFF2-40B4-BE49-F238E27FC236}">
                <a16:creationId xmlns:a16="http://schemas.microsoft.com/office/drawing/2014/main" id="{9B4EA6D6-E592-4893-8729-749BE936C101}"/>
              </a:ext>
            </a:extLst>
          </p:cNvPr>
          <p:cNvSpPr>
            <a:spLocks noGrp="1"/>
          </p:cNvSpPr>
          <p:nvPr>
            <p:ph type="body" sz="quarter" idx="56" hasCustomPrompt="1"/>
          </p:nvPr>
        </p:nvSpPr>
        <p:spPr>
          <a:xfrm>
            <a:off x="19719735"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4" name="Text Placeholder 24">
            <a:extLst>
              <a:ext uri="{FF2B5EF4-FFF2-40B4-BE49-F238E27FC236}">
                <a16:creationId xmlns:a16="http://schemas.microsoft.com/office/drawing/2014/main" id="{1C075D70-4DC9-4766-9792-C861DA69328D}"/>
              </a:ext>
            </a:extLst>
          </p:cNvPr>
          <p:cNvSpPr>
            <a:spLocks noGrp="1"/>
          </p:cNvSpPr>
          <p:nvPr>
            <p:ph type="body" sz="quarter" idx="57" hasCustomPrompt="1"/>
          </p:nvPr>
        </p:nvSpPr>
        <p:spPr>
          <a:xfrm>
            <a:off x="12437839" y="593341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45" name="Text Placeholder 24">
            <a:extLst>
              <a:ext uri="{FF2B5EF4-FFF2-40B4-BE49-F238E27FC236}">
                <a16:creationId xmlns:a16="http://schemas.microsoft.com/office/drawing/2014/main" id="{79E2707B-5A69-40CC-8E44-FB933406F463}"/>
              </a:ext>
            </a:extLst>
          </p:cNvPr>
          <p:cNvSpPr>
            <a:spLocks noGrp="1"/>
          </p:cNvSpPr>
          <p:nvPr>
            <p:ph type="body" sz="quarter" idx="58" hasCustomPrompt="1"/>
          </p:nvPr>
        </p:nvSpPr>
        <p:spPr>
          <a:xfrm>
            <a:off x="12437839" y="647291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6" name="Text Placeholder 24">
            <a:extLst>
              <a:ext uri="{FF2B5EF4-FFF2-40B4-BE49-F238E27FC236}">
                <a16:creationId xmlns:a16="http://schemas.microsoft.com/office/drawing/2014/main" id="{C718CDDB-5D42-48CF-93CD-3607FB8BB9AB}"/>
              </a:ext>
            </a:extLst>
          </p:cNvPr>
          <p:cNvSpPr>
            <a:spLocks noGrp="1"/>
          </p:cNvSpPr>
          <p:nvPr>
            <p:ph type="body" sz="quarter" idx="59" hasCustomPrompt="1"/>
          </p:nvPr>
        </p:nvSpPr>
        <p:spPr>
          <a:xfrm>
            <a:off x="16078821" y="593341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47" name="Text Placeholder 24">
            <a:extLst>
              <a:ext uri="{FF2B5EF4-FFF2-40B4-BE49-F238E27FC236}">
                <a16:creationId xmlns:a16="http://schemas.microsoft.com/office/drawing/2014/main" id="{44F78D72-A4D7-412B-8D54-07450DA91307}"/>
              </a:ext>
            </a:extLst>
          </p:cNvPr>
          <p:cNvSpPr>
            <a:spLocks noGrp="1"/>
          </p:cNvSpPr>
          <p:nvPr>
            <p:ph type="body" sz="quarter" idx="60" hasCustomPrompt="1"/>
          </p:nvPr>
        </p:nvSpPr>
        <p:spPr>
          <a:xfrm>
            <a:off x="16078821" y="647291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8" name="Text Placeholder 24">
            <a:extLst>
              <a:ext uri="{FF2B5EF4-FFF2-40B4-BE49-F238E27FC236}">
                <a16:creationId xmlns:a16="http://schemas.microsoft.com/office/drawing/2014/main" id="{604D779B-1F9A-469C-8BAC-1B180766BBA0}"/>
              </a:ext>
            </a:extLst>
          </p:cNvPr>
          <p:cNvSpPr>
            <a:spLocks noGrp="1"/>
          </p:cNvSpPr>
          <p:nvPr>
            <p:ph type="body" sz="quarter" idx="61" hasCustomPrompt="1"/>
          </p:nvPr>
        </p:nvSpPr>
        <p:spPr>
          <a:xfrm>
            <a:off x="19719735" y="593341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49" name="Text Placeholder 24">
            <a:extLst>
              <a:ext uri="{FF2B5EF4-FFF2-40B4-BE49-F238E27FC236}">
                <a16:creationId xmlns:a16="http://schemas.microsoft.com/office/drawing/2014/main" id="{FA7E17B7-A75B-459E-BD36-412F61E30671}"/>
              </a:ext>
            </a:extLst>
          </p:cNvPr>
          <p:cNvSpPr>
            <a:spLocks noGrp="1"/>
          </p:cNvSpPr>
          <p:nvPr>
            <p:ph type="body" sz="quarter" idx="62" hasCustomPrompt="1"/>
          </p:nvPr>
        </p:nvSpPr>
        <p:spPr>
          <a:xfrm>
            <a:off x="19719735" y="647291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2" name="Title 1">
            <a:extLst>
              <a:ext uri="{FF2B5EF4-FFF2-40B4-BE49-F238E27FC236}">
                <a16:creationId xmlns:a16="http://schemas.microsoft.com/office/drawing/2014/main" id="{557B33AF-875E-4DDA-B91A-E2FC809F363F}"/>
              </a:ext>
            </a:extLst>
          </p:cNvPr>
          <p:cNvSpPr>
            <a:spLocks noGrp="1"/>
          </p:cNvSpPr>
          <p:nvPr>
            <p:ph type="title" hasCustomPrompt="1"/>
          </p:nvPr>
        </p:nvSpPr>
        <p:spPr>
          <a:xfrm>
            <a:off x="1515004" y="2388315"/>
            <a:ext cx="9938714" cy="4622918"/>
          </a:xfrm>
        </p:spPr>
        <p:txBody>
          <a:bodyPr lIns="0" tIns="411480" rIns="0" bIns="0" anchor="t" anchorCtr="0">
            <a:noAutofit/>
          </a:bodyPr>
          <a:lstStyle>
            <a:lvl1pPr marL="0" indent="0">
              <a:lnSpc>
                <a:spcPct val="80000"/>
              </a:lnSpc>
              <a:defRPr sz="10500" b="1" i="0" cap="none" baseline="0">
                <a:latin typeface="TT Norms Pro ExtraBold" panose="02000503030000020003" pitchFamily="2" charset="0"/>
              </a:defRPr>
            </a:lvl1pPr>
          </a:lstStyle>
          <a:p>
            <a:r>
              <a:rPr lang="en-US"/>
              <a:t>Title (105 Pt Bold)</a:t>
            </a:r>
          </a:p>
        </p:txBody>
      </p:sp>
      <p:sp>
        <p:nvSpPr>
          <p:cNvPr id="4" name="Footer Placeholder 3">
            <a:extLst>
              <a:ext uri="{FF2B5EF4-FFF2-40B4-BE49-F238E27FC236}">
                <a16:creationId xmlns:a16="http://schemas.microsoft.com/office/drawing/2014/main" id="{AD453CE4-1370-4592-8A3C-6BCDFE783B4A}"/>
              </a:ext>
            </a:extLst>
          </p:cNvPr>
          <p:cNvSpPr>
            <a:spLocks noGrp="1"/>
          </p:cNvSpPr>
          <p:nvPr>
            <p:ph type="ftr" sz="quarter" idx="64"/>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5" name="Slide Number Placeholder 4">
            <a:extLst>
              <a:ext uri="{FF2B5EF4-FFF2-40B4-BE49-F238E27FC236}">
                <a16:creationId xmlns:a16="http://schemas.microsoft.com/office/drawing/2014/main" id="{9C714588-32EA-4A9F-8A3D-A5B677FE0DF7}"/>
              </a:ext>
            </a:extLst>
          </p:cNvPr>
          <p:cNvSpPr>
            <a:spLocks noGrp="1"/>
          </p:cNvSpPr>
          <p:nvPr>
            <p:ph type="sldNum" sz="quarter" idx="65"/>
          </p:nvPr>
        </p:nvSpPr>
        <p:spPr/>
        <p:txBody>
          <a:bodyPr/>
          <a:lstStyle/>
          <a:p>
            <a:fld id="{65CC2327-6B8B-47BD-B581-B21CDA88CCFB}" type="slidenum">
              <a:rPr lang="en-US" smtClean="0"/>
              <a:pPr/>
              <a:t>‹#›</a:t>
            </a:fld>
            <a:endParaRPr lang="en-US"/>
          </a:p>
        </p:txBody>
      </p:sp>
      <p:sp>
        <p:nvSpPr>
          <p:cNvPr id="56" name="Text Placeholder 5">
            <a:extLst>
              <a:ext uri="{FF2B5EF4-FFF2-40B4-BE49-F238E27FC236}">
                <a16:creationId xmlns:a16="http://schemas.microsoft.com/office/drawing/2014/main" id="{324EFA29-2227-4C18-AC76-BEFC6F23437E}"/>
              </a:ext>
            </a:extLst>
          </p:cNvPr>
          <p:cNvSpPr>
            <a:spLocks noGrp="1"/>
          </p:cNvSpPr>
          <p:nvPr>
            <p:ph type="body" sz="quarter" idx="16" hasCustomPrompt="1"/>
          </p:nvPr>
        </p:nvSpPr>
        <p:spPr>
          <a:xfrm>
            <a:off x="1515004" y="1913893"/>
            <a:ext cx="9938713"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Text Placeholder 22">
            <a:extLst>
              <a:ext uri="{FF2B5EF4-FFF2-40B4-BE49-F238E27FC236}">
                <a16:creationId xmlns:a16="http://schemas.microsoft.com/office/drawing/2014/main" id="{FC6CA76C-D78A-4270-9774-0BE6CEEB34FA}"/>
              </a:ext>
            </a:extLst>
          </p:cNvPr>
          <p:cNvSpPr>
            <a:spLocks noGrp="1"/>
          </p:cNvSpPr>
          <p:nvPr>
            <p:ph type="body" sz="quarter" idx="66"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37" name="Date Placeholder 4">
            <a:extLst>
              <a:ext uri="{FF2B5EF4-FFF2-40B4-BE49-F238E27FC236}">
                <a16:creationId xmlns:a16="http://schemas.microsoft.com/office/drawing/2014/main" id="{5F340DBB-0F9C-4E40-BC58-31BA031D2932}"/>
              </a:ext>
            </a:extLst>
          </p:cNvPr>
          <p:cNvSpPr>
            <a:spLocks noGrp="1"/>
          </p:cNvSpPr>
          <p:nvPr>
            <p:ph type="dt" sz="half" idx="67"/>
          </p:nvPr>
        </p:nvSpPr>
        <p:spPr>
          <a:xfrm>
            <a:off x="0" y="13441680"/>
            <a:ext cx="1143000" cy="274320"/>
          </a:xfrm>
        </p:spPr>
        <p:txBody>
          <a:bodyPr/>
          <a:lstStyle/>
          <a:p>
            <a:fld id="{9CC7B6BA-D44D-4729-BD5A-BF29607FF773}" type="datetime4">
              <a:rPr lang="en-US" smtClean="0"/>
              <a:pPr/>
              <a:t>June 10, 2026</a:t>
            </a:fld>
            <a:endParaRPr lang="en-US"/>
          </a:p>
        </p:txBody>
      </p:sp>
      <p:grpSp>
        <p:nvGrpSpPr>
          <p:cNvPr id="6" name="Group 5">
            <a:extLst>
              <a:ext uri="{FF2B5EF4-FFF2-40B4-BE49-F238E27FC236}">
                <a16:creationId xmlns:a16="http://schemas.microsoft.com/office/drawing/2014/main" id="{55885805-2CAD-344D-188E-0F9389088541}"/>
              </a:ext>
            </a:extLst>
          </p:cNvPr>
          <p:cNvGrpSpPr/>
          <p:nvPr userDrawn="1"/>
        </p:nvGrpSpPr>
        <p:grpSpPr>
          <a:xfrm>
            <a:off x="22521672" y="369493"/>
            <a:ext cx="1485496" cy="321800"/>
            <a:chOff x="22521672" y="369493"/>
            <a:chExt cx="1485496" cy="321800"/>
          </a:xfrm>
        </p:grpSpPr>
        <p:grpSp>
          <p:nvGrpSpPr>
            <p:cNvPr id="7" name="Graphic 2">
              <a:extLst>
                <a:ext uri="{FF2B5EF4-FFF2-40B4-BE49-F238E27FC236}">
                  <a16:creationId xmlns:a16="http://schemas.microsoft.com/office/drawing/2014/main" id="{30CBF070-04CA-0BA9-0253-CA8F147D6593}"/>
                </a:ext>
              </a:extLst>
            </p:cNvPr>
            <p:cNvGrpSpPr/>
            <p:nvPr/>
          </p:nvGrpSpPr>
          <p:grpSpPr>
            <a:xfrm>
              <a:off x="22521672" y="369493"/>
              <a:ext cx="317313" cy="321800"/>
              <a:chOff x="22521672" y="369493"/>
              <a:chExt cx="317313" cy="321800"/>
            </a:xfrm>
            <a:solidFill>
              <a:srgbClr val="FFB81C"/>
            </a:solidFill>
          </p:grpSpPr>
          <p:sp>
            <p:nvSpPr>
              <p:cNvPr id="25" name="Freeform 24">
                <a:extLst>
                  <a:ext uri="{FF2B5EF4-FFF2-40B4-BE49-F238E27FC236}">
                    <a16:creationId xmlns:a16="http://schemas.microsoft.com/office/drawing/2014/main" id="{2CF63764-10FB-2A26-321D-A62AD9DBB4D6}"/>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26" name="Graphic 2">
                <a:extLst>
                  <a:ext uri="{FF2B5EF4-FFF2-40B4-BE49-F238E27FC236}">
                    <a16:creationId xmlns:a16="http://schemas.microsoft.com/office/drawing/2014/main" id="{8D922E86-07AD-35D5-B3FD-6823CC0E382E}"/>
                  </a:ext>
                </a:extLst>
              </p:cNvPr>
              <p:cNvGrpSpPr/>
              <p:nvPr/>
            </p:nvGrpSpPr>
            <p:grpSpPr>
              <a:xfrm>
                <a:off x="22540081" y="369493"/>
                <a:ext cx="298904" cy="321800"/>
                <a:chOff x="22540081" y="369493"/>
                <a:chExt cx="298904" cy="321800"/>
              </a:xfrm>
              <a:grpFill/>
            </p:grpSpPr>
            <p:sp>
              <p:nvSpPr>
                <p:cNvPr id="27" name="Freeform 26">
                  <a:extLst>
                    <a:ext uri="{FF2B5EF4-FFF2-40B4-BE49-F238E27FC236}">
                      <a16:creationId xmlns:a16="http://schemas.microsoft.com/office/drawing/2014/main" id="{A48A3DAB-1782-8E4B-2B3F-BCBDBBD55B8B}"/>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287F8848-56AE-873A-C72E-B2D317895C3B}"/>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8" name="Graphic 2">
              <a:extLst>
                <a:ext uri="{FF2B5EF4-FFF2-40B4-BE49-F238E27FC236}">
                  <a16:creationId xmlns:a16="http://schemas.microsoft.com/office/drawing/2014/main" id="{9285AA00-E3D9-7C6B-06AE-D425AF5264DB}"/>
                </a:ext>
              </a:extLst>
            </p:cNvPr>
            <p:cNvGrpSpPr/>
            <p:nvPr/>
          </p:nvGrpSpPr>
          <p:grpSpPr>
            <a:xfrm>
              <a:off x="22934900" y="432271"/>
              <a:ext cx="1072268" cy="235263"/>
              <a:chOff x="22934900" y="432271"/>
              <a:chExt cx="1072268" cy="235263"/>
            </a:xfrm>
            <a:solidFill>
              <a:srgbClr val="33647E"/>
            </a:solidFill>
          </p:grpSpPr>
          <p:sp>
            <p:nvSpPr>
              <p:cNvPr id="9" name="Freeform 8">
                <a:extLst>
                  <a:ext uri="{FF2B5EF4-FFF2-40B4-BE49-F238E27FC236}">
                    <a16:creationId xmlns:a16="http://schemas.microsoft.com/office/drawing/2014/main" id="{6E684B2E-90B0-A5B0-96E4-D2D5499E65BD}"/>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C1F65897-9EDE-025F-6AB6-BA6F95FCD8FC}"/>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solidFill>
                <a:srgbClr val="33647E"/>
              </a:solidFill>
              <a:ln w="442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CFD4144-7AF6-5897-2D99-85E206ADE78A}"/>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solidFill>
                <a:srgbClr val="33647E"/>
              </a:solidFill>
              <a:ln w="442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AE0821C6-609A-2680-69C4-A4CEB915BDD5}"/>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solidFill>
                <a:srgbClr val="33647E"/>
              </a:solidFill>
              <a:ln w="442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88569185-D017-2ACA-4084-63971D2C15C8}"/>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solidFill>
                <a:srgbClr val="33647E"/>
              </a:solidFill>
              <a:ln w="442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1076A6D3-551B-204C-FAB9-AD062192F8E7}"/>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solidFill>
                <a:srgbClr val="33647E"/>
              </a:solid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430A5D47-32BE-6EBF-76F8-59E2E116C295}"/>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solidFill>
                <a:srgbClr val="33647E"/>
              </a:solidFill>
              <a:ln w="442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351C9A0B-6ACB-A20A-81D5-F370570D2E18}"/>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solidFill>
                <a:srgbClr val="33647E"/>
              </a:solidFill>
              <a:ln w="442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FD65A17-F874-CABE-893A-59EA9B27E279}"/>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7797AFFE-B1AC-97D2-02B9-27BA3DB1277A}"/>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solidFill>
                <a:srgbClr val="33647E"/>
              </a:solidFill>
              <a:ln w="442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F2C61DA-1CB9-1421-0DB3-ECE60C908209}"/>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solidFill>
                <a:srgbClr val="33647E"/>
              </a:solid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304917945"/>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 Short Name - 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38" y="4"/>
            <a:ext cx="24376898" cy="13716068"/>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258" y="0"/>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cxnSp>
        <p:nvCxnSpPr>
          <p:cNvPr id="7" name="Straight Connector 6">
            <a:extLst>
              <a:ext uri="{FF2B5EF4-FFF2-40B4-BE49-F238E27FC236}">
                <a16:creationId xmlns:a16="http://schemas.microsoft.com/office/drawing/2014/main" id="{D0ACF5DB-0604-1549-9439-016A2721D8AB}"/>
              </a:ext>
            </a:extLst>
          </p:cNvPr>
          <p:cNvCxnSpPr>
            <a:cxnSpLocks/>
          </p:cNvCxnSpPr>
          <p:nvPr userDrawn="1"/>
        </p:nvCxnSpPr>
        <p:spPr>
          <a:xfrm>
            <a:off x="996748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FBD870E0-025F-DF4A-A3B7-2BD6EF605D9E}"/>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
        <p:nvSpPr>
          <p:cNvPr id="9" name="Text Placeholder 3">
            <a:extLst>
              <a:ext uri="{FF2B5EF4-FFF2-40B4-BE49-F238E27FC236}">
                <a16:creationId xmlns:a16="http://schemas.microsoft.com/office/drawing/2014/main" id="{48370C73-7610-1C41-9340-49A61F53314A}"/>
              </a:ext>
            </a:extLst>
          </p:cNvPr>
          <p:cNvSpPr>
            <a:spLocks noGrp="1"/>
          </p:cNvSpPr>
          <p:nvPr>
            <p:ph type="body" sz="quarter" idx="20" hasCustomPrompt="1"/>
          </p:nvPr>
        </p:nvSpPr>
        <p:spPr>
          <a:xfrm>
            <a:off x="9267159"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11" name="Title 1">
            <a:extLst>
              <a:ext uri="{FF2B5EF4-FFF2-40B4-BE49-F238E27FC236}">
                <a16:creationId xmlns:a16="http://schemas.microsoft.com/office/drawing/2014/main" id="{3CD156F3-C1A7-4768-B48C-3885DB243DC1}"/>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pic>
        <p:nvPicPr>
          <p:cNvPr id="27" name="Graphic 26">
            <a:extLst>
              <a:ext uri="{FF2B5EF4-FFF2-40B4-BE49-F238E27FC236}">
                <a16:creationId xmlns:a16="http://schemas.microsoft.com/office/drawing/2014/main" id="{6FDC6A4A-D56B-3047-B055-2CB051191339}"/>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22197" y="12066004"/>
            <a:ext cx="1948304" cy="420835"/>
          </a:xfrm>
          <a:prstGeom prst="rect">
            <a:avLst/>
          </a:prstGeom>
        </p:spPr>
      </p:pic>
    </p:spTree>
    <p:extLst>
      <p:ext uri="{BB962C8B-B14F-4D97-AF65-F5344CB8AC3E}">
        <p14:creationId xmlns:p14="http://schemas.microsoft.com/office/powerpoint/2010/main" val="285101801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 Short Name - B">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rotWithShape="1">
          <a:blip r:embed="rId2"/>
          <a:srcRect b="352"/>
          <a:stretch/>
        </p:blipFill>
        <p:spPr>
          <a:xfrm>
            <a:off x="1" y="0"/>
            <a:ext cx="24462946" cy="1371599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0" y="0"/>
            <a:ext cx="24462946"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baseline="0">
              <a:latin typeface="TT Norms Pro" panose="02000503030000020003" pitchFamily="2" charset="0"/>
            </a:endParaRPr>
          </a:p>
        </p:txBody>
      </p:sp>
      <p:pic>
        <p:nvPicPr>
          <p:cNvPr id="16" name="Graphic 15">
            <a:extLst>
              <a:ext uri="{FF2B5EF4-FFF2-40B4-BE49-F238E27FC236}">
                <a16:creationId xmlns:a16="http://schemas.microsoft.com/office/drawing/2014/main" id="{5139642C-12F9-4195-86F2-9CC7AF916755}"/>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22457" y="12066004"/>
            <a:ext cx="1942261" cy="419528"/>
          </a:xfrm>
          <a:prstGeom prst="rect">
            <a:avLst/>
          </a:prstGeom>
        </p:spPr>
      </p:pic>
      <p:cxnSp>
        <p:nvCxnSpPr>
          <p:cNvPr id="18" name="Straight Connector 17">
            <a:extLst>
              <a:ext uri="{FF2B5EF4-FFF2-40B4-BE49-F238E27FC236}">
                <a16:creationId xmlns:a16="http://schemas.microsoft.com/office/drawing/2014/main" id="{E328B0DA-6301-4BA8-8963-F8972F9064CD}"/>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 Placeholder 3">
            <a:extLst>
              <a:ext uri="{FF2B5EF4-FFF2-40B4-BE49-F238E27FC236}">
                <a16:creationId xmlns:a16="http://schemas.microsoft.com/office/drawing/2014/main" id="{B26D3541-D5D1-453A-A358-0300306B63E3}"/>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itle 1">
            <a:extLst>
              <a:ext uri="{FF2B5EF4-FFF2-40B4-BE49-F238E27FC236}">
                <a16:creationId xmlns:a16="http://schemas.microsoft.com/office/drawing/2014/main" id="{F56A7989-7A78-4E38-965B-EF396AE65335}"/>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0" name="Text Placeholder 9">
            <a:extLst>
              <a:ext uri="{FF2B5EF4-FFF2-40B4-BE49-F238E27FC236}">
                <a16:creationId xmlns:a16="http://schemas.microsoft.com/office/drawing/2014/main" id="{2C0B1305-85F3-45CF-8185-B42F07391929}"/>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253599842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 Short Name - C">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40" y="5"/>
            <a:ext cx="24376896" cy="1371606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5140" y="4"/>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pic>
        <p:nvPicPr>
          <p:cNvPr id="14" name="Graphic 13">
            <a:extLst>
              <a:ext uri="{FF2B5EF4-FFF2-40B4-BE49-F238E27FC236}">
                <a16:creationId xmlns:a16="http://schemas.microsoft.com/office/drawing/2014/main" id="{2004D9BD-C9B0-457E-810A-2C2F4686DF09}"/>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22457" y="12066004"/>
            <a:ext cx="1942261" cy="419528"/>
          </a:xfrm>
          <a:prstGeom prst="rect">
            <a:avLst/>
          </a:prstGeom>
        </p:spPr>
      </p:pic>
      <p:cxnSp>
        <p:nvCxnSpPr>
          <p:cNvPr id="15" name="Straight Connector 14">
            <a:extLst>
              <a:ext uri="{FF2B5EF4-FFF2-40B4-BE49-F238E27FC236}">
                <a16:creationId xmlns:a16="http://schemas.microsoft.com/office/drawing/2014/main" id="{C6BE879C-5C0A-4465-AAAD-7A356E79529F}"/>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3">
            <a:extLst>
              <a:ext uri="{FF2B5EF4-FFF2-40B4-BE49-F238E27FC236}">
                <a16:creationId xmlns:a16="http://schemas.microsoft.com/office/drawing/2014/main" id="{D655C41F-88A3-49E9-9F53-C4380FCDA839}"/>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itle 1">
            <a:extLst>
              <a:ext uri="{FF2B5EF4-FFF2-40B4-BE49-F238E27FC236}">
                <a16:creationId xmlns:a16="http://schemas.microsoft.com/office/drawing/2014/main" id="{AA4268E9-ABD3-49DF-907B-B1FA99BC5632}"/>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1" name="Text Placeholder 9">
            <a:extLst>
              <a:ext uri="{FF2B5EF4-FFF2-40B4-BE49-F238E27FC236}">
                <a16:creationId xmlns:a16="http://schemas.microsoft.com/office/drawing/2014/main" id="{DC4D62C7-0692-4CAC-97D5-DBD57907A386}"/>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329403783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 Short Name - 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40" y="5"/>
            <a:ext cx="24376896" cy="1371606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5139" y="-1"/>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pic>
        <p:nvPicPr>
          <p:cNvPr id="14" name="Graphic 13">
            <a:extLst>
              <a:ext uri="{FF2B5EF4-FFF2-40B4-BE49-F238E27FC236}">
                <a16:creationId xmlns:a16="http://schemas.microsoft.com/office/drawing/2014/main" id="{4C603765-6ABD-4B26-A71C-2B4F4AA8242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22457" y="12066004"/>
            <a:ext cx="1942261" cy="419528"/>
          </a:xfrm>
          <a:prstGeom prst="rect">
            <a:avLst/>
          </a:prstGeom>
        </p:spPr>
      </p:pic>
      <p:cxnSp>
        <p:nvCxnSpPr>
          <p:cNvPr id="15" name="Straight Connector 14">
            <a:extLst>
              <a:ext uri="{FF2B5EF4-FFF2-40B4-BE49-F238E27FC236}">
                <a16:creationId xmlns:a16="http://schemas.microsoft.com/office/drawing/2014/main" id="{A1D18E9D-F8A6-4B1E-B127-DDE1C136DF3D}"/>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3">
            <a:extLst>
              <a:ext uri="{FF2B5EF4-FFF2-40B4-BE49-F238E27FC236}">
                <a16:creationId xmlns:a16="http://schemas.microsoft.com/office/drawing/2014/main" id="{4866684E-9365-4E0A-AAA7-CD9975498C81}"/>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itle 1">
            <a:extLst>
              <a:ext uri="{FF2B5EF4-FFF2-40B4-BE49-F238E27FC236}">
                <a16:creationId xmlns:a16="http://schemas.microsoft.com/office/drawing/2014/main" id="{E2783917-B4DB-476A-8F9C-561439E36939}"/>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1" name="Text Placeholder 9">
            <a:extLst>
              <a:ext uri="{FF2B5EF4-FFF2-40B4-BE49-F238E27FC236}">
                <a16:creationId xmlns:a16="http://schemas.microsoft.com/office/drawing/2014/main" id="{2C231AC7-A041-4340-B0E1-2665427103A2}"/>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34392536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 Short Name - 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40" y="5"/>
            <a:ext cx="24376896" cy="1371606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5139" y="-1"/>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pic>
        <p:nvPicPr>
          <p:cNvPr id="14" name="Graphic 13">
            <a:extLst>
              <a:ext uri="{FF2B5EF4-FFF2-40B4-BE49-F238E27FC236}">
                <a16:creationId xmlns:a16="http://schemas.microsoft.com/office/drawing/2014/main" id="{C1055CA1-480C-4C75-A806-F92AF290A2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22457" y="12066004"/>
            <a:ext cx="1942261" cy="419528"/>
          </a:xfrm>
          <a:prstGeom prst="rect">
            <a:avLst/>
          </a:prstGeom>
        </p:spPr>
      </p:pic>
      <p:cxnSp>
        <p:nvCxnSpPr>
          <p:cNvPr id="15" name="Straight Connector 14">
            <a:extLst>
              <a:ext uri="{FF2B5EF4-FFF2-40B4-BE49-F238E27FC236}">
                <a16:creationId xmlns:a16="http://schemas.microsoft.com/office/drawing/2014/main" id="{D80FB530-685D-4049-85F1-EBD06F390149}"/>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3">
            <a:extLst>
              <a:ext uri="{FF2B5EF4-FFF2-40B4-BE49-F238E27FC236}">
                <a16:creationId xmlns:a16="http://schemas.microsoft.com/office/drawing/2014/main" id="{079A7910-5867-4DE6-A272-1D0C446E1124}"/>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itle 1">
            <a:extLst>
              <a:ext uri="{FF2B5EF4-FFF2-40B4-BE49-F238E27FC236}">
                <a16:creationId xmlns:a16="http://schemas.microsoft.com/office/drawing/2014/main" id="{4461D5E3-4705-4245-B708-ECC19413EC22}"/>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1" name="Text Placeholder 9">
            <a:extLst>
              <a:ext uri="{FF2B5EF4-FFF2-40B4-BE49-F238E27FC236}">
                <a16:creationId xmlns:a16="http://schemas.microsoft.com/office/drawing/2014/main" id="{051ABF40-CD9D-46BA-B9AE-906677B252C7}"/>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179129889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 Short Name - F">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40" y="5"/>
            <a:ext cx="24376896" cy="1371606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5139" y="-1"/>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pic>
        <p:nvPicPr>
          <p:cNvPr id="14" name="Graphic 13">
            <a:extLst>
              <a:ext uri="{FF2B5EF4-FFF2-40B4-BE49-F238E27FC236}">
                <a16:creationId xmlns:a16="http://schemas.microsoft.com/office/drawing/2014/main" id="{16764790-054E-488A-A01A-63C73980BF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22457" y="12066004"/>
            <a:ext cx="1942261" cy="419528"/>
          </a:xfrm>
          <a:prstGeom prst="rect">
            <a:avLst/>
          </a:prstGeom>
        </p:spPr>
      </p:pic>
      <p:cxnSp>
        <p:nvCxnSpPr>
          <p:cNvPr id="15" name="Straight Connector 14">
            <a:extLst>
              <a:ext uri="{FF2B5EF4-FFF2-40B4-BE49-F238E27FC236}">
                <a16:creationId xmlns:a16="http://schemas.microsoft.com/office/drawing/2014/main" id="{5190B59F-DDE0-4EC6-805A-E777068D5D74}"/>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3">
            <a:extLst>
              <a:ext uri="{FF2B5EF4-FFF2-40B4-BE49-F238E27FC236}">
                <a16:creationId xmlns:a16="http://schemas.microsoft.com/office/drawing/2014/main" id="{53AE9283-8BC3-44BC-9D3A-EB040553900B}"/>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itle 1">
            <a:extLst>
              <a:ext uri="{FF2B5EF4-FFF2-40B4-BE49-F238E27FC236}">
                <a16:creationId xmlns:a16="http://schemas.microsoft.com/office/drawing/2014/main" id="{7AE2208D-9247-4006-B302-E796264DA70F}"/>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1" name="Text Placeholder 9">
            <a:extLst>
              <a:ext uri="{FF2B5EF4-FFF2-40B4-BE49-F238E27FC236}">
                <a16:creationId xmlns:a16="http://schemas.microsoft.com/office/drawing/2014/main" id="{5A5FCE52-098A-4DC4-90D9-E27ECEE26AF0}"/>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9466567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 Short Name - 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41" y="5"/>
            <a:ext cx="24376894" cy="1371606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0" y="4"/>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sp>
        <p:nvSpPr>
          <p:cNvPr id="10" name="Title 1">
            <a:extLst>
              <a:ext uri="{FF2B5EF4-FFF2-40B4-BE49-F238E27FC236}">
                <a16:creationId xmlns:a16="http://schemas.microsoft.com/office/drawing/2014/main" id="{2912D752-EDB6-4865-AD74-497CF7B5802D}"/>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pic>
        <p:nvPicPr>
          <p:cNvPr id="14" name="Graphic 13">
            <a:extLst>
              <a:ext uri="{FF2B5EF4-FFF2-40B4-BE49-F238E27FC236}">
                <a16:creationId xmlns:a16="http://schemas.microsoft.com/office/drawing/2014/main" id="{E3312742-EBF4-43BC-A91B-E64B13D7D96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22457" y="12066004"/>
            <a:ext cx="1942261" cy="419528"/>
          </a:xfrm>
          <a:prstGeom prst="rect">
            <a:avLst/>
          </a:prstGeom>
        </p:spPr>
      </p:pic>
      <p:cxnSp>
        <p:nvCxnSpPr>
          <p:cNvPr id="15" name="Straight Connector 14">
            <a:extLst>
              <a:ext uri="{FF2B5EF4-FFF2-40B4-BE49-F238E27FC236}">
                <a16:creationId xmlns:a16="http://schemas.microsoft.com/office/drawing/2014/main" id="{82F03B89-DE77-49F5-850C-982BB46A659D}"/>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3">
            <a:extLst>
              <a:ext uri="{FF2B5EF4-FFF2-40B4-BE49-F238E27FC236}">
                <a16:creationId xmlns:a16="http://schemas.microsoft.com/office/drawing/2014/main" id="{08E94288-68D5-4AFF-A267-664775D861C5}"/>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ext Placeholder 9">
            <a:extLst>
              <a:ext uri="{FF2B5EF4-FFF2-40B4-BE49-F238E27FC236}">
                <a16:creationId xmlns:a16="http://schemas.microsoft.com/office/drawing/2014/main" id="{4B14BDEC-57A1-4216-9B12-1CBDEF15F525}"/>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221292833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llage - 16 logos">
    <p:spTree>
      <p:nvGrpSpPr>
        <p:cNvPr id="1" name=""/>
        <p:cNvGrpSpPr/>
        <p:nvPr/>
      </p:nvGrpSpPr>
      <p:grpSpPr>
        <a:xfrm>
          <a:off x="0" y="0"/>
          <a:ext cx="0" cy="0"/>
          <a:chOff x="0" y="0"/>
          <a:chExt cx="0" cy="0"/>
        </a:xfrm>
      </p:grpSpPr>
      <p:sp>
        <p:nvSpPr>
          <p:cNvPr id="29" name="Рисунок 4">
            <a:extLst>
              <a:ext uri="{FF2B5EF4-FFF2-40B4-BE49-F238E27FC236}">
                <a16:creationId xmlns:a16="http://schemas.microsoft.com/office/drawing/2014/main" id="{D96CC5A6-7D99-D74E-945F-60453F9BF305}"/>
              </a:ext>
            </a:extLst>
          </p:cNvPr>
          <p:cNvSpPr>
            <a:spLocks noGrp="1"/>
          </p:cNvSpPr>
          <p:nvPr>
            <p:ph type="pic" sz="quarter" idx="19" hasCustomPrompt="1"/>
          </p:nvPr>
        </p:nvSpPr>
        <p:spPr>
          <a:xfrm>
            <a:off x="16931369" y="43201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1" name="Рисунок 4">
            <a:extLst>
              <a:ext uri="{FF2B5EF4-FFF2-40B4-BE49-F238E27FC236}">
                <a16:creationId xmlns:a16="http://schemas.microsoft.com/office/drawing/2014/main" id="{903DD465-9A44-A844-8F88-FEB7E413929D}"/>
              </a:ext>
            </a:extLst>
          </p:cNvPr>
          <p:cNvSpPr>
            <a:spLocks noGrp="1"/>
          </p:cNvSpPr>
          <p:nvPr>
            <p:ph type="pic" sz="quarter" idx="40" hasCustomPrompt="1"/>
          </p:nvPr>
        </p:nvSpPr>
        <p:spPr>
          <a:xfrm>
            <a:off x="19970220" y="43201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3" name="Рисунок 4">
            <a:extLst>
              <a:ext uri="{FF2B5EF4-FFF2-40B4-BE49-F238E27FC236}">
                <a16:creationId xmlns:a16="http://schemas.microsoft.com/office/drawing/2014/main" id="{F1BA1056-F051-5948-A98A-CFE8AE801FD1}"/>
              </a:ext>
            </a:extLst>
          </p:cNvPr>
          <p:cNvSpPr>
            <a:spLocks noGrp="1"/>
          </p:cNvSpPr>
          <p:nvPr>
            <p:ph type="pic" sz="quarter" idx="41" hasCustomPrompt="1"/>
          </p:nvPr>
        </p:nvSpPr>
        <p:spPr>
          <a:xfrm>
            <a:off x="16931369" y="71459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4" name="Рисунок 4">
            <a:extLst>
              <a:ext uri="{FF2B5EF4-FFF2-40B4-BE49-F238E27FC236}">
                <a16:creationId xmlns:a16="http://schemas.microsoft.com/office/drawing/2014/main" id="{D37503E6-E4C3-7A4C-A4C7-D39FE17B387A}"/>
              </a:ext>
            </a:extLst>
          </p:cNvPr>
          <p:cNvSpPr>
            <a:spLocks noGrp="1"/>
          </p:cNvSpPr>
          <p:nvPr>
            <p:ph type="pic" sz="quarter" idx="42" hasCustomPrompt="1"/>
          </p:nvPr>
        </p:nvSpPr>
        <p:spPr>
          <a:xfrm>
            <a:off x="19985724" y="71459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7" name="Рисунок 4">
            <a:extLst>
              <a:ext uri="{FF2B5EF4-FFF2-40B4-BE49-F238E27FC236}">
                <a16:creationId xmlns:a16="http://schemas.microsoft.com/office/drawing/2014/main" id="{6EF833F9-BAAF-6A45-B384-376431515C11}"/>
              </a:ext>
            </a:extLst>
          </p:cNvPr>
          <p:cNvSpPr>
            <a:spLocks noGrp="1"/>
          </p:cNvSpPr>
          <p:nvPr>
            <p:ph type="pic" sz="quarter" idx="43" hasCustomPrompt="1"/>
          </p:nvPr>
        </p:nvSpPr>
        <p:spPr>
          <a:xfrm>
            <a:off x="16931369" y="9971731"/>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8" name="Рисунок 4">
            <a:extLst>
              <a:ext uri="{FF2B5EF4-FFF2-40B4-BE49-F238E27FC236}">
                <a16:creationId xmlns:a16="http://schemas.microsoft.com/office/drawing/2014/main" id="{C4DCC261-E207-3F4E-BF2C-4D682046B680}"/>
              </a:ext>
            </a:extLst>
          </p:cNvPr>
          <p:cNvSpPr>
            <a:spLocks noGrp="1"/>
          </p:cNvSpPr>
          <p:nvPr>
            <p:ph type="pic" sz="quarter" idx="44" hasCustomPrompt="1"/>
          </p:nvPr>
        </p:nvSpPr>
        <p:spPr>
          <a:xfrm>
            <a:off x="19953388" y="9971731"/>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0" name="Рисунок 4">
            <a:extLst>
              <a:ext uri="{FF2B5EF4-FFF2-40B4-BE49-F238E27FC236}">
                <a16:creationId xmlns:a16="http://schemas.microsoft.com/office/drawing/2014/main" id="{6122BB72-B8AF-FA40-8B44-8A3D9C4D4613}"/>
              </a:ext>
            </a:extLst>
          </p:cNvPr>
          <p:cNvSpPr>
            <a:spLocks noGrp="1"/>
          </p:cNvSpPr>
          <p:nvPr>
            <p:ph type="pic" sz="quarter" idx="45" hasCustomPrompt="1"/>
          </p:nvPr>
        </p:nvSpPr>
        <p:spPr>
          <a:xfrm>
            <a:off x="13892519" y="43201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1" name="Рисунок 4">
            <a:extLst>
              <a:ext uri="{FF2B5EF4-FFF2-40B4-BE49-F238E27FC236}">
                <a16:creationId xmlns:a16="http://schemas.microsoft.com/office/drawing/2014/main" id="{5611E84E-A7D3-F849-8827-5FE361B49FF9}"/>
              </a:ext>
            </a:extLst>
          </p:cNvPr>
          <p:cNvSpPr>
            <a:spLocks noGrp="1"/>
          </p:cNvSpPr>
          <p:nvPr>
            <p:ph type="pic" sz="quarter" idx="46" hasCustomPrompt="1"/>
          </p:nvPr>
        </p:nvSpPr>
        <p:spPr>
          <a:xfrm>
            <a:off x="13892519" y="71459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2" name="Рисунок 4">
            <a:extLst>
              <a:ext uri="{FF2B5EF4-FFF2-40B4-BE49-F238E27FC236}">
                <a16:creationId xmlns:a16="http://schemas.microsoft.com/office/drawing/2014/main" id="{BFFE0A8A-E797-774B-BE30-A70A9846D072}"/>
              </a:ext>
            </a:extLst>
          </p:cNvPr>
          <p:cNvSpPr>
            <a:spLocks noGrp="1"/>
          </p:cNvSpPr>
          <p:nvPr>
            <p:ph type="pic" sz="quarter" idx="47" hasCustomPrompt="1"/>
          </p:nvPr>
        </p:nvSpPr>
        <p:spPr>
          <a:xfrm>
            <a:off x="13892519" y="9971731"/>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8" name="Рисунок 4">
            <a:extLst>
              <a:ext uri="{FF2B5EF4-FFF2-40B4-BE49-F238E27FC236}">
                <a16:creationId xmlns:a16="http://schemas.microsoft.com/office/drawing/2014/main" id="{EB0B61C2-C788-994D-81AF-E264B3CC30F6}"/>
              </a:ext>
            </a:extLst>
          </p:cNvPr>
          <p:cNvSpPr>
            <a:spLocks noGrp="1"/>
          </p:cNvSpPr>
          <p:nvPr>
            <p:ph type="pic" sz="quarter" idx="61" hasCustomPrompt="1"/>
          </p:nvPr>
        </p:nvSpPr>
        <p:spPr>
          <a:xfrm>
            <a:off x="10853669" y="43201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9" name="Рисунок 4">
            <a:extLst>
              <a:ext uri="{FF2B5EF4-FFF2-40B4-BE49-F238E27FC236}">
                <a16:creationId xmlns:a16="http://schemas.microsoft.com/office/drawing/2014/main" id="{075CD6DA-163D-4A41-A5B3-3C5CF67BA6A4}"/>
              </a:ext>
            </a:extLst>
          </p:cNvPr>
          <p:cNvSpPr>
            <a:spLocks noGrp="1"/>
          </p:cNvSpPr>
          <p:nvPr>
            <p:ph type="pic" sz="quarter" idx="62" hasCustomPrompt="1"/>
          </p:nvPr>
        </p:nvSpPr>
        <p:spPr>
          <a:xfrm>
            <a:off x="10853669" y="71459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0" name="Рисунок 4">
            <a:extLst>
              <a:ext uri="{FF2B5EF4-FFF2-40B4-BE49-F238E27FC236}">
                <a16:creationId xmlns:a16="http://schemas.microsoft.com/office/drawing/2014/main" id="{7CCF94FD-D411-B04F-BD09-C15940DDF452}"/>
              </a:ext>
            </a:extLst>
          </p:cNvPr>
          <p:cNvSpPr>
            <a:spLocks noGrp="1"/>
          </p:cNvSpPr>
          <p:nvPr>
            <p:ph type="pic" sz="quarter" idx="63" hasCustomPrompt="1"/>
          </p:nvPr>
        </p:nvSpPr>
        <p:spPr>
          <a:xfrm>
            <a:off x="10853669" y="9971731"/>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2" name="Рисунок 4">
            <a:extLst>
              <a:ext uri="{FF2B5EF4-FFF2-40B4-BE49-F238E27FC236}">
                <a16:creationId xmlns:a16="http://schemas.microsoft.com/office/drawing/2014/main" id="{486CC6F0-6F3B-114B-9023-0942BF5C2FCC}"/>
              </a:ext>
            </a:extLst>
          </p:cNvPr>
          <p:cNvSpPr>
            <a:spLocks noGrp="1"/>
          </p:cNvSpPr>
          <p:nvPr>
            <p:ph type="pic" sz="quarter" idx="64" hasCustomPrompt="1"/>
          </p:nvPr>
        </p:nvSpPr>
        <p:spPr>
          <a:xfrm>
            <a:off x="16931369" y="14943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Рисунок 4">
            <a:extLst>
              <a:ext uri="{FF2B5EF4-FFF2-40B4-BE49-F238E27FC236}">
                <a16:creationId xmlns:a16="http://schemas.microsoft.com/office/drawing/2014/main" id="{EC150C69-32C0-0448-9444-220674283AF7}"/>
              </a:ext>
            </a:extLst>
          </p:cNvPr>
          <p:cNvSpPr>
            <a:spLocks noGrp="1"/>
          </p:cNvSpPr>
          <p:nvPr>
            <p:ph type="pic" sz="quarter" idx="65" hasCustomPrompt="1"/>
          </p:nvPr>
        </p:nvSpPr>
        <p:spPr>
          <a:xfrm>
            <a:off x="19970220" y="14943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Рисунок 4">
            <a:extLst>
              <a:ext uri="{FF2B5EF4-FFF2-40B4-BE49-F238E27FC236}">
                <a16:creationId xmlns:a16="http://schemas.microsoft.com/office/drawing/2014/main" id="{BE00895A-BA3C-6541-B0A5-3D929B322A19}"/>
              </a:ext>
            </a:extLst>
          </p:cNvPr>
          <p:cNvSpPr>
            <a:spLocks noGrp="1"/>
          </p:cNvSpPr>
          <p:nvPr>
            <p:ph type="pic" sz="quarter" idx="66" hasCustomPrompt="1"/>
          </p:nvPr>
        </p:nvSpPr>
        <p:spPr>
          <a:xfrm>
            <a:off x="13892519" y="14943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5" name="Рисунок 4">
            <a:extLst>
              <a:ext uri="{FF2B5EF4-FFF2-40B4-BE49-F238E27FC236}">
                <a16:creationId xmlns:a16="http://schemas.microsoft.com/office/drawing/2014/main" id="{922D5804-503A-4B4B-8851-668397C5BAE6}"/>
              </a:ext>
            </a:extLst>
          </p:cNvPr>
          <p:cNvSpPr>
            <a:spLocks noGrp="1"/>
          </p:cNvSpPr>
          <p:nvPr>
            <p:ph type="pic" sz="quarter" idx="67" hasCustomPrompt="1"/>
          </p:nvPr>
        </p:nvSpPr>
        <p:spPr>
          <a:xfrm>
            <a:off x="10853669" y="14943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grpSp>
        <p:nvGrpSpPr>
          <p:cNvPr id="4" name="Group 3">
            <a:extLst>
              <a:ext uri="{FF2B5EF4-FFF2-40B4-BE49-F238E27FC236}">
                <a16:creationId xmlns:a16="http://schemas.microsoft.com/office/drawing/2014/main" id="{1AE9A514-50CC-CE4F-82B6-8544B89DD5D3}"/>
              </a:ext>
            </a:extLst>
          </p:cNvPr>
          <p:cNvGrpSpPr/>
          <p:nvPr userDrawn="1"/>
        </p:nvGrpSpPr>
        <p:grpSpPr>
          <a:xfrm>
            <a:off x="13273094" y="1494331"/>
            <a:ext cx="6077700" cy="10277389"/>
            <a:chOff x="13273094" y="1110350"/>
            <a:chExt cx="6077700" cy="11020458"/>
          </a:xfrm>
        </p:grpSpPr>
        <p:cxnSp>
          <p:nvCxnSpPr>
            <p:cNvPr id="39" name="Прямая соединительная линия 62">
              <a:extLst>
                <a:ext uri="{FF2B5EF4-FFF2-40B4-BE49-F238E27FC236}">
                  <a16:creationId xmlns:a16="http://schemas.microsoft.com/office/drawing/2014/main" id="{AF2B0278-0C9B-0444-8A6A-0660402FFFA3}"/>
                </a:ext>
              </a:extLst>
            </p:cNvPr>
            <p:cNvCxnSpPr>
              <a:cxnSpLocks/>
            </p:cNvCxnSpPr>
            <p:nvPr userDrawn="1"/>
          </p:nvCxnSpPr>
          <p:spPr>
            <a:xfrm>
              <a:off x="16311944" y="1110350"/>
              <a:ext cx="0" cy="1102045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62">
              <a:extLst>
                <a:ext uri="{FF2B5EF4-FFF2-40B4-BE49-F238E27FC236}">
                  <a16:creationId xmlns:a16="http://schemas.microsoft.com/office/drawing/2014/main" id="{7A07BCB7-B3D8-0E4C-95A0-EC8DF7F41A29}"/>
                </a:ext>
              </a:extLst>
            </p:cNvPr>
            <p:cNvCxnSpPr>
              <a:cxnSpLocks/>
            </p:cNvCxnSpPr>
            <p:nvPr userDrawn="1"/>
          </p:nvCxnSpPr>
          <p:spPr>
            <a:xfrm>
              <a:off x="13273094" y="1110350"/>
              <a:ext cx="0" cy="1102045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62">
              <a:extLst>
                <a:ext uri="{FF2B5EF4-FFF2-40B4-BE49-F238E27FC236}">
                  <a16:creationId xmlns:a16="http://schemas.microsoft.com/office/drawing/2014/main" id="{721F769C-E4D5-614B-BBE0-D822480E0009}"/>
                </a:ext>
              </a:extLst>
            </p:cNvPr>
            <p:cNvCxnSpPr>
              <a:cxnSpLocks/>
            </p:cNvCxnSpPr>
            <p:nvPr userDrawn="1"/>
          </p:nvCxnSpPr>
          <p:spPr>
            <a:xfrm>
              <a:off x="19350794" y="1110350"/>
              <a:ext cx="0" cy="1102045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4AAAD8C7-0574-B04D-A42D-BE52535A6F2C}"/>
              </a:ext>
            </a:extLst>
          </p:cNvPr>
          <p:cNvGrpSpPr/>
          <p:nvPr userDrawn="1"/>
        </p:nvGrpSpPr>
        <p:grpSpPr>
          <a:xfrm>
            <a:off x="10450286" y="3807232"/>
            <a:ext cx="11778344" cy="5651600"/>
            <a:chOff x="10450286" y="3807232"/>
            <a:chExt cx="11778344" cy="5651600"/>
          </a:xfrm>
        </p:grpSpPr>
        <p:cxnSp>
          <p:nvCxnSpPr>
            <p:cNvPr id="32" name="Прямая соединительная линия 67">
              <a:extLst>
                <a:ext uri="{FF2B5EF4-FFF2-40B4-BE49-F238E27FC236}">
                  <a16:creationId xmlns:a16="http://schemas.microsoft.com/office/drawing/2014/main" id="{B2A6E7E5-FCC7-9743-9F16-55D69FCFA197}"/>
                </a:ext>
              </a:extLst>
            </p:cNvPr>
            <p:cNvCxnSpPr>
              <a:cxnSpLocks/>
            </p:cNvCxnSpPr>
            <p:nvPr userDrawn="1"/>
          </p:nvCxnSpPr>
          <p:spPr>
            <a:xfrm flipH="1">
              <a:off x="10450286" y="6633032"/>
              <a:ext cx="1177834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67">
              <a:extLst>
                <a:ext uri="{FF2B5EF4-FFF2-40B4-BE49-F238E27FC236}">
                  <a16:creationId xmlns:a16="http://schemas.microsoft.com/office/drawing/2014/main" id="{F3958401-F412-534A-B1CD-62F879470CB9}"/>
                </a:ext>
              </a:extLst>
            </p:cNvPr>
            <p:cNvCxnSpPr>
              <a:cxnSpLocks/>
            </p:cNvCxnSpPr>
            <p:nvPr userDrawn="1"/>
          </p:nvCxnSpPr>
          <p:spPr>
            <a:xfrm flipH="1">
              <a:off x="10450286" y="3807232"/>
              <a:ext cx="1177834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67">
              <a:extLst>
                <a:ext uri="{FF2B5EF4-FFF2-40B4-BE49-F238E27FC236}">
                  <a16:creationId xmlns:a16="http://schemas.microsoft.com/office/drawing/2014/main" id="{DCF96F6A-B4A2-BB4B-AD3B-CE652B0AFE96}"/>
                </a:ext>
              </a:extLst>
            </p:cNvPr>
            <p:cNvCxnSpPr>
              <a:cxnSpLocks/>
            </p:cNvCxnSpPr>
            <p:nvPr userDrawn="1"/>
          </p:nvCxnSpPr>
          <p:spPr>
            <a:xfrm flipH="1">
              <a:off x="10450286" y="9458832"/>
              <a:ext cx="1177834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sp>
        <p:nvSpPr>
          <p:cNvPr id="2" name="Footer Placeholder 1">
            <a:extLst>
              <a:ext uri="{FF2B5EF4-FFF2-40B4-BE49-F238E27FC236}">
                <a16:creationId xmlns:a16="http://schemas.microsoft.com/office/drawing/2014/main" id="{A5F3BCE7-2230-48C6-9F7F-EB90130EF5C0}"/>
              </a:ext>
            </a:extLst>
          </p:cNvPr>
          <p:cNvSpPr>
            <a:spLocks noGrp="1"/>
          </p:cNvSpPr>
          <p:nvPr>
            <p:ph type="ftr" sz="quarter" idx="6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3" name="Slide Number Placeholder 2">
            <a:extLst>
              <a:ext uri="{FF2B5EF4-FFF2-40B4-BE49-F238E27FC236}">
                <a16:creationId xmlns:a16="http://schemas.microsoft.com/office/drawing/2014/main" id="{5A03D63E-46B0-4461-8045-CCF3D3EED8F7}"/>
              </a:ext>
            </a:extLst>
          </p:cNvPr>
          <p:cNvSpPr>
            <a:spLocks noGrp="1"/>
          </p:cNvSpPr>
          <p:nvPr>
            <p:ph type="sldNum" sz="quarter" idx="69"/>
          </p:nvPr>
        </p:nvSpPr>
        <p:spPr/>
        <p:txBody>
          <a:bodyPr/>
          <a:lstStyle/>
          <a:p>
            <a:fld id="{65CC2327-6B8B-47BD-B581-B21CDA88CCFB}" type="slidenum">
              <a:rPr lang="en-US" smtClean="0"/>
              <a:pPr/>
              <a:t>‹#›</a:t>
            </a:fld>
            <a:endParaRPr lang="en-US"/>
          </a:p>
        </p:txBody>
      </p:sp>
      <p:sp>
        <p:nvSpPr>
          <p:cNvPr id="51" name="Shape 427">
            <a:extLst>
              <a:ext uri="{FF2B5EF4-FFF2-40B4-BE49-F238E27FC236}">
                <a16:creationId xmlns:a16="http://schemas.microsoft.com/office/drawing/2014/main" id="{70EE87FE-06FD-4145-87F3-3CFD810023D8}"/>
              </a:ext>
            </a:extLst>
          </p:cNvPr>
          <p:cNvSpPr>
            <a:spLocks noGrp="1"/>
          </p:cNvSpPr>
          <p:nvPr>
            <p:ph type="body" sz="quarter" idx="52" hasCustomPrompt="1"/>
          </p:nvPr>
        </p:nvSpPr>
        <p:spPr>
          <a:xfrm>
            <a:off x="1804298" y="2167509"/>
            <a:ext cx="7489630" cy="646769"/>
          </a:xfrm>
          <a:prstGeom prst="rect">
            <a:avLst/>
          </a:prstGeom>
        </p:spPr>
        <p:txBody>
          <a:bodyPr lIns="0" anchor="b" anchorCtr="0">
            <a:normAutofit/>
          </a:bodyPr>
          <a:lstStyle>
            <a:lvl1pPr marL="0" indent="0" algn="l">
              <a:lnSpc>
                <a:spcPct val="100000"/>
              </a:lnSpc>
              <a:buNone/>
              <a:defRPr sz="2800" b="1" spc="0">
                <a:solidFill>
                  <a:schemeClr val="tx2"/>
                </a:solidFill>
                <a:latin typeface="TT Norms Pro" panose="02000503030000020003" pitchFamily="2" charset="0"/>
              </a:defRPr>
            </a:lvl1pPr>
          </a:lstStyle>
          <a:p>
            <a:pPr lvl="0"/>
            <a:r>
              <a:rPr lang="en-US"/>
              <a:t>Optional caption (28 </a:t>
            </a:r>
            <a:r>
              <a:rPr lang="en-US" err="1"/>
              <a:t>pt</a:t>
            </a:r>
            <a:r>
              <a:rPr lang="en-US"/>
              <a:t> bold)</a:t>
            </a:r>
          </a:p>
        </p:txBody>
      </p:sp>
      <p:sp>
        <p:nvSpPr>
          <p:cNvPr id="52" name="Заголовок 17">
            <a:extLst>
              <a:ext uri="{FF2B5EF4-FFF2-40B4-BE49-F238E27FC236}">
                <a16:creationId xmlns:a16="http://schemas.microsoft.com/office/drawing/2014/main" id="{E399F675-24E5-E64C-8FFA-06E230294F2C}"/>
              </a:ext>
            </a:extLst>
          </p:cNvPr>
          <p:cNvSpPr>
            <a:spLocks noGrp="1"/>
          </p:cNvSpPr>
          <p:nvPr>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i="0" kern="100" spc="0" baseline="0">
                <a:solidFill>
                  <a:schemeClr val="tx2"/>
                </a:solidFill>
                <a:latin typeface="TT Norms Pro ExtraBold" panose="02000503030000020003" pitchFamily="2" charset="0"/>
              </a:defRPr>
            </a:lvl1pPr>
          </a:lstStyle>
          <a:p>
            <a:r>
              <a:rPr lang="en-US"/>
              <a:t>Collage Title</a:t>
            </a:r>
            <a:br>
              <a:rPr lang="en-US"/>
            </a:br>
            <a:r>
              <a:rPr lang="en-US"/>
              <a:t>(105 </a:t>
            </a:r>
            <a:r>
              <a:rPr lang="en-US" err="1"/>
              <a:t>pt</a:t>
            </a:r>
            <a:r>
              <a:rPr lang="en-US"/>
              <a:t> bold)</a:t>
            </a:r>
          </a:p>
        </p:txBody>
      </p:sp>
      <p:sp>
        <p:nvSpPr>
          <p:cNvPr id="55" name="Text Placeholder 2">
            <a:extLst>
              <a:ext uri="{FF2B5EF4-FFF2-40B4-BE49-F238E27FC236}">
                <a16:creationId xmlns:a16="http://schemas.microsoft.com/office/drawing/2014/main" id="{7BD18BE6-6A9D-E34F-B018-9E9313E0A645}"/>
              </a:ext>
            </a:extLst>
          </p:cNvPr>
          <p:cNvSpPr>
            <a:spLocks noGrp="1"/>
          </p:cNvSpPr>
          <p:nvPr>
            <p:ph type="body" sz="quarter" idx="60" hasCustomPrompt="1"/>
          </p:nvPr>
        </p:nvSpPr>
        <p:spPr>
          <a:xfrm>
            <a:off x="1815733" y="8968942"/>
            <a:ext cx="7490063" cy="2461624"/>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pic>
        <p:nvPicPr>
          <p:cNvPr id="36" name="Picture 35" descr="Logo, company name&#10;&#10;Description automatically generated">
            <a:hlinkClick r:id="" action="ppaction://noaction"/>
            <a:extLst>
              <a:ext uri="{FF2B5EF4-FFF2-40B4-BE49-F238E27FC236}">
                <a16:creationId xmlns:a16="http://schemas.microsoft.com/office/drawing/2014/main" id="{DC4FE85F-EEF9-4F4C-AA5E-25213A8A5C06}"/>
              </a:ext>
            </a:extLst>
          </p:cNvPr>
          <p:cNvPicPr>
            <a:picLocks noChangeAspect="1"/>
          </p:cNvPicPr>
          <p:nvPr userDrawn="1"/>
        </p:nvPicPr>
        <p:blipFill>
          <a:blip r:embed="rId2"/>
          <a:stretch>
            <a:fillRect/>
          </a:stretch>
        </p:blipFill>
        <p:spPr>
          <a:xfrm>
            <a:off x="22525223" y="369493"/>
            <a:ext cx="1485185" cy="320799"/>
          </a:xfrm>
          <a:prstGeom prst="rect">
            <a:avLst/>
          </a:prstGeom>
        </p:spPr>
      </p:pic>
      <p:sp>
        <p:nvSpPr>
          <p:cNvPr id="35" name="Text Placeholder 22">
            <a:extLst>
              <a:ext uri="{FF2B5EF4-FFF2-40B4-BE49-F238E27FC236}">
                <a16:creationId xmlns:a16="http://schemas.microsoft.com/office/drawing/2014/main" id="{72135433-3B13-47F5-A915-305452A94B4C}"/>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43" name="Date Placeholder 4">
            <a:extLst>
              <a:ext uri="{FF2B5EF4-FFF2-40B4-BE49-F238E27FC236}">
                <a16:creationId xmlns:a16="http://schemas.microsoft.com/office/drawing/2014/main" id="{920E0566-C6B6-4063-8713-8F92FB6979A9}"/>
              </a:ext>
            </a:extLst>
          </p:cNvPr>
          <p:cNvSpPr>
            <a:spLocks noGrp="1"/>
          </p:cNvSpPr>
          <p:nvPr>
            <p:ph type="dt" sz="half" idx="70"/>
          </p:nvPr>
        </p:nvSpPr>
        <p:spPr>
          <a:xfrm>
            <a:off x="0" y="13441680"/>
            <a:ext cx="1143000" cy="274320"/>
          </a:xfrm>
        </p:spPr>
        <p:txBody>
          <a:bodyPr/>
          <a:lstStyle/>
          <a:p>
            <a:fld id="{9CC7B6BA-D44D-4729-BD5A-BF29607FF773}" type="datetime4">
              <a:rPr lang="en-US" smtClean="0"/>
              <a:pPr/>
              <a:t>June 10, 2026</a:t>
            </a:fld>
            <a:endParaRPr lang="en-US"/>
          </a:p>
        </p:txBody>
      </p:sp>
    </p:spTree>
    <p:extLst>
      <p:ext uri="{BB962C8B-B14F-4D97-AF65-F5344CB8AC3E}">
        <p14:creationId xmlns:p14="http://schemas.microsoft.com/office/powerpoint/2010/main" val="4010222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llage - 25 logos">
    <p:spTree>
      <p:nvGrpSpPr>
        <p:cNvPr id="1" name=""/>
        <p:cNvGrpSpPr/>
        <p:nvPr/>
      </p:nvGrpSpPr>
      <p:grpSpPr>
        <a:xfrm>
          <a:off x="0" y="0"/>
          <a:ext cx="0" cy="0"/>
          <a:chOff x="0" y="0"/>
          <a:chExt cx="0" cy="0"/>
        </a:xfrm>
      </p:grpSpPr>
      <p:sp>
        <p:nvSpPr>
          <p:cNvPr id="82" name="Рисунок 4">
            <a:extLst>
              <a:ext uri="{FF2B5EF4-FFF2-40B4-BE49-F238E27FC236}">
                <a16:creationId xmlns:a16="http://schemas.microsoft.com/office/drawing/2014/main" id="{486CC6F0-6F3B-114B-9023-0942BF5C2FCC}"/>
              </a:ext>
            </a:extLst>
          </p:cNvPr>
          <p:cNvSpPr>
            <a:spLocks noGrp="1"/>
          </p:cNvSpPr>
          <p:nvPr>
            <p:ph type="pic" sz="quarter" idx="64" hasCustomPrompt="1"/>
          </p:nvPr>
        </p:nvSpPr>
        <p:spPr>
          <a:xfrm>
            <a:off x="15840498" y="1657486"/>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Рисунок 4">
            <a:extLst>
              <a:ext uri="{FF2B5EF4-FFF2-40B4-BE49-F238E27FC236}">
                <a16:creationId xmlns:a16="http://schemas.microsoft.com/office/drawing/2014/main" id="{EC150C69-32C0-0448-9444-220674283AF7}"/>
              </a:ext>
            </a:extLst>
          </p:cNvPr>
          <p:cNvSpPr>
            <a:spLocks noGrp="1"/>
          </p:cNvSpPr>
          <p:nvPr>
            <p:ph type="pic" sz="quarter" idx="65" hasCustomPrompt="1"/>
          </p:nvPr>
        </p:nvSpPr>
        <p:spPr>
          <a:xfrm>
            <a:off x="18139561" y="1657486"/>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Рисунок 4">
            <a:extLst>
              <a:ext uri="{FF2B5EF4-FFF2-40B4-BE49-F238E27FC236}">
                <a16:creationId xmlns:a16="http://schemas.microsoft.com/office/drawing/2014/main" id="{BE00895A-BA3C-6541-B0A5-3D929B322A19}"/>
              </a:ext>
            </a:extLst>
          </p:cNvPr>
          <p:cNvSpPr>
            <a:spLocks noGrp="1"/>
          </p:cNvSpPr>
          <p:nvPr>
            <p:ph type="pic" sz="quarter" idx="66" hasCustomPrompt="1"/>
          </p:nvPr>
        </p:nvSpPr>
        <p:spPr>
          <a:xfrm>
            <a:off x="13541434" y="1657486"/>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5" name="Рисунок 4">
            <a:extLst>
              <a:ext uri="{FF2B5EF4-FFF2-40B4-BE49-F238E27FC236}">
                <a16:creationId xmlns:a16="http://schemas.microsoft.com/office/drawing/2014/main" id="{922D5804-503A-4B4B-8851-668397C5BAE6}"/>
              </a:ext>
            </a:extLst>
          </p:cNvPr>
          <p:cNvSpPr>
            <a:spLocks noGrp="1" noChangeAspect="1"/>
          </p:cNvSpPr>
          <p:nvPr>
            <p:ph type="pic" sz="quarter" idx="67" hasCustomPrompt="1"/>
          </p:nvPr>
        </p:nvSpPr>
        <p:spPr>
          <a:xfrm>
            <a:off x="11242370" y="1657486"/>
            <a:ext cx="1463040" cy="1463040"/>
          </a:xfrm>
          <a:prstGeom prst="rect">
            <a:avLst/>
          </a:prstGeom>
          <a:noFill/>
        </p:spPr>
        <p:txBody>
          <a:bodyPr anchor="ctr"/>
          <a:lstStyle>
            <a:lvl1pPr marL="0" marR="0" indent="0" algn="ctr" defTabSz="670871" rtl="0" eaLnBrk="1" fontAlgn="auto" latinLnBrk="0" hangingPunct="1">
              <a:lnSpc>
                <a:spcPct val="125000"/>
              </a:lnSpc>
              <a:spcBef>
                <a:spcPts val="0"/>
              </a:spcBef>
              <a:spcAft>
                <a:spcPts val="0"/>
              </a:spcAft>
              <a:buClrTx/>
              <a:buSzPct val="100000"/>
              <a:buFontTx/>
              <a:buNone/>
              <a:tabLst/>
              <a:defRPr sz="1400"/>
            </a:lvl1pPr>
          </a:lstStyle>
          <a:p>
            <a:r>
              <a:rPr lang="en-US"/>
              <a:t>Click icon to browse, or select placeholder to paste</a:t>
            </a:r>
          </a:p>
        </p:txBody>
      </p:sp>
      <p:grpSp>
        <p:nvGrpSpPr>
          <p:cNvPr id="2" name="Group 1">
            <a:extLst>
              <a:ext uri="{FF2B5EF4-FFF2-40B4-BE49-F238E27FC236}">
                <a16:creationId xmlns:a16="http://schemas.microsoft.com/office/drawing/2014/main" id="{9F6991F4-1CFF-774D-9435-033AA9772806}"/>
              </a:ext>
            </a:extLst>
          </p:cNvPr>
          <p:cNvGrpSpPr/>
          <p:nvPr userDrawn="1"/>
        </p:nvGrpSpPr>
        <p:grpSpPr>
          <a:xfrm>
            <a:off x="13123422" y="1657486"/>
            <a:ext cx="6897190" cy="10113158"/>
            <a:chOff x="13123422" y="1331847"/>
            <a:chExt cx="6897190" cy="10744618"/>
          </a:xfrm>
        </p:grpSpPr>
        <p:cxnSp>
          <p:nvCxnSpPr>
            <p:cNvPr id="39" name="Прямая соединительная линия 62">
              <a:extLst>
                <a:ext uri="{FF2B5EF4-FFF2-40B4-BE49-F238E27FC236}">
                  <a16:creationId xmlns:a16="http://schemas.microsoft.com/office/drawing/2014/main" id="{AF2B0278-0C9B-0444-8A6A-0660402FFFA3}"/>
                </a:ext>
              </a:extLst>
            </p:cNvPr>
            <p:cNvCxnSpPr>
              <a:cxnSpLocks/>
            </p:cNvCxnSpPr>
            <p:nvPr userDrawn="1"/>
          </p:nvCxnSpPr>
          <p:spPr>
            <a:xfrm>
              <a:off x="15422486" y="1331847"/>
              <a:ext cx="0" cy="1074461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62">
              <a:extLst>
                <a:ext uri="{FF2B5EF4-FFF2-40B4-BE49-F238E27FC236}">
                  <a16:creationId xmlns:a16="http://schemas.microsoft.com/office/drawing/2014/main" id="{7A07BCB7-B3D8-0E4C-95A0-EC8DF7F41A29}"/>
                </a:ext>
              </a:extLst>
            </p:cNvPr>
            <p:cNvCxnSpPr>
              <a:cxnSpLocks/>
            </p:cNvCxnSpPr>
            <p:nvPr userDrawn="1"/>
          </p:nvCxnSpPr>
          <p:spPr>
            <a:xfrm>
              <a:off x="13123422" y="1331847"/>
              <a:ext cx="0" cy="1074461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62">
              <a:extLst>
                <a:ext uri="{FF2B5EF4-FFF2-40B4-BE49-F238E27FC236}">
                  <a16:creationId xmlns:a16="http://schemas.microsoft.com/office/drawing/2014/main" id="{721F769C-E4D5-614B-BBE0-D822480E0009}"/>
                </a:ext>
              </a:extLst>
            </p:cNvPr>
            <p:cNvCxnSpPr>
              <a:cxnSpLocks/>
            </p:cNvCxnSpPr>
            <p:nvPr userDrawn="1"/>
          </p:nvCxnSpPr>
          <p:spPr>
            <a:xfrm>
              <a:off x="17721549" y="1331847"/>
              <a:ext cx="0" cy="1074461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62">
              <a:extLst>
                <a:ext uri="{FF2B5EF4-FFF2-40B4-BE49-F238E27FC236}">
                  <a16:creationId xmlns:a16="http://schemas.microsoft.com/office/drawing/2014/main" id="{25825662-98A8-9F4B-AE4C-25FA5F566A32}"/>
                </a:ext>
              </a:extLst>
            </p:cNvPr>
            <p:cNvCxnSpPr>
              <a:cxnSpLocks/>
            </p:cNvCxnSpPr>
            <p:nvPr userDrawn="1"/>
          </p:nvCxnSpPr>
          <p:spPr>
            <a:xfrm>
              <a:off x="20020612" y="1331847"/>
              <a:ext cx="0" cy="1074420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267EEB7-84FE-6C42-9B08-153F7CBA7E69}"/>
              </a:ext>
            </a:extLst>
          </p:cNvPr>
          <p:cNvGrpSpPr/>
          <p:nvPr userDrawn="1"/>
        </p:nvGrpSpPr>
        <p:grpSpPr>
          <a:xfrm>
            <a:off x="10960443" y="3451084"/>
            <a:ext cx="11244649" cy="6506144"/>
            <a:chOff x="10824358" y="3451084"/>
            <a:chExt cx="11495315" cy="6506144"/>
          </a:xfrm>
        </p:grpSpPr>
        <p:cxnSp>
          <p:nvCxnSpPr>
            <p:cNvPr id="32" name="Прямая соединительная линия 67">
              <a:extLst>
                <a:ext uri="{FF2B5EF4-FFF2-40B4-BE49-F238E27FC236}">
                  <a16:creationId xmlns:a16="http://schemas.microsoft.com/office/drawing/2014/main" id="{B2A6E7E5-FCC7-9743-9F16-55D69FCFA197}"/>
                </a:ext>
              </a:extLst>
            </p:cNvPr>
            <p:cNvCxnSpPr>
              <a:cxnSpLocks/>
            </p:cNvCxnSpPr>
            <p:nvPr userDrawn="1"/>
          </p:nvCxnSpPr>
          <p:spPr>
            <a:xfrm flipH="1">
              <a:off x="10824359" y="5619798"/>
              <a:ext cx="1149531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67">
              <a:extLst>
                <a:ext uri="{FF2B5EF4-FFF2-40B4-BE49-F238E27FC236}">
                  <a16:creationId xmlns:a16="http://schemas.microsoft.com/office/drawing/2014/main" id="{F3958401-F412-534A-B1CD-62F879470CB9}"/>
                </a:ext>
              </a:extLst>
            </p:cNvPr>
            <p:cNvCxnSpPr>
              <a:cxnSpLocks/>
            </p:cNvCxnSpPr>
            <p:nvPr userDrawn="1"/>
          </p:nvCxnSpPr>
          <p:spPr>
            <a:xfrm flipH="1">
              <a:off x="10824359" y="3451084"/>
              <a:ext cx="1149531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67">
              <a:extLst>
                <a:ext uri="{FF2B5EF4-FFF2-40B4-BE49-F238E27FC236}">
                  <a16:creationId xmlns:a16="http://schemas.microsoft.com/office/drawing/2014/main" id="{DCF96F6A-B4A2-BB4B-AD3B-CE652B0AFE96}"/>
                </a:ext>
              </a:extLst>
            </p:cNvPr>
            <p:cNvCxnSpPr>
              <a:cxnSpLocks/>
            </p:cNvCxnSpPr>
            <p:nvPr userDrawn="1"/>
          </p:nvCxnSpPr>
          <p:spPr>
            <a:xfrm flipH="1">
              <a:off x="10824359" y="7788513"/>
              <a:ext cx="1149531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67">
              <a:extLst>
                <a:ext uri="{FF2B5EF4-FFF2-40B4-BE49-F238E27FC236}">
                  <a16:creationId xmlns:a16="http://schemas.microsoft.com/office/drawing/2014/main" id="{B1853699-23E5-B448-B864-6A4FBDBB31FD}"/>
                </a:ext>
              </a:extLst>
            </p:cNvPr>
            <p:cNvCxnSpPr>
              <a:cxnSpLocks/>
            </p:cNvCxnSpPr>
            <p:nvPr userDrawn="1"/>
          </p:nvCxnSpPr>
          <p:spPr>
            <a:xfrm flipH="1">
              <a:off x="10824358" y="9957228"/>
              <a:ext cx="11495211"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sp>
        <p:nvSpPr>
          <p:cNvPr id="93" name="Рисунок 4">
            <a:extLst>
              <a:ext uri="{FF2B5EF4-FFF2-40B4-BE49-F238E27FC236}">
                <a16:creationId xmlns:a16="http://schemas.microsoft.com/office/drawing/2014/main" id="{77BBD705-D6ED-4A4B-9158-2301211CA9F3}"/>
              </a:ext>
            </a:extLst>
          </p:cNvPr>
          <p:cNvSpPr>
            <a:spLocks noGrp="1"/>
          </p:cNvSpPr>
          <p:nvPr>
            <p:ph type="pic" sz="quarter" idx="68" hasCustomPrompt="1"/>
          </p:nvPr>
        </p:nvSpPr>
        <p:spPr>
          <a:xfrm>
            <a:off x="20438623" y="1657486"/>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4" name="Рисунок 4">
            <a:extLst>
              <a:ext uri="{FF2B5EF4-FFF2-40B4-BE49-F238E27FC236}">
                <a16:creationId xmlns:a16="http://schemas.microsoft.com/office/drawing/2014/main" id="{F0D67F03-C3C0-9D4B-A37B-F9D55220C9BB}"/>
              </a:ext>
            </a:extLst>
          </p:cNvPr>
          <p:cNvSpPr>
            <a:spLocks noGrp="1"/>
          </p:cNvSpPr>
          <p:nvPr>
            <p:ph type="pic" sz="quarter" idx="69" hasCustomPrompt="1"/>
          </p:nvPr>
        </p:nvSpPr>
        <p:spPr>
          <a:xfrm>
            <a:off x="15840498" y="380146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5" name="Рисунок 4">
            <a:extLst>
              <a:ext uri="{FF2B5EF4-FFF2-40B4-BE49-F238E27FC236}">
                <a16:creationId xmlns:a16="http://schemas.microsoft.com/office/drawing/2014/main" id="{80483B91-2A50-0444-BAE0-16220E7F0B34}"/>
              </a:ext>
            </a:extLst>
          </p:cNvPr>
          <p:cNvSpPr>
            <a:spLocks noGrp="1"/>
          </p:cNvSpPr>
          <p:nvPr>
            <p:ph type="pic" sz="quarter" idx="70" hasCustomPrompt="1"/>
          </p:nvPr>
        </p:nvSpPr>
        <p:spPr>
          <a:xfrm>
            <a:off x="18139561" y="380146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6" name="Рисунок 4">
            <a:extLst>
              <a:ext uri="{FF2B5EF4-FFF2-40B4-BE49-F238E27FC236}">
                <a16:creationId xmlns:a16="http://schemas.microsoft.com/office/drawing/2014/main" id="{1047FEFC-5F5D-DE4F-99EC-B5090B81113D}"/>
              </a:ext>
            </a:extLst>
          </p:cNvPr>
          <p:cNvSpPr>
            <a:spLocks noGrp="1"/>
          </p:cNvSpPr>
          <p:nvPr>
            <p:ph type="pic" sz="quarter" idx="71" hasCustomPrompt="1"/>
          </p:nvPr>
        </p:nvSpPr>
        <p:spPr>
          <a:xfrm>
            <a:off x="13541434" y="380146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7" name="Рисунок 4">
            <a:extLst>
              <a:ext uri="{FF2B5EF4-FFF2-40B4-BE49-F238E27FC236}">
                <a16:creationId xmlns:a16="http://schemas.microsoft.com/office/drawing/2014/main" id="{F6B1D749-1D39-104F-8385-BF1C1C67C682}"/>
              </a:ext>
            </a:extLst>
          </p:cNvPr>
          <p:cNvSpPr>
            <a:spLocks noGrp="1" noChangeAspect="1"/>
          </p:cNvSpPr>
          <p:nvPr>
            <p:ph type="pic" sz="quarter" idx="72" hasCustomPrompt="1"/>
          </p:nvPr>
        </p:nvSpPr>
        <p:spPr>
          <a:xfrm>
            <a:off x="11242370" y="380146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8" name="Рисунок 4">
            <a:extLst>
              <a:ext uri="{FF2B5EF4-FFF2-40B4-BE49-F238E27FC236}">
                <a16:creationId xmlns:a16="http://schemas.microsoft.com/office/drawing/2014/main" id="{395D7864-8946-DD40-8A1A-5BAF006A49FC}"/>
              </a:ext>
            </a:extLst>
          </p:cNvPr>
          <p:cNvSpPr>
            <a:spLocks noGrp="1"/>
          </p:cNvSpPr>
          <p:nvPr>
            <p:ph type="pic" sz="quarter" idx="73" hasCustomPrompt="1"/>
          </p:nvPr>
        </p:nvSpPr>
        <p:spPr>
          <a:xfrm>
            <a:off x="20438623" y="380146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9" name="Рисунок 4">
            <a:extLst>
              <a:ext uri="{FF2B5EF4-FFF2-40B4-BE49-F238E27FC236}">
                <a16:creationId xmlns:a16="http://schemas.microsoft.com/office/drawing/2014/main" id="{52720793-EB87-0148-9EE4-2B3799AABAD0}"/>
              </a:ext>
            </a:extLst>
          </p:cNvPr>
          <p:cNvSpPr>
            <a:spLocks noGrp="1"/>
          </p:cNvSpPr>
          <p:nvPr>
            <p:ph type="pic" sz="quarter" idx="74" hasCustomPrompt="1"/>
          </p:nvPr>
        </p:nvSpPr>
        <p:spPr>
          <a:xfrm>
            <a:off x="15840498" y="5970174"/>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0" name="Рисунок 4">
            <a:extLst>
              <a:ext uri="{FF2B5EF4-FFF2-40B4-BE49-F238E27FC236}">
                <a16:creationId xmlns:a16="http://schemas.microsoft.com/office/drawing/2014/main" id="{5905493A-4289-0543-B95C-13C235FD3653}"/>
              </a:ext>
            </a:extLst>
          </p:cNvPr>
          <p:cNvSpPr>
            <a:spLocks noGrp="1"/>
          </p:cNvSpPr>
          <p:nvPr>
            <p:ph type="pic" sz="quarter" idx="75" hasCustomPrompt="1"/>
          </p:nvPr>
        </p:nvSpPr>
        <p:spPr>
          <a:xfrm>
            <a:off x="18139561" y="5970174"/>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1" name="Рисунок 4">
            <a:extLst>
              <a:ext uri="{FF2B5EF4-FFF2-40B4-BE49-F238E27FC236}">
                <a16:creationId xmlns:a16="http://schemas.microsoft.com/office/drawing/2014/main" id="{FB90F93C-22CE-3241-A8BC-14E50FDF2D74}"/>
              </a:ext>
            </a:extLst>
          </p:cNvPr>
          <p:cNvSpPr>
            <a:spLocks noGrp="1"/>
          </p:cNvSpPr>
          <p:nvPr>
            <p:ph type="pic" sz="quarter" idx="76" hasCustomPrompt="1"/>
          </p:nvPr>
        </p:nvSpPr>
        <p:spPr>
          <a:xfrm>
            <a:off x="13541434" y="5970174"/>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2" name="Рисунок 4">
            <a:extLst>
              <a:ext uri="{FF2B5EF4-FFF2-40B4-BE49-F238E27FC236}">
                <a16:creationId xmlns:a16="http://schemas.microsoft.com/office/drawing/2014/main" id="{E6B1A4AE-4BB4-FA47-937F-8372D0C2BFFB}"/>
              </a:ext>
            </a:extLst>
          </p:cNvPr>
          <p:cNvSpPr>
            <a:spLocks noGrp="1" noChangeAspect="1"/>
          </p:cNvSpPr>
          <p:nvPr>
            <p:ph type="pic" sz="quarter" idx="77" hasCustomPrompt="1"/>
          </p:nvPr>
        </p:nvSpPr>
        <p:spPr>
          <a:xfrm>
            <a:off x="11242370" y="5970174"/>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3" name="Рисунок 4">
            <a:extLst>
              <a:ext uri="{FF2B5EF4-FFF2-40B4-BE49-F238E27FC236}">
                <a16:creationId xmlns:a16="http://schemas.microsoft.com/office/drawing/2014/main" id="{DD69138C-DAC3-E445-92A1-9F82EB093E1D}"/>
              </a:ext>
            </a:extLst>
          </p:cNvPr>
          <p:cNvSpPr>
            <a:spLocks noGrp="1"/>
          </p:cNvSpPr>
          <p:nvPr>
            <p:ph type="pic" sz="quarter" idx="78" hasCustomPrompt="1"/>
          </p:nvPr>
        </p:nvSpPr>
        <p:spPr>
          <a:xfrm>
            <a:off x="20438623" y="5970174"/>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4" name="Рисунок 4">
            <a:extLst>
              <a:ext uri="{FF2B5EF4-FFF2-40B4-BE49-F238E27FC236}">
                <a16:creationId xmlns:a16="http://schemas.microsoft.com/office/drawing/2014/main" id="{48CD9A60-A4B6-FC43-9358-41F296E6D71E}"/>
              </a:ext>
            </a:extLst>
          </p:cNvPr>
          <p:cNvSpPr>
            <a:spLocks noGrp="1"/>
          </p:cNvSpPr>
          <p:nvPr>
            <p:ph type="pic" sz="quarter" idx="79" hasCustomPrompt="1"/>
          </p:nvPr>
        </p:nvSpPr>
        <p:spPr>
          <a:xfrm>
            <a:off x="15840498" y="814135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5" name="Рисунок 4">
            <a:extLst>
              <a:ext uri="{FF2B5EF4-FFF2-40B4-BE49-F238E27FC236}">
                <a16:creationId xmlns:a16="http://schemas.microsoft.com/office/drawing/2014/main" id="{D9E5C961-B888-7C43-8A64-470BA039C5EE}"/>
              </a:ext>
            </a:extLst>
          </p:cNvPr>
          <p:cNvSpPr>
            <a:spLocks noGrp="1"/>
          </p:cNvSpPr>
          <p:nvPr>
            <p:ph type="pic" sz="quarter" idx="80" hasCustomPrompt="1"/>
          </p:nvPr>
        </p:nvSpPr>
        <p:spPr>
          <a:xfrm>
            <a:off x="18139561" y="814135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6" name="Рисунок 4">
            <a:extLst>
              <a:ext uri="{FF2B5EF4-FFF2-40B4-BE49-F238E27FC236}">
                <a16:creationId xmlns:a16="http://schemas.microsoft.com/office/drawing/2014/main" id="{E489D711-9055-9C40-AB53-0A74ACB4DA88}"/>
              </a:ext>
            </a:extLst>
          </p:cNvPr>
          <p:cNvSpPr>
            <a:spLocks noGrp="1"/>
          </p:cNvSpPr>
          <p:nvPr>
            <p:ph type="pic" sz="quarter" idx="81" hasCustomPrompt="1"/>
          </p:nvPr>
        </p:nvSpPr>
        <p:spPr>
          <a:xfrm>
            <a:off x="13541434" y="814135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7" name="Рисунок 4">
            <a:extLst>
              <a:ext uri="{FF2B5EF4-FFF2-40B4-BE49-F238E27FC236}">
                <a16:creationId xmlns:a16="http://schemas.microsoft.com/office/drawing/2014/main" id="{A7C8DA76-9C71-4143-BC07-17C3C7F1914A}"/>
              </a:ext>
            </a:extLst>
          </p:cNvPr>
          <p:cNvSpPr>
            <a:spLocks noGrp="1" noChangeAspect="1"/>
          </p:cNvSpPr>
          <p:nvPr>
            <p:ph type="pic" sz="quarter" idx="82" hasCustomPrompt="1"/>
          </p:nvPr>
        </p:nvSpPr>
        <p:spPr>
          <a:xfrm>
            <a:off x="11242370" y="814135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8" name="Рисунок 4">
            <a:extLst>
              <a:ext uri="{FF2B5EF4-FFF2-40B4-BE49-F238E27FC236}">
                <a16:creationId xmlns:a16="http://schemas.microsoft.com/office/drawing/2014/main" id="{7A099AF8-347E-DC41-9EEE-E5A89437C6FF}"/>
              </a:ext>
            </a:extLst>
          </p:cNvPr>
          <p:cNvSpPr>
            <a:spLocks noGrp="1"/>
          </p:cNvSpPr>
          <p:nvPr>
            <p:ph type="pic" sz="quarter" idx="83" hasCustomPrompt="1"/>
          </p:nvPr>
        </p:nvSpPr>
        <p:spPr>
          <a:xfrm>
            <a:off x="20438623" y="814135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9" name="Рисунок 4">
            <a:extLst>
              <a:ext uri="{FF2B5EF4-FFF2-40B4-BE49-F238E27FC236}">
                <a16:creationId xmlns:a16="http://schemas.microsoft.com/office/drawing/2014/main" id="{F183E6DF-B70F-AA49-B36D-23DF03851731}"/>
              </a:ext>
            </a:extLst>
          </p:cNvPr>
          <p:cNvSpPr>
            <a:spLocks noGrp="1"/>
          </p:cNvSpPr>
          <p:nvPr>
            <p:ph type="pic" sz="quarter" idx="84" hasCustomPrompt="1"/>
          </p:nvPr>
        </p:nvSpPr>
        <p:spPr>
          <a:xfrm>
            <a:off x="15840498" y="1030760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0" name="Рисунок 4">
            <a:extLst>
              <a:ext uri="{FF2B5EF4-FFF2-40B4-BE49-F238E27FC236}">
                <a16:creationId xmlns:a16="http://schemas.microsoft.com/office/drawing/2014/main" id="{A6E777BC-72C4-FF41-92F2-A8B13C17CA89}"/>
              </a:ext>
            </a:extLst>
          </p:cNvPr>
          <p:cNvSpPr>
            <a:spLocks noGrp="1"/>
          </p:cNvSpPr>
          <p:nvPr>
            <p:ph type="pic" sz="quarter" idx="85" hasCustomPrompt="1"/>
          </p:nvPr>
        </p:nvSpPr>
        <p:spPr>
          <a:xfrm>
            <a:off x="18139561" y="1030760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1" name="Рисунок 4">
            <a:extLst>
              <a:ext uri="{FF2B5EF4-FFF2-40B4-BE49-F238E27FC236}">
                <a16:creationId xmlns:a16="http://schemas.microsoft.com/office/drawing/2014/main" id="{44B0F08B-B1F7-1945-BA8C-E28F123EE591}"/>
              </a:ext>
            </a:extLst>
          </p:cNvPr>
          <p:cNvSpPr>
            <a:spLocks noGrp="1"/>
          </p:cNvSpPr>
          <p:nvPr>
            <p:ph type="pic" sz="quarter" idx="86" hasCustomPrompt="1"/>
          </p:nvPr>
        </p:nvSpPr>
        <p:spPr>
          <a:xfrm>
            <a:off x="13541434" y="1030760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2" name="Рисунок 4">
            <a:extLst>
              <a:ext uri="{FF2B5EF4-FFF2-40B4-BE49-F238E27FC236}">
                <a16:creationId xmlns:a16="http://schemas.microsoft.com/office/drawing/2014/main" id="{2808FB49-3B69-3A48-8C98-29BDFF182DF5}"/>
              </a:ext>
            </a:extLst>
          </p:cNvPr>
          <p:cNvSpPr>
            <a:spLocks noGrp="1" noChangeAspect="1"/>
          </p:cNvSpPr>
          <p:nvPr>
            <p:ph type="pic" sz="quarter" idx="87" hasCustomPrompt="1"/>
          </p:nvPr>
        </p:nvSpPr>
        <p:spPr>
          <a:xfrm>
            <a:off x="11242370" y="1030760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3" name="Рисунок 4">
            <a:extLst>
              <a:ext uri="{FF2B5EF4-FFF2-40B4-BE49-F238E27FC236}">
                <a16:creationId xmlns:a16="http://schemas.microsoft.com/office/drawing/2014/main" id="{308C0CC9-D237-014E-871D-E6742A33916C}"/>
              </a:ext>
            </a:extLst>
          </p:cNvPr>
          <p:cNvSpPr>
            <a:spLocks noGrp="1"/>
          </p:cNvSpPr>
          <p:nvPr>
            <p:ph type="pic" sz="quarter" idx="88" hasCustomPrompt="1"/>
          </p:nvPr>
        </p:nvSpPr>
        <p:spPr>
          <a:xfrm>
            <a:off x="20438623" y="1030760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3" name="Footer Placeholder 2">
            <a:extLst>
              <a:ext uri="{FF2B5EF4-FFF2-40B4-BE49-F238E27FC236}">
                <a16:creationId xmlns:a16="http://schemas.microsoft.com/office/drawing/2014/main" id="{963C93A1-BA19-41CF-9744-772DE12C730A}"/>
              </a:ext>
            </a:extLst>
          </p:cNvPr>
          <p:cNvSpPr>
            <a:spLocks noGrp="1"/>
          </p:cNvSpPr>
          <p:nvPr>
            <p:ph type="ftr" sz="quarter" idx="89"/>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5" name="Slide Number Placeholder 4">
            <a:extLst>
              <a:ext uri="{FF2B5EF4-FFF2-40B4-BE49-F238E27FC236}">
                <a16:creationId xmlns:a16="http://schemas.microsoft.com/office/drawing/2014/main" id="{8503EDF1-C8B8-400D-B281-71FF8E28F4A9}"/>
              </a:ext>
            </a:extLst>
          </p:cNvPr>
          <p:cNvSpPr>
            <a:spLocks noGrp="1"/>
          </p:cNvSpPr>
          <p:nvPr>
            <p:ph type="sldNum" sz="quarter" idx="90"/>
          </p:nvPr>
        </p:nvSpPr>
        <p:spPr/>
        <p:txBody>
          <a:bodyPr/>
          <a:lstStyle/>
          <a:p>
            <a:fld id="{65CC2327-6B8B-47BD-B581-B21CDA88CCFB}" type="slidenum">
              <a:rPr lang="en-US" smtClean="0"/>
              <a:pPr/>
              <a:t>‹#›</a:t>
            </a:fld>
            <a:endParaRPr lang="en-US"/>
          </a:p>
        </p:txBody>
      </p:sp>
      <p:sp>
        <p:nvSpPr>
          <p:cNvPr id="90" name="Shape 427">
            <a:extLst>
              <a:ext uri="{FF2B5EF4-FFF2-40B4-BE49-F238E27FC236}">
                <a16:creationId xmlns:a16="http://schemas.microsoft.com/office/drawing/2014/main" id="{9CAD4C6B-90E5-B047-A6AC-F6625E1C3E32}"/>
              </a:ext>
            </a:extLst>
          </p:cNvPr>
          <p:cNvSpPr>
            <a:spLocks noGrp="1"/>
          </p:cNvSpPr>
          <p:nvPr>
            <p:ph type="body" sz="quarter" idx="52" hasCustomPrompt="1"/>
          </p:nvPr>
        </p:nvSpPr>
        <p:spPr>
          <a:xfrm>
            <a:off x="1804298" y="2167509"/>
            <a:ext cx="7489630" cy="646769"/>
          </a:xfrm>
          <a:prstGeom prst="rect">
            <a:avLst/>
          </a:prstGeom>
        </p:spPr>
        <p:txBody>
          <a:bodyPr lIns="0" anchor="b" anchorCtr="0">
            <a:normAutofit/>
          </a:bodyPr>
          <a:lstStyle>
            <a:lvl1pPr marL="0" indent="0" algn="l">
              <a:lnSpc>
                <a:spcPct val="100000"/>
              </a:lnSpc>
              <a:buNone/>
              <a:defRPr sz="2800" b="1" spc="0">
                <a:solidFill>
                  <a:schemeClr val="tx2"/>
                </a:solidFill>
                <a:latin typeface="TT Norms Pro" panose="02000503030000020003" pitchFamily="2" charset="0"/>
              </a:defRPr>
            </a:lvl1pPr>
          </a:lstStyle>
          <a:p>
            <a:pPr lvl="0"/>
            <a:r>
              <a:rPr lang="en-US"/>
              <a:t>Optional caption (28 </a:t>
            </a:r>
            <a:r>
              <a:rPr lang="en-US" err="1"/>
              <a:t>pt</a:t>
            </a:r>
            <a:r>
              <a:rPr lang="en-US"/>
              <a:t> bold)</a:t>
            </a:r>
          </a:p>
        </p:txBody>
      </p:sp>
      <p:sp>
        <p:nvSpPr>
          <p:cNvPr id="91" name="Заголовок 17">
            <a:extLst>
              <a:ext uri="{FF2B5EF4-FFF2-40B4-BE49-F238E27FC236}">
                <a16:creationId xmlns:a16="http://schemas.microsoft.com/office/drawing/2014/main" id="{995FFD26-4BB9-7647-9968-BBF5DA00FD5E}"/>
              </a:ext>
            </a:extLst>
          </p:cNvPr>
          <p:cNvSpPr>
            <a:spLocks noGrp="1"/>
          </p:cNvSpPr>
          <p:nvPr>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i="0" kern="100" spc="0" baseline="0">
                <a:solidFill>
                  <a:schemeClr val="tx2"/>
                </a:solidFill>
                <a:latin typeface="TT Norms Pro ExtraBold" panose="02000503030000020003" pitchFamily="2" charset="0"/>
              </a:defRPr>
            </a:lvl1pPr>
          </a:lstStyle>
          <a:p>
            <a:r>
              <a:rPr lang="en-US"/>
              <a:t>Collage Title</a:t>
            </a:r>
            <a:br>
              <a:rPr lang="en-US"/>
            </a:br>
            <a:r>
              <a:rPr lang="en-US"/>
              <a:t>(105 </a:t>
            </a:r>
            <a:r>
              <a:rPr lang="en-US" err="1"/>
              <a:t>pt</a:t>
            </a:r>
            <a:r>
              <a:rPr lang="en-US"/>
              <a:t> bold)</a:t>
            </a:r>
          </a:p>
        </p:txBody>
      </p:sp>
      <p:sp>
        <p:nvSpPr>
          <p:cNvPr id="92" name="Text Placeholder 2">
            <a:extLst>
              <a:ext uri="{FF2B5EF4-FFF2-40B4-BE49-F238E27FC236}">
                <a16:creationId xmlns:a16="http://schemas.microsoft.com/office/drawing/2014/main" id="{2157E0F1-498F-1443-A8AC-D638637FFA51}"/>
              </a:ext>
            </a:extLst>
          </p:cNvPr>
          <p:cNvSpPr>
            <a:spLocks noGrp="1"/>
          </p:cNvSpPr>
          <p:nvPr>
            <p:ph type="body" sz="quarter" idx="60" hasCustomPrompt="1"/>
          </p:nvPr>
        </p:nvSpPr>
        <p:spPr>
          <a:xfrm>
            <a:off x="1815733" y="8968942"/>
            <a:ext cx="7490063" cy="2461624"/>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pic>
        <p:nvPicPr>
          <p:cNvPr id="45" name="Picture 44" descr="Logo, company name&#10;&#10;Description automatically generated">
            <a:hlinkClick r:id="" action="ppaction://noaction"/>
            <a:extLst>
              <a:ext uri="{FF2B5EF4-FFF2-40B4-BE49-F238E27FC236}">
                <a16:creationId xmlns:a16="http://schemas.microsoft.com/office/drawing/2014/main" id="{2CEB407F-39C4-4821-ACEF-7A6ACB5E065B}"/>
              </a:ext>
            </a:extLst>
          </p:cNvPr>
          <p:cNvPicPr>
            <a:picLocks noChangeAspect="1"/>
          </p:cNvPicPr>
          <p:nvPr userDrawn="1"/>
        </p:nvPicPr>
        <p:blipFill>
          <a:blip r:embed="rId2"/>
          <a:stretch>
            <a:fillRect/>
          </a:stretch>
        </p:blipFill>
        <p:spPr>
          <a:xfrm>
            <a:off x="22525223" y="369493"/>
            <a:ext cx="1485185" cy="320799"/>
          </a:xfrm>
          <a:prstGeom prst="rect">
            <a:avLst/>
          </a:prstGeom>
        </p:spPr>
      </p:pic>
      <p:sp>
        <p:nvSpPr>
          <p:cNvPr id="44" name="Text Placeholder 22">
            <a:extLst>
              <a:ext uri="{FF2B5EF4-FFF2-40B4-BE49-F238E27FC236}">
                <a16:creationId xmlns:a16="http://schemas.microsoft.com/office/drawing/2014/main" id="{C12B7EE4-8614-404F-A24D-406F3C48B623}"/>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46" name="Date Placeholder 4">
            <a:extLst>
              <a:ext uri="{FF2B5EF4-FFF2-40B4-BE49-F238E27FC236}">
                <a16:creationId xmlns:a16="http://schemas.microsoft.com/office/drawing/2014/main" id="{90C3DCAD-63E7-4250-A5E8-493923488F98}"/>
              </a:ext>
            </a:extLst>
          </p:cNvPr>
          <p:cNvSpPr>
            <a:spLocks noGrp="1"/>
          </p:cNvSpPr>
          <p:nvPr>
            <p:ph type="dt" sz="half" idx="91"/>
          </p:nvPr>
        </p:nvSpPr>
        <p:spPr>
          <a:xfrm>
            <a:off x="0" y="13441680"/>
            <a:ext cx="1143000" cy="274320"/>
          </a:xfrm>
        </p:spPr>
        <p:txBody>
          <a:bodyPr/>
          <a:lstStyle/>
          <a:p>
            <a:fld id="{9CC7B6BA-D44D-4729-BD5A-BF29607FF773}" type="datetime4">
              <a:rPr lang="en-US" smtClean="0"/>
              <a:pPr/>
              <a:t>June 10, 2026</a:t>
            </a:fld>
            <a:endParaRPr lang="en-US"/>
          </a:p>
        </p:txBody>
      </p:sp>
    </p:spTree>
    <p:extLst>
      <p:ext uri="{BB962C8B-B14F-4D97-AF65-F5344CB8AC3E}">
        <p14:creationId xmlns:p14="http://schemas.microsoft.com/office/powerpoint/2010/main" val="2077345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llage - 36 logos">
    <p:spTree>
      <p:nvGrpSpPr>
        <p:cNvPr id="1" name=""/>
        <p:cNvGrpSpPr/>
        <p:nvPr/>
      </p:nvGrpSpPr>
      <p:grpSpPr>
        <a:xfrm>
          <a:off x="0" y="0"/>
          <a:ext cx="0" cy="0"/>
          <a:chOff x="0" y="0"/>
          <a:chExt cx="0" cy="0"/>
        </a:xfrm>
      </p:grpSpPr>
      <p:sp>
        <p:nvSpPr>
          <p:cNvPr id="82" name="Рисунок 4">
            <a:extLst>
              <a:ext uri="{FF2B5EF4-FFF2-40B4-BE49-F238E27FC236}">
                <a16:creationId xmlns:a16="http://schemas.microsoft.com/office/drawing/2014/main" id="{486CC6F0-6F3B-114B-9023-0942BF5C2FCC}"/>
              </a:ext>
            </a:extLst>
          </p:cNvPr>
          <p:cNvSpPr>
            <a:spLocks noGrp="1"/>
          </p:cNvSpPr>
          <p:nvPr>
            <p:ph type="pic" sz="quarter" idx="64" hasCustomPrompt="1"/>
          </p:nvPr>
        </p:nvSpPr>
        <p:spPr>
          <a:xfrm>
            <a:off x="15054043"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3" name="Рисунок 4">
            <a:extLst>
              <a:ext uri="{FF2B5EF4-FFF2-40B4-BE49-F238E27FC236}">
                <a16:creationId xmlns:a16="http://schemas.microsoft.com/office/drawing/2014/main" id="{EC150C69-32C0-0448-9444-220674283AF7}"/>
              </a:ext>
            </a:extLst>
          </p:cNvPr>
          <p:cNvSpPr>
            <a:spLocks noGrp="1"/>
          </p:cNvSpPr>
          <p:nvPr>
            <p:ph type="pic" sz="quarter" idx="65" hasCustomPrompt="1"/>
          </p:nvPr>
        </p:nvSpPr>
        <p:spPr>
          <a:xfrm>
            <a:off x="17004969"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4" name="Рисунок 4">
            <a:extLst>
              <a:ext uri="{FF2B5EF4-FFF2-40B4-BE49-F238E27FC236}">
                <a16:creationId xmlns:a16="http://schemas.microsoft.com/office/drawing/2014/main" id="{BE00895A-BA3C-6541-B0A5-3D929B322A19}"/>
              </a:ext>
            </a:extLst>
          </p:cNvPr>
          <p:cNvSpPr>
            <a:spLocks noGrp="1"/>
          </p:cNvSpPr>
          <p:nvPr>
            <p:ph type="pic" sz="quarter" idx="66" hasCustomPrompt="1"/>
          </p:nvPr>
        </p:nvSpPr>
        <p:spPr>
          <a:xfrm>
            <a:off x="13103117"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5" name="Рисунок 4">
            <a:extLst>
              <a:ext uri="{FF2B5EF4-FFF2-40B4-BE49-F238E27FC236}">
                <a16:creationId xmlns:a16="http://schemas.microsoft.com/office/drawing/2014/main" id="{922D5804-503A-4B4B-8851-668397C5BAE6}"/>
              </a:ext>
            </a:extLst>
          </p:cNvPr>
          <p:cNvSpPr>
            <a:spLocks noGrp="1" noChangeAspect="1"/>
          </p:cNvSpPr>
          <p:nvPr>
            <p:ph type="pic" sz="quarter" idx="67" hasCustomPrompt="1"/>
          </p:nvPr>
        </p:nvSpPr>
        <p:spPr>
          <a:xfrm>
            <a:off x="11152189"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93" name="Рисунок 4">
            <a:extLst>
              <a:ext uri="{FF2B5EF4-FFF2-40B4-BE49-F238E27FC236}">
                <a16:creationId xmlns:a16="http://schemas.microsoft.com/office/drawing/2014/main" id="{77BBD705-D6ED-4A4B-9158-2301211CA9F3}"/>
              </a:ext>
            </a:extLst>
          </p:cNvPr>
          <p:cNvSpPr>
            <a:spLocks noGrp="1"/>
          </p:cNvSpPr>
          <p:nvPr>
            <p:ph type="pic" sz="quarter" idx="68" hasCustomPrompt="1"/>
          </p:nvPr>
        </p:nvSpPr>
        <p:spPr>
          <a:xfrm>
            <a:off x="20906821"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grpSp>
        <p:nvGrpSpPr>
          <p:cNvPr id="6" name="Group 5">
            <a:extLst>
              <a:ext uri="{FF2B5EF4-FFF2-40B4-BE49-F238E27FC236}">
                <a16:creationId xmlns:a16="http://schemas.microsoft.com/office/drawing/2014/main" id="{8CA93E83-F88B-A04B-B106-A52171A39C63}"/>
              </a:ext>
            </a:extLst>
          </p:cNvPr>
          <p:cNvGrpSpPr/>
          <p:nvPr userDrawn="1"/>
        </p:nvGrpSpPr>
        <p:grpSpPr>
          <a:xfrm>
            <a:off x="12767734" y="1771636"/>
            <a:ext cx="7803704" cy="9895092"/>
            <a:chOff x="12767734" y="1550222"/>
            <a:chExt cx="7803704" cy="10337920"/>
          </a:xfrm>
        </p:grpSpPr>
        <p:cxnSp>
          <p:nvCxnSpPr>
            <p:cNvPr id="39" name="Прямая соединительная линия 62">
              <a:extLst>
                <a:ext uri="{FF2B5EF4-FFF2-40B4-BE49-F238E27FC236}">
                  <a16:creationId xmlns:a16="http://schemas.microsoft.com/office/drawing/2014/main" id="{AF2B0278-0C9B-0444-8A6A-0660402FFFA3}"/>
                </a:ext>
              </a:extLst>
            </p:cNvPr>
            <p:cNvCxnSpPr>
              <a:cxnSpLocks/>
            </p:cNvCxnSpPr>
            <p:nvPr userDrawn="1"/>
          </p:nvCxnSpPr>
          <p:spPr>
            <a:xfrm>
              <a:off x="16669586" y="1550222"/>
              <a:ext cx="0" cy="1033792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62">
              <a:extLst>
                <a:ext uri="{FF2B5EF4-FFF2-40B4-BE49-F238E27FC236}">
                  <a16:creationId xmlns:a16="http://schemas.microsoft.com/office/drawing/2014/main" id="{7A07BCB7-B3D8-0E4C-95A0-EC8DF7F41A29}"/>
                </a:ext>
              </a:extLst>
            </p:cNvPr>
            <p:cNvCxnSpPr>
              <a:cxnSpLocks/>
            </p:cNvCxnSpPr>
            <p:nvPr userDrawn="1"/>
          </p:nvCxnSpPr>
          <p:spPr>
            <a:xfrm>
              <a:off x="12767734" y="1550222"/>
              <a:ext cx="0" cy="1033792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62">
              <a:extLst>
                <a:ext uri="{FF2B5EF4-FFF2-40B4-BE49-F238E27FC236}">
                  <a16:creationId xmlns:a16="http://schemas.microsoft.com/office/drawing/2014/main" id="{721F769C-E4D5-614B-BBE0-D822480E0009}"/>
                </a:ext>
              </a:extLst>
            </p:cNvPr>
            <p:cNvCxnSpPr>
              <a:cxnSpLocks/>
            </p:cNvCxnSpPr>
            <p:nvPr userDrawn="1"/>
          </p:nvCxnSpPr>
          <p:spPr>
            <a:xfrm>
              <a:off x="18620512" y="1550222"/>
              <a:ext cx="0" cy="1033792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62">
              <a:extLst>
                <a:ext uri="{FF2B5EF4-FFF2-40B4-BE49-F238E27FC236}">
                  <a16:creationId xmlns:a16="http://schemas.microsoft.com/office/drawing/2014/main" id="{25825662-98A8-9F4B-AE4C-25FA5F566A32}"/>
                </a:ext>
              </a:extLst>
            </p:cNvPr>
            <p:cNvCxnSpPr>
              <a:cxnSpLocks/>
            </p:cNvCxnSpPr>
            <p:nvPr userDrawn="1"/>
          </p:nvCxnSpPr>
          <p:spPr>
            <a:xfrm>
              <a:off x="20571438" y="1550222"/>
              <a:ext cx="0" cy="1033751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Прямая соединительная линия 62">
              <a:extLst>
                <a:ext uri="{FF2B5EF4-FFF2-40B4-BE49-F238E27FC236}">
                  <a16:creationId xmlns:a16="http://schemas.microsoft.com/office/drawing/2014/main" id="{D237BC75-E4A3-E647-8F4A-81596BD0E8A0}"/>
                </a:ext>
              </a:extLst>
            </p:cNvPr>
            <p:cNvCxnSpPr>
              <a:cxnSpLocks/>
            </p:cNvCxnSpPr>
            <p:nvPr userDrawn="1"/>
          </p:nvCxnSpPr>
          <p:spPr>
            <a:xfrm>
              <a:off x="14718660" y="1550222"/>
              <a:ext cx="0" cy="1033792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8C6BAEF0-ECF0-7548-8971-BA4D0CB797C9}"/>
              </a:ext>
            </a:extLst>
          </p:cNvPr>
          <p:cNvGrpSpPr/>
          <p:nvPr userDrawn="1"/>
        </p:nvGrpSpPr>
        <p:grpSpPr>
          <a:xfrm>
            <a:off x="10828300" y="3273209"/>
            <a:ext cx="11694051" cy="6891948"/>
            <a:chOff x="10828301" y="3273209"/>
            <a:chExt cx="11491362" cy="6891948"/>
          </a:xfrm>
        </p:grpSpPr>
        <p:cxnSp>
          <p:nvCxnSpPr>
            <p:cNvPr id="32" name="Прямая соединительная линия 67">
              <a:extLst>
                <a:ext uri="{FF2B5EF4-FFF2-40B4-BE49-F238E27FC236}">
                  <a16:creationId xmlns:a16="http://schemas.microsoft.com/office/drawing/2014/main" id="{B2A6E7E5-FCC7-9743-9F16-55D69FCFA197}"/>
                </a:ext>
              </a:extLst>
            </p:cNvPr>
            <p:cNvCxnSpPr>
              <a:cxnSpLocks/>
            </p:cNvCxnSpPr>
            <p:nvPr userDrawn="1"/>
          </p:nvCxnSpPr>
          <p:spPr>
            <a:xfrm flipH="1">
              <a:off x="10828302" y="4996196"/>
              <a:ext cx="11491361"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67">
              <a:extLst>
                <a:ext uri="{FF2B5EF4-FFF2-40B4-BE49-F238E27FC236}">
                  <a16:creationId xmlns:a16="http://schemas.microsoft.com/office/drawing/2014/main" id="{F3958401-F412-534A-B1CD-62F879470CB9}"/>
                </a:ext>
              </a:extLst>
            </p:cNvPr>
            <p:cNvCxnSpPr>
              <a:cxnSpLocks/>
            </p:cNvCxnSpPr>
            <p:nvPr userDrawn="1"/>
          </p:nvCxnSpPr>
          <p:spPr>
            <a:xfrm flipH="1">
              <a:off x="10828302" y="3273209"/>
              <a:ext cx="11491361"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67">
              <a:extLst>
                <a:ext uri="{FF2B5EF4-FFF2-40B4-BE49-F238E27FC236}">
                  <a16:creationId xmlns:a16="http://schemas.microsoft.com/office/drawing/2014/main" id="{DCF96F6A-B4A2-BB4B-AD3B-CE652B0AFE96}"/>
                </a:ext>
              </a:extLst>
            </p:cNvPr>
            <p:cNvCxnSpPr>
              <a:cxnSpLocks/>
            </p:cNvCxnSpPr>
            <p:nvPr userDrawn="1"/>
          </p:nvCxnSpPr>
          <p:spPr>
            <a:xfrm flipH="1">
              <a:off x="10828302" y="6719183"/>
              <a:ext cx="11491361"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67">
              <a:extLst>
                <a:ext uri="{FF2B5EF4-FFF2-40B4-BE49-F238E27FC236}">
                  <a16:creationId xmlns:a16="http://schemas.microsoft.com/office/drawing/2014/main" id="{B1853699-23E5-B448-B864-6A4FBDBB31FD}"/>
                </a:ext>
              </a:extLst>
            </p:cNvPr>
            <p:cNvCxnSpPr>
              <a:cxnSpLocks/>
            </p:cNvCxnSpPr>
            <p:nvPr userDrawn="1"/>
          </p:nvCxnSpPr>
          <p:spPr>
            <a:xfrm flipH="1">
              <a:off x="10828301" y="8442170"/>
              <a:ext cx="11491258"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Прямая соединительная линия 67">
              <a:extLst>
                <a:ext uri="{FF2B5EF4-FFF2-40B4-BE49-F238E27FC236}">
                  <a16:creationId xmlns:a16="http://schemas.microsoft.com/office/drawing/2014/main" id="{BA6062DC-733E-0D49-BC73-6252A2F7CA78}"/>
                </a:ext>
              </a:extLst>
            </p:cNvPr>
            <p:cNvCxnSpPr>
              <a:cxnSpLocks/>
            </p:cNvCxnSpPr>
            <p:nvPr userDrawn="1"/>
          </p:nvCxnSpPr>
          <p:spPr>
            <a:xfrm flipH="1">
              <a:off x="10828302" y="10165157"/>
              <a:ext cx="11491361"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sp>
        <p:nvSpPr>
          <p:cNvPr id="91" name="Рисунок 4">
            <a:extLst>
              <a:ext uri="{FF2B5EF4-FFF2-40B4-BE49-F238E27FC236}">
                <a16:creationId xmlns:a16="http://schemas.microsoft.com/office/drawing/2014/main" id="{B1AFEDBF-4AF3-4D44-A638-F894CF5D9E34}"/>
              </a:ext>
            </a:extLst>
          </p:cNvPr>
          <p:cNvSpPr>
            <a:spLocks noGrp="1"/>
          </p:cNvSpPr>
          <p:nvPr userDrawn="1">
            <p:ph type="pic" sz="quarter" idx="89" hasCustomPrompt="1"/>
          </p:nvPr>
        </p:nvSpPr>
        <p:spPr>
          <a:xfrm>
            <a:off x="18955895"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7" name="Рисунок 4">
            <a:extLst>
              <a:ext uri="{FF2B5EF4-FFF2-40B4-BE49-F238E27FC236}">
                <a16:creationId xmlns:a16="http://schemas.microsoft.com/office/drawing/2014/main" id="{C9F38A16-7B94-D546-956A-FCD6554974E0}"/>
              </a:ext>
            </a:extLst>
          </p:cNvPr>
          <p:cNvSpPr>
            <a:spLocks noGrp="1"/>
          </p:cNvSpPr>
          <p:nvPr>
            <p:ph type="pic" sz="quarter" idx="90" hasCustomPrompt="1"/>
          </p:nvPr>
        </p:nvSpPr>
        <p:spPr>
          <a:xfrm>
            <a:off x="15054043"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8" name="Рисунок 4">
            <a:extLst>
              <a:ext uri="{FF2B5EF4-FFF2-40B4-BE49-F238E27FC236}">
                <a16:creationId xmlns:a16="http://schemas.microsoft.com/office/drawing/2014/main" id="{E5765C17-3BB0-F643-9A16-1F07226F1E9A}"/>
              </a:ext>
            </a:extLst>
          </p:cNvPr>
          <p:cNvSpPr>
            <a:spLocks noGrp="1"/>
          </p:cNvSpPr>
          <p:nvPr>
            <p:ph type="pic" sz="quarter" idx="91" hasCustomPrompt="1"/>
          </p:nvPr>
        </p:nvSpPr>
        <p:spPr>
          <a:xfrm>
            <a:off x="17004969"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9" name="Рисунок 4">
            <a:extLst>
              <a:ext uri="{FF2B5EF4-FFF2-40B4-BE49-F238E27FC236}">
                <a16:creationId xmlns:a16="http://schemas.microsoft.com/office/drawing/2014/main" id="{2247F788-44F3-9443-A099-7C3A25053492}"/>
              </a:ext>
            </a:extLst>
          </p:cNvPr>
          <p:cNvSpPr>
            <a:spLocks noGrp="1"/>
          </p:cNvSpPr>
          <p:nvPr>
            <p:ph type="pic" sz="quarter" idx="92" hasCustomPrompt="1"/>
          </p:nvPr>
        </p:nvSpPr>
        <p:spPr>
          <a:xfrm>
            <a:off x="13103117"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0" name="Рисунок 4">
            <a:extLst>
              <a:ext uri="{FF2B5EF4-FFF2-40B4-BE49-F238E27FC236}">
                <a16:creationId xmlns:a16="http://schemas.microsoft.com/office/drawing/2014/main" id="{86FF229B-B2D4-BA4F-821A-87E08A737F07}"/>
              </a:ext>
            </a:extLst>
          </p:cNvPr>
          <p:cNvSpPr>
            <a:spLocks noGrp="1" noChangeAspect="1"/>
          </p:cNvSpPr>
          <p:nvPr>
            <p:ph type="pic" sz="quarter" idx="93" hasCustomPrompt="1"/>
          </p:nvPr>
        </p:nvSpPr>
        <p:spPr>
          <a:xfrm>
            <a:off x="11152189"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1" name="Рисунок 4">
            <a:extLst>
              <a:ext uri="{FF2B5EF4-FFF2-40B4-BE49-F238E27FC236}">
                <a16:creationId xmlns:a16="http://schemas.microsoft.com/office/drawing/2014/main" id="{AB4D57C0-84AF-B249-BBF3-4185942BCDE0}"/>
              </a:ext>
            </a:extLst>
          </p:cNvPr>
          <p:cNvSpPr>
            <a:spLocks noGrp="1"/>
          </p:cNvSpPr>
          <p:nvPr>
            <p:ph type="pic" sz="quarter" idx="94" hasCustomPrompt="1"/>
          </p:nvPr>
        </p:nvSpPr>
        <p:spPr>
          <a:xfrm>
            <a:off x="20906821"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2" name="Рисунок 4">
            <a:extLst>
              <a:ext uri="{FF2B5EF4-FFF2-40B4-BE49-F238E27FC236}">
                <a16:creationId xmlns:a16="http://schemas.microsoft.com/office/drawing/2014/main" id="{FA1FC1CD-8FAF-1F42-B5AF-736737028373}"/>
              </a:ext>
            </a:extLst>
          </p:cNvPr>
          <p:cNvSpPr>
            <a:spLocks noGrp="1"/>
          </p:cNvSpPr>
          <p:nvPr>
            <p:ph type="pic" sz="quarter" idx="95" hasCustomPrompt="1"/>
          </p:nvPr>
        </p:nvSpPr>
        <p:spPr>
          <a:xfrm>
            <a:off x="18955895"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3" name="Рисунок 4">
            <a:extLst>
              <a:ext uri="{FF2B5EF4-FFF2-40B4-BE49-F238E27FC236}">
                <a16:creationId xmlns:a16="http://schemas.microsoft.com/office/drawing/2014/main" id="{4F691854-B126-4A4E-9239-9A46E562D58C}"/>
              </a:ext>
            </a:extLst>
          </p:cNvPr>
          <p:cNvSpPr>
            <a:spLocks noGrp="1"/>
          </p:cNvSpPr>
          <p:nvPr>
            <p:ph type="pic" sz="quarter" idx="96" hasCustomPrompt="1"/>
          </p:nvPr>
        </p:nvSpPr>
        <p:spPr>
          <a:xfrm>
            <a:off x="15054043"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4" name="Рисунок 4">
            <a:extLst>
              <a:ext uri="{FF2B5EF4-FFF2-40B4-BE49-F238E27FC236}">
                <a16:creationId xmlns:a16="http://schemas.microsoft.com/office/drawing/2014/main" id="{E7E64A57-ECDE-A342-867B-042B7C9191B6}"/>
              </a:ext>
            </a:extLst>
          </p:cNvPr>
          <p:cNvSpPr>
            <a:spLocks noGrp="1"/>
          </p:cNvSpPr>
          <p:nvPr>
            <p:ph type="pic" sz="quarter" idx="97" hasCustomPrompt="1"/>
          </p:nvPr>
        </p:nvSpPr>
        <p:spPr>
          <a:xfrm>
            <a:off x="17004969"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5" name="Рисунок 4">
            <a:extLst>
              <a:ext uri="{FF2B5EF4-FFF2-40B4-BE49-F238E27FC236}">
                <a16:creationId xmlns:a16="http://schemas.microsoft.com/office/drawing/2014/main" id="{02A9F77A-7CA6-EA4F-AAE5-4BF88C3EA500}"/>
              </a:ext>
            </a:extLst>
          </p:cNvPr>
          <p:cNvSpPr>
            <a:spLocks noGrp="1"/>
          </p:cNvSpPr>
          <p:nvPr>
            <p:ph type="pic" sz="quarter" idx="98" hasCustomPrompt="1"/>
          </p:nvPr>
        </p:nvSpPr>
        <p:spPr>
          <a:xfrm>
            <a:off x="13103117"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6" name="Рисунок 4">
            <a:extLst>
              <a:ext uri="{FF2B5EF4-FFF2-40B4-BE49-F238E27FC236}">
                <a16:creationId xmlns:a16="http://schemas.microsoft.com/office/drawing/2014/main" id="{9EBE77F3-1DEE-894B-B1CF-109497D4B4D2}"/>
              </a:ext>
            </a:extLst>
          </p:cNvPr>
          <p:cNvSpPr>
            <a:spLocks noGrp="1" noChangeAspect="1"/>
          </p:cNvSpPr>
          <p:nvPr>
            <p:ph type="pic" sz="quarter" idx="99" hasCustomPrompt="1"/>
          </p:nvPr>
        </p:nvSpPr>
        <p:spPr>
          <a:xfrm>
            <a:off x="11152189"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7" name="Рисунок 4">
            <a:extLst>
              <a:ext uri="{FF2B5EF4-FFF2-40B4-BE49-F238E27FC236}">
                <a16:creationId xmlns:a16="http://schemas.microsoft.com/office/drawing/2014/main" id="{FBC112E6-2B16-F64D-B75D-C477AA95EA23}"/>
              </a:ext>
            </a:extLst>
          </p:cNvPr>
          <p:cNvSpPr>
            <a:spLocks noGrp="1"/>
          </p:cNvSpPr>
          <p:nvPr>
            <p:ph type="pic" sz="quarter" idx="100" hasCustomPrompt="1"/>
          </p:nvPr>
        </p:nvSpPr>
        <p:spPr>
          <a:xfrm>
            <a:off x="20906821"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8" name="Рисунок 4">
            <a:extLst>
              <a:ext uri="{FF2B5EF4-FFF2-40B4-BE49-F238E27FC236}">
                <a16:creationId xmlns:a16="http://schemas.microsoft.com/office/drawing/2014/main" id="{7267B1CF-13A7-B44E-820B-BEE887E985D6}"/>
              </a:ext>
            </a:extLst>
          </p:cNvPr>
          <p:cNvSpPr>
            <a:spLocks noGrp="1"/>
          </p:cNvSpPr>
          <p:nvPr>
            <p:ph type="pic" sz="quarter" idx="101" hasCustomPrompt="1"/>
          </p:nvPr>
        </p:nvSpPr>
        <p:spPr>
          <a:xfrm>
            <a:off x="18955895"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9" name="Рисунок 4">
            <a:extLst>
              <a:ext uri="{FF2B5EF4-FFF2-40B4-BE49-F238E27FC236}">
                <a16:creationId xmlns:a16="http://schemas.microsoft.com/office/drawing/2014/main" id="{0FB41EE3-4790-2E4D-B4B7-6D43EE5215D2}"/>
              </a:ext>
            </a:extLst>
          </p:cNvPr>
          <p:cNvSpPr>
            <a:spLocks noGrp="1"/>
          </p:cNvSpPr>
          <p:nvPr>
            <p:ph type="pic" sz="quarter" idx="102" hasCustomPrompt="1"/>
          </p:nvPr>
        </p:nvSpPr>
        <p:spPr>
          <a:xfrm>
            <a:off x="15054043"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0" name="Рисунок 4">
            <a:extLst>
              <a:ext uri="{FF2B5EF4-FFF2-40B4-BE49-F238E27FC236}">
                <a16:creationId xmlns:a16="http://schemas.microsoft.com/office/drawing/2014/main" id="{1B78A18A-B176-EC4D-A0DC-52A6B22F8819}"/>
              </a:ext>
            </a:extLst>
          </p:cNvPr>
          <p:cNvSpPr>
            <a:spLocks noGrp="1"/>
          </p:cNvSpPr>
          <p:nvPr>
            <p:ph type="pic" sz="quarter" idx="103" hasCustomPrompt="1"/>
          </p:nvPr>
        </p:nvSpPr>
        <p:spPr>
          <a:xfrm>
            <a:off x="17004969"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1" name="Рисунок 4">
            <a:extLst>
              <a:ext uri="{FF2B5EF4-FFF2-40B4-BE49-F238E27FC236}">
                <a16:creationId xmlns:a16="http://schemas.microsoft.com/office/drawing/2014/main" id="{5022F9FE-BF47-7F4F-BE90-87AA109A220C}"/>
              </a:ext>
            </a:extLst>
          </p:cNvPr>
          <p:cNvSpPr>
            <a:spLocks noGrp="1"/>
          </p:cNvSpPr>
          <p:nvPr>
            <p:ph type="pic" sz="quarter" idx="104" hasCustomPrompt="1"/>
          </p:nvPr>
        </p:nvSpPr>
        <p:spPr>
          <a:xfrm>
            <a:off x="13103117"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2" name="Рисунок 4">
            <a:extLst>
              <a:ext uri="{FF2B5EF4-FFF2-40B4-BE49-F238E27FC236}">
                <a16:creationId xmlns:a16="http://schemas.microsoft.com/office/drawing/2014/main" id="{6357F317-8CE8-5049-A694-D71F547F1ABF}"/>
              </a:ext>
            </a:extLst>
          </p:cNvPr>
          <p:cNvSpPr>
            <a:spLocks noGrp="1" noChangeAspect="1"/>
          </p:cNvSpPr>
          <p:nvPr>
            <p:ph type="pic" sz="quarter" idx="105" hasCustomPrompt="1"/>
          </p:nvPr>
        </p:nvSpPr>
        <p:spPr>
          <a:xfrm>
            <a:off x="11152189"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3" name="Рисунок 4">
            <a:extLst>
              <a:ext uri="{FF2B5EF4-FFF2-40B4-BE49-F238E27FC236}">
                <a16:creationId xmlns:a16="http://schemas.microsoft.com/office/drawing/2014/main" id="{3FCE5572-8608-B649-AE52-E5FF0160863C}"/>
              </a:ext>
            </a:extLst>
          </p:cNvPr>
          <p:cNvSpPr>
            <a:spLocks noGrp="1"/>
          </p:cNvSpPr>
          <p:nvPr>
            <p:ph type="pic" sz="quarter" idx="106" hasCustomPrompt="1"/>
          </p:nvPr>
        </p:nvSpPr>
        <p:spPr>
          <a:xfrm>
            <a:off x="20906821"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4" name="Рисунок 4">
            <a:extLst>
              <a:ext uri="{FF2B5EF4-FFF2-40B4-BE49-F238E27FC236}">
                <a16:creationId xmlns:a16="http://schemas.microsoft.com/office/drawing/2014/main" id="{9B5E44D9-DCA1-3440-A0C8-413A8E863DC1}"/>
              </a:ext>
            </a:extLst>
          </p:cNvPr>
          <p:cNvSpPr>
            <a:spLocks noGrp="1"/>
          </p:cNvSpPr>
          <p:nvPr>
            <p:ph type="pic" sz="quarter" idx="107" hasCustomPrompt="1"/>
          </p:nvPr>
        </p:nvSpPr>
        <p:spPr>
          <a:xfrm>
            <a:off x="18955895"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5" name="Рисунок 4">
            <a:extLst>
              <a:ext uri="{FF2B5EF4-FFF2-40B4-BE49-F238E27FC236}">
                <a16:creationId xmlns:a16="http://schemas.microsoft.com/office/drawing/2014/main" id="{FA7BCC87-160B-D042-B53B-A8FB3BC663B6}"/>
              </a:ext>
            </a:extLst>
          </p:cNvPr>
          <p:cNvSpPr>
            <a:spLocks noGrp="1"/>
          </p:cNvSpPr>
          <p:nvPr>
            <p:ph type="pic" sz="quarter" idx="108" hasCustomPrompt="1"/>
          </p:nvPr>
        </p:nvSpPr>
        <p:spPr>
          <a:xfrm>
            <a:off x="15054043"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6" name="Рисунок 4">
            <a:extLst>
              <a:ext uri="{FF2B5EF4-FFF2-40B4-BE49-F238E27FC236}">
                <a16:creationId xmlns:a16="http://schemas.microsoft.com/office/drawing/2014/main" id="{24B5EC1D-A08E-B84D-97FC-B87BF3F97021}"/>
              </a:ext>
            </a:extLst>
          </p:cNvPr>
          <p:cNvSpPr>
            <a:spLocks noGrp="1"/>
          </p:cNvSpPr>
          <p:nvPr>
            <p:ph type="pic" sz="quarter" idx="109" hasCustomPrompt="1"/>
          </p:nvPr>
        </p:nvSpPr>
        <p:spPr>
          <a:xfrm>
            <a:off x="17004969"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7" name="Рисунок 4">
            <a:extLst>
              <a:ext uri="{FF2B5EF4-FFF2-40B4-BE49-F238E27FC236}">
                <a16:creationId xmlns:a16="http://schemas.microsoft.com/office/drawing/2014/main" id="{FAB54517-A1D9-1D40-980F-2C0DC8682FC4}"/>
              </a:ext>
            </a:extLst>
          </p:cNvPr>
          <p:cNvSpPr>
            <a:spLocks noGrp="1"/>
          </p:cNvSpPr>
          <p:nvPr>
            <p:ph type="pic" sz="quarter" idx="110" hasCustomPrompt="1"/>
          </p:nvPr>
        </p:nvSpPr>
        <p:spPr>
          <a:xfrm>
            <a:off x="13103117"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8" name="Рисунок 4">
            <a:extLst>
              <a:ext uri="{FF2B5EF4-FFF2-40B4-BE49-F238E27FC236}">
                <a16:creationId xmlns:a16="http://schemas.microsoft.com/office/drawing/2014/main" id="{C7006CFD-8C11-2349-834A-3A970023887C}"/>
              </a:ext>
            </a:extLst>
          </p:cNvPr>
          <p:cNvSpPr>
            <a:spLocks noGrp="1" noChangeAspect="1"/>
          </p:cNvSpPr>
          <p:nvPr>
            <p:ph type="pic" sz="quarter" idx="111" hasCustomPrompt="1"/>
          </p:nvPr>
        </p:nvSpPr>
        <p:spPr>
          <a:xfrm>
            <a:off x="11152189"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9" name="Рисунок 4">
            <a:extLst>
              <a:ext uri="{FF2B5EF4-FFF2-40B4-BE49-F238E27FC236}">
                <a16:creationId xmlns:a16="http://schemas.microsoft.com/office/drawing/2014/main" id="{02D4D70C-DBBE-1249-A76D-75173AC8C322}"/>
              </a:ext>
            </a:extLst>
          </p:cNvPr>
          <p:cNvSpPr>
            <a:spLocks noGrp="1"/>
          </p:cNvSpPr>
          <p:nvPr>
            <p:ph type="pic" sz="quarter" idx="112" hasCustomPrompt="1"/>
          </p:nvPr>
        </p:nvSpPr>
        <p:spPr>
          <a:xfrm>
            <a:off x="20906821"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0" name="Рисунок 4">
            <a:extLst>
              <a:ext uri="{FF2B5EF4-FFF2-40B4-BE49-F238E27FC236}">
                <a16:creationId xmlns:a16="http://schemas.microsoft.com/office/drawing/2014/main" id="{9A85C014-60CC-F545-94DF-B20AC00BECE1}"/>
              </a:ext>
            </a:extLst>
          </p:cNvPr>
          <p:cNvSpPr>
            <a:spLocks noGrp="1"/>
          </p:cNvSpPr>
          <p:nvPr>
            <p:ph type="pic" sz="quarter" idx="113" hasCustomPrompt="1"/>
          </p:nvPr>
        </p:nvSpPr>
        <p:spPr>
          <a:xfrm>
            <a:off x="18955895"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1" name="Рисунок 4">
            <a:extLst>
              <a:ext uri="{FF2B5EF4-FFF2-40B4-BE49-F238E27FC236}">
                <a16:creationId xmlns:a16="http://schemas.microsoft.com/office/drawing/2014/main" id="{4F58847C-04DA-9040-9F18-C5BCDC350CAC}"/>
              </a:ext>
            </a:extLst>
          </p:cNvPr>
          <p:cNvSpPr>
            <a:spLocks noGrp="1"/>
          </p:cNvSpPr>
          <p:nvPr>
            <p:ph type="pic" sz="quarter" idx="114" hasCustomPrompt="1"/>
          </p:nvPr>
        </p:nvSpPr>
        <p:spPr>
          <a:xfrm>
            <a:off x="15054043"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2" name="Рисунок 4">
            <a:extLst>
              <a:ext uri="{FF2B5EF4-FFF2-40B4-BE49-F238E27FC236}">
                <a16:creationId xmlns:a16="http://schemas.microsoft.com/office/drawing/2014/main" id="{7F0CCB79-2AE2-6C46-80D8-3F6F3B91FC5C}"/>
              </a:ext>
            </a:extLst>
          </p:cNvPr>
          <p:cNvSpPr>
            <a:spLocks noGrp="1"/>
          </p:cNvSpPr>
          <p:nvPr>
            <p:ph type="pic" sz="quarter" idx="115" hasCustomPrompt="1"/>
          </p:nvPr>
        </p:nvSpPr>
        <p:spPr>
          <a:xfrm>
            <a:off x="17004969"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3" name="Рисунок 4">
            <a:extLst>
              <a:ext uri="{FF2B5EF4-FFF2-40B4-BE49-F238E27FC236}">
                <a16:creationId xmlns:a16="http://schemas.microsoft.com/office/drawing/2014/main" id="{507ACBB8-E7BC-614A-8147-EFE89BE0F4F7}"/>
              </a:ext>
            </a:extLst>
          </p:cNvPr>
          <p:cNvSpPr>
            <a:spLocks noGrp="1"/>
          </p:cNvSpPr>
          <p:nvPr>
            <p:ph type="pic" sz="quarter" idx="116" hasCustomPrompt="1"/>
          </p:nvPr>
        </p:nvSpPr>
        <p:spPr>
          <a:xfrm>
            <a:off x="13103117"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4" name="Рисунок 4">
            <a:extLst>
              <a:ext uri="{FF2B5EF4-FFF2-40B4-BE49-F238E27FC236}">
                <a16:creationId xmlns:a16="http://schemas.microsoft.com/office/drawing/2014/main" id="{55972CD3-242A-6045-9D09-95F866EADD71}"/>
              </a:ext>
            </a:extLst>
          </p:cNvPr>
          <p:cNvSpPr>
            <a:spLocks noGrp="1" noChangeAspect="1"/>
          </p:cNvSpPr>
          <p:nvPr>
            <p:ph type="pic" sz="quarter" idx="117" hasCustomPrompt="1"/>
          </p:nvPr>
        </p:nvSpPr>
        <p:spPr>
          <a:xfrm>
            <a:off x="11152189"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5" name="Рисунок 4">
            <a:extLst>
              <a:ext uri="{FF2B5EF4-FFF2-40B4-BE49-F238E27FC236}">
                <a16:creationId xmlns:a16="http://schemas.microsoft.com/office/drawing/2014/main" id="{660CBEBF-75FA-4847-BDEA-4CFD04FEEF5A}"/>
              </a:ext>
            </a:extLst>
          </p:cNvPr>
          <p:cNvSpPr>
            <a:spLocks noGrp="1"/>
          </p:cNvSpPr>
          <p:nvPr>
            <p:ph type="pic" sz="quarter" idx="118" hasCustomPrompt="1"/>
          </p:nvPr>
        </p:nvSpPr>
        <p:spPr>
          <a:xfrm>
            <a:off x="20906821"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6" name="Рисунок 4">
            <a:extLst>
              <a:ext uri="{FF2B5EF4-FFF2-40B4-BE49-F238E27FC236}">
                <a16:creationId xmlns:a16="http://schemas.microsoft.com/office/drawing/2014/main" id="{2BDA7CEC-1A52-DA41-8FBF-61E16C1E697A}"/>
              </a:ext>
            </a:extLst>
          </p:cNvPr>
          <p:cNvSpPr>
            <a:spLocks noGrp="1"/>
          </p:cNvSpPr>
          <p:nvPr>
            <p:ph type="pic" sz="quarter" idx="119" hasCustomPrompt="1"/>
          </p:nvPr>
        </p:nvSpPr>
        <p:spPr>
          <a:xfrm>
            <a:off x="18955895"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2" name="Footer Placeholder 1">
            <a:extLst>
              <a:ext uri="{FF2B5EF4-FFF2-40B4-BE49-F238E27FC236}">
                <a16:creationId xmlns:a16="http://schemas.microsoft.com/office/drawing/2014/main" id="{5B8A8BF6-3F4D-4784-9E6D-8E9BDF7651F4}"/>
              </a:ext>
            </a:extLst>
          </p:cNvPr>
          <p:cNvSpPr>
            <a:spLocks noGrp="1"/>
          </p:cNvSpPr>
          <p:nvPr>
            <p:ph type="ftr" sz="quarter" idx="12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3" name="Slide Number Placeholder 2">
            <a:extLst>
              <a:ext uri="{FF2B5EF4-FFF2-40B4-BE49-F238E27FC236}">
                <a16:creationId xmlns:a16="http://schemas.microsoft.com/office/drawing/2014/main" id="{4C71D475-E51F-4C3D-B254-B5DA39F53471}"/>
              </a:ext>
            </a:extLst>
          </p:cNvPr>
          <p:cNvSpPr>
            <a:spLocks noGrp="1"/>
          </p:cNvSpPr>
          <p:nvPr>
            <p:ph type="sldNum" sz="quarter" idx="121"/>
          </p:nvPr>
        </p:nvSpPr>
        <p:spPr/>
        <p:txBody>
          <a:bodyPr/>
          <a:lstStyle/>
          <a:p>
            <a:fld id="{65CC2327-6B8B-47BD-B581-B21CDA88CCFB}" type="slidenum">
              <a:rPr lang="en-US" smtClean="0"/>
              <a:pPr/>
              <a:t>‹#›</a:t>
            </a:fld>
            <a:endParaRPr lang="en-US"/>
          </a:p>
        </p:txBody>
      </p:sp>
      <p:sp>
        <p:nvSpPr>
          <p:cNvPr id="78" name="Shape 427">
            <a:extLst>
              <a:ext uri="{FF2B5EF4-FFF2-40B4-BE49-F238E27FC236}">
                <a16:creationId xmlns:a16="http://schemas.microsoft.com/office/drawing/2014/main" id="{AC28D528-F6C6-3449-891F-3BB0FD0E0707}"/>
              </a:ext>
            </a:extLst>
          </p:cNvPr>
          <p:cNvSpPr>
            <a:spLocks noGrp="1"/>
          </p:cNvSpPr>
          <p:nvPr>
            <p:ph type="body" sz="quarter" idx="52" hasCustomPrompt="1"/>
          </p:nvPr>
        </p:nvSpPr>
        <p:spPr>
          <a:xfrm>
            <a:off x="1804298" y="2167509"/>
            <a:ext cx="7489630" cy="646769"/>
          </a:xfrm>
          <a:prstGeom prst="rect">
            <a:avLst/>
          </a:prstGeom>
        </p:spPr>
        <p:txBody>
          <a:bodyPr lIns="0" anchor="b" anchorCtr="0">
            <a:normAutofit/>
          </a:bodyPr>
          <a:lstStyle>
            <a:lvl1pPr marL="0" indent="0" algn="l">
              <a:lnSpc>
                <a:spcPct val="100000"/>
              </a:lnSpc>
              <a:buNone/>
              <a:defRPr sz="2800" b="1" spc="0">
                <a:solidFill>
                  <a:schemeClr val="tx2"/>
                </a:solidFill>
                <a:latin typeface="TT Norms Pro" panose="02000503030000020003" pitchFamily="2" charset="0"/>
              </a:defRPr>
            </a:lvl1pPr>
          </a:lstStyle>
          <a:p>
            <a:pPr lvl="0"/>
            <a:r>
              <a:rPr lang="en-US"/>
              <a:t>Optional caption (28 </a:t>
            </a:r>
            <a:r>
              <a:rPr lang="en-US" err="1"/>
              <a:t>pt</a:t>
            </a:r>
            <a:r>
              <a:rPr lang="en-US"/>
              <a:t> bold)</a:t>
            </a:r>
          </a:p>
        </p:txBody>
      </p:sp>
      <p:sp>
        <p:nvSpPr>
          <p:cNvPr id="80" name="Заголовок 17">
            <a:extLst>
              <a:ext uri="{FF2B5EF4-FFF2-40B4-BE49-F238E27FC236}">
                <a16:creationId xmlns:a16="http://schemas.microsoft.com/office/drawing/2014/main" id="{8B9AE492-9C11-4741-BC03-29AD5F33EC3A}"/>
              </a:ext>
            </a:extLst>
          </p:cNvPr>
          <p:cNvSpPr>
            <a:spLocks noGrp="1"/>
          </p:cNvSpPr>
          <p:nvPr>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i="0" kern="100" spc="0" baseline="0">
                <a:solidFill>
                  <a:schemeClr val="tx2"/>
                </a:solidFill>
                <a:latin typeface="TT Norms Pro ExtraBold" panose="02000503030000020003" pitchFamily="2" charset="0"/>
              </a:defRPr>
            </a:lvl1pPr>
          </a:lstStyle>
          <a:p>
            <a:r>
              <a:rPr lang="en-US"/>
              <a:t>Collage Title</a:t>
            </a:r>
            <a:br>
              <a:rPr lang="en-US"/>
            </a:br>
            <a:r>
              <a:rPr lang="en-US"/>
              <a:t>(105 </a:t>
            </a:r>
            <a:r>
              <a:rPr lang="en-US" err="1"/>
              <a:t>pt</a:t>
            </a:r>
            <a:r>
              <a:rPr lang="en-US"/>
              <a:t> bold)</a:t>
            </a:r>
          </a:p>
        </p:txBody>
      </p:sp>
      <p:sp>
        <p:nvSpPr>
          <p:cNvPr id="81" name="Text Placeholder 2">
            <a:extLst>
              <a:ext uri="{FF2B5EF4-FFF2-40B4-BE49-F238E27FC236}">
                <a16:creationId xmlns:a16="http://schemas.microsoft.com/office/drawing/2014/main" id="{D41F1538-A2D3-064E-8D48-654F361C9C7F}"/>
              </a:ext>
            </a:extLst>
          </p:cNvPr>
          <p:cNvSpPr>
            <a:spLocks noGrp="1"/>
          </p:cNvSpPr>
          <p:nvPr>
            <p:ph type="body" sz="quarter" idx="60" hasCustomPrompt="1"/>
          </p:nvPr>
        </p:nvSpPr>
        <p:spPr>
          <a:xfrm>
            <a:off x="1815733" y="8968942"/>
            <a:ext cx="7490063" cy="2461624"/>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pic>
        <p:nvPicPr>
          <p:cNvPr id="58" name="Picture 57" descr="Logo, company name&#10;&#10;Description automatically generated">
            <a:hlinkClick r:id="" action="ppaction://noaction"/>
            <a:extLst>
              <a:ext uri="{FF2B5EF4-FFF2-40B4-BE49-F238E27FC236}">
                <a16:creationId xmlns:a16="http://schemas.microsoft.com/office/drawing/2014/main" id="{18FC9B5F-2D82-4241-AA30-80BEE130332F}"/>
              </a:ext>
            </a:extLst>
          </p:cNvPr>
          <p:cNvPicPr>
            <a:picLocks noChangeAspect="1"/>
          </p:cNvPicPr>
          <p:nvPr userDrawn="1"/>
        </p:nvPicPr>
        <p:blipFill>
          <a:blip r:embed="rId2"/>
          <a:stretch>
            <a:fillRect/>
          </a:stretch>
        </p:blipFill>
        <p:spPr>
          <a:xfrm>
            <a:off x="22525223" y="369493"/>
            <a:ext cx="1485185" cy="320799"/>
          </a:xfrm>
          <a:prstGeom prst="rect">
            <a:avLst/>
          </a:prstGeom>
        </p:spPr>
      </p:pic>
      <p:sp>
        <p:nvSpPr>
          <p:cNvPr id="57" name="Text Placeholder 22">
            <a:extLst>
              <a:ext uri="{FF2B5EF4-FFF2-40B4-BE49-F238E27FC236}">
                <a16:creationId xmlns:a16="http://schemas.microsoft.com/office/drawing/2014/main" id="{A4A54137-431B-4FC7-8E36-155E8EA9082F}"/>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60" name="Date Placeholder 4">
            <a:extLst>
              <a:ext uri="{FF2B5EF4-FFF2-40B4-BE49-F238E27FC236}">
                <a16:creationId xmlns:a16="http://schemas.microsoft.com/office/drawing/2014/main" id="{A2E04D99-6587-4662-B6C1-212157175EAE}"/>
              </a:ext>
            </a:extLst>
          </p:cNvPr>
          <p:cNvSpPr>
            <a:spLocks noGrp="1"/>
          </p:cNvSpPr>
          <p:nvPr>
            <p:ph type="dt" sz="half" idx="122"/>
          </p:nvPr>
        </p:nvSpPr>
        <p:spPr>
          <a:xfrm>
            <a:off x="0" y="13441680"/>
            <a:ext cx="1143000" cy="274320"/>
          </a:xfrm>
        </p:spPr>
        <p:txBody>
          <a:bodyPr/>
          <a:lstStyle/>
          <a:p>
            <a:fld id="{9CC7B6BA-D44D-4729-BD5A-BF29607FF773}" type="datetime4">
              <a:rPr lang="en-US" smtClean="0"/>
              <a:pPr/>
              <a:t>June 10, 2026</a:t>
            </a:fld>
            <a:endParaRPr lang="en-US"/>
          </a:p>
        </p:txBody>
      </p:sp>
    </p:spTree>
    <p:extLst>
      <p:ext uri="{BB962C8B-B14F-4D97-AF65-F5344CB8AC3E}">
        <p14:creationId xmlns:p14="http://schemas.microsoft.com/office/powerpoint/2010/main" val="187968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Content - No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8D138-558F-4644-8788-60F4E9788C72}"/>
              </a:ext>
            </a:extLst>
          </p:cNvPr>
          <p:cNvSpPr>
            <a:spLocks noGrp="1"/>
          </p:cNvSpPr>
          <p:nvPr>
            <p:ph type="title" hasCustomPrompt="1"/>
          </p:nvPr>
        </p:nvSpPr>
        <p:spPr>
          <a:xfrm>
            <a:off x="5" y="822965"/>
            <a:ext cx="24387429" cy="1169390"/>
          </a:xfrm>
          <a:prstGeom prst="rect">
            <a:avLst/>
          </a:prstGeom>
        </p:spPr>
        <p:txBody>
          <a:bodyPr/>
          <a:lstStyle>
            <a:lvl1pPr>
              <a:defRPr b="1" i="0" spc="-100" baseline="0">
                <a:solidFill>
                  <a:srgbClr val="002B49"/>
                </a:solidFill>
                <a:latin typeface="TT Norms Pro ExtraBold" panose="02000503030000020003" pitchFamily="2" charset="0"/>
              </a:defRPr>
            </a:lvl1pPr>
          </a:lstStyle>
          <a:p>
            <a:r>
              <a:rPr lang="en-US"/>
              <a:t>Add Your Slide Title Here</a:t>
            </a:r>
          </a:p>
        </p:txBody>
      </p:sp>
      <p:sp>
        <p:nvSpPr>
          <p:cNvPr id="9" name="Text Placeholder 3">
            <a:extLst>
              <a:ext uri="{FF2B5EF4-FFF2-40B4-BE49-F238E27FC236}">
                <a16:creationId xmlns:a16="http://schemas.microsoft.com/office/drawing/2014/main" id="{7BD663C1-7F33-4906-A8D2-85DD916E41E6}"/>
              </a:ext>
            </a:extLst>
          </p:cNvPr>
          <p:cNvSpPr>
            <a:spLocks noGrp="1"/>
          </p:cNvSpPr>
          <p:nvPr>
            <p:ph type="body" sz="quarter" idx="13" hasCustomPrompt="1"/>
          </p:nvPr>
        </p:nvSpPr>
        <p:spPr>
          <a:xfrm>
            <a:off x="5" y="3200402"/>
            <a:ext cx="24387429" cy="10241276"/>
          </a:xfrm>
          <a:prstGeom prst="rect">
            <a:avLst/>
          </a:prstGeom>
        </p:spPr>
        <p:txBody>
          <a:bodyPr/>
          <a:lstStyle>
            <a:lvl1pPr marL="1376088" indent="-455522">
              <a:spcBef>
                <a:spcPts val="2000"/>
              </a:spcBef>
              <a:spcAft>
                <a:spcPts val="600"/>
              </a:spcAft>
              <a:defRPr sz="4000" b="0" i="0" spc="-50" baseline="0">
                <a:solidFill>
                  <a:schemeClr val="tx1"/>
                </a:solidFill>
                <a:latin typeface="TT Norms Pro" panose="02000503030000020003" pitchFamily="2" charset="0"/>
              </a:defRPr>
            </a:lvl1pPr>
            <a:lvl2pPr marL="1828434" indent="-455522">
              <a:spcAft>
                <a:spcPts val="600"/>
              </a:spcAft>
              <a:defRPr sz="3600" b="0" i="0" spc="-40" baseline="0">
                <a:solidFill>
                  <a:schemeClr val="tx1"/>
                </a:solidFill>
                <a:latin typeface="TT Norms Pro" panose="02000503030000020003" pitchFamily="2" charset="0"/>
              </a:defRPr>
            </a:lvl2pPr>
            <a:lvl3pPr marL="2290306" indent="-455522">
              <a:spcAft>
                <a:spcPts val="600"/>
              </a:spcAft>
              <a:defRPr sz="2800" b="0" i="0" spc="-30" baseline="0">
                <a:solidFill>
                  <a:schemeClr val="tx1"/>
                </a:solidFill>
                <a:latin typeface="TT Norms Pro" panose="02000503030000020003" pitchFamily="2" charset="0"/>
              </a:defRPr>
            </a:lvl3pPr>
            <a:lvl4pPr marL="2742652" indent="-455522">
              <a:spcAft>
                <a:spcPts val="600"/>
              </a:spcAft>
              <a:defRPr sz="2400"/>
            </a:lvl4pPr>
            <a:lvl5pPr marL="3204522" indent="-455522">
              <a:spcAft>
                <a:spcPts val="600"/>
              </a:spcAft>
              <a:defRPr sz="2400"/>
            </a:lvl5pPr>
          </a:lstStyle>
          <a:p>
            <a:pPr lvl="0"/>
            <a:r>
              <a:rPr lang="en-US"/>
              <a:t>Add your primary bullet content here</a:t>
            </a:r>
          </a:p>
          <a:p>
            <a:pPr lvl="1"/>
            <a:r>
              <a:rPr lang="en-US"/>
              <a:t>Second level (optional)</a:t>
            </a:r>
          </a:p>
          <a:p>
            <a:pPr lvl="2"/>
            <a:r>
              <a:rPr lang="en-US"/>
              <a:t>Third level (optional)</a:t>
            </a:r>
          </a:p>
        </p:txBody>
      </p:sp>
      <p:sp>
        <p:nvSpPr>
          <p:cNvPr id="13" name="Text Placeholder 13">
            <a:extLst>
              <a:ext uri="{FF2B5EF4-FFF2-40B4-BE49-F238E27FC236}">
                <a16:creationId xmlns:a16="http://schemas.microsoft.com/office/drawing/2014/main" id="{1F6910E2-9540-45C3-9B39-B3BC4814ED2F}"/>
              </a:ext>
            </a:extLst>
          </p:cNvPr>
          <p:cNvSpPr>
            <a:spLocks noGrp="1"/>
          </p:cNvSpPr>
          <p:nvPr>
            <p:ph type="body" sz="quarter" idx="14" hasCustomPrompt="1"/>
          </p:nvPr>
        </p:nvSpPr>
        <p:spPr>
          <a:xfrm>
            <a:off x="5" y="2011680"/>
            <a:ext cx="24387429" cy="484188"/>
          </a:xfrm>
          <a:prstGeom prst="rect">
            <a:avLst/>
          </a:prstGeom>
        </p:spPr>
        <p:txBody>
          <a:bodyPr/>
          <a:lstStyle>
            <a:lvl1pPr marL="914218" indent="0">
              <a:spcBef>
                <a:spcPts val="0"/>
              </a:spcBef>
              <a:buNone/>
              <a:defRPr sz="3400" b="0" i="1" spc="-50" baseline="0">
                <a:solidFill>
                  <a:schemeClr val="accent1"/>
                </a:solidFill>
                <a:latin typeface="TT Norms Pro" panose="02000503030000020003" pitchFamily="2" charset="0"/>
              </a:defRPr>
            </a:lvl1pPr>
          </a:lstStyle>
          <a:p>
            <a:pPr lvl="0"/>
            <a:r>
              <a:rPr lang="en-US"/>
              <a:t>Add your subtitle here (optional)</a:t>
            </a:r>
          </a:p>
        </p:txBody>
      </p:sp>
      <p:sp>
        <p:nvSpPr>
          <p:cNvPr id="23" name="Text Placeholder 22">
            <a:extLst>
              <a:ext uri="{FF2B5EF4-FFF2-40B4-BE49-F238E27FC236}">
                <a16:creationId xmlns:a16="http://schemas.microsoft.com/office/drawing/2014/main" id="{0307C304-B66F-5046-8E8B-775653AFA4A4}"/>
              </a:ext>
            </a:extLst>
          </p:cNvPr>
          <p:cNvSpPr>
            <a:spLocks noGrp="1"/>
          </p:cNvSpPr>
          <p:nvPr>
            <p:ph type="body" sz="quarter" idx="12" hasCustomPrompt="1"/>
          </p:nvPr>
        </p:nvSpPr>
        <p:spPr>
          <a:xfrm>
            <a:off x="3" y="13649"/>
            <a:ext cx="21930609" cy="624710"/>
          </a:xfrm>
          <a:prstGeom prst="rect">
            <a:avLst/>
          </a:prstGeom>
        </p:spPr>
        <p:txBody>
          <a:bodyPr bIns="0" anchor="b" anchorCtr="0"/>
          <a:lstStyle>
            <a:lvl1pPr marL="457108" indent="479330" algn="r">
              <a:lnSpc>
                <a:spcPct val="90000"/>
              </a:lnSpc>
              <a:spcBef>
                <a:spcPts val="0"/>
              </a:spcBef>
              <a:buNone/>
              <a:tabLst/>
              <a:defRPr sz="1800" b="0" i="0" cap="all" spc="100" baseline="0">
                <a:solidFill>
                  <a:schemeClr val="accent1"/>
                </a:solidFill>
                <a:latin typeface="TT Norms Pro" panose="02000503030000020003" pitchFamily="2" charset="0"/>
              </a:defRPr>
            </a:lvl1pPr>
          </a:lstStyle>
          <a:p>
            <a:pPr lvl="0"/>
            <a:r>
              <a:rPr lang="en-US"/>
              <a:t>ADD YOUR PRE-HEADER HERE (OPTIONAL)</a:t>
            </a:r>
          </a:p>
        </p:txBody>
      </p:sp>
      <p:grpSp>
        <p:nvGrpSpPr>
          <p:cNvPr id="8" name="Graphic 6">
            <a:extLst>
              <a:ext uri="{FF2B5EF4-FFF2-40B4-BE49-F238E27FC236}">
                <a16:creationId xmlns:a16="http://schemas.microsoft.com/office/drawing/2014/main" id="{AE22C4A9-0220-2942-96D2-C715381DCD2F}"/>
              </a:ext>
            </a:extLst>
          </p:cNvPr>
          <p:cNvGrpSpPr/>
          <p:nvPr userDrawn="1"/>
        </p:nvGrpSpPr>
        <p:grpSpPr>
          <a:xfrm>
            <a:off x="22565905" y="279978"/>
            <a:ext cx="1487736" cy="333180"/>
            <a:chOff x="11266487" y="6648450"/>
            <a:chExt cx="1850015" cy="414313"/>
          </a:xfrm>
        </p:grpSpPr>
        <p:sp>
          <p:nvSpPr>
            <p:cNvPr id="10" name="Freeform 9">
              <a:extLst>
                <a:ext uri="{FF2B5EF4-FFF2-40B4-BE49-F238E27FC236}">
                  <a16:creationId xmlns:a16="http://schemas.microsoft.com/office/drawing/2014/main" id="{876CD583-3D7C-6249-A729-9DA5EEB26635}"/>
                </a:ext>
              </a:extLst>
            </p:cNvPr>
            <p:cNvSpPr/>
            <p:nvPr/>
          </p:nvSpPr>
          <p:spPr>
            <a:xfrm>
              <a:off x="11266487" y="6777228"/>
              <a:ext cx="103454" cy="103632"/>
            </a:xfrm>
            <a:custGeom>
              <a:avLst/>
              <a:gdLst>
                <a:gd name="connsiteX0" fmla="*/ 103455 w 103454"/>
                <a:gd name="connsiteY0" fmla="*/ 51816 h 103632"/>
                <a:gd name="connsiteX1" fmla="*/ 51727 w 103454"/>
                <a:gd name="connsiteY1" fmla="*/ 103632 h 103632"/>
                <a:gd name="connsiteX2" fmla="*/ 0 w 103454"/>
                <a:gd name="connsiteY2" fmla="*/ 51816 h 103632"/>
                <a:gd name="connsiteX3" fmla="*/ 51727 w 103454"/>
                <a:gd name="connsiteY3" fmla="*/ 0 h 103632"/>
                <a:gd name="connsiteX4" fmla="*/ 103455 w 103454"/>
                <a:gd name="connsiteY4" fmla="*/ 51816 h 103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54" h="103632">
                  <a:moveTo>
                    <a:pt x="103455" y="51816"/>
                  </a:moveTo>
                  <a:cubicBezTo>
                    <a:pt x="103455" y="80433"/>
                    <a:pt x="80296" y="103632"/>
                    <a:pt x="51727" y="103632"/>
                  </a:cubicBezTo>
                  <a:cubicBezTo>
                    <a:pt x="23159" y="103632"/>
                    <a:pt x="0" y="80433"/>
                    <a:pt x="0" y="51816"/>
                  </a:cubicBezTo>
                  <a:cubicBezTo>
                    <a:pt x="0" y="23199"/>
                    <a:pt x="23159" y="0"/>
                    <a:pt x="51727" y="0"/>
                  </a:cubicBezTo>
                  <a:cubicBezTo>
                    <a:pt x="80296" y="0"/>
                    <a:pt x="103455" y="23199"/>
                    <a:pt x="103455" y="51816"/>
                  </a:cubicBezTo>
                  <a:close/>
                </a:path>
              </a:pathLst>
            </a:custGeom>
            <a:solidFill>
              <a:schemeClr val="accent2"/>
            </a:solidFill>
            <a:ln w="9476" cap="flat">
              <a:noFill/>
              <a:prstDash val="solid"/>
              <a:miter/>
            </a:ln>
          </p:spPr>
          <p:txBody>
            <a:bodyPr rtlCol="0" anchor="ctr"/>
            <a:lstStyle/>
            <a:p>
              <a:endParaRPr lang="en-US" sz="1800" b="0" i="0">
                <a:latin typeface="TT Norms Pro" panose="02000503030000020003" pitchFamily="2" charset="0"/>
              </a:endParaRPr>
            </a:p>
          </p:txBody>
        </p:sp>
        <p:grpSp>
          <p:nvGrpSpPr>
            <p:cNvPr id="11" name="Graphic 6">
              <a:extLst>
                <a:ext uri="{FF2B5EF4-FFF2-40B4-BE49-F238E27FC236}">
                  <a16:creationId xmlns:a16="http://schemas.microsoft.com/office/drawing/2014/main" id="{C3F9B857-0845-8243-9F4B-783B746397C1}"/>
                </a:ext>
              </a:extLst>
            </p:cNvPr>
            <p:cNvGrpSpPr/>
            <p:nvPr/>
          </p:nvGrpSpPr>
          <p:grpSpPr>
            <a:xfrm>
              <a:off x="11290163" y="6648450"/>
              <a:ext cx="385198" cy="414313"/>
              <a:chOff x="11290163" y="6648450"/>
              <a:chExt cx="385198" cy="414313"/>
            </a:xfrm>
            <a:solidFill>
              <a:srgbClr val="FFC629"/>
            </a:solidFill>
          </p:grpSpPr>
          <p:sp>
            <p:nvSpPr>
              <p:cNvPr id="28" name="Freeform 27">
                <a:extLst>
                  <a:ext uri="{FF2B5EF4-FFF2-40B4-BE49-F238E27FC236}">
                    <a16:creationId xmlns:a16="http://schemas.microsoft.com/office/drawing/2014/main" id="{AC79619C-8670-7549-97F1-E11CF5E05953}"/>
                  </a:ext>
                </a:extLst>
              </p:cNvPr>
              <p:cNvSpPr/>
              <p:nvPr/>
            </p:nvSpPr>
            <p:spPr>
              <a:xfrm>
                <a:off x="11290163" y="6648450"/>
                <a:ext cx="385198" cy="414313"/>
              </a:xfrm>
              <a:custGeom>
                <a:avLst/>
                <a:gdLst>
                  <a:gd name="connsiteX0" fmla="*/ 339937 w 385198"/>
                  <a:gd name="connsiteY0" fmla="*/ 53150 h 414313"/>
                  <a:gd name="connsiteX1" fmla="*/ 344025 w 385198"/>
                  <a:gd name="connsiteY1" fmla="*/ 64770 h 414313"/>
                  <a:gd name="connsiteX2" fmla="*/ 385198 w 385198"/>
                  <a:gd name="connsiteY2" fmla="*/ 0 h 414313"/>
                  <a:gd name="connsiteX3" fmla="*/ 316165 w 385198"/>
                  <a:gd name="connsiteY3" fmla="*/ 36767 h 414313"/>
                  <a:gd name="connsiteX4" fmla="*/ 327005 w 385198"/>
                  <a:gd name="connsiteY4" fmla="*/ 40862 h 414313"/>
                  <a:gd name="connsiteX5" fmla="*/ 361997 w 385198"/>
                  <a:gd name="connsiteY5" fmla="*/ 21146 h 414313"/>
                  <a:gd name="connsiteX6" fmla="*/ 0 w 385198"/>
                  <a:gd name="connsiteY6" fmla="*/ 309753 h 414313"/>
                  <a:gd name="connsiteX7" fmla="*/ 272762 w 385198"/>
                  <a:gd name="connsiteY7" fmla="*/ 389501 h 414313"/>
                  <a:gd name="connsiteX8" fmla="*/ 272805 w 385198"/>
                  <a:gd name="connsiteY8" fmla="*/ 389477 h 414313"/>
                  <a:gd name="connsiteX9" fmla="*/ 272805 w 385198"/>
                  <a:gd name="connsiteY9" fmla="*/ 389477 h 414313"/>
                  <a:gd name="connsiteX10" fmla="*/ 352813 w 385198"/>
                  <a:gd name="connsiteY10" fmla="*/ 116505 h 414313"/>
                  <a:gd name="connsiteX11" fmla="*/ 320349 w 385198"/>
                  <a:gd name="connsiteY11" fmla="*/ 72485 h 414313"/>
                  <a:gd name="connsiteX12" fmla="*/ 331759 w 385198"/>
                  <a:gd name="connsiteY12" fmla="*/ 310801 h 414313"/>
                  <a:gd name="connsiteX13" fmla="*/ 221961 w 385198"/>
                  <a:gd name="connsiteY13" fmla="*/ 361797 h 414313"/>
                  <a:gd name="connsiteX14" fmla="*/ 165832 w 385198"/>
                  <a:gd name="connsiteY14" fmla="*/ 282226 h 414313"/>
                  <a:gd name="connsiteX15" fmla="*/ 284976 w 385198"/>
                  <a:gd name="connsiteY15" fmla="*/ 106966 h 414313"/>
                  <a:gd name="connsiteX16" fmla="*/ 331759 w 385198"/>
                  <a:gd name="connsiteY16" fmla="*/ 310420 h 41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5198" h="414313">
                    <a:moveTo>
                      <a:pt x="339937" y="53150"/>
                    </a:moveTo>
                    <a:lnTo>
                      <a:pt x="344025" y="64770"/>
                    </a:lnTo>
                    <a:lnTo>
                      <a:pt x="385198" y="0"/>
                    </a:lnTo>
                    <a:lnTo>
                      <a:pt x="316165" y="36767"/>
                    </a:lnTo>
                    <a:lnTo>
                      <a:pt x="327005" y="40862"/>
                    </a:lnTo>
                    <a:lnTo>
                      <a:pt x="361997" y="21146"/>
                    </a:lnTo>
                    <a:lnTo>
                      <a:pt x="0" y="309753"/>
                    </a:lnTo>
                    <a:cubicBezTo>
                      <a:pt x="53337" y="407225"/>
                      <a:pt x="175457" y="442929"/>
                      <a:pt x="272762" y="389501"/>
                    </a:cubicBezTo>
                    <a:cubicBezTo>
                      <a:pt x="272776" y="389493"/>
                      <a:pt x="272791" y="389485"/>
                      <a:pt x="272805" y="389477"/>
                    </a:cubicBezTo>
                    <a:lnTo>
                      <a:pt x="272805" y="389477"/>
                    </a:lnTo>
                    <a:cubicBezTo>
                      <a:pt x="370149" y="336230"/>
                      <a:pt x="405970" y="214016"/>
                      <a:pt x="352813" y="116505"/>
                    </a:cubicBezTo>
                    <a:cubicBezTo>
                      <a:pt x="344044" y="100419"/>
                      <a:pt x="333122" y="85609"/>
                      <a:pt x="320349" y="72485"/>
                    </a:cubicBezTo>
                    <a:close/>
                    <a:moveTo>
                      <a:pt x="331759" y="310801"/>
                    </a:moveTo>
                    <a:cubicBezTo>
                      <a:pt x="315497" y="355255"/>
                      <a:pt x="266339" y="378087"/>
                      <a:pt x="221961" y="361797"/>
                    </a:cubicBezTo>
                    <a:cubicBezTo>
                      <a:pt x="188560" y="349537"/>
                      <a:pt x="166214" y="317857"/>
                      <a:pt x="165832" y="282226"/>
                    </a:cubicBezTo>
                    <a:cubicBezTo>
                      <a:pt x="165832" y="234601"/>
                      <a:pt x="198637" y="182023"/>
                      <a:pt x="284976" y="106966"/>
                    </a:cubicBezTo>
                    <a:cubicBezTo>
                      <a:pt x="284976" y="106966"/>
                      <a:pt x="372361" y="188690"/>
                      <a:pt x="331759" y="310420"/>
                    </a:cubicBezTo>
                    <a:close/>
                  </a:path>
                </a:pathLst>
              </a:custGeom>
              <a:solidFill>
                <a:schemeClr val="accent2"/>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9" name="Freeform 28">
                <a:extLst>
                  <a:ext uri="{FF2B5EF4-FFF2-40B4-BE49-F238E27FC236}">
                    <a16:creationId xmlns:a16="http://schemas.microsoft.com/office/drawing/2014/main" id="{47BCE77F-F1F5-DA4A-ADBC-96CCBED9AF7A}"/>
                  </a:ext>
                </a:extLst>
              </p:cNvPr>
              <p:cNvSpPr/>
              <p:nvPr/>
            </p:nvSpPr>
            <p:spPr>
              <a:xfrm>
                <a:off x="11307374" y="6659977"/>
                <a:ext cx="284595" cy="76959"/>
              </a:xfrm>
              <a:custGeom>
                <a:avLst/>
                <a:gdLst>
                  <a:gd name="connsiteX0" fmla="*/ 241236 w 284595"/>
                  <a:gd name="connsiteY0" fmla="*/ 72483 h 76959"/>
                  <a:gd name="connsiteX1" fmla="*/ 284596 w 284595"/>
                  <a:gd name="connsiteY1" fmla="*/ 45051 h 76959"/>
                  <a:gd name="connsiteX2" fmla="*/ 2187 w 284595"/>
                  <a:gd name="connsiteY2" fmla="*/ 74197 h 76959"/>
                  <a:gd name="connsiteX3" fmla="*/ 2187 w 284595"/>
                  <a:gd name="connsiteY3" fmla="*/ 74197 h 76959"/>
                  <a:gd name="connsiteX4" fmla="*/ 0 w 284595"/>
                  <a:gd name="connsiteY4" fmla="*/ 76960 h 76959"/>
                  <a:gd name="connsiteX5" fmla="*/ 241236 w 284595"/>
                  <a:gd name="connsiteY5" fmla="*/ 72483 h 76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595" h="76959">
                    <a:moveTo>
                      <a:pt x="241236" y="72483"/>
                    </a:moveTo>
                    <a:lnTo>
                      <a:pt x="284596" y="45051"/>
                    </a:lnTo>
                    <a:cubicBezTo>
                      <a:pt x="198563" y="-24977"/>
                      <a:pt x="72158" y="-11931"/>
                      <a:pt x="2187" y="74197"/>
                    </a:cubicBezTo>
                    <a:lnTo>
                      <a:pt x="2187" y="74197"/>
                    </a:lnTo>
                    <a:cubicBezTo>
                      <a:pt x="1426" y="75150"/>
                      <a:pt x="666" y="76007"/>
                      <a:pt x="0" y="76960"/>
                    </a:cubicBezTo>
                    <a:cubicBezTo>
                      <a:pt x="70445" y="21822"/>
                      <a:pt x="168801" y="19997"/>
                      <a:pt x="241236" y="72483"/>
                    </a:cubicBezTo>
                    <a:close/>
                  </a:path>
                </a:pathLst>
              </a:custGeom>
              <a:solidFill>
                <a:schemeClr val="accent2"/>
              </a:solidFill>
              <a:ln w="9476" cap="flat">
                <a:noFill/>
                <a:prstDash val="solid"/>
                <a:miter/>
              </a:ln>
            </p:spPr>
            <p:txBody>
              <a:bodyPr rtlCol="0" anchor="ctr"/>
              <a:lstStyle/>
              <a:p>
                <a:endParaRPr lang="en-US" sz="1800" b="0" i="0">
                  <a:latin typeface="TT Norms Pro" panose="02000503030000020003" pitchFamily="2" charset="0"/>
                </a:endParaRPr>
              </a:p>
            </p:txBody>
          </p:sp>
        </p:grpSp>
        <p:grpSp>
          <p:nvGrpSpPr>
            <p:cNvPr id="12" name="Graphic 6">
              <a:extLst>
                <a:ext uri="{FF2B5EF4-FFF2-40B4-BE49-F238E27FC236}">
                  <a16:creationId xmlns:a16="http://schemas.microsoft.com/office/drawing/2014/main" id="{7AFEE3FB-F1C9-D84A-ADD7-4079926EB878}"/>
                </a:ext>
              </a:extLst>
            </p:cNvPr>
            <p:cNvGrpSpPr/>
            <p:nvPr/>
          </p:nvGrpSpPr>
          <p:grpSpPr>
            <a:xfrm>
              <a:off x="11810385" y="6743700"/>
              <a:ext cx="1306117" cy="285813"/>
              <a:chOff x="11810385" y="6743700"/>
              <a:chExt cx="1306117" cy="285813"/>
            </a:xfrm>
            <a:solidFill>
              <a:srgbClr val="33647E"/>
            </a:solidFill>
          </p:grpSpPr>
          <p:sp>
            <p:nvSpPr>
              <p:cNvPr id="14" name="Freeform 13">
                <a:extLst>
                  <a:ext uri="{FF2B5EF4-FFF2-40B4-BE49-F238E27FC236}">
                    <a16:creationId xmlns:a16="http://schemas.microsoft.com/office/drawing/2014/main" id="{AAF766B1-1469-CF43-9357-B3B9F59EBE1F}"/>
                  </a:ext>
                </a:extLst>
              </p:cNvPr>
              <p:cNvSpPr/>
              <p:nvPr/>
            </p:nvSpPr>
            <p:spPr>
              <a:xfrm>
                <a:off x="12008167" y="6827394"/>
                <a:ext cx="110586" cy="132237"/>
              </a:xfrm>
              <a:custGeom>
                <a:avLst/>
                <a:gdLst>
                  <a:gd name="connsiteX0" fmla="*/ 0 w 110586"/>
                  <a:gd name="connsiteY0" fmla="*/ 3460 h 132237"/>
                  <a:gd name="connsiteX1" fmla="*/ 29857 w 110586"/>
                  <a:gd name="connsiteY1" fmla="*/ 3460 h 132237"/>
                  <a:gd name="connsiteX2" fmla="*/ 29857 w 110586"/>
                  <a:gd name="connsiteY2" fmla="*/ 15461 h 132237"/>
                  <a:gd name="connsiteX3" fmla="*/ 64659 w 110586"/>
                  <a:gd name="connsiteY3" fmla="*/ 126 h 132237"/>
                  <a:gd name="connsiteX4" fmla="*/ 102694 w 110586"/>
                  <a:gd name="connsiteY4" fmla="*/ 17652 h 132237"/>
                  <a:gd name="connsiteX5" fmla="*/ 110586 w 110586"/>
                  <a:gd name="connsiteY5" fmla="*/ 53371 h 132237"/>
                  <a:gd name="connsiteX6" fmla="*/ 110586 w 110586"/>
                  <a:gd name="connsiteY6" fmla="*/ 132238 h 132237"/>
                  <a:gd name="connsiteX7" fmla="*/ 80349 w 110586"/>
                  <a:gd name="connsiteY7" fmla="*/ 132238 h 132237"/>
                  <a:gd name="connsiteX8" fmla="*/ 80349 w 110586"/>
                  <a:gd name="connsiteY8" fmla="*/ 60610 h 132237"/>
                  <a:gd name="connsiteX9" fmla="*/ 56862 w 110586"/>
                  <a:gd name="connsiteY9" fmla="*/ 26986 h 132237"/>
                  <a:gd name="connsiteX10" fmla="*/ 29667 w 110586"/>
                  <a:gd name="connsiteY10" fmla="*/ 70420 h 132237"/>
                  <a:gd name="connsiteX11" fmla="*/ 29667 w 110586"/>
                  <a:gd name="connsiteY11" fmla="*/ 132238 h 132237"/>
                  <a:gd name="connsiteX12" fmla="*/ 0 w 110586"/>
                  <a:gd name="connsiteY12" fmla="*/ 132238 h 132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586" h="132237">
                    <a:moveTo>
                      <a:pt x="0" y="3460"/>
                    </a:moveTo>
                    <a:lnTo>
                      <a:pt x="29857" y="3460"/>
                    </a:lnTo>
                    <a:lnTo>
                      <a:pt x="29857" y="15461"/>
                    </a:lnTo>
                    <a:cubicBezTo>
                      <a:pt x="38576" y="5382"/>
                      <a:pt x="51350" y="-247"/>
                      <a:pt x="64659" y="126"/>
                    </a:cubicBezTo>
                    <a:cubicBezTo>
                      <a:pt x="79510" y="-1012"/>
                      <a:pt x="93893" y="5616"/>
                      <a:pt x="102694" y="17652"/>
                    </a:cubicBezTo>
                    <a:cubicBezTo>
                      <a:pt x="107544" y="24605"/>
                      <a:pt x="110586" y="33463"/>
                      <a:pt x="110586" y="53371"/>
                    </a:cubicBezTo>
                    <a:lnTo>
                      <a:pt x="110586" y="132238"/>
                    </a:lnTo>
                    <a:lnTo>
                      <a:pt x="80349" y="132238"/>
                    </a:lnTo>
                    <a:lnTo>
                      <a:pt x="80349" y="60610"/>
                    </a:lnTo>
                    <a:cubicBezTo>
                      <a:pt x="80349" y="27939"/>
                      <a:pt x="68082" y="26986"/>
                      <a:pt x="56862" y="26986"/>
                    </a:cubicBezTo>
                    <a:cubicBezTo>
                      <a:pt x="43455" y="26986"/>
                      <a:pt x="29667" y="28891"/>
                      <a:pt x="29667" y="70420"/>
                    </a:cubicBezTo>
                    <a:lnTo>
                      <a:pt x="29667" y="132238"/>
                    </a:lnTo>
                    <a:lnTo>
                      <a:pt x="0" y="132238"/>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15" name="Freeform 14">
                <a:extLst>
                  <a:ext uri="{FF2B5EF4-FFF2-40B4-BE49-F238E27FC236}">
                    <a16:creationId xmlns:a16="http://schemas.microsoft.com/office/drawing/2014/main" id="{F1257134-AA00-6F4C-8418-9A4A1BF15A8F}"/>
                  </a:ext>
                </a:extLst>
              </p:cNvPr>
              <p:cNvSpPr/>
              <p:nvPr/>
            </p:nvSpPr>
            <p:spPr>
              <a:xfrm>
                <a:off x="12147520" y="6827480"/>
                <a:ext cx="131169" cy="202032"/>
              </a:xfrm>
              <a:custGeom>
                <a:avLst/>
                <a:gdLst>
                  <a:gd name="connsiteX0" fmla="*/ 101217 w 131169"/>
                  <a:gd name="connsiteY0" fmla="*/ 3373 h 202032"/>
                  <a:gd name="connsiteX1" fmla="*/ 131169 w 131169"/>
                  <a:gd name="connsiteY1" fmla="*/ 3373 h 202032"/>
                  <a:gd name="connsiteX2" fmla="*/ 131169 w 131169"/>
                  <a:gd name="connsiteY2" fmla="*/ 121674 h 202032"/>
                  <a:gd name="connsiteX3" fmla="*/ 110060 w 131169"/>
                  <a:gd name="connsiteY3" fmla="*/ 188349 h 202032"/>
                  <a:gd name="connsiteX4" fmla="*/ 67461 w 131169"/>
                  <a:gd name="connsiteY4" fmla="*/ 201969 h 202032"/>
                  <a:gd name="connsiteX5" fmla="*/ 25337 w 131169"/>
                  <a:gd name="connsiteY5" fmla="*/ 186158 h 202032"/>
                  <a:gd name="connsiteX6" fmla="*/ 6320 w 131169"/>
                  <a:gd name="connsiteY6" fmla="*/ 146153 h 202032"/>
                  <a:gd name="connsiteX7" fmla="*/ 34846 w 131169"/>
                  <a:gd name="connsiteY7" fmla="*/ 146153 h 202032"/>
                  <a:gd name="connsiteX8" fmla="*/ 44355 w 131169"/>
                  <a:gd name="connsiteY8" fmla="*/ 166251 h 202032"/>
                  <a:gd name="connsiteX9" fmla="*/ 67556 w 131169"/>
                  <a:gd name="connsiteY9" fmla="*/ 175204 h 202032"/>
                  <a:gd name="connsiteX10" fmla="*/ 91042 w 131169"/>
                  <a:gd name="connsiteY10" fmla="*/ 166632 h 202032"/>
                  <a:gd name="connsiteX11" fmla="*/ 100551 w 131169"/>
                  <a:gd name="connsiteY11" fmla="*/ 134246 h 202032"/>
                  <a:gd name="connsiteX12" fmla="*/ 100551 w 131169"/>
                  <a:gd name="connsiteY12" fmla="*/ 117768 h 202032"/>
                  <a:gd name="connsiteX13" fmla="*/ 61470 w 131169"/>
                  <a:gd name="connsiteY13" fmla="*/ 136056 h 202032"/>
                  <a:gd name="connsiteX14" fmla="*/ 19061 w 131169"/>
                  <a:gd name="connsiteY14" fmla="*/ 118626 h 202032"/>
                  <a:gd name="connsiteX15" fmla="*/ 44 w 131169"/>
                  <a:gd name="connsiteY15" fmla="*/ 67572 h 202032"/>
                  <a:gd name="connsiteX16" fmla="*/ 19061 w 131169"/>
                  <a:gd name="connsiteY16" fmla="*/ 17756 h 202032"/>
                  <a:gd name="connsiteX17" fmla="*/ 63182 w 131169"/>
                  <a:gd name="connsiteY17" fmla="*/ 39 h 202032"/>
                  <a:gd name="connsiteX18" fmla="*/ 101217 w 131169"/>
                  <a:gd name="connsiteY18" fmla="*/ 17470 h 202032"/>
                  <a:gd name="connsiteX19" fmla="*/ 44164 w 131169"/>
                  <a:gd name="connsiteY19" fmla="*/ 35472 h 202032"/>
                  <a:gd name="connsiteX20" fmla="*/ 31042 w 131169"/>
                  <a:gd name="connsiteY20" fmla="*/ 68619 h 202032"/>
                  <a:gd name="connsiteX21" fmla="*/ 43879 w 131169"/>
                  <a:gd name="connsiteY21" fmla="*/ 101004 h 202032"/>
                  <a:gd name="connsiteX22" fmla="*/ 66795 w 131169"/>
                  <a:gd name="connsiteY22" fmla="*/ 109577 h 202032"/>
                  <a:gd name="connsiteX23" fmla="*/ 91803 w 131169"/>
                  <a:gd name="connsiteY23" fmla="*/ 99195 h 202032"/>
                  <a:gd name="connsiteX24" fmla="*/ 103119 w 131169"/>
                  <a:gd name="connsiteY24" fmla="*/ 68619 h 202032"/>
                  <a:gd name="connsiteX25" fmla="*/ 90852 w 131169"/>
                  <a:gd name="connsiteY25" fmla="*/ 36234 h 202032"/>
                  <a:gd name="connsiteX26" fmla="*/ 66795 w 131169"/>
                  <a:gd name="connsiteY26" fmla="*/ 26709 h 202032"/>
                  <a:gd name="connsiteX27" fmla="*/ 44164 w 131169"/>
                  <a:gd name="connsiteY27" fmla="*/ 35282 h 20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1169" h="202032">
                    <a:moveTo>
                      <a:pt x="101217" y="3373"/>
                    </a:moveTo>
                    <a:lnTo>
                      <a:pt x="131169" y="3373"/>
                    </a:lnTo>
                    <a:lnTo>
                      <a:pt x="131169" y="121674"/>
                    </a:lnTo>
                    <a:cubicBezTo>
                      <a:pt x="131169" y="151963"/>
                      <a:pt x="127746" y="173680"/>
                      <a:pt x="110060" y="188349"/>
                    </a:cubicBezTo>
                    <a:cubicBezTo>
                      <a:pt x="97929" y="197819"/>
                      <a:pt x="82826" y="202649"/>
                      <a:pt x="67461" y="201969"/>
                    </a:cubicBezTo>
                    <a:cubicBezTo>
                      <a:pt x="51850" y="202700"/>
                      <a:pt x="36624" y="196985"/>
                      <a:pt x="25337" y="186158"/>
                    </a:cubicBezTo>
                    <a:cubicBezTo>
                      <a:pt x="14980" y="175142"/>
                      <a:pt x="8329" y="161151"/>
                      <a:pt x="6320" y="146153"/>
                    </a:cubicBezTo>
                    <a:lnTo>
                      <a:pt x="34846" y="146153"/>
                    </a:lnTo>
                    <a:cubicBezTo>
                      <a:pt x="36146" y="153589"/>
                      <a:pt x="39432" y="160534"/>
                      <a:pt x="44355" y="166251"/>
                    </a:cubicBezTo>
                    <a:cubicBezTo>
                      <a:pt x="50469" y="172398"/>
                      <a:pt x="58904" y="175653"/>
                      <a:pt x="67556" y="175204"/>
                    </a:cubicBezTo>
                    <a:cubicBezTo>
                      <a:pt x="76214" y="175606"/>
                      <a:pt x="84672" y="172519"/>
                      <a:pt x="91042" y="166632"/>
                    </a:cubicBezTo>
                    <a:cubicBezTo>
                      <a:pt x="98531" y="157610"/>
                      <a:pt x="101971" y="145893"/>
                      <a:pt x="100551" y="134246"/>
                    </a:cubicBezTo>
                    <a:lnTo>
                      <a:pt x="100551" y="117768"/>
                    </a:lnTo>
                    <a:cubicBezTo>
                      <a:pt x="91285" y="129888"/>
                      <a:pt x="76696" y="136715"/>
                      <a:pt x="61470" y="136056"/>
                    </a:cubicBezTo>
                    <a:cubicBezTo>
                      <a:pt x="45456" y="136815"/>
                      <a:pt x="29928" y="130433"/>
                      <a:pt x="19061" y="118626"/>
                    </a:cubicBezTo>
                    <a:cubicBezTo>
                      <a:pt x="6352" y="104722"/>
                      <a:pt x="-467" y="86416"/>
                      <a:pt x="44" y="67572"/>
                    </a:cubicBezTo>
                    <a:cubicBezTo>
                      <a:pt x="-619" y="49071"/>
                      <a:pt x="6244" y="31093"/>
                      <a:pt x="19061" y="17756"/>
                    </a:cubicBezTo>
                    <a:cubicBezTo>
                      <a:pt x="30608" y="5869"/>
                      <a:pt x="46636" y="-567"/>
                      <a:pt x="63182" y="39"/>
                    </a:cubicBezTo>
                    <a:cubicBezTo>
                      <a:pt x="77841" y="-221"/>
                      <a:pt x="91829" y="6189"/>
                      <a:pt x="101217" y="17470"/>
                    </a:cubicBezTo>
                    <a:close/>
                    <a:moveTo>
                      <a:pt x="44164" y="35472"/>
                    </a:moveTo>
                    <a:cubicBezTo>
                      <a:pt x="35445" y="44256"/>
                      <a:pt x="30702" y="56237"/>
                      <a:pt x="31042" y="68619"/>
                    </a:cubicBezTo>
                    <a:cubicBezTo>
                      <a:pt x="30758" y="80712"/>
                      <a:pt x="35391" y="92401"/>
                      <a:pt x="43879" y="101004"/>
                    </a:cubicBezTo>
                    <a:cubicBezTo>
                      <a:pt x="50261" y="106494"/>
                      <a:pt x="58383" y="109532"/>
                      <a:pt x="66795" y="109577"/>
                    </a:cubicBezTo>
                    <a:cubicBezTo>
                      <a:pt x="76235" y="109883"/>
                      <a:pt x="85348" y="106100"/>
                      <a:pt x="91803" y="99195"/>
                    </a:cubicBezTo>
                    <a:cubicBezTo>
                      <a:pt x="99396" y="90862"/>
                      <a:pt x="103454" y="79896"/>
                      <a:pt x="103119" y="68619"/>
                    </a:cubicBezTo>
                    <a:cubicBezTo>
                      <a:pt x="103725" y="56582"/>
                      <a:pt x="99277" y="44839"/>
                      <a:pt x="90852" y="36234"/>
                    </a:cubicBezTo>
                    <a:cubicBezTo>
                      <a:pt x="84588" y="29721"/>
                      <a:pt x="75813" y="26246"/>
                      <a:pt x="66795" y="26709"/>
                    </a:cubicBezTo>
                    <a:cubicBezTo>
                      <a:pt x="58400" y="26356"/>
                      <a:pt x="50225" y="29453"/>
                      <a:pt x="44164" y="35282"/>
                    </a:cubicBez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16" name="Freeform 15">
                <a:extLst>
                  <a:ext uri="{FF2B5EF4-FFF2-40B4-BE49-F238E27FC236}">
                    <a16:creationId xmlns:a16="http://schemas.microsoft.com/office/drawing/2014/main" id="{2DA16FA5-AE79-814B-AE78-041F2D8056CE}"/>
                  </a:ext>
                </a:extLst>
              </p:cNvPr>
              <p:cNvSpPr/>
              <p:nvPr/>
            </p:nvSpPr>
            <p:spPr>
              <a:xfrm>
                <a:off x="12315298" y="6759892"/>
                <a:ext cx="29952" cy="200025"/>
              </a:xfrm>
              <a:custGeom>
                <a:avLst/>
                <a:gdLst>
                  <a:gd name="connsiteX0" fmla="*/ 29952 w 29952"/>
                  <a:gd name="connsiteY0" fmla="*/ 0 h 200025"/>
                  <a:gd name="connsiteX1" fmla="*/ 29952 w 29952"/>
                  <a:gd name="connsiteY1" fmla="*/ 200025 h 200025"/>
                  <a:gd name="connsiteX2" fmla="*/ 0 w 29952"/>
                  <a:gd name="connsiteY2" fmla="*/ 200025 h 200025"/>
                  <a:gd name="connsiteX3" fmla="*/ 0 w 29952"/>
                  <a:gd name="connsiteY3" fmla="*/ 23813 h 200025"/>
                </a:gdLst>
                <a:ahLst/>
                <a:cxnLst>
                  <a:cxn ang="0">
                    <a:pos x="connsiteX0" y="connsiteY0"/>
                  </a:cxn>
                  <a:cxn ang="0">
                    <a:pos x="connsiteX1" y="connsiteY1"/>
                  </a:cxn>
                  <a:cxn ang="0">
                    <a:pos x="connsiteX2" y="connsiteY2"/>
                  </a:cxn>
                  <a:cxn ang="0">
                    <a:pos x="connsiteX3" y="connsiteY3"/>
                  </a:cxn>
                </a:cxnLst>
                <a:rect l="l" t="t" r="r" b="b"/>
                <a:pathLst>
                  <a:path w="29952" h="200025">
                    <a:moveTo>
                      <a:pt x="29952" y="0"/>
                    </a:moveTo>
                    <a:lnTo>
                      <a:pt x="29952" y="200025"/>
                    </a:lnTo>
                    <a:lnTo>
                      <a:pt x="0" y="200025"/>
                    </a:lnTo>
                    <a:lnTo>
                      <a:pt x="0" y="23813"/>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17" name="Freeform 16">
                <a:extLst>
                  <a:ext uri="{FF2B5EF4-FFF2-40B4-BE49-F238E27FC236}">
                    <a16:creationId xmlns:a16="http://schemas.microsoft.com/office/drawing/2014/main" id="{EBC66F4A-AB94-6547-8422-A1DC1502E6B0}"/>
                  </a:ext>
                </a:extLst>
              </p:cNvPr>
              <p:cNvSpPr/>
              <p:nvPr/>
            </p:nvSpPr>
            <p:spPr>
              <a:xfrm>
                <a:off x="12848737" y="6759892"/>
                <a:ext cx="29952" cy="40957"/>
              </a:xfrm>
              <a:custGeom>
                <a:avLst/>
                <a:gdLst>
                  <a:gd name="connsiteX0" fmla="*/ 29953 w 29952"/>
                  <a:gd name="connsiteY0" fmla="*/ 0 h 40957"/>
                  <a:gd name="connsiteX1" fmla="*/ 29953 w 29952"/>
                  <a:gd name="connsiteY1" fmla="*/ 40958 h 40957"/>
                  <a:gd name="connsiteX2" fmla="*/ 0 w 29952"/>
                  <a:gd name="connsiteY2" fmla="*/ 40958 h 40957"/>
                  <a:gd name="connsiteX3" fmla="*/ 0 w 29952"/>
                  <a:gd name="connsiteY3" fmla="*/ 23813 h 40957"/>
                </a:gdLst>
                <a:ahLst/>
                <a:cxnLst>
                  <a:cxn ang="0">
                    <a:pos x="connsiteX0" y="connsiteY0"/>
                  </a:cxn>
                  <a:cxn ang="0">
                    <a:pos x="connsiteX1" y="connsiteY1"/>
                  </a:cxn>
                  <a:cxn ang="0">
                    <a:pos x="connsiteX2" y="connsiteY2"/>
                  </a:cxn>
                  <a:cxn ang="0">
                    <a:pos x="connsiteX3" y="connsiteY3"/>
                  </a:cxn>
                </a:cxnLst>
                <a:rect l="l" t="t" r="r" b="b"/>
                <a:pathLst>
                  <a:path w="29952" h="40957">
                    <a:moveTo>
                      <a:pt x="29953" y="0"/>
                    </a:moveTo>
                    <a:lnTo>
                      <a:pt x="29953" y="40958"/>
                    </a:lnTo>
                    <a:lnTo>
                      <a:pt x="0" y="40958"/>
                    </a:lnTo>
                    <a:lnTo>
                      <a:pt x="0" y="23813"/>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18" name="Freeform 17">
                <a:extLst>
                  <a:ext uri="{FF2B5EF4-FFF2-40B4-BE49-F238E27FC236}">
                    <a16:creationId xmlns:a16="http://schemas.microsoft.com/office/drawing/2014/main" id="{639D0F9D-73E9-BF40-ABD5-9B40EB8D8242}"/>
                  </a:ext>
                </a:extLst>
              </p:cNvPr>
              <p:cNvSpPr/>
              <p:nvPr/>
            </p:nvSpPr>
            <p:spPr>
              <a:xfrm>
                <a:off x="12375184" y="6827311"/>
                <a:ext cx="122830" cy="136124"/>
              </a:xfrm>
              <a:custGeom>
                <a:avLst/>
                <a:gdLst>
                  <a:gd name="connsiteX0" fmla="*/ 122016 w 122830"/>
                  <a:gd name="connsiteY0" fmla="*/ 102888 h 136124"/>
                  <a:gd name="connsiteX1" fmla="*/ 100431 w 122830"/>
                  <a:gd name="connsiteY1" fmla="*/ 126510 h 136124"/>
                  <a:gd name="connsiteX2" fmla="*/ 62397 w 122830"/>
                  <a:gd name="connsiteY2" fmla="*/ 136035 h 136124"/>
                  <a:gd name="connsiteX3" fmla="*/ 19037 w 122830"/>
                  <a:gd name="connsiteY3" fmla="*/ 119556 h 136124"/>
                  <a:gd name="connsiteX4" fmla="*/ 19 w 122830"/>
                  <a:gd name="connsiteY4" fmla="*/ 70312 h 136124"/>
                  <a:gd name="connsiteX5" fmla="*/ 20463 w 122830"/>
                  <a:gd name="connsiteY5" fmla="*/ 17448 h 136124"/>
                  <a:gd name="connsiteX6" fmla="*/ 63538 w 122830"/>
                  <a:gd name="connsiteY6" fmla="*/ 18 h 136124"/>
                  <a:gd name="connsiteX7" fmla="*/ 104710 w 122830"/>
                  <a:gd name="connsiteY7" fmla="*/ 16877 h 136124"/>
                  <a:gd name="connsiteX8" fmla="*/ 122682 w 122830"/>
                  <a:gd name="connsiteY8" fmla="*/ 71265 h 136124"/>
                  <a:gd name="connsiteX9" fmla="*/ 122682 w 122830"/>
                  <a:gd name="connsiteY9" fmla="*/ 74979 h 136124"/>
                  <a:gd name="connsiteX10" fmla="*/ 30542 w 122830"/>
                  <a:gd name="connsiteY10" fmla="*/ 74979 h 136124"/>
                  <a:gd name="connsiteX11" fmla="*/ 41858 w 122830"/>
                  <a:gd name="connsiteY11" fmla="*/ 101078 h 136124"/>
                  <a:gd name="connsiteX12" fmla="*/ 64774 w 122830"/>
                  <a:gd name="connsiteY12" fmla="*/ 109365 h 136124"/>
                  <a:gd name="connsiteX13" fmla="*/ 85218 w 122830"/>
                  <a:gd name="connsiteY13" fmla="*/ 102983 h 136124"/>
                  <a:gd name="connsiteX14" fmla="*/ 97104 w 122830"/>
                  <a:gd name="connsiteY14" fmla="*/ 88886 h 136124"/>
                  <a:gd name="connsiteX15" fmla="*/ 92444 w 122830"/>
                  <a:gd name="connsiteY15" fmla="*/ 50595 h 136124"/>
                  <a:gd name="connsiteX16" fmla="*/ 82935 w 122830"/>
                  <a:gd name="connsiteY16" fmla="*/ 33260 h 136124"/>
                  <a:gd name="connsiteX17" fmla="*/ 41668 w 122830"/>
                  <a:gd name="connsiteY17" fmla="*/ 34212 h 136124"/>
                  <a:gd name="connsiteX18" fmla="*/ 32159 w 122830"/>
                  <a:gd name="connsiteY18" fmla="*/ 50691 h 13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2830" h="136124">
                    <a:moveTo>
                      <a:pt x="122016" y="102888"/>
                    </a:moveTo>
                    <a:cubicBezTo>
                      <a:pt x="116810" y="112377"/>
                      <a:pt x="109408" y="120477"/>
                      <a:pt x="100431" y="126510"/>
                    </a:cubicBezTo>
                    <a:cubicBezTo>
                      <a:pt x="88885" y="133168"/>
                      <a:pt x="75713" y="136466"/>
                      <a:pt x="62397" y="136035"/>
                    </a:cubicBezTo>
                    <a:cubicBezTo>
                      <a:pt x="46266" y="136939"/>
                      <a:pt x="30509" y="130951"/>
                      <a:pt x="19037" y="119556"/>
                    </a:cubicBezTo>
                    <a:cubicBezTo>
                      <a:pt x="6427" y="106319"/>
                      <a:pt x="-414" y="88604"/>
                      <a:pt x="19" y="70312"/>
                    </a:cubicBezTo>
                    <a:cubicBezTo>
                      <a:pt x="-276" y="50700"/>
                      <a:pt x="7055" y="31742"/>
                      <a:pt x="20463" y="17448"/>
                    </a:cubicBezTo>
                    <a:cubicBezTo>
                      <a:pt x="31803" y="5929"/>
                      <a:pt x="47393" y="-379"/>
                      <a:pt x="63538" y="18"/>
                    </a:cubicBezTo>
                    <a:cubicBezTo>
                      <a:pt x="79005" y="-343"/>
                      <a:pt x="93924" y="5766"/>
                      <a:pt x="104710" y="16877"/>
                    </a:cubicBezTo>
                    <a:cubicBezTo>
                      <a:pt x="117474" y="32009"/>
                      <a:pt x="123912" y="51493"/>
                      <a:pt x="122682" y="71265"/>
                    </a:cubicBezTo>
                    <a:lnTo>
                      <a:pt x="122682" y="74979"/>
                    </a:lnTo>
                    <a:lnTo>
                      <a:pt x="30542" y="74979"/>
                    </a:lnTo>
                    <a:cubicBezTo>
                      <a:pt x="31199" y="84725"/>
                      <a:pt x="35197" y="93944"/>
                      <a:pt x="41858" y="101078"/>
                    </a:cubicBezTo>
                    <a:cubicBezTo>
                      <a:pt x="48017" y="106907"/>
                      <a:pt x="56318" y="109908"/>
                      <a:pt x="64774" y="109365"/>
                    </a:cubicBezTo>
                    <a:cubicBezTo>
                      <a:pt x="72123" y="109688"/>
                      <a:pt x="79353" y="107431"/>
                      <a:pt x="85218" y="102983"/>
                    </a:cubicBezTo>
                    <a:cubicBezTo>
                      <a:pt x="90071" y="99118"/>
                      <a:pt x="94111" y="94326"/>
                      <a:pt x="97104" y="88886"/>
                    </a:cubicBezTo>
                    <a:close/>
                    <a:moveTo>
                      <a:pt x="92444" y="50595"/>
                    </a:moveTo>
                    <a:cubicBezTo>
                      <a:pt x="91259" y="43928"/>
                      <a:pt x="87918" y="37837"/>
                      <a:pt x="82935" y="33260"/>
                    </a:cubicBezTo>
                    <a:cubicBezTo>
                      <a:pt x="70893" y="23151"/>
                      <a:pt x="53233" y="23559"/>
                      <a:pt x="41668" y="34212"/>
                    </a:cubicBezTo>
                    <a:cubicBezTo>
                      <a:pt x="37001" y="38690"/>
                      <a:pt x="33703" y="44405"/>
                      <a:pt x="32159" y="50691"/>
                    </a:cubicBez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19" name="Freeform 18">
                <a:extLst>
                  <a:ext uri="{FF2B5EF4-FFF2-40B4-BE49-F238E27FC236}">
                    <a16:creationId xmlns:a16="http://schemas.microsoft.com/office/drawing/2014/main" id="{6A9260CF-D356-7C41-AC6D-C88FFF8D3C7A}"/>
                  </a:ext>
                </a:extLst>
              </p:cNvPr>
              <p:cNvSpPr/>
              <p:nvPr/>
            </p:nvSpPr>
            <p:spPr>
              <a:xfrm>
                <a:off x="12528484" y="6827512"/>
                <a:ext cx="130459" cy="201937"/>
              </a:xfrm>
              <a:custGeom>
                <a:avLst/>
                <a:gdLst>
                  <a:gd name="connsiteX0" fmla="*/ 29952 w 130459"/>
                  <a:gd name="connsiteY0" fmla="*/ 201938 h 201937"/>
                  <a:gd name="connsiteX1" fmla="*/ 0 w 130459"/>
                  <a:gd name="connsiteY1" fmla="*/ 201938 h 201937"/>
                  <a:gd name="connsiteX2" fmla="*/ 0 w 130459"/>
                  <a:gd name="connsiteY2" fmla="*/ 3341 h 201937"/>
                  <a:gd name="connsiteX3" fmla="*/ 29857 w 130459"/>
                  <a:gd name="connsiteY3" fmla="*/ 3341 h 201937"/>
                  <a:gd name="connsiteX4" fmla="*/ 29857 w 130459"/>
                  <a:gd name="connsiteY4" fmla="*/ 17438 h 201937"/>
                  <a:gd name="connsiteX5" fmla="*/ 67892 w 130459"/>
                  <a:gd name="connsiteY5" fmla="*/ 8 h 201937"/>
                  <a:gd name="connsiteX6" fmla="*/ 130460 w 130459"/>
                  <a:gd name="connsiteY6" fmla="*/ 66683 h 201937"/>
                  <a:gd name="connsiteX7" fmla="*/ 68273 w 130459"/>
                  <a:gd name="connsiteY7" fmla="*/ 135739 h 201937"/>
                  <a:gd name="connsiteX8" fmla="*/ 30238 w 130459"/>
                  <a:gd name="connsiteY8" fmla="*/ 116689 h 201937"/>
                  <a:gd name="connsiteX9" fmla="*/ 28051 w 130459"/>
                  <a:gd name="connsiteY9" fmla="*/ 68588 h 201937"/>
                  <a:gd name="connsiteX10" fmla="*/ 64374 w 130459"/>
                  <a:gd name="connsiteY10" fmla="*/ 109259 h 201937"/>
                  <a:gd name="connsiteX11" fmla="*/ 100127 w 130459"/>
                  <a:gd name="connsiteY11" fmla="*/ 68302 h 201937"/>
                  <a:gd name="connsiteX12" fmla="*/ 64374 w 130459"/>
                  <a:gd name="connsiteY12" fmla="*/ 27059 h 201937"/>
                  <a:gd name="connsiteX13" fmla="*/ 28051 w 130459"/>
                  <a:gd name="connsiteY13" fmla="*/ 68588 h 201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459" h="201937">
                    <a:moveTo>
                      <a:pt x="29952" y="201938"/>
                    </a:moveTo>
                    <a:lnTo>
                      <a:pt x="0" y="201938"/>
                    </a:lnTo>
                    <a:lnTo>
                      <a:pt x="0" y="3341"/>
                    </a:lnTo>
                    <a:lnTo>
                      <a:pt x="29857" y="3341"/>
                    </a:lnTo>
                    <a:lnTo>
                      <a:pt x="29857" y="17438"/>
                    </a:lnTo>
                    <a:cubicBezTo>
                      <a:pt x="39246" y="6157"/>
                      <a:pt x="53233" y="-253"/>
                      <a:pt x="67892" y="8"/>
                    </a:cubicBezTo>
                    <a:cubicBezTo>
                      <a:pt x="101838" y="8"/>
                      <a:pt x="130460" y="26011"/>
                      <a:pt x="130460" y="66683"/>
                    </a:cubicBezTo>
                    <a:cubicBezTo>
                      <a:pt x="130460" y="110117"/>
                      <a:pt x="98796" y="135739"/>
                      <a:pt x="68273" y="135739"/>
                    </a:cubicBezTo>
                    <a:cubicBezTo>
                      <a:pt x="53429" y="135243"/>
                      <a:pt x="39539" y="128287"/>
                      <a:pt x="30238" y="116689"/>
                    </a:cubicBezTo>
                    <a:close/>
                    <a:moveTo>
                      <a:pt x="28051" y="68588"/>
                    </a:moveTo>
                    <a:cubicBezTo>
                      <a:pt x="28051" y="95448"/>
                      <a:pt x="45452" y="109259"/>
                      <a:pt x="64374" y="109259"/>
                    </a:cubicBezTo>
                    <a:cubicBezTo>
                      <a:pt x="86054" y="109259"/>
                      <a:pt x="100127" y="90209"/>
                      <a:pt x="100127" y="68302"/>
                    </a:cubicBezTo>
                    <a:cubicBezTo>
                      <a:pt x="100127" y="46394"/>
                      <a:pt x="86054" y="27059"/>
                      <a:pt x="64374" y="27059"/>
                    </a:cubicBezTo>
                    <a:cubicBezTo>
                      <a:pt x="45357" y="27059"/>
                      <a:pt x="28051" y="40489"/>
                      <a:pt x="28051" y="68588"/>
                    </a:cubicBez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0" name="Freeform 19">
                <a:extLst>
                  <a:ext uri="{FF2B5EF4-FFF2-40B4-BE49-F238E27FC236}">
                    <a16:creationId xmlns:a16="http://schemas.microsoft.com/office/drawing/2014/main" id="{8DAF06B1-468E-9340-BBB6-023DB446738C}"/>
                  </a:ext>
                </a:extLst>
              </p:cNvPr>
              <p:cNvSpPr/>
              <p:nvPr/>
            </p:nvSpPr>
            <p:spPr>
              <a:xfrm>
                <a:off x="12682185" y="6827485"/>
                <a:ext cx="137400" cy="137582"/>
              </a:xfrm>
              <a:custGeom>
                <a:avLst/>
                <a:gdLst>
                  <a:gd name="connsiteX0" fmla="*/ 137361 w 137400"/>
                  <a:gd name="connsiteY0" fmla="*/ 67852 h 137582"/>
                  <a:gd name="connsiteX1" fmla="*/ 69862 w 137400"/>
                  <a:gd name="connsiteY1" fmla="*/ 137572 h 137582"/>
                  <a:gd name="connsiteX2" fmla="*/ 69659 w 137400"/>
                  <a:gd name="connsiteY2" fmla="*/ 137575 h 137582"/>
                  <a:gd name="connsiteX3" fmla="*/ 69659 w 137400"/>
                  <a:gd name="connsiteY3" fmla="*/ 137575 h 137582"/>
                  <a:gd name="connsiteX4" fmla="*/ 7 w 137400"/>
                  <a:gd name="connsiteY4" fmla="*/ 69805 h 137582"/>
                  <a:gd name="connsiteX5" fmla="*/ 67662 w 137400"/>
                  <a:gd name="connsiteY5" fmla="*/ 34 h 137582"/>
                  <a:gd name="connsiteX6" fmla="*/ 68613 w 137400"/>
                  <a:gd name="connsiteY6" fmla="*/ 34 h 137582"/>
                  <a:gd name="connsiteX7" fmla="*/ 137253 w 137400"/>
                  <a:gd name="connsiteY7" fmla="*/ 64559 h 137582"/>
                  <a:gd name="connsiteX8" fmla="*/ 137266 w 137400"/>
                  <a:gd name="connsiteY8" fmla="*/ 64995 h 137582"/>
                  <a:gd name="connsiteX9" fmla="*/ 137361 w 137400"/>
                  <a:gd name="connsiteY9" fmla="*/ 67852 h 137582"/>
                  <a:gd name="connsiteX10" fmla="*/ 106838 w 137400"/>
                  <a:gd name="connsiteY10" fmla="*/ 67852 h 137582"/>
                  <a:gd name="connsiteX11" fmla="*/ 68803 w 137400"/>
                  <a:gd name="connsiteY11" fmla="*/ 26514 h 137582"/>
                  <a:gd name="connsiteX12" fmla="*/ 30768 w 137400"/>
                  <a:gd name="connsiteY12" fmla="*/ 67852 h 137582"/>
                  <a:gd name="connsiteX13" fmla="*/ 68803 w 137400"/>
                  <a:gd name="connsiteY13" fmla="*/ 108810 h 137582"/>
                  <a:gd name="connsiteX14" fmla="*/ 106838 w 137400"/>
                  <a:gd name="connsiteY14" fmla="*/ 68614 h 137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400" h="137582">
                    <a:moveTo>
                      <a:pt x="137361" y="67852"/>
                    </a:moveTo>
                    <a:cubicBezTo>
                      <a:pt x="137941" y="105776"/>
                      <a:pt x="107721" y="136991"/>
                      <a:pt x="69862" y="137572"/>
                    </a:cubicBezTo>
                    <a:cubicBezTo>
                      <a:pt x="69794" y="137574"/>
                      <a:pt x="69727" y="137574"/>
                      <a:pt x="69659" y="137575"/>
                    </a:cubicBezTo>
                    <a:lnTo>
                      <a:pt x="69659" y="137575"/>
                    </a:lnTo>
                    <a:cubicBezTo>
                      <a:pt x="31743" y="138128"/>
                      <a:pt x="559" y="107786"/>
                      <a:pt x="7" y="69805"/>
                    </a:cubicBezTo>
                    <a:cubicBezTo>
                      <a:pt x="-544" y="31824"/>
                      <a:pt x="29746" y="587"/>
                      <a:pt x="67662" y="34"/>
                    </a:cubicBezTo>
                    <a:lnTo>
                      <a:pt x="68613" y="34"/>
                    </a:lnTo>
                    <a:cubicBezTo>
                      <a:pt x="105355" y="-1135"/>
                      <a:pt x="136086" y="27754"/>
                      <a:pt x="137253" y="64559"/>
                    </a:cubicBezTo>
                    <a:cubicBezTo>
                      <a:pt x="137258" y="64704"/>
                      <a:pt x="137262" y="64849"/>
                      <a:pt x="137266" y="64995"/>
                    </a:cubicBezTo>
                    <a:cubicBezTo>
                      <a:pt x="137361" y="65947"/>
                      <a:pt x="137456" y="66900"/>
                      <a:pt x="137361" y="67852"/>
                    </a:cubicBezTo>
                    <a:close/>
                    <a:moveTo>
                      <a:pt x="106838" y="67852"/>
                    </a:moveTo>
                    <a:cubicBezTo>
                      <a:pt x="106838" y="38515"/>
                      <a:pt x="87820" y="26514"/>
                      <a:pt x="68803" y="26514"/>
                    </a:cubicBezTo>
                    <a:cubicBezTo>
                      <a:pt x="49785" y="26514"/>
                      <a:pt x="30768" y="38515"/>
                      <a:pt x="30768" y="67852"/>
                    </a:cubicBezTo>
                    <a:cubicBezTo>
                      <a:pt x="30768" y="92617"/>
                      <a:pt x="45411" y="108810"/>
                      <a:pt x="68803" y="108810"/>
                    </a:cubicBezTo>
                    <a:cubicBezTo>
                      <a:pt x="92194" y="108810"/>
                      <a:pt x="106838" y="92998"/>
                      <a:pt x="106838" y="68614"/>
                    </a:cubicBez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4" name="Freeform 23">
                <a:extLst>
                  <a:ext uri="{FF2B5EF4-FFF2-40B4-BE49-F238E27FC236}">
                    <a16:creationId xmlns:a16="http://schemas.microsoft.com/office/drawing/2014/main" id="{9DA3ECBF-4BA2-EC41-8698-216DFA2473A7}"/>
                  </a:ext>
                </a:extLst>
              </p:cNvPr>
              <p:cNvSpPr/>
              <p:nvPr/>
            </p:nvSpPr>
            <p:spPr>
              <a:xfrm>
                <a:off x="12848832" y="6830853"/>
                <a:ext cx="29952" cy="128682"/>
              </a:xfrm>
              <a:custGeom>
                <a:avLst/>
                <a:gdLst>
                  <a:gd name="connsiteX0" fmla="*/ 29952 w 29952"/>
                  <a:gd name="connsiteY0" fmla="*/ 0 h 128682"/>
                  <a:gd name="connsiteX1" fmla="*/ 29952 w 29952"/>
                  <a:gd name="connsiteY1" fmla="*/ 128683 h 128682"/>
                  <a:gd name="connsiteX2" fmla="*/ 0 w 29952"/>
                  <a:gd name="connsiteY2" fmla="*/ 128683 h 128682"/>
                  <a:gd name="connsiteX3" fmla="*/ 0 w 29952"/>
                  <a:gd name="connsiteY3" fmla="*/ 0 h 128682"/>
                </a:gdLst>
                <a:ahLst/>
                <a:cxnLst>
                  <a:cxn ang="0">
                    <a:pos x="connsiteX0" y="connsiteY0"/>
                  </a:cxn>
                  <a:cxn ang="0">
                    <a:pos x="connsiteX1" y="connsiteY1"/>
                  </a:cxn>
                  <a:cxn ang="0">
                    <a:pos x="connsiteX2" y="connsiteY2"/>
                  </a:cxn>
                  <a:cxn ang="0">
                    <a:pos x="connsiteX3" y="connsiteY3"/>
                  </a:cxn>
                </a:cxnLst>
                <a:rect l="l" t="t" r="r" b="b"/>
                <a:pathLst>
                  <a:path w="29952" h="128682">
                    <a:moveTo>
                      <a:pt x="29952" y="0"/>
                    </a:moveTo>
                    <a:lnTo>
                      <a:pt x="29952" y="128683"/>
                    </a:lnTo>
                    <a:lnTo>
                      <a:pt x="0" y="128683"/>
                    </a:lnTo>
                    <a:lnTo>
                      <a:pt x="0" y="0"/>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5" name="Freeform 24">
                <a:extLst>
                  <a:ext uri="{FF2B5EF4-FFF2-40B4-BE49-F238E27FC236}">
                    <a16:creationId xmlns:a16="http://schemas.microsoft.com/office/drawing/2014/main" id="{C887CE66-6C28-614C-AE08-2C8364406A32}"/>
                  </a:ext>
                </a:extLst>
              </p:cNvPr>
              <p:cNvSpPr/>
              <p:nvPr/>
            </p:nvSpPr>
            <p:spPr>
              <a:xfrm>
                <a:off x="12915203" y="6827390"/>
                <a:ext cx="110776" cy="132241"/>
              </a:xfrm>
              <a:custGeom>
                <a:avLst/>
                <a:gdLst>
                  <a:gd name="connsiteX0" fmla="*/ 0 w 110776"/>
                  <a:gd name="connsiteY0" fmla="*/ 3464 h 132241"/>
                  <a:gd name="connsiteX1" fmla="*/ 29952 w 110776"/>
                  <a:gd name="connsiteY1" fmla="*/ 3464 h 132241"/>
                  <a:gd name="connsiteX2" fmla="*/ 29952 w 110776"/>
                  <a:gd name="connsiteY2" fmla="*/ 15465 h 132241"/>
                  <a:gd name="connsiteX3" fmla="*/ 64754 w 110776"/>
                  <a:gd name="connsiteY3" fmla="*/ 130 h 132241"/>
                  <a:gd name="connsiteX4" fmla="*/ 102789 w 110776"/>
                  <a:gd name="connsiteY4" fmla="*/ 17656 h 132241"/>
                  <a:gd name="connsiteX5" fmla="*/ 110777 w 110776"/>
                  <a:gd name="connsiteY5" fmla="*/ 53375 h 132241"/>
                  <a:gd name="connsiteX6" fmla="*/ 110777 w 110776"/>
                  <a:gd name="connsiteY6" fmla="*/ 132242 h 132241"/>
                  <a:gd name="connsiteX7" fmla="*/ 80824 w 110776"/>
                  <a:gd name="connsiteY7" fmla="*/ 132242 h 132241"/>
                  <a:gd name="connsiteX8" fmla="*/ 80824 w 110776"/>
                  <a:gd name="connsiteY8" fmla="*/ 60614 h 132241"/>
                  <a:gd name="connsiteX9" fmla="*/ 57338 w 110776"/>
                  <a:gd name="connsiteY9" fmla="*/ 26990 h 132241"/>
                  <a:gd name="connsiteX10" fmla="*/ 30143 w 110776"/>
                  <a:gd name="connsiteY10" fmla="*/ 70424 h 132241"/>
                  <a:gd name="connsiteX11" fmla="*/ 30143 w 110776"/>
                  <a:gd name="connsiteY11" fmla="*/ 132242 h 132241"/>
                  <a:gd name="connsiteX12" fmla="*/ 95 w 110776"/>
                  <a:gd name="connsiteY12" fmla="*/ 132242 h 1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776" h="132241">
                    <a:moveTo>
                      <a:pt x="0" y="3464"/>
                    </a:moveTo>
                    <a:lnTo>
                      <a:pt x="29952" y="3464"/>
                    </a:lnTo>
                    <a:lnTo>
                      <a:pt x="29952" y="15465"/>
                    </a:lnTo>
                    <a:cubicBezTo>
                      <a:pt x="38671" y="5385"/>
                      <a:pt x="51445" y="-243"/>
                      <a:pt x="64754" y="130"/>
                    </a:cubicBezTo>
                    <a:cubicBezTo>
                      <a:pt x="79608" y="-1027"/>
                      <a:pt x="94000" y="5605"/>
                      <a:pt x="102789" y="17656"/>
                    </a:cubicBezTo>
                    <a:cubicBezTo>
                      <a:pt x="107734" y="24609"/>
                      <a:pt x="110777" y="33467"/>
                      <a:pt x="110777" y="53375"/>
                    </a:cubicBezTo>
                    <a:lnTo>
                      <a:pt x="110777" y="132242"/>
                    </a:lnTo>
                    <a:lnTo>
                      <a:pt x="80824" y="132242"/>
                    </a:lnTo>
                    <a:lnTo>
                      <a:pt x="80824" y="60614"/>
                    </a:lnTo>
                    <a:cubicBezTo>
                      <a:pt x="80824" y="27943"/>
                      <a:pt x="68653" y="26990"/>
                      <a:pt x="57338" y="26990"/>
                    </a:cubicBezTo>
                    <a:cubicBezTo>
                      <a:pt x="43930" y="26990"/>
                      <a:pt x="30143" y="28895"/>
                      <a:pt x="30143" y="70424"/>
                    </a:cubicBezTo>
                    <a:lnTo>
                      <a:pt x="30143" y="132242"/>
                    </a:lnTo>
                    <a:lnTo>
                      <a:pt x="95" y="132242"/>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6" name="Freeform 25">
                <a:extLst>
                  <a:ext uri="{FF2B5EF4-FFF2-40B4-BE49-F238E27FC236}">
                    <a16:creationId xmlns:a16="http://schemas.microsoft.com/office/drawing/2014/main" id="{85177781-34C5-DF46-B111-2294F87C2B68}"/>
                  </a:ext>
                </a:extLst>
              </p:cNvPr>
              <p:cNvSpPr/>
              <p:nvPr/>
            </p:nvSpPr>
            <p:spPr>
              <a:xfrm>
                <a:off x="13051178" y="6759892"/>
                <a:ext cx="65324" cy="199644"/>
              </a:xfrm>
              <a:custGeom>
                <a:avLst/>
                <a:gdLst>
                  <a:gd name="connsiteX0" fmla="*/ 42124 w 65324"/>
                  <a:gd name="connsiteY0" fmla="*/ 98108 h 199644"/>
                  <a:gd name="connsiteX1" fmla="*/ 42124 w 65324"/>
                  <a:gd name="connsiteY1" fmla="*/ 199644 h 199644"/>
                  <a:gd name="connsiteX2" fmla="*/ 12456 w 65324"/>
                  <a:gd name="connsiteY2" fmla="*/ 199644 h 199644"/>
                  <a:gd name="connsiteX3" fmla="*/ 12456 w 65324"/>
                  <a:gd name="connsiteY3" fmla="*/ 98108 h 199644"/>
                  <a:gd name="connsiteX4" fmla="*/ 0 w 65324"/>
                  <a:gd name="connsiteY4" fmla="*/ 98108 h 199644"/>
                  <a:gd name="connsiteX5" fmla="*/ 0 w 65324"/>
                  <a:gd name="connsiteY5" fmla="*/ 70961 h 199644"/>
                  <a:gd name="connsiteX6" fmla="*/ 12456 w 65324"/>
                  <a:gd name="connsiteY6" fmla="*/ 70961 h 199644"/>
                  <a:gd name="connsiteX7" fmla="*/ 12456 w 65324"/>
                  <a:gd name="connsiteY7" fmla="*/ 23813 h 199644"/>
                  <a:gd name="connsiteX8" fmla="*/ 42409 w 65324"/>
                  <a:gd name="connsiteY8" fmla="*/ 0 h 199644"/>
                  <a:gd name="connsiteX9" fmla="*/ 42409 w 65324"/>
                  <a:gd name="connsiteY9" fmla="*/ 70961 h 199644"/>
                  <a:gd name="connsiteX10" fmla="*/ 65325 w 65324"/>
                  <a:gd name="connsiteY10" fmla="*/ 70961 h 199644"/>
                  <a:gd name="connsiteX11" fmla="*/ 65325 w 65324"/>
                  <a:gd name="connsiteY11" fmla="*/ 98108 h 19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324" h="199644">
                    <a:moveTo>
                      <a:pt x="42124" y="98108"/>
                    </a:moveTo>
                    <a:lnTo>
                      <a:pt x="42124" y="199644"/>
                    </a:lnTo>
                    <a:lnTo>
                      <a:pt x="12456" y="199644"/>
                    </a:lnTo>
                    <a:lnTo>
                      <a:pt x="12456" y="98108"/>
                    </a:lnTo>
                    <a:lnTo>
                      <a:pt x="0" y="98108"/>
                    </a:lnTo>
                    <a:lnTo>
                      <a:pt x="0" y="70961"/>
                    </a:lnTo>
                    <a:lnTo>
                      <a:pt x="12456" y="70961"/>
                    </a:lnTo>
                    <a:lnTo>
                      <a:pt x="12456" y="23813"/>
                    </a:lnTo>
                    <a:lnTo>
                      <a:pt x="42409" y="0"/>
                    </a:lnTo>
                    <a:lnTo>
                      <a:pt x="42409" y="70961"/>
                    </a:lnTo>
                    <a:lnTo>
                      <a:pt x="65325" y="70961"/>
                    </a:lnTo>
                    <a:lnTo>
                      <a:pt x="65325" y="98108"/>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7" name="Freeform 26">
                <a:extLst>
                  <a:ext uri="{FF2B5EF4-FFF2-40B4-BE49-F238E27FC236}">
                    <a16:creationId xmlns:a16="http://schemas.microsoft.com/office/drawing/2014/main" id="{1BB01A16-FCBC-9A4A-A33B-64636A0A594C}"/>
                  </a:ext>
                </a:extLst>
              </p:cNvPr>
              <p:cNvSpPr/>
              <p:nvPr/>
            </p:nvSpPr>
            <p:spPr>
              <a:xfrm>
                <a:off x="11810385" y="6743700"/>
                <a:ext cx="173439" cy="215836"/>
              </a:xfrm>
              <a:custGeom>
                <a:avLst/>
                <a:gdLst>
                  <a:gd name="connsiteX0" fmla="*/ 173439 w 173439"/>
                  <a:gd name="connsiteY0" fmla="*/ 215837 h 215836"/>
                  <a:gd name="connsiteX1" fmla="*/ 86720 w 173439"/>
                  <a:gd name="connsiteY1" fmla="*/ 0 h 215836"/>
                  <a:gd name="connsiteX2" fmla="*/ 86720 w 173439"/>
                  <a:gd name="connsiteY2" fmla="*/ 0 h 215836"/>
                  <a:gd name="connsiteX3" fmla="*/ 0 w 173439"/>
                  <a:gd name="connsiteY3" fmla="*/ 215837 h 215836"/>
                  <a:gd name="connsiteX4" fmla="*/ 33566 w 173439"/>
                  <a:gd name="connsiteY4" fmla="*/ 215837 h 215836"/>
                  <a:gd name="connsiteX5" fmla="*/ 86720 w 173439"/>
                  <a:gd name="connsiteY5" fmla="*/ 78391 h 215836"/>
                  <a:gd name="connsiteX6" fmla="*/ 139873 w 173439"/>
                  <a:gd name="connsiteY6" fmla="*/ 215837 h 215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439" h="215836">
                    <a:moveTo>
                      <a:pt x="173439" y="215837"/>
                    </a:moveTo>
                    <a:lnTo>
                      <a:pt x="86720" y="0"/>
                    </a:lnTo>
                    <a:lnTo>
                      <a:pt x="86720" y="0"/>
                    </a:lnTo>
                    <a:lnTo>
                      <a:pt x="0" y="215837"/>
                    </a:lnTo>
                    <a:lnTo>
                      <a:pt x="33566" y="215837"/>
                    </a:lnTo>
                    <a:lnTo>
                      <a:pt x="86720" y="78391"/>
                    </a:lnTo>
                    <a:lnTo>
                      <a:pt x="139873" y="215837"/>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grpSp>
      </p:grpSp>
      <p:sp>
        <p:nvSpPr>
          <p:cNvPr id="30" name="Rectangle 29">
            <a:extLst>
              <a:ext uri="{FF2B5EF4-FFF2-40B4-BE49-F238E27FC236}">
                <a16:creationId xmlns:a16="http://schemas.microsoft.com/office/drawing/2014/main" id="{78E8D14E-8D0C-BA47-8DDF-7CCB7FB150C7}"/>
              </a:ext>
            </a:extLst>
          </p:cNvPr>
          <p:cNvSpPr/>
          <p:nvPr userDrawn="1"/>
        </p:nvSpPr>
        <p:spPr>
          <a:xfrm>
            <a:off x="1" y="13441680"/>
            <a:ext cx="24387049" cy="27432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TT Norms Pro" panose="02000503030000020003" pitchFamily="2" charset="0"/>
              </a:rPr>
              <a:t>© 2022 Anglepoint Group, Inc. Confidential. Distribution Prohibited. All Rights Reserved.</a:t>
            </a:r>
          </a:p>
        </p:txBody>
      </p:sp>
      <p:sp>
        <p:nvSpPr>
          <p:cNvPr id="31" name="Slide Number Placeholder 34">
            <a:extLst>
              <a:ext uri="{FF2B5EF4-FFF2-40B4-BE49-F238E27FC236}">
                <a16:creationId xmlns:a16="http://schemas.microsoft.com/office/drawing/2014/main" id="{6EF564ED-132F-3F44-89C2-C4340842FCEE}"/>
              </a:ext>
            </a:extLst>
          </p:cNvPr>
          <p:cNvSpPr txBox="1">
            <a:spLocks/>
          </p:cNvSpPr>
          <p:nvPr userDrawn="1"/>
        </p:nvSpPr>
        <p:spPr>
          <a:xfrm>
            <a:off x="23466426" y="13483032"/>
            <a:ext cx="920750" cy="232968"/>
          </a:xfrm>
          <a:prstGeom prst="rect">
            <a:avLst/>
          </a:prstGeom>
        </p:spPr>
        <p:txBody>
          <a:bodyPr vert="horz" wrap="square" lIns="0" tIns="0" rIns="91428" bIns="0" rtlCol="0" anchor="ctr"/>
          <a:lstStyle>
            <a:defPPr>
              <a:defRPr lang="en-US"/>
            </a:defPPr>
            <a:lvl1pPr marL="0" algn="r" defTabSz="457200" rtl="0" eaLnBrk="1" latinLnBrk="0" hangingPunct="1">
              <a:defRPr sz="1400" b="1" i="0" kern="1200">
                <a:solidFill>
                  <a:schemeClr val="accent2"/>
                </a:solidFill>
                <a:latin typeface="TT Norms Pro" panose="02000503030000020003" pitchFamily="2" charset="0"/>
                <a:ea typeface="+mn-ea"/>
                <a:cs typeface="TT Norms Pro" panose="02000503030000020003" pitchFamily="2"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50ECEB4-4230-4F0F-BCBC-F98FC4AE240F}" type="slidenum">
              <a:rPr lang="en-US" sz="1400" smtClean="0"/>
              <a:pPr/>
              <a:t>‹#›</a:t>
            </a:fld>
            <a:endParaRPr lang="en-US" sz="1400"/>
          </a:p>
        </p:txBody>
      </p:sp>
    </p:spTree>
    <p:extLst>
      <p:ext uri="{BB962C8B-B14F-4D97-AF65-F5344CB8AC3E}">
        <p14:creationId xmlns:p14="http://schemas.microsoft.com/office/powerpoint/2010/main" val="53607026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Dark">
    <p:bg>
      <p:bgPr>
        <a:gradFill>
          <a:gsLst>
            <a:gs pos="0">
              <a:schemeClr val="tx2"/>
            </a:gs>
            <a:gs pos="100000">
              <a:srgbClr val="001B3B"/>
            </a:gs>
          </a:gsLst>
          <a:lin ang="2700000" scaled="0"/>
        </a:gradFill>
        <a:effectLst/>
      </p:bgPr>
    </p:bg>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a:noFill/>
        </p:spPr>
        <p:txBody>
          <a:bodyPr/>
          <a:lstStyle>
            <a:lvl1pPr>
              <a:defRPr>
                <a:solidFill>
                  <a:schemeClr val="bg2"/>
                </a:solidFill>
              </a:defRPr>
            </a:lvl1pPr>
          </a:lstStyle>
          <a:p>
            <a:pPr>
              <a:defRPr/>
            </a:pPr>
            <a:r>
              <a:rPr lang="en-US"/>
              <a:t>© 2026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B5247D7B-89DC-AA45-BC89-059C57BEB757}" type="datetime4">
              <a:rPr lang="en-US" smtClean="0"/>
              <a:pPr/>
              <a:t>June 10,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noRot="1" noMove="1" noResize="1" noEditPoints="1" noAdjustHandles="1" noChangeArrowheads="1" noChangeShapeType="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bg1"/>
                </a:solidFill>
                <a:latin typeface="TT Norms Pro" panose="02000503030000020003" pitchFamily="2" charset="0"/>
              </a:defRPr>
            </a:lvl1pPr>
            <a:lvl2pPr marL="1828800" indent="-455614">
              <a:spcAft>
                <a:spcPts val="600"/>
              </a:spcAft>
              <a:defRPr sz="3200" b="0" i="0" spc="-40" baseline="0">
                <a:solidFill>
                  <a:schemeClr val="bg1"/>
                </a:solidFill>
                <a:latin typeface="TT Norms Pro" panose="02000503030000020003" pitchFamily="2" charset="0"/>
              </a:defRPr>
            </a:lvl2pPr>
            <a:lvl3pPr marL="2290764" indent="-455614">
              <a:spcAft>
                <a:spcPts val="600"/>
              </a:spcAft>
              <a:defRPr sz="2800" b="0" i="0" spc="-30" baseline="0">
                <a:solidFill>
                  <a:schemeClr val="bg1"/>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pic>
        <p:nvPicPr>
          <p:cNvPr id="11" name="Anglepoint Logo">
            <a:hlinkClick r:id="" action="ppaction://noaction"/>
            <a:extLst>
              <a:ext uri="{FF2B5EF4-FFF2-40B4-BE49-F238E27FC236}">
                <a16:creationId xmlns:a16="http://schemas.microsoft.com/office/drawing/2014/main" id="{71B22127-C50F-19DC-DE59-8BD1435E162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22585680" y="228600"/>
            <a:ext cx="1487736" cy="320709"/>
          </a:xfrm>
          <a:prstGeom prst="rect">
            <a:avLst/>
          </a:prstGeom>
        </p:spPr>
      </p:pic>
      <p:sp>
        <p:nvSpPr>
          <p:cNvPr id="4" name="Section">
            <a:extLst>
              <a:ext uri="{FF2B5EF4-FFF2-40B4-BE49-F238E27FC236}">
                <a16:creationId xmlns:a16="http://schemas.microsoft.com/office/drawing/2014/main" id="{D4A73C1F-DCE1-0BCE-27CB-F64F9155F5D8}"/>
              </a:ext>
            </a:extLst>
          </p:cNvPr>
          <p:cNvSpPr>
            <a:spLocks noGrp="1"/>
          </p:cNvSpPr>
          <p:nvPr>
            <p:ph type="body" sz="quarter" idx="18"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lumMod val="60000"/>
                    <a:lumOff val="40000"/>
                  </a:schemeClr>
                </a:solidFill>
                <a:latin typeface="TT Norms Pro Light" panose="020B0604020202020204" charset="0"/>
                <a:cs typeface="TT Norms Pro Light" panose="020B0604020202020204" charset="0"/>
              </a:defRPr>
            </a:lvl1pPr>
          </a:lstStyle>
          <a:p>
            <a:pPr lvl="0"/>
            <a:r>
              <a:rPr lang="en-US"/>
              <a:t>Optional SECTION (ALL CAPS, 16 pt Light)</a:t>
            </a:r>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lumMod val="60000"/>
                    <a:lumOff val="40000"/>
                  </a:schemeClr>
                </a:solidFill>
                <a:latin typeface="TT Norms Pro Light" panose="0200050302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noAutofit/>
          </a:bodyPr>
          <a:lstStyle>
            <a:lvl1pPr>
              <a:defRPr sz="6400" baseline="0">
                <a:solidFill>
                  <a:schemeClr val="bg1"/>
                </a:solidFill>
                <a:latin typeface="TT Norms Pro ExtraBold" panose="02000503040000020004" pitchFamily="50" charset="0"/>
              </a:defRPr>
            </a:lvl1pPr>
          </a:lstStyle>
          <a:p>
            <a:r>
              <a:rPr lang="en-US"/>
              <a:t>Title (Title Caps, 64 Pt Bold)</a:t>
            </a:r>
          </a:p>
        </p:txBody>
      </p:sp>
    </p:spTree>
    <p:extLst>
      <p:ext uri="{BB962C8B-B14F-4D97-AF65-F5344CB8AC3E}">
        <p14:creationId xmlns:p14="http://schemas.microsoft.com/office/powerpoint/2010/main" val="212130234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MQ L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F1295C-0674-8B43-CDED-698580DB551E}"/>
              </a:ext>
            </a:extLst>
          </p:cNvPr>
          <p:cNvSpPr/>
          <p:nvPr userDrawn="1"/>
        </p:nvSpPr>
        <p:spPr>
          <a:xfrm flipH="1">
            <a:off x="1" y="0"/>
            <a:ext cx="18826842" cy="13441680"/>
          </a:xfrm>
          <a:prstGeom prst="rect">
            <a:avLst/>
          </a:prstGeom>
          <a:solidFill>
            <a:schemeClr val="tx1">
              <a:lumMod val="20000"/>
              <a:lumOff val="80000"/>
              <a:alpha val="50000"/>
            </a:schemeClr>
          </a:solidFill>
          <a:ln w="127000" cap="flat">
            <a:noFill/>
            <a:prstDash val="solid"/>
            <a:miter/>
          </a:ln>
        </p:spPr>
        <p:txBody>
          <a:bodyPr rtlCol="0" anchor="ctr"/>
          <a:lstStyle/>
          <a:p>
            <a:pPr algn="l"/>
            <a:endParaRPr lang="en-US"/>
          </a:p>
        </p:txBody>
      </p:sp>
      <p:sp>
        <p:nvSpPr>
          <p:cNvPr id="9" name="Rectangle 8">
            <a:extLst>
              <a:ext uri="{FF2B5EF4-FFF2-40B4-BE49-F238E27FC236}">
                <a16:creationId xmlns:a16="http://schemas.microsoft.com/office/drawing/2014/main" id="{DAB51CF7-943D-91AB-C80F-9A9C18D5DD3F}"/>
              </a:ext>
            </a:extLst>
          </p:cNvPr>
          <p:cNvSpPr/>
          <p:nvPr userDrawn="1"/>
        </p:nvSpPr>
        <p:spPr>
          <a:xfrm>
            <a:off x="19169743" y="-2"/>
            <a:ext cx="5217432" cy="13716002"/>
          </a:xfrm>
          <a:prstGeom prst="rect">
            <a:avLst/>
          </a:prstGeom>
          <a:gradFill>
            <a:gsLst>
              <a:gs pos="99000">
                <a:schemeClr val="tx2"/>
              </a:gs>
              <a:gs pos="19000">
                <a:srgbClr val="00275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cxnSp>
        <p:nvCxnSpPr>
          <p:cNvPr id="10" name="Straight Connector 9">
            <a:extLst>
              <a:ext uri="{FF2B5EF4-FFF2-40B4-BE49-F238E27FC236}">
                <a16:creationId xmlns:a16="http://schemas.microsoft.com/office/drawing/2014/main" id="{39C72A42-E608-8797-E70A-94125A6C89C1}"/>
              </a:ext>
            </a:extLst>
          </p:cNvPr>
          <p:cNvCxnSpPr>
            <a:cxnSpLocks/>
          </p:cNvCxnSpPr>
          <p:nvPr userDrawn="1"/>
        </p:nvCxnSpPr>
        <p:spPr>
          <a:xfrm>
            <a:off x="18983739" y="-2"/>
            <a:ext cx="0" cy="13441680"/>
          </a:xfrm>
          <a:prstGeom prst="line">
            <a:avLst/>
          </a:prstGeom>
          <a:solidFill>
            <a:srgbClr val="FFFFFF"/>
          </a:solidFill>
          <a:ln w="381000" cap="flat">
            <a:solidFill>
              <a:schemeClr val="accent2"/>
            </a:solidFill>
            <a:prstDash val="solid"/>
            <a:miter/>
          </a:ln>
        </p:spPr>
      </p:cxnSp>
      <p:sp>
        <p:nvSpPr>
          <p:cNvPr id="2" name="Footer">
            <a:extLst>
              <a:ext uri="{FF2B5EF4-FFF2-40B4-BE49-F238E27FC236}">
                <a16:creationId xmlns:a16="http://schemas.microsoft.com/office/drawing/2014/main" id="{B6B012EB-7D1A-8B85-CE7A-F645EE1AFA13}"/>
              </a:ext>
            </a:extLst>
          </p:cNvPr>
          <p:cNvSpPr>
            <a:spLocks noGrp="1" noRot="1" noMove="1" noResize="1" noEditPoints="1" noAdjustHandles="1" noChangeArrowheads="1" noChangeShapeType="1"/>
          </p:cNvSpPr>
          <p:nvPr>
            <p:ph type="ftr" sz="quarter" idx="15"/>
          </p:nvPr>
        </p:nvSpPr>
        <p:spPr>
          <a:xfrm>
            <a:off x="3175" y="13441680"/>
            <a:ext cx="24387048" cy="274320"/>
          </a:xfrm>
        </p:spPr>
        <p:txBody>
          <a:bodyPr/>
          <a:lstStyle/>
          <a:p>
            <a:pPr>
              <a:defRPr/>
            </a:pPr>
            <a:r>
              <a:rPr lang="en-US"/>
              <a:t>© 2026 Anglepoint Group, Inc. Confidential.</a:t>
            </a:r>
          </a:p>
        </p:txBody>
      </p:sp>
      <p:sp>
        <p:nvSpPr>
          <p:cNvPr id="3" name="Date">
            <a:extLst>
              <a:ext uri="{FF2B5EF4-FFF2-40B4-BE49-F238E27FC236}">
                <a16:creationId xmlns:a16="http://schemas.microsoft.com/office/drawing/2014/main" id="{561A2104-9752-F2EB-AC92-C0C10114AE3C}"/>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June 10, 2026</a:t>
            </a:fld>
            <a:endParaRPr lang="en-US"/>
          </a:p>
        </p:txBody>
      </p:sp>
      <p:sp>
        <p:nvSpPr>
          <p:cNvPr id="5" name="Slide Number">
            <a:extLst>
              <a:ext uri="{FF2B5EF4-FFF2-40B4-BE49-F238E27FC236}">
                <a16:creationId xmlns:a16="http://schemas.microsoft.com/office/drawing/2014/main" id="{5D28513D-485F-E895-3DD6-9F24F51F8A25}"/>
              </a:ext>
            </a:extLst>
          </p:cNvPr>
          <p:cNvSpPr>
            <a:spLocks noGrp="1" noRot="1" noMove="1" noResize="1" noEditPoints="1" noAdjustHandles="1" noChangeArrowheads="1" noChangeShapeType="1"/>
          </p:cNvSpPr>
          <p:nvPr>
            <p:ph type="sldNum" sz="quarter" idx="16"/>
          </p:nvPr>
        </p:nvSpPr>
        <p:spPr>
          <a:xfrm>
            <a:off x="23244175" y="13441680"/>
            <a:ext cx="1143000" cy="274320"/>
          </a:xfrm>
        </p:spPr>
        <p:txBody>
          <a:bodyPr/>
          <a:lstStyle/>
          <a:p>
            <a:fld id="{65CC2327-6B8B-47BD-B581-B21CDA88CCFB}" type="slidenum">
              <a:rPr lang="en-US" smtClean="0"/>
              <a:pPr/>
              <a:t>‹#›</a:t>
            </a:fld>
            <a:endParaRPr lang="en-US"/>
          </a:p>
        </p:txBody>
      </p:sp>
      <p:grpSp>
        <p:nvGrpSpPr>
          <p:cNvPr id="29" name="Group 28">
            <a:extLst>
              <a:ext uri="{FF2B5EF4-FFF2-40B4-BE49-F238E27FC236}">
                <a16:creationId xmlns:a16="http://schemas.microsoft.com/office/drawing/2014/main" id="{3D81F210-EEAB-9400-3F56-C9E765BCA6AC}"/>
              </a:ext>
            </a:extLst>
          </p:cNvPr>
          <p:cNvGrpSpPr/>
          <p:nvPr userDrawn="1"/>
        </p:nvGrpSpPr>
        <p:grpSpPr>
          <a:xfrm>
            <a:off x="22525223" y="369811"/>
            <a:ext cx="1481667" cy="320383"/>
            <a:chOff x="1354236" y="1419619"/>
            <a:chExt cx="3197846" cy="691475"/>
          </a:xfrm>
        </p:grpSpPr>
        <p:grpSp>
          <p:nvGrpSpPr>
            <p:cNvPr id="28" name="Group 27">
              <a:extLst>
                <a:ext uri="{FF2B5EF4-FFF2-40B4-BE49-F238E27FC236}">
                  <a16:creationId xmlns:a16="http://schemas.microsoft.com/office/drawing/2014/main" id="{83A8931B-773A-E995-4500-015D2145088A}"/>
                </a:ext>
              </a:extLst>
            </p:cNvPr>
            <p:cNvGrpSpPr/>
            <p:nvPr userDrawn="1"/>
          </p:nvGrpSpPr>
          <p:grpSpPr>
            <a:xfrm>
              <a:off x="1354236" y="1419619"/>
              <a:ext cx="683611" cy="691475"/>
              <a:chOff x="1354236" y="1419619"/>
              <a:chExt cx="683611" cy="691475"/>
            </a:xfrm>
            <a:solidFill>
              <a:schemeClr val="accent2"/>
            </a:solidFill>
          </p:grpSpPr>
          <p:sp>
            <p:nvSpPr>
              <p:cNvPr id="13" name="Freeform 12">
                <a:extLst>
                  <a:ext uri="{FF2B5EF4-FFF2-40B4-BE49-F238E27FC236}">
                    <a16:creationId xmlns:a16="http://schemas.microsoft.com/office/drawing/2014/main" id="{60E4663A-C201-7036-BD51-A82AFB7852F0}"/>
                  </a:ext>
                </a:extLst>
              </p:cNvPr>
              <p:cNvSpPr/>
              <p:nvPr/>
            </p:nvSpPr>
            <p:spPr>
              <a:xfrm>
                <a:off x="1354236" y="1635042"/>
                <a:ext cx="172339" cy="172338"/>
              </a:xfrm>
              <a:custGeom>
                <a:avLst/>
                <a:gdLst>
                  <a:gd name="connsiteX0" fmla="*/ 172339 w 172339"/>
                  <a:gd name="connsiteY0" fmla="*/ 86169 h 172338"/>
                  <a:gd name="connsiteX1" fmla="*/ 86170 w 172339"/>
                  <a:gd name="connsiteY1" fmla="*/ 172339 h 172338"/>
                  <a:gd name="connsiteX2" fmla="*/ 0 w 172339"/>
                  <a:gd name="connsiteY2" fmla="*/ 86169 h 172338"/>
                  <a:gd name="connsiteX3" fmla="*/ 86170 w 172339"/>
                  <a:gd name="connsiteY3" fmla="*/ 0 h 172338"/>
                  <a:gd name="connsiteX4" fmla="*/ 172339 w 172339"/>
                  <a:gd name="connsiteY4" fmla="*/ 86169 h 172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39" h="172338">
                    <a:moveTo>
                      <a:pt x="172339" y="86169"/>
                    </a:moveTo>
                    <a:cubicBezTo>
                      <a:pt x="172339" y="133759"/>
                      <a:pt x="133760" y="172339"/>
                      <a:pt x="86170" y="172339"/>
                    </a:cubicBezTo>
                    <a:cubicBezTo>
                      <a:pt x="38579" y="172339"/>
                      <a:pt x="0" y="133759"/>
                      <a:pt x="0" y="86169"/>
                    </a:cubicBezTo>
                    <a:cubicBezTo>
                      <a:pt x="0" y="38579"/>
                      <a:pt x="38579" y="0"/>
                      <a:pt x="86170" y="0"/>
                    </a:cubicBezTo>
                    <a:cubicBezTo>
                      <a:pt x="133760" y="0"/>
                      <a:pt x="172339" y="38579"/>
                      <a:pt x="172339" y="86169"/>
                    </a:cubicBezTo>
                    <a:close/>
                  </a:path>
                </a:pathLst>
              </a:custGeom>
              <a:grpFill/>
              <a:ln w="9554"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A69963E-DEA2-D024-A7CC-ACDA04A72C55}"/>
                  </a:ext>
                </a:extLst>
              </p:cNvPr>
              <p:cNvSpPr/>
              <p:nvPr/>
            </p:nvSpPr>
            <p:spPr>
              <a:xfrm>
                <a:off x="1393491" y="1419619"/>
                <a:ext cx="644356" cy="691475"/>
              </a:xfrm>
              <a:custGeom>
                <a:avLst/>
                <a:gdLst>
                  <a:gd name="connsiteX0" fmla="*/ 568719 w 644356"/>
                  <a:gd name="connsiteY0" fmla="*/ 89042 h 691475"/>
                  <a:gd name="connsiteX1" fmla="*/ 575421 w 644356"/>
                  <a:gd name="connsiteY1" fmla="*/ 108190 h 691475"/>
                  <a:gd name="connsiteX2" fmla="*/ 644357 w 644356"/>
                  <a:gd name="connsiteY2" fmla="*/ 0 h 691475"/>
                  <a:gd name="connsiteX3" fmla="*/ 529464 w 644356"/>
                  <a:gd name="connsiteY3" fmla="*/ 61276 h 691475"/>
                  <a:gd name="connsiteX4" fmla="*/ 547655 w 644356"/>
                  <a:gd name="connsiteY4" fmla="*/ 67978 h 691475"/>
                  <a:gd name="connsiteX5" fmla="*/ 606059 w 644356"/>
                  <a:gd name="connsiteY5" fmla="*/ 35425 h 691475"/>
                  <a:gd name="connsiteX6" fmla="*/ 0 w 644356"/>
                  <a:gd name="connsiteY6" fmla="*/ 517016 h 691475"/>
                  <a:gd name="connsiteX7" fmla="*/ 456699 w 644356"/>
                  <a:gd name="connsiteY7" fmla="*/ 650100 h 691475"/>
                  <a:gd name="connsiteX8" fmla="*/ 589783 w 644356"/>
                  <a:gd name="connsiteY8" fmla="*/ 194360 h 691475"/>
                  <a:gd name="connsiteX9" fmla="*/ 536166 w 644356"/>
                  <a:gd name="connsiteY9" fmla="*/ 121595 h 691475"/>
                  <a:gd name="connsiteX10" fmla="*/ 568719 w 644356"/>
                  <a:gd name="connsiteY10" fmla="*/ 89042 h 691475"/>
                  <a:gd name="connsiteX11" fmla="*/ 555315 w 644356"/>
                  <a:gd name="connsiteY11" fmla="*/ 518931 h 691475"/>
                  <a:gd name="connsiteX12" fmla="*/ 373401 w 644356"/>
                  <a:gd name="connsiteY12" fmla="*/ 606058 h 691475"/>
                  <a:gd name="connsiteX13" fmla="*/ 277657 w 644356"/>
                  <a:gd name="connsiteY13" fmla="*/ 472017 h 691475"/>
                  <a:gd name="connsiteX14" fmla="*/ 476805 w 644356"/>
                  <a:gd name="connsiteY14" fmla="*/ 179041 h 691475"/>
                  <a:gd name="connsiteX15" fmla="*/ 555315 w 644356"/>
                  <a:gd name="connsiteY15" fmla="*/ 518931 h 691475"/>
                  <a:gd name="connsiteX16" fmla="*/ 555315 w 644356"/>
                  <a:gd name="connsiteY16" fmla="*/ 518931 h 691475"/>
                  <a:gd name="connsiteX17" fmla="*/ 555315 w 644356"/>
                  <a:gd name="connsiteY17" fmla="*/ 518931 h 69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4356" h="691475">
                    <a:moveTo>
                      <a:pt x="568719" y="89042"/>
                    </a:moveTo>
                    <a:lnTo>
                      <a:pt x="575421" y="108190"/>
                    </a:lnTo>
                    <a:lnTo>
                      <a:pt x="644357" y="0"/>
                    </a:lnTo>
                    <a:lnTo>
                      <a:pt x="529464" y="61276"/>
                    </a:lnTo>
                    <a:lnTo>
                      <a:pt x="547655" y="67978"/>
                    </a:lnTo>
                    <a:lnTo>
                      <a:pt x="606059" y="35425"/>
                    </a:lnTo>
                    <a:lnTo>
                      <a:pt x="0" y="517016"/>
                    </a:lnTo>
                    <a:cubicBezTo>
                      <a:pt x="89042" y="679781"/>
                      <a:pt x="293934" y="739142"/>
                      <a:pt x="456699" y="650100"/>
                    </a:cubicBezTo>
                    <a:cubicBezTo>
                      <a:pt x="619463" y="561058"/>
                      <a:pt x="678824" y="357124"/>
                      <a:pt x="589783" y="194360"/>
                    </a:cubicBezTo>
                    <a:cubicBezTo>
                      <a:pt x="575421" y="167552"/>
                      <a:pt x="557230" y="142658"/>
                      <a:pt x="536166" y="121595"/>
                    </a:cubicBezTo>
                    <a:cubicBezTo>
                      <a:pt x="547655" y="109148"/>
                      <a:pt x="559145" y="98616"/>
                      <a:pt x="568719" y="89042"/>
                    </a:cubicBezTo>
                    <a:close/>
                    <a:moveTo>
                      <a:pt x="555315" y="518931"/>
                    </a:moveTo>
                    <a:cubicBezTo>
                      <a:pt x="529464" y="593611"/>
                      <a:pt x="448082" y="632866"/>
                      <a:pt x="373401" y="606058"/>
                    </a:cubicBezTo>
                    <a:cubicBezTo>
                      <a:pt x="315955" y="585952"/>
                      <a:pt x="277657" y="532335"/>
                      <a:pt x="277657" y="472017"/>
                    </a:cubicBezTo>
                    <a:cubicBezTo>
                      <a:pt x="277657" y="393507"/>
                      <a:pt x="332231" y="304465"/>
                      <a:pt x="476805" y="179041"/>
                    </a:cubicBezTo>
                    <a:cubicBezTo>
                      <a:pt x="476805" y="179041"/>
                      <a:pt x="623293" y="315954"/>
                      <a:pt x="555315" y="518931"/>
                    </a:cubicBezTo>
                    <a:lnTo>
                      <a:pt x="555315" y="518931"/>
                    </a:lnTo>
                    <a:lnTo>
                      <a:pt x="555315" y="518931"/>
                    </a:lnTo>
                    <a:close/>
                  </a:path>
                </a:pathLst>
              </a:custGeom>
              <a:grpFill/>
              <a:ln w="9554"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C86A1CA-EB86-B472-C581-548F368FAAEF}"/>
                  </a:ext>
                </a:extLst>
              </p:cNvPr>
              <p:cNvSpPr/>
              <p:nvPr/>
            </p:nvSpPr>
            <p:spPr>
              <a:xfrm>
                <a:off x="1422214" y="1439183"/>
                <a:ext cx="476804" cy="128837"/>
              </a:xfrm>
              <a:custGeom>
                <a:avLst/>
                <a:gdLst>
                  <a:gd name="connsiteX0" fmla="*/ 404039 w 476804"/>
                  <a:gd name="connsiteY0" fmla="*/ 120221 h 128837"/>
                  <a:gd name="connsiteX1" fmla="*/ 476805 w 476804"/>
                  <a:gd name="connsiteY1" fmla="*/ 74264 h 128837"/>
                  <a:gd name="connsiteX2" fmla="*/ 3830 w 476804"/>
                  <a:gd name="connsiteY2" fmla="*/ 124051 h 128837"/>
                  <a:gd name="connsiteX3" fmla="*/ 0 w 476804"/>
                  <a:gd name="connsiteY3" fmla="*/ 128838 h 128837"/>
                  <a:gd name="connsiteX4" fmla="*/ 404039 w 476804"/>
                  <a:gd name="connsiteY4" fmla="*/ 120221 h 128837"/>
                  <a:gd name="connsiteX5" fmla="*/ 404039 w 476804"/>
                  <a:gd name="connsiteY5" fmla="*/ 120221 h 128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804" h="128837">
                    <a:moveTo>
                      <a:pt x="404039" y="120221"/>
                    </a:moveTo>
                    <a:lnTo>
                      <a:pt x="476805" y="74264"/>
                    </a:lnTo>
                    <a:cubicBezTo>
                      <a:pt x="332231" y="-41586"/>
                      <a:pt x="120637" y="-19565"/>
                      <a:pt x="3830" y="124051"/>
                    </a:cubicBezTo>
                    <a:cubicBezTo>
                      <a:pt x="2872" y="125966"/>
                      <a:pt x="957" y="126923"/>
                      <a:pt x="0" y="128838"/>
                    </a:cubicBezTo>
                    <a:cubicBezTo>
                      <a:pt x="117765" y="35966"/>
                      <a:pt x="282445" y="33094"/>
                      <a:pt x="404039" y="120221"/>
                    </a:cubicBezTo>
                    <a:lnTo>
                      <a:pt x="404039" y="120221"/>
                    </a:lnTo>
                    <a:close/>
                  </a:path>
                </a:pathLst>
              </a:custGeom>
              <a:grpFill/>
              <a:ln w="9554" cap="flat">
                <a:noFill/>
                <a:prstDash val="solid"/>
                <a:miter/>
              </a:ln>
            </p:spPr>
            <p:txBody>
              <a:bodyPr rtlCol="0" anchor="ctr"/>
              <a:lstStyle/>
              <a:p>
                <a:endParaRPr lang="en-US"/>
              </a:p>
            </p:txBody>
          </p:sp>
        </p:grpSp>
        <p:grpSp>
          <p:nvGrpSpPr>
            <p:cNvPr id="27" name="Group 26">
              <a:extLst>
                <a:ext uri="{FF2B5EF4-FFF2-40B4-BE49-F238E27FC236}">
                  <a16:creationId xmlns:a16="http://schemas.microsoft.com/office/drawing/2014/main" id="{4AF10C53-8E9E-934B-E082-3BD917B6E885}"/>
                </a:ext>
              </a:extLst>
            </p:cNvPr>
            <p:cNvGrpSpPr/>
            <p:nvPr userDrawn="1"/>
          </p:nvGrpSpPr>
          <p:grpSpPr>
            <a:xfrm>
              <a:off x="2243697" y="1554617"/>
              <a:ext cx="2308385" cy="504832"/>
              <a:chOff x="2243697" y="1554617"/>
              <a:chExt cx="2308385" cy="504832"/>
            </a:xfrm>
            <a:solidFill>
              <a:schemeClr val="bg1"/>
            </a:solidFill>
          </p:grpSpPr>
          <p:sp>
            <p:nvSpPr>
              <p:cNvPr id="16" name="Freeform 15">
                <a:extLst>
                  <a:ext uri="{FF2B5EF4-FFF2-40B4-BE49-F238E27FC236}">
                    <a16:creationId xmlns:a16="http://schemas.microsoft.com/office/drawing/2014/main" id="{EF5C259B-543A-70BA-E13F-DDACA083FDB6}"/>
                  </a:ext>
                </a:extLst>
              </p:cNvPr>
              <p:cNvSpPr/>
              <p:nvPr/>
            </p:nvSpPr>
            <p:spPr>
              <a:xfrm>
                <a:off x="2593162" y="1701856"/>
                <a:ext cx="195317" cy="233821"/>
              </a:xfrm>
              <a:custGeom>
                <a:avLst/>
                <a:gdLst>
                  <a:gd name="connsiteX0" fmla="*/ 0 w 195317"/>
                  <a:gd name="connsiteY0" fmla="*/ 5951 h 233821"/>
                  <a:gd name="connsiteX1" fmla="*/ 52659 w 195317"/>
                  <a:gd name="connsiteY1" fmla="*/ 5951 h 233821"/>
                  <a:gd name="connsiteX2" fmla="*/ 52659 w 195317"/>
                  <a:gd name="connsiteY2" fmla="*/ 27015 h 233821"/>
                  <a:gd name="connsiteX3" fmla="*/ 113935 w 195317"/>
                  <a:gd name="connsiteY3" fmla="*/ 207 h 233821"/>
                  <a:gd name="connsiteX4" fmla="*/ 180956 w 195317"/>
                  <a:gd name="connsiteY4" fmla="*/ 30845 h 233821"/>
                  <a:gd name="connsiteX5" fmla="*/ 195318 w 195317"/>
                  <a:gd name="connsiteY5" fmla="*/ 94035 h 233821"/>
                  <a:gd name="connsiteX6" fmla="*/ 195318 w 195317"/>
                  <a:gd name="connsiteY6" fmla="*/ 232864 h 233821"/>
                  <a:gd name="connsiteX7" fmla="*/ 142659 w 195317"/>
                  <a:gd name="connsiteY7" fmla="*/ 232864 h 233821"/>
                  <a:gd name="connsiteX8" fmla="*/ 142659 w 195317"/>
                  <a:gd name="connsiteY8" fmla="*/ 107440 h 233821"/>
                  <a:gd name="connsiteX9" fmla="*/ 101489 w 195317"/>
                  <a:gd name="connsiteY9" fmla="*/ 48078 h 233821"/>
                  <a:gd name="connsiteX10" fmla="*/ 53617 w 195317"/>
                  <a:gd name="connsiteY10" fmla="*/ 124673 h 233821"/>
                  <a:gd name="connsiteX11" fmla="*/ 53617 w 195317"/>
                  <a:gd name="connsiteY11" fmla="*/ 233821 h 233821"/>
                  <a:gd name="connsiteX12" fmla="*/ 957 w 195317"/>
                  <a:gd name="connsiteY12" fmla="*/ 233821 h 233821"/>
                  <a:gd name="connsiteX13" fmla="*/ 0 w 195317"/>
                  <a:gd name="connsiteY13" fmla="*/ 5951 h 233821"/>
                  <a:gd name="connsiteX14" fmla="*/ 0 w 195317"/>
                  <a:gd name="connsiteY14" fmla="*/ 5951 h 23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317" h="233821">
                    <a:moveTo>
                      <a:pt x="0" y="5951"/>
                    </a:moveTo>
                    <a:lnTo>
                      <a:pt x="52659" y="5951"/>
                    </a:lnTo>
                    <a:lnTo>
                      <a:pt x="52659" y="27015"/>
                    </a:lnTo>
                    <a:cubicBezTo>
                      <a:pt x="67978" y="8824"/>
                      <a:pt x="90957" y="-751"/>
                      <a:pt x="113935" y="207"/>
                    </a:cubicBezTo>
                    <a:cubicBezTo>
                      <a:pt x="139786" y="-1708"/>
                      <a:pt x="165637" y="9781"/>
                      <a:pt x="180956" y="30845"/>
                    </a:cubicBezTo>
                    <a:cubicBezTo>
                      <a:pt x="189573" y="43291"/>
                      <a:pt x="195318" y="58610"/>
                      <a:pt x="195318" y="94035"/>
                    </a:cubicBezTo>
                    <a:lnTo>
                      <a:pt x="195318" y="232864"/>
                    </a:lnTo>
                    <a:lnTo>
                      <a:pt x="142659" y="232864"/>
                    </a:lnTo>
                    <a:lnTo>
                      <a:pt x="142659" y="107440"/>
                    </a:lnTo>
                    <a:cubicBezTo>
                      <a:pt x="142659" y="49993"/>
                      <a:pt x="120637" y="48078"/>
                      <a:pt x="101489" y="48078"/>
                    </a:cubicBezTo>
                    <a:cubicBezTo>
                      <a:pt x="77553" y="48078"/>
                      <a:pt x="53617" y="50951"/>
                      <a:pt x="53617" y="124673"/>
                    </a:cubicBezTo>
                    <a:lnTo>
                      <a:pt x="53617" y="233821"/>
                    </a:lnTo>
                    <a:lnTo>
                      <a:pt x="957" y="233821"/>
                    </a:lnTo>
                    <a:lnTo>
                      <a:pt x="0" y="5951"/>
                    </a:lnTo>
                    <a:lnTo>
                      <a:pt x="0" y="5951"/>
                    </a:lnTo>
                    <a:close/>
                  </a:path>
                </a:pathLst>
              </a:custGeom>
              <a:grpFill/>
              <a:ln w="9554"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1C38EFA-C2A5-3A66-A386-5B9559815B62}"/>
                  </a:ext>
                </a:extLst>
              </p:cNvPr>
              <p:cNvSpPr/>
              <p:nvPr/>
            </p:nvSpPr>
            <p:spPr>
              <a:xfrm>
                <a:off x="2841083" y="1701050"/>
                <a:ext cx="230798" cy="358399"/>
              </a:xfrm>
              <a:custGeom>
                <a:avLst/>
                <a:gdLst>
                  <a:gd name="connsiteX0" fmla="*/ 178139 w 230798"/>
                  <a:gd name="connsiteY0" fmla="*/ 6758 h 358399"/>
                  <a:gd name="connsiteX1" fmla="*/ 230798 w 230798"/>
                  <a:gd name="connsiteY1" fmla="*/ 6758 h 358399"/>
                  <a:gd name="connsiteX2" fmla="*/ 230798 w 230798"/>
                  <a:gd name="connsiteY2" fmla="*/ 216436 h 358399"/>
                  <a:gd name="connsiteX3" fmla="*/ 193458 w 230798"/>
                  <a:gd name="connsiteY3" fmla="*/ 334201 h 358399"/>
                  <a:gd name="connsiteX4" fmla="*/ 117820 w 230798"/>
                  <a:gd name="connsiteY4" fmla="*/ 358137 h 358399"/>
                  <a:gd name="connsiteX5" fmla="*/ 43140 w 230798"/>
                  <a:gd name="connsiteY5" fmla="*/ 330371 h 358399"/>
                  <a:gd name="connsiteX6" fmla="*/ 9630 w 230798"/>
                  <a:gd name="connsiteY6" fmla="*/ 259521 h 358399"/>
                  <a:gd name="connsiteX7" fmla="*/ 61331 w 230798"/>
                  <a:gd name="connsiteY7" fmla="*/ 259521 h 358399"/>
                  <a:gd name="connsiteX8" fmla="*/ 78565 w 230798"/>
                  <a:gd name="connsiteY8" fmla="*/ 294946 h 358399"/>
                  <a:gd name="connsiteX9" fmla="*/ 119735 w 230798"/>
                  <a:gd name="connsiteY9" fmla="*/ 310265 h 358399"/>
                  <a:gd name="connsiteX10" fmla="*/ 160905 w 230798"/>
                  <a:gd name="connsiteY10" fmla="*/ 294946 h 358399"/>
                  <a:gd name="connsiteX11" fmla="*/ 178139 w 230798"/>
                  <a:gd name="connsiteY11" fmla="*/ 237500 h 358399"/>
                  <a:gd name="connsiteX12" fmla="*/ 178139 w 230798"/>
                  <a:gd name="connsiteY12" fmla="*/ 207819 h 358399"/>
                  <a:gd name="connsiteX13" fmla="*/ 109203 w 230798"/>
                  <a:gd name="connsiteY13" fmla="*/ 240372 h 358399"/>
                  <a:gd name="connsiteX14" fmla="*/ 34523 w 230798"/>
                  <a:gd name="connsiteY14" fmla="*/ 209734 h 358399"/>
                  <a:gd name="connsiteX15" fmla="*/ 55 w 230798"/>
                  <a:gd name="connsiteY15" fmla="*/ 119735 h 358399"/>
                  <a:gd name="connsiteX16" fmla="*/ 33566 w 230798"/>
                  <a:gd name="connsiteY16" fmla="*/ 31651 h 358399"/>
                  <a:gd name="connsiteX17" fmla="*/ 111118 w 230798"/>
                  <a:gd name="connsiteY17" fmla="*/ 55 h 358399"/>
                  <a:gd name="connsiteX18" fmla="*/ 179096 w 230798"/>
                  <a:gd name="connsiteY18" fmla="*/ 30693 h 358399"/>
                  <a:gd name="connsiteX19" fmla="*/ 178139 w 230798"/>
                  <a:gd name="connsiteY19" fmla="*/ 6758 h 358399"/>
                  <a:gd name="connsiteX20" fmla="*/ 178139 w 230798"/>
                  <a:gd name="connsiteY20" fmla="*/ 6758 h 358399"/>
                  <a:gd name="connsiteX21" fmla="*/ 76650 w 230798"/>
                  <a:gd name="connsiteY21" fmla="*/ 64204 h 358399"/>
                  <a:gd name="connsiteX22" fmla="*/ 53672 w 230798"/>
                  <a:gd name="connsiteY22" fmla="*/ 121650 h 358399"/>
                  <a:gd name="connsiteX23" fmla="*/ 76650 w 230798"/>
                  <a:gd name="connsiteY23" fmla="*/ 179096 h 358399"/>
                  <a:gd name="connsiteX24" fmla="*/ 116863 w 230798"/>
                  <a:gd name="connsiteY24" fmla="*/ 194415 h 358399"/>
                  <a:gd name="connsiteX25" fmla="*/ 160905 w 230798"/>
                  <a:gd name="connsiteY25" fmla="*/ 176224 h 358399"/>
                  <a:gd name="connsiteX26" fmla="*/ 181011 w 230798"/>
                  <a:gd name="connsiteY26" fmla="*/ 122607 h 358399"/>
                  <a:gd name="connsiteX27" fmla="*/ 159948 w 230798"/>
                  <a:gd name="connsiteY27" fmla="*/ 65161 h 358399"/>
                  <a:gd name="connsiteX28" fmla="*/ 117820 w 230798"/>
                  <a:gd name="connsiteY28" fmla="*/ 48885 h 358399"/>
                  <a:gd name="connsiteX29" fmla="*/ 76650 w 230798"/>
                  <a:gd name="connsiteY29" fmla="*/ 64204 h 358399"/>
                  <a:gd name="connsiteX30" fmla="*/ 76650 w 230798"/>
                  <a:gd name="connsiteY30" fmla="*/ 64204 h 358399"/>
                  <a:gd name="connsiteX31" fmla="*/ 76650 w 230798"/>
                  <a:gd name="connsiteY31" fmla="*/ 64204 h 35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0798" h="358399">
                    <a:moveTo>
                      <a:pt x="178139" y="6758"/>
                    </a:moveTo>
                    <a:lnTo>
                      <a:pt x="230798" y="6758"/>
                    </a:lnTo>
                    <a:lnTo>
                      <a:pt x="230798" y="216436"/>
                    </a:lnTo>
                    <a:cubicBezTo>
                      <a:pt x="230798" y="270053"/>
                      <a:pt x="225054" y="308350"/>
                      <a:pt x="193458" y="334201"/>
                    </a:cubicBezTo>
                    <a:cubicBezTo>
                      <a:pt x="172394" y="351435"/>
                      <a:pt x="145586" y="360052"/>
                      <a:pt x="117820" y="358137"/>
                    </a:cubicBezTo>
                    <a:cubicBezTo>
                      <a:pt x="90055" y="359095"/>
                      <a:pt x="63246" y="349520"/>
                      <a:pt x="43140" y="330371"/>
                    </a:cubicBezTo>
                    <a:cubicBezTo>
                      <a:pt x="24949" y="311223"/>
                      <a:pt x="13459" y="286329"/>
                      <a:pt x="9630" y="259521"/>
                    </a:cubicBezTo>
                    <a:lnTo>
                      <a:pt x="61331" y="259521"/>
                    </a:lnTo>
                    <a:cubicBezTo>
                      <a:pt x="63246" y="272925"/>
                      <a:pt x="68991" y="285372"/>
                      <a:pt x="78565" y="294946"/>
                    </a:cubicBezTo>
                    <a:cubicBezTo>
                      <a:pt x="89097" y="305478"/>
                      <a:pt x="104416" y="311223"/>
                      <a:pt x="119735" y="310265"/>
                    </a:cubicBezTo>
                    <a:cubicBezTo>
                      <a:pt x="135054" y="311223"/>
                      <a:pt x="150373" y="305478"/>
                      <a:pt x="160905" y="294946"/>
                    </a:cubicBezTo>
                    <a:cubicBezTo>
                      <a:pt x="174309" y="278670"/>
                      <a:pt x="181011" y="258564"/>
                      <a:pt x="178139" y="237500"/>
                    </a:cubicBezTo>
                    <a:lnTo>
                      <a:pt x="178139" y="207819"/>
                    </a:lnTo>
                    <a:cubicBezTo>
                      <a:pt x="161862" y="228883"/>
                      <a:pt x="136012" y="241330"/>
                      <a:pt x="109203" y="240372"/>
                    </a:cubicBezTo>
                    <a:cubicBezTo>
                      <a:pt x="80480" y="241330"/>
                      <a:pt x="53672" y="230798"/>
                      <a:pt x="34523" y="209734"/>
                    </a:cubicBezTo>
                    <a:cubicBezTo>
                      <a:pt x="11545" y="184841"/>
                      <a:pt x="55" y="153245"/>
                      <a:pt x="55" y="119735"/>
                    </a:cubicBezTo>
                    <a:cubicBezTo>
                      <a:pt x="-902" y="87182"/>
                      <a:pt x="10587" y="55587"/>
                      <a:pt x="33566" y="31651"/>
                    </a:cubicBezTo>
                    <a:cubicBezTo>
                      <a:pt x="53672" y="10587"/>
                      <a:pt x="81438" y="-902"/>
                      <a:pt x="111118" y="55"/>
                    </a:cubicBezTo>
                    <a:cubicBezTo>
                      <a:pt x="136969" y="-902"/>
                      <a:pt x="161862" y="10587"/>
                      <a:pt x="179096" y="30693"/>
                    </a:cubicBezTo>
                    <a:lnTo>
                      <a:pt x="178139" y="6758"/>
                    </a:lnTo>
                    <a:lnTo>
                      <a:pt x="178139" y="6758"/>
                    </a:lnTo>
                    <a:close/>
                    <a:moveTo>
                      <a:pt x="76650" y="64204"/>
                    </a:moveTo>
                    <a:cubicBezTo>
                      <a:pt x="61331" y="79523"/>
                      <a:pt x="52714" y="100586"/>
                      <a:pt x="53672" y="121650"/>
                    </a:cubicBezTo>
                    <a:cubicBezTo>
                      <a:pt x="52714" y="142714"/>
                      <a:pt x="61331" y="163777"/>
                      <a:pt x="76650" y="179096"/>
                    </a:cubicBezTo>
                    <a:cubicBezTo>
                      <a:pt x="88140" y="188671"/>
                      <a:pt x="102501" y="194415"/>
                      <a:pt x="116863" y="194415"/>
                    </a:cubicBezTo>
                    <a:cubicBezTo>
                      <a:pt x="133139" y="195373"/>
                      <a:pt x="149416" y="188671"/>
                      <a:pt x="160905" y="176224"/>
                    </a:cubicBezTo>
                    <a:cubicBezTo>
                      <a:pt x="174309" y="161862"/>
                      <a:pt x="181011" y="142714"/>
                      <a:pt x="181011" y="122607"/>
                    </a:cubicBezTo>
                    <a:cubicBezTo>
                      <a:pt x="181969" y="101544"/>
                      <a:pt x="174309" y="80480"/>
                      <a:pt x="159948" y="65161"/>
                    </a:cubicBezTo>
                    <a:cubicBezTo>
                      <a:pt x="148458" y="53672"/>
                      <a:pt x="133139" y="47927"/>
                      <a:pt x="117820" y="48885"/>
                    </a:cubicBezTo>
                    <a:cubicBezTo>
                      <a:pt x="101544" y="47927"/>
                      <a:pt x="87182" y="53672"/>
                      <a:pt x="76650" y="64204"/>
                    </a:cubicBezTo>
                    <a:lnTo>
                      <a:pt x="76650" y="64204"/>
                    </a:lnTo>
                    <a:lnTo>
                      <a:pt x="76650" y="64204"/>
                    </a:lnTo>
                    <a:close/>
                  </a:path>
                </a:pathLst>
              </a:custGeom>
              <a:grpFill/>
              <a:ln w="9554"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712C5EEE-8002-D2FC-CAC2-18E6AD7E0BA4}"/>
                  </a:ext>
                </a:extLst>
              </p:cNvPr>
              <p:cNvSpPr/>
              <p:nvPr/>
            </p:nvSpPr>
            <p:spPr>
              <a:xfrm>
                <a:off x="3136975" y="1583340"/>
                <a:ext cx="52671" cy="352337"/>
              </a:xfrm>
              <a:custGeom>
                <a:avLst/>
                <a:gdLst>
                  <a:gd name="connsiteX0" fmla="*/ 52672 w 52671"/>
                  <a:gd name="connsiteY0" fmla="*/ 0 h 352337"/>
                  <a:gd name="connsiteX1" fmla="*/ 52672 w 52671"/>
                  <a:gd name="connsiteY1" fmla="*/ 352337 h 352337"/>
                  <a:gd name="connsiteX2" fmla="*/ 13 w 52671"/>
                  <a:gd name="connsiteY2" fmla="*/ 352337 h 352337"/>
                  <a:gd name="connsiteX3" fmla="*/ 13 w 52671"/>
                  <a:gd name="connsiteY3" fmla="*/ 42127 h 352337"/>
                  <a:gd name="connsiteX4" fmla="*/ 52672 w 52671"/>
                  <a:gd name="connsiteY4" fmla="*/ 0 h 352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1" h="352337">
                    <a:moveTo>
                      <a:pt x="52672" y="0"/>
                    </a:moveTo>
                    <a:lnTo>
                      <a:pt x="52672" y="352337"/>
                    </a:lnTo>
                    <a:lnTo>
                      <a:pt x="13" y="352337"/>
                    </a:lnTo>
                    <a:lnTo>
                      <a:pt x="13" y="42127"/>
                    </a:lnTo>
                    <a:cubicBezTo>
                      <a:pt x="-945" y="42127"/>
                      <a:pt x="52672" y="0"/>
                      <a:pt x="52672" y="0"/>
                    </a:cubicBezTo>
                    <a:close/>
                  </a:path>
                </a:pathLst>
              </a:custGeom>
              <a:grpFill/>
              <a:ln w="9554"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EF06144-62ED-8CA5-6C7E-05BCAD76E254}"/>
                  </a:ext>
                </a:extLst>
              </p:cNvPr>
              <p:cNvSpPr/>
              <p:nvPr/>
            </p:nvSpPr>
            <p:spPr>
              <a:xfrm>
                <a:off x="4080065" y="1583340"/>
                <a:ext cx="52659" cy="72765"/>
              </a:xfrm>
              <a:custGeom>
                <a:avLst/>
                <a:gdLst>
                  <a:gd name="connsiteX0" fmla="*/ 52659 w 52659"/>
                  <a:gd name="connsiteY0" fmla="*/ 0 h 72765"/>
                  <a:gd name="connsiteX1" fmla="*/ 52659 w 52659"/>
                  <a:gd name="connsiteY1" fmla="*/ 72765 h 72765"/>
                  <a:gd name="connsiteX2" fmla="*/ 0 w 52659"/>
                  <a:gd name="connsiteY2" fmla="*/ 72765 h 72765"/>
                  <a:gd name="connsiteX3" fmla="*/ 0 w 52659"/>
                  <a:gd name="connsiteY3" fmla="*/ 42127 h 72765"/>
                  <a:gd name="connsiteX4" fmla="*/ 52659 w 52659"/>
                  <a:gd name="connsiteY4" fmla="*/ 0 h 72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9" h="72765">
                    <a:moveTo>
                      <a:pt x="52659" y="0"/>
                    </a:moveTo>
                    <a:lnTo>
                      <a:pt x="52659" y="72765"/>
                    </a:lnTo>
                    <a:lnTo>
                      <a:pt x="0" y="72765"/>
                    </a:lnTo>
                    <a:lnTo>
                      <a:pt x="0" y="42127"/>
                    </a:lnTo>
                    <a:lnTo>
                      <a:pt x="52659" y="0"/>
                    </a:lnTo>
                    <a:close/>
                  </a:path>
                </a:pathLst>
              </a:custGeom>
              <a:grpFill/>
              <a:ln w="9554"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23F3F57A-060D-9415-23BC-0EC1EF42814A}"/>
                  </a:ext>
                </a:extLst>
              </p:cNvPr>
              <p:cNvSpPr/>
              <p:nvPr/>
            </p:nvSpPr>
            <p:spPr>
              <a:xfrm>
                <a:off x="3242254" y="1702003"/>
                <a:ext cx="216653" cy="240599"/>
              </a:xfrm>
              <a:custGeom>
                <a:avLst/>
                <a:gdLst>
                  <a:gd name="connsiteX0" fmla="*/ 215475 w 216653"/>
                  <a:gd name="connsiteY0" fmla="*/ 181973 h 240599"/>
                  <a:gd name="connsiteX1" fmla="*/ 177178 w 216653"/>
                  <a:gd name="connsiteY1" fmla="*/ 223143 h 240599"/>
                  <a:gd name="connsiteX2" fmla="*/ 110157 w 216653"/>
                  <a:gd name="connsiteY2" fmla="*/ 240377 h 240599"/>
                  <a:gd name="connsiteX3" fmla="*/ 33562 w 216653"/>
                  <a:gd name="connsiteY3" fmla="*/ 211654 h 240599"/>
                  <a:gd name="connsiteX4" fmla="*/ 51 w 216653"/>
                  <a:gd name="connsiteY4" fmla="*/ 124527 h 240599"/>
                  <a:gd name="connsiteX5" fmla="*/ 36434 w 216653"/>
                  <a:gd name="connsiteY5" fmla="*/ 30698 h 240599"/>
                  <a:gd name="connsiteX6" fmla="*/ 112072 w 216653"/>
                  <a:gd name="connsiteY6" fmla="*/ 60 h 240599"/>
                  <a:gd name="connsiteX7" fmla="*/ 184837 w 216653"/>
                  <a:gd name="connsiteY7" fmla="*/ 29741 h 240599"/>
                  <a:gd name="connsiteX8" fmla="*/ 216433 w 216653"/>
                  <a:gd name="connsiteY8" fmla="*/ 125484 h 240599"/>
                  <a:gd name="connsiteX9" fmla="*/ 216433 w 216653"/>
                  <a:gd name="connsiteY9" fmla="*/ 132186 h 240599"/>
                  <a:gd name="connsiteX10" fmla="*/ 53668 w 216653"/>
                  <a:gd name="connsiteY10" fmla="*/ 132186 h 240599"/>
                  <a:gd name="connsiteX11" fmla="*/ 72817 w 216653"/>
                  <a:gd name="connsiteY11" fmla="*/ 178143 h 240599"/>
                  <a:gd name="connsiteX12" fmla="*/ 113029 w 216653"/>
                  <a:gd name="connsiteY12" fmla="*/ 192505 h 240599"/>
                  <a:gd name="connsiteX13" fmla="*/ 149412 w 216653"/>
                  <a:gd name="connsiteY13" fmla="*/ 181016 h 240599"/>
                  <a:gd name="connsiteX14" fmla="*/ 170476 w 216653"/>
                  <a:gd name="connsiteY14" fmla="*/ 156122 h 240599"/>
                  <a:gd name="connsiteX15" fmla="*/ 215475 w 216653"/>
                  <a:gd name="connsiteY15" fmla="*/ 181973 h 240599"/>
                  <a:gd name="connsiteX16" fmla="*/ 215475 w 216653"/>
                  <a:gd name="connsiteY16" fmla="*/ 181973 h 240599"/>
                  <a:gd name="connsiteX17" fmla="*/ 163774 w 216653"/>
                  <a:gd name="connsiteY17" fmla="*/ 89102 h 240599"/>
                  <a:gd name="connsiteX18" fmla="*/ 147497 w 216653"/>
                  <a:gd name="connsiteY18" fmla="*/ 58464 h 240599"/>
                  <a:gd name="connsiteX19" fmla="*/ 74732 w 216653"/>
                  <a:gd name="connsiteY19" fmla="*/ 60379 h 240599"/>
                  <a:gd name="connsiteX20" fmla="*/ 58455 w 216653"/>
                  <a:gd name="connsiteY20" fmla="*/ 89102 h 240599"/>
                  <a:gd name="connsiteX21" fmla="*/ 163774 w 216653"/>
                  <a:gd name="connsiteY21" fmla="*/ 89102 h 240599"/>
                  <a:gd name="connsiteX22" fmla="*/ 163774 w 216653"/>
                  <a:gd name="connsiteY22" fmla="*/ 89102 h 24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6653" h="240599">
                    <a:moveTo>
                      <a:pt x="215475" y="181973"/>
                    </a:moveTo>
                    <a:cubicBezTo>
                      <a:pt x="205901" y="199207"/>
                      <a:pt x="193454" y="212611"/>
                      <a:pt x="177178" y="223143"/>
                    </a:cubicBezTo>
                    <a:cubicBezTo>
                      <a:pt x="157072" y="234632"/>
                      <a:pt x="134093" y="241334"/>
                      <a:pt x="110157" y="240377"/>
                    </a:cubicBezTo>
                    <a:cubicBezTo>
                      <a:pt x="81434" y="242292"/>
                      <a:pt x="53668" y="231760"/>
                      <a:pt x="33562" y="211654"/>
                    </a:cubicBezTo>
                    <a:cubicBezTo>
                      <a:pt x="11541" y="188675"/>
                      <a:pt x="-906" y="157080"/>
                      <a:pt x="51" y="124527"/>
                    </a:cubicBezTo>
                    <a:cubicBezTo>
                      <a:pt x="-906" y="90059"/>
                      <a:pt x="12498" y="56549"/>
                      <a:pt x="36434" y="30698"/>
                    </a:cubicBezTo>
                    <a:cubicBezTo>
                      <a:pt x="56540" y="10592"/>
                      <a:pt x="84306" y="-897"/>
                      <a:pt x="112072" y="60"/>
                    </a:cubicBezTo>
                    <a:cubicBezTo>
                      <a:pt x="139838" y="-897"/>
                      <a:pt x="165688" y="9634"/>
                      <a:pt x="184837" y="29741"/>
                    </a:cubicBezTo>
                    <a:cubicBezTo>
                      <a:pt x="207816" y="56549"/>
                      <a:pt x="218348" y="91017"/>
                      <a:pt x="216433" y="125484"/>
                    </a:cubicBezTo>
                    <a:lnTo>
                      <a:pt x="216433" y="132186"/>
                    </a:lnTo>
                    <a:lnTo>
                      <a:pt x="53668" y="132186"/>
                    </a:lnTo>
                    <a:cubicBezTo>
                      <a:pt x="54625" y="149420"/>
                      <a:pt x="61328" y="165697"/>
                      <a:pt x="72817" y="178143"/>
                    </a:cubicBezTo>
                    <a:cubicBezTo>
                      <a:pt x="83349" y="188675"/>
                      <a:pt x="98668" y="193462"/>
                      <a:pt x="113029" y="192505"/>
                    </a:cubicBezTo>
                    <a:cubicBezTo>
                      <a:pt x="126433" y="193462"/>
                      <a:pt x="138880" y="188675"/>
                      <a:pt x="149412" y="181016"/>
                    </a:cubicBezTo>
                    <a:cubicBezTo>
                      <a:pt x="158029" y="174314"/>
                      <a:pt x="164731" y="165697"/>
                      <a:pt x="170476" y="156122"/>
                    </a:cubicBezTo>
                    <a:lnTo>
                      <a:pt x="215475" y="181973"/>
                    </a:lnTo>
                    <a:lnTo>
                      <a:pt x="215475" y="181973"/>
                    </a:lnTo>
                    <a:close/>
                    <a:moveTo>
                      <a:pt x="163774" y="89102"/>
                    </a:moveTo>
                    <a:cubicBezTo>
                      <a:pt x="161859" y="77612"/>
                      <a:pt x="156114" y="67081"/>
                      <a:pt x="147497" y="58464"/>
                    </a:cubicBezTo>
                    <a:cubicBezTo>
                      <a:pt x="126433" y="40272"/>
                      <a:pt x="94838" y="41230"/>
                      <a:pt x="74732" y="60379"/>
                    </a:cubicBezTo>
                    <a:cubicBezTo>
                      <a:pt x="67072" y="68038"/>
                      <a:pt x="61328" y="78570"/>
                      <a:pt x="58455" y="89102"/>
                    </a:cubicBezTo>
                    <a:lnTo>
                      <a:pt x="163774" y="89102"/>
                    </a:lnTo>
                    <a:lnTo>
                      <a:pt x="163774" y="89102"/>
                    </a:lnTo>
                    <a:close/>
                  </a:path>
                </a:pathLst>
              </a:custGeom>
              <a:grpFill/>
              <a:ln w="9554"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1DA53DF2-6A70-7055-D4AC-8C3719DB6CD6}"/>
                  </a:ext>
                </a:extLst>
              </p:cNvPr>
              <p:cNvSpPr/>
              <p:nvPr/>
            </p:nvSpPr>
            <p:spPr>
              <a:xfrm>
                <a:off x="3513261" y="1702007"/>
                <a:ext cx="230742" cy="357179"/>
              </a:xfrm>
              <a:custGeom>
                <a:avLst/>
                <a:gdLst>
                  <a:gd name="connsiteX0" fmla="*/ 52659 w 230742"/>
                  <a:gd name="connsiteY0" fmla="*/ 357180 h 357179"/>
                  <a:gd name="connsiteX1" fmla="*/ 0 w 230742"/>
                  <a:gd name="connsiteY1" fmla="*/ 357180 h 357179"/>
                  <a:gd name="connsiteX2" fmla="*/ 0 w 230742"/>
                  <a:gd name="connsiteY2" fmla="*/ 5800 h 357179"/>
                  <a:gd name="connsiteX3" fmla="*/ 52659 w 230742"/>
                  <a:gd name="connsiteY3" fmla="*/ 5800 h 357179"/>
                  <a:gd name="connsiteX4" fmla="*/ 52659 w 230742"/>
                  <a:gd name="connsiteY4" fmla="*/ 30693 h 357179"/>
                  <a:gd name="connsiteX5" fmla="*/ 119680 w 230742"/>
                  <a:gd name="connsiteY5" fmla="*/ 55 h 357179"/>
                  <a:gd name="connsiteX6" fmla="*/ 230743 w 230742"/>
                  <a:gd name="connsiteY6" fmla="*/ 117820 h 357179"/>
                  <a:gd name="connsiteX7" fmla="*/ 120637 w 230742"/>
                  <a:gd name="connsiteY7" fmla="*/ 239415 h 357179"/>
                  <a:gd name="connsiteX8" fmla="*/ 52659 w 230742"/>
                  <a:gd name="connsiteY8" fmla="*/ 205905 h 357179"/>
                  <a:gd name="connsiteX9" fmla="*/ 52659 w 230742"/>
                  <a:gd name="connsiteY9" fmla="*/ 357180 h 357179"/>
                  <a:gd name="connsiteX10" fmla="*/ 52659 w 230742"/>
                  <a:gd name="connsiteY10" fmla="*/ 357180 h 357179"/>
                  <a:gd name="connsiteX11" fmla="*/ 49787 w 230742"/>
                  <a:gd name="connsiteY11" fmla="*/ 121650 h 357179"/>
                  <a:gd name="connsiteX12" fmla="*/ 113935 w 230742"/>
                  <a:gd name="connsiteY12" fmla="*/ 193458 h 357179"/>
                  <a:gd name="connsiteX13" fmla="*/ 177126 w 230742"/>
                  <a:gd name="connsiteY13" fmla="*/ 121650 h 357179"/>
                  <a:gd name="connsiteX14" fmla="*/ 113935 w 230742"/>
                  <a:gd name="connsiteY14" fmla="*/ 48885 h 357179"/>
                  <a:gd name="connsiteX15" fmla="*/ 49787 w 230742"/>
                  <a:gd name="connsiteY15" fmla="*/ 121650 h 357179"/>
                  <a:gd name="connsiteX16" fmla="*/ 49787 w 230742"/>
                  <a:gd name="connsiteY16" fmla="*/ 121650 h 357179"/>
                  <a:gd name="connsiteX17" fmla="*/ 49787 w 230742"/>
                  <a:gd name="connsiteY17" fmla="*/ 121650 h 35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0742" h="357179">
                    <a:moveTo>
                      <a:pt x="52659" y="357180"/>
                    </a:moveTo>
                    <a:lnTo>
                      <a:pt x="0" y="357180"/>
                    </a:lnTo>
                    <a:lnTo>
                      <a:pt x="0" y="5800"/>
                    </a:lnTo>
                    <a:lnTo>
                      <a:pt x="52659" y="5800"/>
                    </a:lnTo>
                    <a:lnTo>
                      <a:pt x="52659" y="30693"/>
                    </a:lnTo>
                    <a:cubicBezTo>
                      <a:pt x="68936" y="10587"/>
                      <a:pt x="93829" y="-902"/>
                      <a:pt x="119680" y="55"/>
                    </a:cubicBezTo>
                    <a:cubicBezTo>
                      <a:pt x="179999" y="55"/>
                      <a:pt x="230743" y="46012"/>
                      <a:pt x="230743" y="117820"/>
                    </a:cubicBezTo>
                    <a:cubicBezTo>
                      <a:pt x="230743" y="194415"/>
                      <a:pt x="174254" y="239415"/>
                      <a:pt x="120637" y="239415"/>
                    </a:cubicBezTo>
                    <a:cubicBezTo>
                      <a:pt x="93829" y="238457"/>
                      <a:pt x="68936" y="226968"/>
                      <a:pt x="52659" y="205905"/>
                    </a:cubicBezTo>
                    <a:lnTo>
                      <a:pt x="52659" y="357180"/>
                    </a:lnTo>
                    <a:lnTo>
                      <a:pt x="52659" y="357180"/>
                    </a:lnTo>
                    <a:close/>
                    <a:moveTo>
                      <a:pt x="49787" y="121650"/>
                    </a:moveTo>
                    <a:cubicBezTo>
                      <a:pt x="49787" y="169522"/>
                      <a:pt x="80425" y="193458"/>
                      <a:pt x="113935" y="193458"/>
                    </a:cubicBezTo>
                    <a:cubicBezTo>
                      <a:pt x="152233" y="193458"/>
                      <a:pt x="177126" y="160905"/>
                      <a:pt x="177126" y="121650"/>
                    </a:cubicBezTo>
                    <a:cubicBezTo>
                      <a:pt x="177126" y="82395"/>
                      <a:pt x="152233" y="48885"/>
                      <a:pt x="113935" y="48885"/>
                    </a:cubicBezTo>
                    <a:cubicBezTo>
                      <a:pt x="80425" y="47927"/>
                      <a:pt x="49787" y="71863"/>
                      <a:pt x="49787" y="121650"/>
                    </a:cubicBezTo>
                    <a:lnTo>
                      <a:pt x="49787" y="121650"/>
                    </a:lnTo>
                    <a:lnTo>
                      <a:pt x="49787" y="121650"/>
                    </a:lnTo>
                    <a:close/>
                  </a:path>
                </a:pathLst>
              </a:custGeom>
              <a:grpFill/>
              <a:ln w="9554"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64C82512-4084-CC33-4B17-3EFE25BD06BD}"/>
                  </a:ext>
                </a:extLst>
              </p:cNvPr>
              <p:cNvSpPr/>
              <p:nvPr/>
            </p:nvSpPr>
            <p:spPr>
              <a:xfrm>
                <a:off x="3785161" y="1701054"/>
                <a:ext cx="243214" cy="243253"/>
              </a:xfrm>
              <a:custGeom>
                <a:avLst/>
                <a:gdLst>
                  <a:gd name="connsiteX0" fmla="*/ 243202 w 243214"/>
                  <a:gd name="connsiteY0" fmla="*/ 120689 h 243253"/>
                  <a:gd name="connsiteX1" fmla="*/ 123522 w 243214"/>
                  <a:gd name="connsiteY1" fmla="*/ 243241 h 243253"/>
                  <a:gd name="connsiteX2" fmla="*/ 13 w 243214"/>
                  <a:gd name="connsiteY2" fmla="*/ 123561 h 243253"/>
                  <a:gd name="connsiteX3" fmla="*/ 119693 w 243214"/>
                  <a:gd name="connsiteY3" fmla="*/ 52 h 243253"/>
                  <a:gd name="connsiteX4" fmla="*/ 121608 w 243214"/>
                  <a:gd name="connsiteY4" fmla="*/ 52 h 243253"/>
                  <a:gd name="connsiteX5" fmla="*/ 243202 w 243214"/>
                  <a:gd name="connsiteY5" fmla="*/ 114944 h 243253"/>
                  <a:gd name="connsiteX6" fmla="*/ 243202 w 243214"/>
                  <a:gd name="connsiteY6" fmla="*/ 120689 h 243253"/>
                  <a:gd name="connsiteX7" fmla="*/ 243202 w 243214"/>
                  <a:gd name="connsiteY7" fmla="*/ 120689 h 243253"/>
                  <a:gd name="connsiteX8" fmla="*/ 188628 w 243214"/>
                  <a:gd name="connsiteY8" fmla="*/ 121646 h 243253"/>
                  <a:gd name="connsiteX9" fmla="*/ 121608 w 243214"/>
                  <a:gd name="connsiteY9" fmla="*/ 48881 h 243253"/>
                  <a:gd name="connsiteX10" fmla="*/ 54587 w 243214"/>
                  <a:gd name="connsiteY10" fmla="*/ 121646 h 243253"/>
                  <a:gd name="connsiteX11" fmla="*/ 121608 w 243214"/>
                  <a:gd name="connsiteY11" fmla="*/ 193454 h 243253"/>
                  <a:gd name="connsiteX12" fmla="*/ 188628 w 243214"/>
                  <a:gd name="connsiteY12" fmla="*/ 121646 h 243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3214" h="243253">
                    <a:moveTo>
                      <a:pt x="243202" y="120689"/>
                    </a:moveTo>
                    <a:cubicBezTo>
                      <a:pt x="244160" y="187709"/>
                      <a:pt x="190543" y="243241"/>
                      <a:pt x="123522" y="243241"/>
                    </a:cubicBezTo>
                    <a:cubicBezTo>
                      <a:pt x="56501" y="244198"/>
                      <a:pt x="970" y="190582"/>
                      <a:pt x="13" y="123561"/>
                    </a:cubicBezTo>
                    <a:cubicBezTo>
                      <a:pt x="-945" y="56540"/>
                      <a:pt x="52672" y="1009"/>
                      <a:pt x="119693" y="52"/>
                    </a:cubicBezTo>
                    <a:cubicBezTo>
                      <a:pt x="120650" y="52"/>
                      <a:pt x="120650" y="52"/>
                      <a:pt x="121608" y="52"/>
                    </a:cubicBezTo>
                    <a:cubicBezTo>
                      <a:pt x="186713" y="-1863"/>
                      <a:pt x="241287" y="49838"/>
                      <a:pt x="243202" y="114944"/>
                    </a:cubicBezTo>
                    <a:cubicBezTo>
                      <a:pt x="243202" y="117816"/>
                      <a:pt x="243202" y="119731"/>
                      <a:pt x="243202" y="120689"/>
                    </a:cubicBezTo>
                    <a:lnTo>
                      <a:pt x="243202" y="120689"/>
                    </a:lnTo>
                    <a:close/>
                    <a:moveTo>
                      <a:pt x="188628" y="121646"/>
                    </a:moveTo>
                    <a:cubicBezTo>
                      <a:pt x="188628" y="69944"/>
                      <a:pt x="155118" y="48881"/>
                      <a:pt x="121608" y="48881"/>
                    </a:cubicBezTo>
                    <a:cubicBezTo>
                      <a:pt x="88097" y="48881"/>
                      <a:pt x="54587" y="69944"/>
                      <a:pt x="54587" y="121646"/>
                    </a:cubicBezTo>
                    <a:cubicBezTo>
                      <a:pt x="54587" y="165688"/>
                      <a:pt x="80437" y="193454"/>
                      <a:pt x="121608" y="193454"/>
                    </a:cubicBezTo>
                    <a:cubicBezTo>
                      <a:pt x="162777" y="193454"/>
                      <a:pt x="188628" y="165688"/>
                      <a:pt x="188628" y="121646"/>
                    </a:cubicBezTo>
                    <a:close/>
                  </a:path>
                </a:pathLst>
              </a:custGeom>
              <a:grpFill/>
              <a:ln w="9554"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AB09B482-A648-56C4-D034-3604BA2C2D1E}"/>
                  </a:ext>
                </a:extLst>
              </p:cNvPr>
              <p:cNvSpPr/>
              <p:nvPr/>
            </p:nvSpPr>
            <p:spPr>
              <a:xfrm>
                <a:off x="4080065" y="1707807"/>
                <a:ext cx="52659" cy="226912"/>
              </a:xfrm>
              <a:custGeom>
                <a:avLst/>
                <a:gdLst>
                  <a:gd name="connsiteX0" fmla="*/ 52659 w 52659"/>
                  <a:gd name="connsiteY0" fmla="*/ 0 h 226912"/>
                  <a:gd name="connsiteX1" fmla="*/ 52659 w 52659"/>
                  <a:gd name="connsiteY1" fmla="*/ 226913 h 226912"/>
                  <a:gd name="connsiteX2" fmla="*/ 0 w 52659"/>
                  <a:gd name="connsiteY2" fmla="*/ 226913 h 226912"/>
                  <a:gd name="connsiteX3" fmla="*/ 0 w 52659"/>
                  <a:gd name="connsiteY3" fmla="*/ 0 h 226912"/>
                  <a:gd name="connsiteX4" fmla="*/ 52659 w 52659"/>
                  <a:gd name="connsiteY4" fmla="*/ 0 h 22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9" h="226912">
                    <a:moveTo>
                      <a:pt x="52659" y="0"/>
                    </a:moveTo>
                    <a:lnTo>
                      <a:pt x="52659" y="226913"/>
                    </a:lnTo>
                    <a:lnTo>
                      <a:pt x="0" y="226913"/>
                    </a:lnTo>
                    <a:lnTo>
                      <a:pt x="0" y="0"/>
                    </a:lnTo>
                    <a:lnTo>
                      <a:pt x="52659" y="0"/>
                    </a:lnTo>
                    <a:close/>
                  </a:path>
                </a:pathLst>
              </a:custGeom>
              <a:grpFill/>
              <a:ln w="9554"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5F13127-28FF-87B5-6A29-C954750BE2A1}"/>
                  </a:ext>
                </a:extLst>
              </p:cNvPr>
              <p:cNvSpPr/>
              <p:nvPr/>
            </p:nvSpPr>
            <p:spPr>
              <a:xfrm>
                <a:off x="4196872" y="1701856"/>
                <a:ext cx="195317" cy="233821"/>
              </a:xfrm>
              <a:custGeom>
                <a:avLst/>
                <a:gdLst>
                  <a:gd name="connsiteX0" fmla="*/ 0 w 195317"/>
                  <a:gd name="connsiteY0" fmla="*/ 5951 h 233821"/>
                  <a:gd name="connsiteX1" fmla="*/ 52659 w 195317"/>
                  <a:gd name="connsiteY1" fmla="*/ 5951 h 233821"/>
                  <a:gd name="connsiteX2" fmla="*/ 52659 w 195317"/>
                  <a:gd name="connsiteY2" fmla="*/ 27015 h 233821"/>
                  <a:gd name="connsiteX3" fmla="*/ 113935 w 195317"/>
                  <a:gd name="connsiteY3" fmla="*/ 207 h 233821"/>
                  <a:gd name="connsiteX4" fmla="*/ 180956 w 195317"/>
                  <a:gd name="connsiteY4" fmla="*/ 30845 h 233821"/>
                  <a:gd name="connsiteX5" fmla="*/ 195318 w 195317"/>
                  <a:gd name="connsiteY5" fmla="*/ 94035 h 233821"/>
                  <a:gd name="connsiteX6" fmla="*/ 195318 w 195317"/>
                  <a:gd name="connsiteY6" fmla="*/ 232864 h 233821"/>
                  <a:gd name="connsiteX7" fmla="*/ 142658 w 195317"/>
                  <a:gd name="connsiteY7" fmla="*/ 232864 h 233821"/>
                  <a:gd name="connsiteX8" fmla="*/ 142658 w 195317"/>
                  <a:gd name="connsiteY8" fmla="*/ 107440 h 233821"/>
                  <a:gd name="connsiteX9" fmla="*/ 101489 w 195317"/>
                  <a:gd name="connsiteY9" fmla="*/ 48078 h 233821"/>
                  <a:gd name="connsiteX10" fmla="*/ 53617 w 195317"/>
                  <a:gd name="connsiteY10" fmla="*/ 124673 h 233821"/>
                  <a:gd name="connsiteX11" fmla="*/ 53617 w 195317"/>
                  <a:gd name="connsiteY11" fmla="*/ 233821 h 233821"/>
                  <a:gd name="connsiteX12" fmla="*/ 957 w 195317"/>
                  <a:gd name="connsiteY12" fmla="*/ 233821 h 233821"/>
                  <a:gd name="connsiteX13" fmla="*/ 0 w 195317"/>
                  <a:gd name="connsiteY13" fmla="*/ 5951 h 233821"/>
                  <a:gd name="connsiteX14" fmla="*/ 0 w 195317"/>
                  <a:gd name="connsiteY14" fmla="*/ 5951 h 23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317" h="233821">
                    <a:moveTo>
                      <a:pt x="0" y="5951"/>
                    </a:moveTo>
                    <a:lnTo>
                      <a:pt x="52659" y="5951"/>
                    </a:lnTo>
                    <a:lnTo>
                      <a:pt x="52659" y="27015"/>
                    </a:lnTo>
                    <a:cubicBezTo>
                      <a:pt x="67978" y="8824"/>
                      <a:pt x="90957" y="-751"/>
                      <a:pt x="113935" y="207"/>
                    </a:cubicBezTo>
                    <a:cubicBezTo>
                      <a:pt x="139786" y="-1708"/>
                      <a:pt x="165637" y="9781"/>
                      <a:pt x="180956" y="30845"/>
                    </a:cubicBezTo>
                    <a:cubicBezTo>
                      <a:pt x="189573" y="43291"/>
                      <a:pt x="195318" y="58610"/>
                      <a:pt x="195318" y="94035"/>
                    </a:cubicBezTo>
                    <a:lnTo>
                      <a:pt x="195318" y="232864"/>
                    </a:lnTo>
                    <a:lnTo>
                      <a:pt x="142658" y="232864"/>
                    </a:lnTo>
                    <a:lnTo>
                      <a:pt x="142658" y="107440"/>
                    </a:lnTo>
                    <a:cubicBezTo>
                      <a:pt x="142658" y="49993"/>
                      <a:pt x="121595" y="48078"/>
                      <a:pt x="101489" y="48078"/>
                    </a:cubicBezTo>
                    <a:cubicBezTo>
                      <a:pt x="77553" y="48078"/>
                      <a:pt x="53617" y="50951"/>
                      <a:pt x="53617" y="124673"/>
                    </a:cubicBezTo>
                    <a:lnTo>
                      <a:pt x="53617" y="233821"/>
                    </a:lnTo>
                    <a:lnTo>
                      <a:pt x="957" y="233821"/>
                    </a:lnTo>
                    <a:lnTo>
                      <a:pt x="0" y="5951"/>
                    </a:lnTo>
                    <a:lnTo>
                      <a:pt x="0" y="5951"/>
                    </a:lnTo>
                    <a:close/>
                  </a:path>
                </a:pathLst>
              </a:custGeom>
              <a:grpFill/>
              <a:ln w="9554"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A8A9C34F-08D0-6F01-4C41-B4067F68512A}"/>
                  </a:ext>
                </a:extLst>
              </p:cNvPr>
              <p:cNvSpPr/>
              <p:nvPr/>
            </p:nvSpPr>
            <p:spPr>
              <a:xfrm>
                <a:off x="4437190" y="1582383"/>
                <a:ext cx="114892" cy="352336"/>
              </a:xfrm>
              <a:custGeom>
                <a:avLst/>
                <a:gdLst>
                  <a:gd name="connsiteX0" fmla="*/ 74680 w 114892"/>
                  <a:gd name="connsiteY0" fmla="*/ 174254 h 352336"/>
                  <a:gd name="connsiteX1" fmla="*/ 74680 w 114892"/>
                  <a:gd name="connsiteY1" fmla="*/ 352337 h 352336"/>
                  <a:gd name="connsiteX2" fmla="*/ 22021 w 114892"/>
                  <a:gd name="connsiteY2" fmla="*/ 352337 h 352336"/>
                  <a:gd name="connsiteX3" fmla="*/ 22021 w 114892"/>
                  <a:gd name="connsiteY3" fmla="*/ 174254 h 352336"/>
                  <a:gd name="connsiteX4" fmla="*/ 0 w 114892"/>
                  <a:gd name="connsiteY4" fmla="*/ 174254 h 352336"/>
                  <a:gd name="connsiteX5" fmla="*/ 0 w 114892"/>
                  <a:gd name="connsiteY5" fmla="*/ 125424 h 352336"/>
                  <a:gd name="connsiteX6" fmla="*/ 22021 w 114892"/>
                  <a:gd name="connsiteY6" fmla="*/ 125424 h 352336"/>
                  <a:gd name="connsiteX7" fmla="*/ 22021 w 114892"/>
                  <a:gd name="connsiteY7" fmla="*/ 42127 h 352336"/>
                  <a:gd name="connsiteX8" fmla="*/ 74680 w 114892"/>
                  <a:gd name="connsiteY8" fmla="*/ 0 h 352336"/>
                  <a:gd name="connsiteX9" fmla="*/ 74680 w 114892"/>
                  <a:gd name="connsiteY9" fmla="*/ 125424 h 352336"/>
                  <a:gd name="connsiteX10" fmla="*/ 114893 w 114892"/>
                  <a:gd name="connsiteY10" fmla="*/ 125424 h 352336"/>
                  <a:gd name="connsiteX11" fmla="*/ 114893 w 114892"/>
                  <a:gd name="connsiteY11" fmla="*/ 174254 h 352336"/>
                  <a:gd name="connsiteX12" fmla="*/ 74680 w 114892"/>
                  <a:gd name="connsiteY12" fmla="*/ 174254 h 352336"/>
                  <a:gd name="connsiteX13" fmla="*/ 74680 w 114892"/>
                  <a:gd name="connsiteY13" fmla="*/ 174254 h 35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892" h="352336">
                    <a:moveTo>
                      <a:pt x="74680" y="174254"/>
                    </a:moveTo>
                    <a:lnTo>
                      <a:pt x="74680" y="352337"/>
                    </a:lnTo>
                    <a:lnTo>
                      <a:pt x="22021" y="352337"/>
                    </a:lnTo>
                    <a:lnTo>
                      <a:pt x="22021" y="174254"/>
                    </a:lnTo>
                    <a:lnTo>
                      <a:pt x="0" y="174254"/>
                    </a:lnTo>
                    <a:lnTo>
                      <a:pt x="0" y="125424"/>
                    </a:lnTo>
                    <a:lnTo>
                      <a:pt x="22021" y="125424"/>
                    </a:lnTo>
                    <a:lnTo>
                      <a:pt x="22021" y="42127"/>
                    </a:lnTo>
                    <a:lnTo>
                      <a:pt x="74680" y="0"/>
                    </a:lnTo>
                    <a:lnTo>
                      <a:pt x="74680" y="125424"/>
                    </a:lnTo>
                    <a:lnTo>
                      <a:pt x="114893" y="125424"/>
                    </a:lnTo>
                    <a:lnTo>
                      <a:pt x="114893" y="174254"/>
                    </a:lnTo>
                    <a:lnTo>
                      <a:pt x="74680" y="174254"/>
                    </a:lnTo>
                    <a:lnTo>
                      <a:pt x="74680" y="174254"/>
                    </a:lnTo>
                    <a:close/>
                  </a:path>
                </a:pathLst>
              </a:custGeom>
              <a:grpFill/>
              <a:ln w="9554"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D5548528-3646-BFAD-90C4-062ABD4C8041}"/>
                  </a:ext>
                </a:extLst>
              </p:cNvPr>
              <p:cNvSpPr/>
              <p:nvPr/>
            </p:nvSpPr>
            <p:spPr>
              <a:xfrm>
                <a:off x="2243697" y="1554617"/>
                <a:ext cx="306380" cy="381060"/>
              </a:xfrm>
              <a:custGeom>
                <a:avLst/>
                <a:gdLst>
                  <a:gd name="connsiteX0" fmla="*/ 306381 w 306380"/>
                  <a:gd name="connsiteY0" fmla="*/ 381060 h 381060"/>
                  <a:gd name="connsiteX1" fmla="*/ 153190 w 306380"/>
                  <a:gd name="connsiteY1" fmla="*/ 0 h 381060"/>
                  <a:gd name="connsiteX2" fmla="*/ 153190 w 306380"/>
                  <a:gd name="connsiteY2" fmla="*/ 0 h 381060"/>
                  <a:gd name="connsiteX3" fmla="*/ 0 w 306380"/>
                  <a:gd name="connsiteY3" fmla="*/ 381060 h 381060"/>
                  <a:gd name="connsiteX4" fmla="*/ 59361 w 306380"/>
                  <a:gd name="connsiteY4" fmla="*/ 381060 h 381060"/>
                  <a:gd name="connsiteX5" fmla="*/ 153190 w 306380"/>
                  <a:gd name="connsiteY5" fmla="*/ 138828 h 381060"/>
                  <a:gd name="connsiteX6" fmla="*/ 247019 w 306380"/>
                  <a:gd name="connsiteY6" fmla="*/ 381060 h 381060"/>
                  <a:gd name="connsiteX7" fmla="*/ 306381 w 306380"/>
                  <a:gd name="connsiteY7" fmla="*/ 381060 h 381060"/>
                  <a:gd name="connsiteX8" fmla="*/ 306381 w 306380"/>
                  <a:gd name="connsiteY8" fmla="*/ 381060 h 38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380" h="381060">
                    <a:moveTo>
                      <a:pt x="306381" y="381060"/>
                    </a:moveTo>
                    <a:lnTo>
                      <a:pt x="153190" y="0"/>
                    </a:lnTo>
                    <a:lnTo>
                      <a:pt x="153190" y="0"/>
                    </a:lnTo>
                    <a:lnTo>
                      <a:pt x="0" y="381060"/>
                    </a:lnTo>
                    <a:lnTo>
                      <a:pt x="59361" y="381060"/>
                    </a:lnTo>
                    <a:lnTo>
                      <a:pt x="153190" y="138828"/>
                    </a:lnTo>
                    <a:lnTo>
                      <a:pt x="247019" y="381060"/>
                    </a:lnTo>
                    <a:lnTo>
                      <a:pt x="306381" y="381060"/>
                    </a:lnTo>
                    <a:lnTo>
                      <a:pt x="306381" y="381060"/>
                    </a:lnTo>
                    <a:close/>
                  </a:path>
                </a:pathLst>
              </a:custGeom>
              <a:grpFill/>
              <a:ln w="9554" cap="flat">
                <a:noFill/>
                <a:prstDash val="solid"/>
                <a:miter/>
              </a:ln>
            </p:spPr>
            <p:txBody>
              <a:bodyPr rtlCol="0" anchor="ctr"/>
              <a:lstStyle/>
              <a:p>
                <a:endParaRPr lang="en-US"/>
              </a:p>
            </p:txBody>
          </p:sp>
        </p:grpSp>
      </p:grpSp>
      <p:sp>
        <p:nvSpPr>
          <p:cNvPr id="31" name="Subtitle">
            <a:extLst>
              <a:ext uri="{FF2B5EF4-FFF2-40B4-BE49-F238E27FC236}">
                <a16:creationId xmlns:a16="http://schemas.microsoft.com/office/drawing/2014/main" id="{754CE6AA-D9E2-F705-0549-5BBAECF0BA1C}"/>
              </a:ext>
            </a:extLst>
          </p:cNvPr>
          <p:cNvSpPr>
            <a:spLocks noGrp="1"/>
          </p:cNvSpPr>
          <p:nvPr>
            <p:ph type="body" sz="quarter" idx="14" hasCustomPrompt="1"/>
          </p:nvPr>
        </p:nvSpPr>
        <p:spPr>
          <a:xfrm>
            <a:off x="7" y="2011680"/>
            <a:ext cx="18190015"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32" name="Title">
            <a:extLst>
              <a:ext uri="{FF2B5EF4-FFF2-40B4-BE49-F238E27FC236}">
                <a16:creationId xmlns:a16="http://schemas.microsoft.com/office/drawing/2014/main" id="{893A7EE7-BB1F-CEBB-2F0E-A914D0AF4361}"/>
              </a:ext>
            </a:extLst>
          </p:cNvPr>
          <p:cNvSpPr>
            <a:spLocks noGrp="1"/>
          </p:cNvSpPr>
          <p:nvPr>
            <p:ph type="title" hasCustomPrompt="1"/>
          </p:nvPr>
        </p:nvSpPr>
        <p:spPr>
          <a:xfrm>
            <a:off x="1" y="822960"/>
            <a:ext cx="18190027" cy="1170432"/>
          </a:xfrm>
        </p:spPr>
        <p:txBody>
          <a:bodyPr/>
          <a:lstStyle>
            <a:lvl1pPr>
              <a:defRPr b="1" i="0">
                <a:latin typeface="TT Norms Pro ExtraBold" panose="02000503030000020003" pitchFamily="2" charset="0"/>
              </a:defRPr>
            </a:lvl1pPr>
          </a:lstStyle>
          <a:p>
            <a:r>
              <a:rPr lang="en-US"/>
              <a:t>Title (Title Caps, 66 Pt Bold)</a:t>
            </a:r>
          </a:p>
        </p:txBody>
      </p:sp>
    </p:spTree>
    <p:extLst>
      <p:ext uri="{BB962C8B-B14F-4D97-AF65-F5344CB8AC3E}">
        <p14:creationId xmlns:p14="http://schemas.microsoft.com/office/powerpoint/2010/main" val="3369504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 Type="http://schemas.openxmlformats.org/officeDocument/2006/relationships/slideLayout" Target="../slideLayouts/slideLayout52.xml"/><Relationship Id="rId21" Type="http://schemas.openxmlformats.org/officeDocument/2006/relationships/slideLayout" Target="../slideLayouts/slideLayout70.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29" Type="http://schemas.openxmlformats.org/officeDocument/2006/relationships/slideLayout" Target="../slideLayouts/slideLayout78.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theme" Target="../theme/theme2.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oter">
            <a:extLst>
              <a:ext uri="{FF2B5EF4-FFF2-40B4-BE49-F238E27FC236}">
                <a16:creationId xmlns:a16="http://schemas.microsoft.com/office/drawing/2014/main" id="{DBE6A256-2B4B-43E4-999B-C73BB7F33CD5}"/>
              </a:ext>
            </a:extLst>
          </p:cNvPr>
          <p:cNvSpPr>
            <a:spLocks noGrp="1" noRot="1" noMove="1" noResize="1" noEditPoints="1" noAdjustHandles="1" noChangeArrowheads="1" noChangeShapeType="1"/>
          </p:cNvSpPr>
          <p:nvPr>
            <p:ph type="ftr" sz="quarter" idx="3"/>
          </p:nvPr>
        </p:nvSpPr>
        <p:spPr>
          <a:xfrm>
            <a:off x="3175" y="13441680"/>
            <a:ext cx="24387048" cy="274320"/>
          </a:xfrm>
          <a:prstGeom prst="rect">
            <a:avLst/>
          </a:prstGeom>
          <a:solidFill>
            <a:schemeClr val="tx2"/>
          </a:solidFill>
        </p:spPr>
        <p:txBody>
          <a:bodyPr vert="horz" wrap="none" lIns="91440" tIns="45720" rIns="91440" bIns="27432" rtlCol="0" anchor="ctr"/>
          <a:lstStyle>
            <a:lvl1pPr algn="ctr">
              <a:defRPr sz="800">
                <a:solidFill>
                  <a:schemeClr val="bg1"/>
                </a:solidFill>
              </a:defRPr>
            </a:lvl1pPr>
          </a:lstStyle>
          <a:p>
            <a:pPr marL="0" marR="0" lvl="0" indent="0" algn="ctr" defTabSz="457131" rtl="0" eaLnBrk="1" fontAlgn="auto" latinLnBrk="0" hangingPunct="1">
              <a:lnSpc>
                <a:spcPct val="100000"/>
              </a:lnSpc>
              <a:spcBef>
                <a:spcPts val="0"/>
              </a:spcBef>
              <a:spcAft>
                <a:spcPts val="0"/>
              </a:spcAft>
              <a:buClrTx/>
              <a:buSzTx/>
              <a:buFontTx/>
              <a:buNone/>
              <a:tabLst/>
              <a:defRPr/>
            </a:pPr>
            <a:r>
              <a:rPr lang="en-US">
                <a:solidFill>
                  <a:srgbClr val="FFFFFF"/>
                </a:solidFill>
              </a:rPr>
              <a:t>© 2026 Anglepoint Group, Inc. Confidential. Distribution prohibited. All rights reserved.</a:t>
            </a:r>
            <a:endPar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endParaRPr>
          </a:p>
        </p:txBody>
      </p:sp>
      <p:sp>
        <p:nvSpPr>
          <p:cNvPr id="4" name="Date">
            <a:extLst>
              <a:ext uri="{FF2B5EF4-FFF2-40B4-BE49-F238E27FC236}">
                <a16:creationId xmlns:a16="http://schemas.microsoft.com/office/drawing/2014/main" id="{2A671710-BDED-456B-A520-7C41D3814BF5}"/>
              </a:ext>
            </a:extLst>
          </p:cNvPr>
          <p:cNvSpPr>
            <a:spLocks noGrp="1" noRot="1" noMove="1" noResize="1" noEditPoints="1" noAdjustHandles="1" noChangeArrowheads="1" noChangeShapeType="1"/>
          </p:cNvSpPr>
          <p:nvPr>
            <p:ph type="dt" sz="half" idx="2"/>
          </p:nvPr>
        </p:nvSpPr>
        <p:spPr>
          <a:xfrm>
            <a:off x="0" y="13441680"/>
            <a:ext cx="1143000" cy="274320"/>
          </a:xfrm>
          <a:prstGeom prst="rect">
            <a:avLst/>
          </a:prstGeom>
        </p:spPr>
        <p:txBody>
          <a:bodyPr vert="horz" lIns="91440" tIns="45720" rIns="91440" bIns="27432" rtlCol="0" anchor="ctr"/>
          <a:lstStyle>
            <a:lvl1pPr algn="l">
              <a:defRPr sz="800">
                <a:solidFill>
                  <a:schemeClr val="bg1"/>
                </a:solidFill>
                <a:latin typeface="TT Norms Pro" panose="020B0604020202020204" charset="0"/>
              </a:defRPr>
            </a:lvl1pPr>
          </a:lstStyle>
          <a:p>
            <a:fld id="{428AE20B-2251-6844-B319-B0F43E1F5CC3}" type="datetime4">
              <a:rPr lang="en-US" smtClean="0"/>
              <a:t>June 10, 2026</a:t>
            </a:fld>
            <a:endParaRPr lang="en-US"/>
          </a:p>
        </p:txBody>
      </p:sp>
      <p:sp>
        <p:nvSpPr>
          <p:cNvPr id="8" name="Slide Number">
            <a:extLst>
              <a:ext uri="{FF2B5EF4-FFF2-40B4-BE49-F238E27FC236}">
                <a16:creationId xmlns:a16="http://schemas.microsoft.com/office/drawing/2014/main" id="{89588294-F5EF-41F5-BB56-2B38F9E18402}"/>
              </a:ext>
            </a:extLst>
          </p:cNvPr>
          <p:cNvSpPr>
            <a:spLocks noGrp="1" noRot="1" noMove="1" noResize="1" noEditPoints="1" noAdjustHandles="1" noChangeArrowheads="1" noChangeShapeType="1"/>
          </p:cNvSpPr>
          <p:nvPr>
            <p:ph type="sldNum" sz="quarter" idx="4"/>
          </p:nvPr>
        </p:nvSpPr>
        <p:spPr>
          <a:xfrm>
            <a:off x="23244175" y="13441680"/>
            <a:ext cx="1143000" cy="274320"/>
          </a:xfrm>
          <a:prstGeom prst="rect">
            <a:avLst/>
          </a:prstGeom>
        </p:spPr>
        <p:txBody>
          <a:bodyPr vert="horz" wrap="none" lIns="0" tIns="36576" rIns="91440" bIns="0" rtlCol="0" anchor="ctr"/>
          <a:lstStyle>
            <a:lvl1pPr algn="r">
              <a:defRPr sz="1400" b="1">
                <a:solidFill>
                  <a:schemeClr val="accent2"/>
                </a:solidFill>
              </a:defRPr>
            </a:lvl1pPr>
          </a:lstStyle>
          <a:p>
            <a:fld id="{65CC2327-6B8B-47BD-B581-B21CDA88CCFB}" type="slidenum">
              <a:rPr lang="en-US" smtClean="0"/>
              <a:pPr/>
              <a:t>‹#›</a:t>
            </a:fld>
            <a:endParaRPr lang="en-US"/>
          </a:p>
        </p:txBody>
      </p:sp>
      <p:sp>
        <p:nvSpPr>
          <p:cNvPr id="9" name="Bulleted List">
            <a:extLst>
              <a:ext uri="{FF2B5EF4-FFF2-40B4-BE49-F238E27FC236}">
                <a16:creationId xmlns:a16="http://schemas.microsoft.com/office/drawing/2014/main" id="{279D4800-7781-4CCD-85E3-B2A16D49F85B}"/>
              </a:ext>
            </a:extLst>
          </p:cNvPr>
          <p:cNvSpPr>
            <a:spLocks noGrp="1" noRot="1" noMove="1" noResize="1" noEditPoints="1" noAdjustHandles="1" noChangeArrowheads="1" noChangeShapeType="1"/>
          </p:cNvSpPr>
          <p:nvPr>
            <p:ph type="body" idx="1"/>
          </p:nvPr>
        </p:nvSpPr>
        <p:spPr>
          <a:xfrm>
            <a:off x="3175" y="3200399"/>
            <a:ext cx="24383873" cy="10241280"/>
          </a:xfrm>
          <a:prstGeom prst="rect">
            <a:avLst/>
          </a:prstGeom>
        </p:spPr>
        <p:txBody>
          <a:bodyPr vert="horz" lIns="91440" tIns="45720" rIns="228600" bIns="45720" rtlCol="0">
            <a:normAutofit/>
          </a:bodyPr>
          <a:lstStyle/>
          <a:p>
            <a:pPr marL="1371600" marR="0" lvl="0"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Primary bullet (36 pt regular; 20 pt before, 6 pt after; .9 line spacing)</a:t>
            </a:r>
          </a:p>
          <a:p>
            <a:pPr marL="1828800" lvl="1"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second level (32 pt regular; 10 pt before, 6 pt after; .9 line spacing)</a:t>
            </a:r>
          </a:p>
          <a:p>
            <a:pPr marL="2290764" lvl="2"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third level (28 pt regular; 10 pt before, 6 pt after; .9 line spacing)</a:t>
            </a:r>
          </a:p>
        </p:txBody>
      </p:sp>
      <p:sp>
        <p:nvSpPr>
          <p:cNvPr id="3" name="Title">
            <a:extLst>
              <a:ext uri="{FF2B5EF4-FFF2-40B4-BE49-F238E27FC236}">
                <a16:creationId xmlns:a16="http://schemas.microsoft.com/office/drawing/2014/main" id="{6E05DF29-7E72-43DE-9028-DB2C457047E2}"/>
              </a:ext>
            </a:extLst>
          </p:cNvPr>
          <p:cNvSpPr>
            <a:spLocks noGrp="1" noRot="1" noMove="1" noResize="1" noEditPoints="1" noAdjustHandles="1" noChangeArrowheads="1" noChangeShapeType="1"/>
          </p:cNvSpPr>
          <p:nvPr>
            <p:ph type="title"/>
          </p:nvPr>
        </p:nvSpPr>
        <p:spPr>
          <a:xfrm>
            <a:off x="0" y="822960"/>
            <a:ext cx="24387048" cy="1170432"/>
          </a:xfrm>
          <a:prstGeom prst="rect">
            <a:avLst/>
          </a:prstGeom>
        </p:spPr>
        <p:txBody>
          <a:bodyPr vert="horz" lIns="91440" tIns="45720" rIns="91440" bIns="45720" rtlCol="0" anchor="ctr">
            <a:normAutofit/>
          </a:bodyPr>
          <a:lstStyle/>
          <a:p>
            <a:r>
              <a:rPr lang="en-US"/>
              <a:t>Title (Title Caps, 66 Pt Bold)</a:t>
            </a:r>
          </a:p>
        </p:txBody>
      </p:sp>
    </p:spTree>
    <p:extLst>
      <p:ext uri="{BB962C8B-B14F-4D97-AF65-F5344CB8AC3E}">
        <p14:creationId xmlns:p14="http://schemas.microsoft.com/office/powerpoint/2010/main" val="107480718"/>
      </p:ext>
    </p:extLst>
  </p:cSld>
  <p:clrMap bg1="lt1" tx1="dk1" bg2="lt2" tx2="dk2" accent1="accent1" accent2="accent2" accent3="accent3" accent4="accent4" accent5="accent5" accent6="accent6" hlink="hlink" folHlink="folHlink"/>
  <p:sldLayoutIdLst>
    <p:sldLayoutId id="2147483775" r:id="rId1"/>
    <p:sldLayoutId id="2147483810" r:id="rId2"/>
    <p:sldLayoutId id="2147483811" r:id="rId3"/>
    <p:sldLayoutId id="2147483812" r:id="rId4"/>
    <p:sldLayoutId id="2147483768"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822" r:id="rId15"/>
    <p:sldLayoutId id="2147483823" r:id="rId16"/>
    <p:sldLayoutId id="2147483824" r:id="rId17"/>
    <p:sldLayoutId id="2147483825" r:id="rId18"/>
    <p:sldLayoutId id="2147483769" r:id="rId19"/>
    <p:sldLayoutId id="2147483764" r:id="rId20"/>
    <p:sldLayoutId id="2147483690" r:id="rId21"/>
    <p:sldLayoutId id="2147483767" r:id="rId22"/>
    <p:sldLayoutId id="2147483761" r:id="rId23"/>
    <p:sldLayoutId id="2147483704" r:id="rId24"/>
    <p:sldLayoutId id="2147483779" r:id="rId25"/>
    <p:sldLayoutId id="2147483773" r:id="rId26"/>
    <p:sldLayoutId id="2147483774" r:id="rId27"/>
    <p:sldLayoutId id="2147483765" r:id="rId28"/>
    <p:sldLayoutId id="2147483766" r:id="rId29"/>
    <p:sldLayoutId id="2147483748" r:id="rId30"/>
    <p:sldLayoutId id="2147483675" r:id="rId31"/>
    <p:sldLayoutId id="2147483758" r:id="rId32"/>
    <p:sldLayoutId id="2147483746" r:id="rId33"/>
    <p:sldLayoutId id="2147483734" r:id="rId34"/>
    <p:sldLayoutId id="2147483747" r:id="rId35"/>
    <p:sldLayoutId id="2147483835" r:id="rId36"/>
    <p:sldLayoutId id="2147483752" r:id="rId37"/>
    <p:sldLayoutId id="2147483829" r:id="rId38"/>
    <p:sldLayoutId id="2147483836" r:id="rId39"/>
    <p:sldLayoutId id="2147483837" r:id="rId40"/>
    <p:sldLayoutId id="2147483756" r:id="rId41"/>
    <p:sldLayoutId id="2147483793" r:id="rId42"/>
    <p:sldLayoutId id="2147483772" r:id="rId43"/>
    <p:sldLayoutId id="2147483911" r:id="rId44"/>
    <p:sldLayoutId id="2147483912" r:id="rId45"/>
    <p:sldLayoutId id="2147483915" r:id="rId46"/>
    <p:sldLayoutId id="2147483916" r:id="rId47"/>
    <p:sldLayoutId id="2147483917" r:id="rId48"/>
    <p:sldLayoutId id="2147483918" r:id="rId49"/>
  </p:sldLayoutIdLst>
  <p:hf hdr="0" dt="0"/>
  <p:txStyles>
    <p:titleStyle>
      <a:lvl1pPr marL="914400" indent="0" algn="l" defTabSz="1828708" rtl="0" eaLnBrk="1" latinLnBrk="0" hangingPunct="1">
        <a:lnSpc>
          <a:spcPct val="90000"/>
        </a:lnSpc>
        <a:spcBef>
          <a:spcPct val="0"/>
        </a:spcBef>
        <a:buNone/>
        <a:tabLst/>
        <a:defRPr lang="en-US" sz="6599" b="1" kern="1200" spc="-100" baseline="0" dirty="0">
          <a:solidFill>
            <a:schemeClr val="tx2"/>
          </a:solidFill>
          <a:latin typeface="+mj-lt"/>
          <a:ea typeface="+mj-ea"/>
          <a:cs typeface="+mj-cs"/>
        </a:defRPr>
      </a:lvl1pPr>
    </p:titleStyle>
    <p:bodyStyle>
      <a:lvl1pPr marL="1371600" indent="-457200" algn="l" defTabSz="1828708" rtl="0" eaLnBrk="1" latinLnBrk="0" hangingPunct="1">
        <a:lnSpc>
          <a:spcPct val="90000"/>
        </a:lnSpc>
        <a:spcBef>
          <a:spcPts val="2000"/>
        </a:spcBef>
        <a:spcAft>
          <a:spcPts val="600"/>
        </a:spcAft>
        <a:buFont typeface="Arial" panose="020B0604020202020204" pitchFamily="34" charset="0"/>
        <a:buChar char="•"/>
        <a:defRPr lang="en-US" sz="3600" b="0" i="0" kern="1200" spc="-50" baseline="0" noProof="0" dirty="0" smtClean="0">
          <a:solidFill>
            <a:schemeClr val="tx2"/>
          </a:solidFill>
          <a:latin typeface="+mn-lt"/>
          <a:ea typeface="+mn-ea"/>
          <a:cs typeface="+mn-cs"/>
        </a:defRPr>
      </a:lvl1pPr>
      <a:lvl2pPr marL="1371532" indent="-457177" algn="l" defTabSz="1828708" rtl="0" eaLnBrk="1" latinLnBrk="0" hangingPunct="1">
        <a:lnSpc>
          <a:spcPct val="90000"/>
        </a:lnSpc>
        <a:spcBef>
          <a:spcPts val="1000"/>
        </a:spcBef>
        <a:spcAft>
          <a:spcPts val="600"/>
        </a:spcAft>
        <a:buFont typeface="Arial" panose="020B0604020202020204" pitchFamily="34" charset="0"/>
        <a:buChar char="•"/>
        <a:defRPr lang="en-US" sz="3200" b="0" i="0" kern="1200" spc="-40" baseline="0" dirty="0" smtClean="0">
          <a:solidFill>
            <a:schemeClr val="tx2"/>
          </a:solidFill>
          <a:latin typeface="TT Norms Pro" panose="02000503030000020003" pitchFamily="2" charset="0"/>
          <a:ea typeface="+mn-ea"/>
          <a:cs typeface="+mn-cs"/>
        </a:defRPr>
      </a:lvl2pPr>
      <a:lvl3pPr marL="1830386" indent="-457200" algn="l" defTabSz="1828708" rtl="0" eaLnBrk="1" latinLnBrk="0" hangingPunct="1">
        <a:lnSpc>
          <a:spcPct val="90000"/>
        </a:lnSpc>
        <a:spcBef>
          <a:spcPts val="1000"/>
        </a:spcBef>
        <a:spcAft>
          <a:spcPts val="600"/>
        </a:spcAft>
        <a:buFont typeface="Arial" panose="020B0604020202020204" pitchFamily="34" charset="0"/>
        <a:buChar char="•"/>
        <a:defRPr lang="en-US" sz="2800" b="0" i="0" kern="1200" spc="-30" baseline="0" dirty="0" smtClean="0">
          <a:solidFill>
            <a:schemeClr val="tx2"/>
          </a:solidFill>
          <a:latin typeface="TT Norms Pro" panose="02000503030000020003" pitchFamily="2" charset="0"/>
          <a:ea typeface="+mn-ea"/>
          <a:cs typeface="+mn-cs"/>
        </a:defRPr>
      </a:lvl3pPr>
      <a:lvl4pPr marL="2292350" indent="-457200" algn="l" defTabSz="1828708" rtl="0" eaLnBrk="1" latinLnBrk="0" hangingPunct="1">
        <a:lnSpc>
          <a:spcPct val="90000"/>
        </a:lnSpc>
        <a:spcBef>
          <a:spcPts val="1000"/>
        </a:spcBef>
        <a:buFont typeface="Arial" panose="020B0604020202020204" pitchFamily="34" charset="0"/>
        <a:buChar char="•"/>
        <a:defRPr sz="2800" kern="1200">
          <a:solidFill>
            <a:schemeClr val="tx2"/>
          </a:solidFill>
          <a:latin typeface="TT Norms Pro" panose="020B0604020202020204" charset="0"/>
          <a:ea typeface="+mn-ea"/>
          <a:cs typeface="+mn-cs"/>
        </a:defRPr>
      </a:lvl4pPr>
      <a:lvl5pPr marL="4114595"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5pPr>
      <a:lvl6pPr marL="5028948"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6pPr>
      <a:lvl7pPr marL="5943303"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7pPr>
      <a:lvl8pPr marL="6857656"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8pPr>
      <a:lvl9pPr marL="7772012"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9pPr>
    </p:bodyStyle>
    <p:otherStyle>
      <a:defPPr>
        <a:defRPr lang="en-US"/>
      </a:defPPr>
      <a:lvl1pPr marL="0" algn="l" defTabSz="1828708" rtl="0" eaLnBrk="1" latinLnBrk="0" hangingPunct="1">
        <a:defRPr sz="3601" kern="1200">
          <a:solidFill>
            <a:schemeClr val="tx1"/>
          </a:solidFill>
          <a:latin typeface="+mn-lt"/>
          <a:ea typeface="+mn-ea"/>
          <a:cs typeface="+mn-cs"/>
        </a:defRPr>
      </a:lvl1pPr>
      <a:lvl2pPr marL="914355" algn="l" defTabSz="1828708" rtl="0" eaLnBrk="1" latinLnBrk="0" hangingPunct="1">
        <a:defRPr sz="3601" kern="1200">
          <a:solidFill>
            <a:schemeClr val="tx1"/>
          </a:solidFill>
          <a:latin typeface="+mn-lt"/>
          <a:ea typeface="+mn-ea"/>
          <a:cs typeface="+mn-cs"/>
        </a:defRPr>
      </a:lvl2pPr>
      <a:lvl3pPr marL="1828708" algn="l" defTabSz="1828708" rtl="0" eaLnBrk="1" latinLnBrk="0" hangingPunct="1">
        <a:defRPr sz="3601" kern="1200">
          <a:solidFill>
            <a:schemeClr val="tx1"/>
          </a:solidFill>
          <a:latin typeface="+mn-lt"/>
          <a:ea typeface="+mn-ea"/>
          <a:cs typeface="+mn-cs"/>
        </a:defRPr>
      </a:lvl3pPr>
      <a:lvl4pPr marL="2743063" algn="l" defTabSz="1828708" rtl="0" eaLnBrk="1" latinLnBrk="0" hangingPunct="1">
        <a:defRPr sz="3601" kern="1200">
          <a:solidFill>
            <a:schemeClr val="tx1"/>
          </a:solidFill>
          <a:latin typeface="+mn-lt"/>
          <a:ea typeface="+mn-ea"/>
          <a:cs typeface="+mn-cs"/>
        </a:defRPr>
      </a:lvl4pPr>
      <a:lvl5pPr marL="3657417" algn="l" defTabSz="1828708" rtl="0" eaLnBrk="1" latinLnBrk="0" hangingPunct="1">
        <a:defRPr sz="3601" kern="1200">
          <a:solidFill>
            <a:schemeClr val="tx1"/>
          </a:solidFill>
          <a:latin typeface="+mn-lt"/>
          <a:ea typeface="+mn-ea"/>
          <a:cs typeface="+mn-cs"/>
        </a:defRPr>
      </a:lvl5pPr>
      <a:lvl6pPr marL="4571772" algn="l" defTabSz="1828708" rtl="0" eaLnBrk="1" latinLnBrk="0" hangingPunct="1">
        <a:defRPr sz="3601" kern="1200">
          <a:solidFill>
            <a:schemeClr val="tx1"/>
          </a:solidFill>
          <a:latin typeface="+mn-lt"/>
          <a:ea typeface="+mn-ea"/>
          <a:cs typeface="+mn-cs"/>
        </a:defRPr>
      </a:lvl6pPr>
      <a:lvl7pPr marL="5486125" algn="l" defTabSz="1828708" rtl="0" eaLnBrk="1" latinLnBrk="0" hangingPunct="1">
        <a:defRPr sz="3601" kern="1200">
          <a:solidFill>
            <a:schemeClr val="tx1"/>
          </a:solidFill>
          <a:latin typeface="+mn-lt"/>
          <a:ea typeface="+mn-ea"/>
          <a:cs typeface="+mn-cs"/>
        </a:defRPr>
      </a:lvl7pPr>
      <a:lvl8pPr marL="6400480" algn="l" defTabSz="1828708" rtl="0" eaLnBrk="1" latinLnBrk="0" hangingPunct="1">
        <a:defRPr sz="3601" kern="1200">
          <a:solidFill>
            <a:schemeClr val="tx1"/>
          </a:solidFill>
          <a:latin typeface="+mn-lt"/>
          <a:ea typeface="+mn-ea"/>
          <a:cs typeface="+mn-cs"/>
        </a:defRPr>
      </a:lvl8pPr>
      <a:lvl9pPr marL="7314833" algn="l" defTabSz="1828708" rtl="0" eaLnBrk="1" latinLnBrk="0" hangingPunct="1">
        <a:defRPr sz="36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hlinkClick r:id="" action="ppaction://noaction"/>
            <a:extLst>
              <a:ext uri="{FF2B5EF4-FFF2-40B4-BE49-F238E27FC236}">
                <a16:creationId xmlns:a16="http://schemas.microsoft.com/office/drawing/2014/main" id="{BCE1336D-F286-46BA-8B45-031416727432}"/>
              </a:ext>
            </a:extLst>
          </p:cNvPr>
          <p:cNvSpPr/>
          <p:nvPr userDrawn="1"/>
        </p:nvSpPr>
        <p:spPr>
          <a:xfrm>
            <a:off x="22106021" y="0"/>
            <a:ext cx="2281154" cy="8229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2">
            <a:extLst>
              <a:ext uri="{FF2B5EF4-FFF2-40B4-BE49-F238E27FC236}">
                <a16:creationId xmlns:a16="http://schemas.microsoft.com/office/drawing/2014/main" id="{6E05DF29-7E72-43DE-9028-DB2C457047E2}"/>
              </a:ext>
            </a:extLst>
          </p:cNvPr>
          <p:cNvSpPr>
            <a:spLocks noGrp="1"/>
          </p:cNvSpPr>
          <p:nvPr>
            <p:ph type="title"/>
          </p:nvPr>
        </p:nvSpPr>
        <p:spPr>
          <a:xfrm>
            <a:off x="0" y="822960"/>
            <a:ext cx="24387048" cy="1170432"/>
          </a:xfrm>
          <a:prstGeom prst="rect">
            <a:avLst/>
          </a:prstGeom>
        </p:spPr>
        <p:txBody>
          <a:bodyPr vert="horz" lIns="91440" tIns="45720" rIns="91440" bIns="45720" rtlCol="0" anchor="ctr">
            <a:normAutofit/>
          </a:bodyPr>
          <a:lstStyle/>
          <a:p>
            <a:r>
              <a:rPr lang="en-US"/>
              <a:t>Title (Title Caps, 66 Pt Bold)</a:t>
            </a:r>
          </a:p>
        </p:txBody>
      </p:sp>
      <p:sp>
        <p:nvSpPr>
          <p:cNvPr id="7" name="Footer Placeholder 6">
            <a:extLst>
              <a:ext uri="{FF2B5EF4-FFF2-40B4-BE49-F238E27FC236}">
                <a16:creationId xmlns:a16="http://schemas.microsoft.com/office/drawing/2014/main" id="{DBE6A256-2B4B-43E4-999B-C73BB7F33CD5}"/>
              </a:ext>
            </a:extLst>
          </p:cNvPr>
          <p:cNvSpPr>
            <a:spLocks noGrp="1"/>
          </p:cNvSpPr>
          <p:nvPr>
            <p:ph type="ftr" sz="quarter" idx="3"/>
          </p:nvPr>
        </p:nvSpPr>
        <p:spPr>
          <a:xfrm>
            <a:off x="3175" y="13441680"/>
            <a:ext cx="24387048" cy="274320"/>
          </a:xfrm>
          <a:prstGeom prst="rect">
            <a:avLst/>
          </a:prstGeom>
          <a:solidFill>
            <a:schemeClr val="tx2"/>
          </a:solidFill>
        </p:spPr>
        <p:txBody>
          <a:bodyPr vert="horz" wrap="none" lIns="91440" tIns="45720" rIns="91440" bIns="27432" rtlCol="0" anchor="ctr"/>
          <a:lstStyle>
            <a:lvl1pPr algn="ctr">
              <a:defRPr sz="800">
                <a:solidFill>
                  <a:schemeClr val="bg1"/>
                </a:solidFill>
              </a:defRPr>
            </a:lvl1p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8" name="Slide Number Placeholder 7">
            <a:extLst>
              <a:ext uri="{FF2B5EF4-FFF2-40B4-BE49-F238E27FC236}">
                <a16:creationId xmlns:a16="http://schemas.microsoft.com/office/drawing/2014/main" id="{89588294-F5EF-41F5-BB56-2B38F9E18402}"/>
              </a:ext>
            </a:extLst>
          </p:cNvPr>
          <p:cNvSpPr>
            <a:spLocks noGrp="1"/>
          </p:cNvSpPr>
          <p:nvPr>
            <p:ph type="sldNum" sz="quarter" idx="4"/>
          </p:nvPr>
        </p:nvSpPr>
        <p:spPr>
          <a:xfrm>
            <a:off x="23244175" y="13441680"/>
            <a:ext cx="1143000" cy="274320"/>
          </a:xfrm>
          <a:prstGeom prst="rect">
            <a:avLst/>
          </a:prstGeom>
        </p:spPr>
        <p:txBody>
          <a:bodyPr vert="horz" wrap="none" lIns="0" tIns="36576" rIns="91440" bIns="0" rtlCol="0" anchor="ctr"/>
          <a:lstStyle>
            <a:lvl1pPr algn="r">
              <a:defRPr sz="1400" b="1">
                <a:solidFill>
                  <a:srgbClr val="FFB81C"/>
                </a:solidFill>
              </a:defRPr>
            </a:lvl1pPr>
          </a:lstStyle>
          <a:p>
            <a:fld id="{65CC2327-6B8B-47BD-B581-B21CDA88CCFB}" type="slidenum">
              <a:rPr lang="en-US" smtClean="0"/>
              <a:pPr/>
              <a:t>‹#›</a:t>
            </a:fld>
            <a:endParaRPr lang="en-US"/>
          </a:p>
        </p:txBody>
      </p:sp>
      <p:sp>
        <p:nvSpPr>
          <p:cNvPr id="9" name="Text Placeholder 8">
            <a:extLst>
              <a:ext uri="{FF2B5EF4-FFF2-40B4-BE49-F238E27FC236}">
                <a16:creationId xmlns:a16="http://schemas.microsoft.com/office/drawing/2014/main" id="{279D4800-7781-4CCD-85E3-B2A16D49F85B}"/>
              </a:ext>
            </a:extLst>
          </p:cNvPr>
          <p:cNvSpPr>
            <a:spLocks noGrp="1"/>
          </p:cNvSpPr>
          <p:nvPr>
            <p:ph type="body" idx="1"/>
          </p:nvPr>
        </p:nvSpPr>
        <p:spPr>
          <a:xfrm>
            <a:off x="3175" y="3200399"/>
            <a:ext cx="24383873" cy="10241280"/>
          </a:xfrm>
          <a:prstGeom prst="rect">
            <a:avLst/>
          </a:prstGeom>
        </p:spPr>
        <p:txBody>
          <a:bodyPr vert="horz" lIns="91440" tIns="45720" rIns="228600" bIns="45720" rtlCol="0">
            <a:normAutofit/>
          </a:bodyPr>
          <a:lstStyle/>
          <a:p>
            <a:pPr marL="1371600" marR="0" lvl="0"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Primary bullet (36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regular; 20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before, 6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after; .9 line spacing)</a:t>
            </a:r>
          </a:p>
          <a:p>
            <a:pPr marL="1828800" lvl="1"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second level (32 </a:t>
            </a:r>
            <a:r>
              <a:rPr lang="en-US" err="1"/>
              <a:t>pt</a:t>
            </a:r>
            <a:r>
              <a:rPr lang="en-US"/>
              <a:t> regular; 10 </a:t>
            </a:r>
            <a:r>
              <a:rPr lang="en-US" err="1"/>
              <a:t>pt</a:t>
            </a:r>
            <a:r>
              <a:rPr lang="en-US"/>
              <a:t> before, 6 </a:t>
            </a:r>
            <a:r>
              <a:rPr lang="en-US" err="1"/>
              <a:t>pt</a:t>
            </a:r>
            <a:r>
              <a:rPr lang="en-US"/>
              <a:t> after; .9 line spacing)</a:t>
            </a:r>
          </a:p>
          <a:p>
            <a:pPr marL="2290764" lvl="2"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4" name="Date Placeholder 3">
            <a:extLst>
              <a:ext uri="{FF2B5EF4-FFF2-40B4-BE49-F238E27FC236}">
                <a16:creationId xmlns:a16="http://schemas.microsoft.com/office/drawing/2014/main" id="{2A671710-BDED-456B-A520-7C41D3814BF5}"/>
              </a:ext>
            </a:extLst>
          </p:cNvPr>
          <p:cNvSpPr>
            <a:spLocks noGrp="1"/>
          </p:cNvSpPr>
          <p:nvPr>
            <p:ph type="dt" sz="half" idx="2"/>
          </p:nvPr>
        </p:nvSpPr>
        <p:spPr>
          <a:xfrm>
            <a:off x="0" y="13441680"/>
            <a:ext cx="1143000" cy="274320"/>
          </a:xfrm>
          <a:prstGeom prst="rect">
            <a:avLst/>
          </a:prstGeom>
        </p:spPr>
        <p:txBody>
          <a:bodyPr vert="horz" lIns="91440" tIns="45720" rIns="91440" bIns="27432" rtlCol="0" anchor="ctr"/>
          <a:lstStyle>
            <a:lvl1pPr algn="l">
              <a:defRPr sz="800">
                <a:solidFill>
                  <a:schemeClr val="bg1"/>
                </a:solidFill>
                <a:latin typeface="TT Norms Pro" panose="020B0604020202020204" charset="0"/>
              </a:defRPr>
            </a:lvl1pPr>
          </a:lstStyle>
          <a:p>
            <a:fld id="{9CC7B6BA-D44D-4729-BD5A-BF29607FF773}" type="datetime4">
              <a:rPr lang="en-US" smtClean="0"/>
              <a:pPr/>
              <a:t>June 10, 2026</a:t>
            </a:fld>
            <a:endParaRPr lang="en-US"/>
          </a:p>
        </p:txBody>
      </p:sp>
    </p:spTree>
    <p:extLst>
      <p:ext uri="{BB962C8B-B14F-4D97-AF65-F5344CB8AC3E}">
        <p14:creationId xmlns:p14="http://schemas.microsoft.com/office/powerpoint/2010/main" val="107480718"/>
      </p:ext>
    </p:extLst>
  </p:cSld>
  <p:clrMap bg1="lt1" tx1="dk1" bg2="lt2" tx2="dk2" accent1="accent1" accent2="accent2" accent3="accent3" accent4="accent4" accent5="accent5" accent6="accent6" hlink="hlink" folHlink="folHlink"/>
  <p:sldLayoutIdLst>
    <p:sldLayoutId id="2147483673" r:id="rId1"/>
    <p:sldLayoutId id="2147483827" r:id="rId2"/>
    <p:sldLayoutId id="2147483750" r:id="rId3"/>
    <p:sldLayoutId id="2147483828" r:id="rId4"/>
    <p:sldLayoutId id="2147483902" r:id="rId5"/>
    <p:sldLayoutId id="2147483893" r:id="rId6"/>
    <p:sldLayoutId id="2147483884" r:id="rId7"/>
    <p:sldLayoutId id="2147483875" r:id="rId8"/>
    <p:sldLayoutId id="2147483866" r:id="rId9"/>
    <p:sldLayoutId id="2147483857" r:id="rId10"/>
    <p:sldLayoutId id="2147483848" r:id="rId11"/>
    <p:sldLayoutId id="2147483847" r:id="rId12"/>
    <p:sldLayoutId id="2147483838" r:id="rId13"/>
    <p:sldLayoutId id="2147483753" r:id="rId14"/>
    <p:sldLayoutId id="2147483749" r:id="rId15"/>
    <p:sldLayoutId id="2147483830" r:id="rId16"/>
    <p:sldLayoutId id="2147483718" r:id="rId17"/>
    <p:sldLayoutId id="2147483831" r:id="rId18"/>
    <p:sldLayoutId id="2147483903" r:id="rId19"/>
    <p:sldLayoutId id="2147483904" r:id="rId20"/>
    <p:sldLayoutId id="2147483905" r:id="rId21"/>
    <p:sldLayoutId id="2147483906" r:id="rId22"/>
    <p:sldLayoutId id="2147483907" r:id="rId23"/>
    <p:sldLayoutId id="2147483908" r:id="rId24"/>
    <p:sldLayoutId id="2147483909" r:id="rId25"/>
    <p:sldLayoutId id="2147483832" r:id="rId26"/>
    <p:sldLayoutId id="2147483833" r:id="rId27"/>
    <p:sldLayoutId id="2147483834" r:id="rId28"/>
    <p:sldLayoutId id="2147483751" r:id="rId29"/>
    <p:sldLayoutId id="2147483910" r:id="rId30"/>
    <p:sldLayoutId id="2147483755" r:id="rId31"/>
  </p:sldLayoutIdLst>
  <p:txStyles>
    <p:titleStyle>
      <a:lvl1pPr marL="914400" indent="0" algn="l" defTabSz="1828708" rtl="0" eaLnBrk="1" latinLnBrk="0" hangingPunct="1">
        <a:lnSpc>
          <a:spcPct val="90000"/>
        </a:lnSpc>
        <a:spcBef>
          <a:spcPct val="0"/>
        </a:spcBef>
        <a:buNone/>
        <a:tabLst/>
        <a:defRPr lang="en-US" sz="6599" b="1" kern="1200" spc="-100" baseline="0" dirty="0">
          <a:solidFill>
            <a:schemeClr val="tx2"/>
          </a:solidFill>
          <a:latin typeface="+mj-lt"/>
          <a:ea typeface="+mj-ea"/>
          <a:cs typeface="+mj-cs"/>
        </a:defRPr>
      </a:lvl1pPr>
    </p:titleStyle>
    <p:bodyStyle>
      <a:lvl1pPr marL="1371600" indent="-457200" algn="l" defTabSz="1828708" rtl="0" eaLnBrk="1" latinLnBrk="0" hangingPunct="1">
        <a:lnSpc>
          <a:spcPct val="90000"/>
        </a:lnSpc>
        <a:spcBef>
          <a:spcPts val="2000"/>
        </a:spcBef>
        <a:spcAft>
          <a:spcPts val="600"/>
        </a:spcAft>
        <a:buFont typeface="Arial" panose="020B0604020202020204" pitchFamily="34" charset="0"/>
        <a:buChar char="•"/>
        <a:defRPr lang="en-US" sz="3600" b="0" i="0" kern="1200" spc="-50" baseline="0" noProof="0" dirty="0" smtClean="0">
          <a:solidFill>
            <a:schemeClr val="tx2"/>
          </a:solidFill>
          <a:latin typeface="+mn-lt"/>
          <a:ea typeface="+mn-ea"/>
          <a:cs typeface="+mn-cs"/>
        </a:defRPr>
      </a:lvl1pPr>
      <a:lvl2pPr marL="1371532" indent="-457177" algn="l" defTabSz="1828708" rtl="0" eaLnBrk="1" latinLnBrk="0" hangingPunct="1">
        <a:lnSpc>
          <a:spcPct val="90000"/>
        </a:lnSpc>
        <a:spcBef>
          <a:spcPts val="1000"/>
        </a:spcBef>
        <a:spcAft>
          <a:spcPts val="600"/>
        </a:spcAft>
        <a:buFont typeface="Arial" panose="020B0604020202020204" pitchFamily="34" charset="0"/>
        <a:buChar char="•"/>
        <a:defRPr lang="en-US" sz="3200" b="0" i="0" kern="1200" spc="-40" baseline="0" dirty="0" smtClean="0">
          <a:solidFill>
            <a:schemeClr val="tx2"/>
          </a:solidFill>
          <a:latin typeface="TT Norms Pro" panose="02000503030000020003" pitchFamily="2" charset="0"/>
          <a:ea typeface="+mn-ea"/>
          <a:cs typeface="+mn-cs"/>
        </a:defRPr>
      </a:lvl2pPr>
      <a:lvl3pPr marL="1830386" indent="-457200" algn="l" defTabSz="1828708" rtl="0" eaLnBrk="1" latinLnBrk="0" hangingPunct="1">
        <a:lnSpc>
          <a:spcPct val="90000"/>
        </a:lnSpc>
        <a:spcBef>
          <a:spcPts val="1000"/>
        </a:spcBef>
        <a:spcAft>
          <a:spcPts val="600"/>
        </a:spcAft>
        <a:buFont typeface="Arial" panose="020B0604020202020204" pitchFamily="34" charset="0"/>
        <a:buChar char="•"/>
        <a:defRPr lang="en-US" sz="2800" b="0" i="0" kern="1200" spc="-30" baseline="0" dirty="0" smtClean="0">
          <a:solidFill>
            <a:schemeClr val="tx2"/>
          </a:solidFill>
          <a:latin typeface="TT Norms Pro" panose="02000503030000020003" pitchFamily="2" charset="0"/>
          <a:ea typeface="+mn-ea"/>
          <a:cs typeface="+mn-cs"/>
        </a:defRPr>
      </a:lvl3pPr>
      <a:lvl4pPr marL="2292350" indent="-457200" algn="l" defTabSz="1828708" rtl="0" eaLnBrk="1" latinLnBrk="0" hangingPunct="1">
        <a:lnSpc>
          <a:spcPct val="90000"/>
        </a:lnSpc>
        <a:spcBef>
          <a:spcPts val="1000"/>
        </a:spcBef>
        <a:buFont typeface="Arial" panose="020B0604020202020204" pitchFamily="34" charset="0"/>
        <a:buChar char="•"/>
        <a:defRPr sz="2800" kern="1200">
          <a:solidFill>
            <a:schemeClr val="tx2"/>
          </a:solidFill>
          <a:latin typeface="TT Norms Pro" panose="020B0604020202020204" charset="0"/>
          <a:ea typeface="+mn-ea"/>
          <a:cs typeface="+mn-cs"/>
        </a:defRPr>
      </a:lvl4pPr>
      <a:lvl5pPr marL="4114595"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5pPr>
      <a:lvl6pPr marL="5028948"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6pPr>
      <a:lvl7pPr marL="5943303"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7pPr>
      <a:lvl8pPr marL="6857656"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8pPr>
      <a:lvl9pPr marL="7772012"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9pPr>
    </p:bodyStyle>
    <p:otherStyle>
      <a:defPPr>
        <a:defRPr lang="en-US"/>
      </a:defPPr>
      <a:lvl1pPr marL="0" algn="l" defTabSz="1828708" rtl="0" eaLnBrk="1" latinLnBrk="0" hangingPunct="1">
        <a:defRPr sz="3601" kern="1200">
          <a:solidFill>
            <a:schemeClr val="tx1"/>
          </a:solidFill>
          <a:latin typeface="+mn-lt"/>
          <a:ea typeface="+mn-ea"/>
          <a:cs typeface="+mn-cs"/>
        </a:defRPr>
      </a:lvl1pPr>
      <a:lvl2pPr marL="914355" algn="l" defTabSz="1828708" rtl="0" eaLnBrk="1" latinLnBrk="0" hangingPunct="1">
        <a:defRPr sz="3601" kern="1200">
          <a:solidFill>
            <a:schemeClr val="tx1"/>
          </a:solidFill>
          <a:latin typeface="+mn-lt"/>
          <a:ea typeface="+mn-ea"/>
          <a:cs typeface="+mn-cs"/>
        </a:defRPr>
      </a:lvl2pPr>
      <a:lvl3pPr marL="1828708" algn="l" defTabSz="1828708" rtl="0" eaLnBrk="1" latinLnBrk="0" hangingPunct="1">
        <a:defRPr sz="3601" kern="1200">
          <a:solidFill>
            <a:schemeClr val="tx1"/>
          </a:solidFill>
          <a:latin typeface="+mn-lt"/>
          <a:ea typeface="+mn-ea"/>
          <a:cs typeface="+mn-cs"/>
        </a:defRPr>
      </a:lvl3pPr>
      <a:lvl4pPr marL="2743063" algn="l" defTabSz="1828708" rtl="0" eaLnBrk="1" latinLnBrk="0" hangingPunct="1">
        <a:defRPr sz="3601" kern="1200">
          <a:solidFill>
            <a:schemeClr val="tx1"/>
          </a:solidFill>
          <a:latin typeface="+mn-lt"/>
          <a:ea typeface="+mn-ea"/>
          <a:cs typeface="+mn-cs"/>
        </a:defRPr>
      </a:lvl4pPr>
      <a:lvl5pPr marL="3657417" algn="l" defTabSz="1828708" rtl="0" eaLnBrk="1" latinLnBrk="0" hangingPunct="1">
        <a:defRPr sz="3601" kern="1200">
          <a:solidFill>
            <a:schemeClr val="tx1"/>
          </a:solidFill>
          <a:latin typeface="+mn-lt"/>
          <a:ea typeface="+mn-ea"/>
          <a:cs typeface="+mn-cs"/>
        </a:defRPr>
      </a:lvl5pPr>
      <a:lvl6pPr marL="4571772" algn="l" defTabSz="1828708" rtl="0" eaLnBrk="1" latinLnBrk="0" hangingPunct="1">
        <a:defRPr sz="3601" kern="1200">
          <a:solidFill>
            <a:schemeClr val="tx1"/>
          </a:solidFill>
          <a:latin typeface="+mn-lt"/>
          <a:ea typeface="+mn-ea"/>
          <a:cs typeface="+mn-cs"/>
        </a:defRPr>
      </a:lvl6pPr>
      <a:lvl7pPr marL="5486125" algn="l" defTabSz="1828708" rtl="0" eaLnBrk="1" latinLnBrk="0" hangingPunct="1">
        <a:defRPr sz="3601" kern="1200">
          <a:solidFill>
            <a:schemeClr val="tx1"/>
          </a:solidFill>
          <a:latin typeface="+mn-lt"/>
          <a:ea typeface="+mn-ea"/>
          <a:cs typeface="+mn-cs"/>
        </a:defRPr>
      </a:lvl7pPr>
      <a:lvl8pPr marL="6400480" algn="l" defTabSz="1828708" rtl="0" eaLnBrk="1" latinLnBrk="0" hangingPunct="1">
        <a:defRPr sz="3601" kern="1200">
          <a:solidFill>
            <a:schemeClr val="tx1"/>
          </a:solidFill>
          <a:latin typeface="+mn-lt"/>
          <a:ea typeface="+mn-ea"/>
          <a:cs typeface="+mn-cs"/>
        </a:defRPr>
      </a:lvl8pPr>
      <a:lvl9pPr marL="7314833" algn="l" defTabSz="1828708" rtl="0" eaLnBrk="1" latinLnBrk="0" hangingPunct="1">
        <a:defRPr sz="36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32.png"/><Relationship Id="rId7" Type="http://schemas.openxmlformats.org/officeDocument/2006/relationships/slide" Target="slide13.xml"/><Relationship Id="rId2" Type="http://schemas.openxmlformats.org/officeDocument/2006/relationships/notesSlide" Target="../notesSlides/notesSlide1.xml"/><Relationship Id="rId1" Type="http://schemas.openxmlformats.org/officeDocument/2006/relationships/slideLayout" Target="../slideLayouts/slideLayout30.xml"/><Relationship Id="rId6" Type="http://schemas.openxmlformats.org/officeDocument/2006/relationships/slide" Target="slide17.xml"/><Relationship Id="rId5" Type="http://schemas.openxmlformats.org/officeDocument/2006/relationships/slide" Target="slide8.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3.xml"/><Relationship Id="rId1" Type="http://schemas.openxmlformats.org/officeDocument/2006/relationships/slideLayout" Target="../slideLayouts/slideLayout46.xml"/><Relationship Id="rId5" Type="http://schemas.openxmlformats.org/officeDocument/2006/relationships/image" Target="../media/image4.svg"/><Relationship Id="rId4" Type="http://schemas.openxmlformats.org/officeDocument/2006/relationships/hyperlink" Target="https://survey.hsforms.com/1gcYHvvw_SSa4gSBzq5qnOwdcm8i"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slide" Target="slide30.xml"/><Relationship Id="rId7" Type="http://schemas.openxmlformats.org/officeDocument/2006/relationships/image" Target="../media/image430.pn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slide" Target="slide29.xml"/><Relationship Id="rId5" Type="http://schemas.openxmlformats.org/officeDocument/2006/relationships/image" Target="../media/image36.png"/><Relationship Id="rId10" Type="http://schemas.openxmlformats.org/officeDocument/2006/relationships/image" Target="../media/image440.png"/><Relationship Id="rId4" Type="http://schemas.openxmlformats.org/officeDocument/2006/relationships/image" Target="../media/image420.png"/><Relationship Id="rId9" Type="http://schemas.openxmlformats.org/officeDocument/2006/relationships/slide" Target="slide3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sv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7.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8.xml"/><Relationship Id="rId6" Type="http://schemas.openxmlformats.org/officeDocument/2006/relationships/hyperlink" Target="http://www.anglepoint.com/cc" TargetMode="External"/><Relationship Id="rId5" Type="http://schemas.openxmlformats.org/officeDocument/2006/relationships/image" Target="../media/image47.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18" Type="http://schemas.openxmlformats.org/officeDocument/2006/relationships/image" Target="../media/image63.png"/><Relationship Id="rId26" Type="http://schemas.openxmlformats.org/officeDocument/2006/relationships/image" Target="../media/image71.png"/><Relationship Id="rId3" Type="http://schemas.openxmlformats.org/officeDocument/2006/relationships/image" Target="../media/image48.png"/><Relationship Id="rId21" Type="http://schemas.openxmlformats.org/officeDocument/2006/relationships/image" Target="../media/image66.png"/><Relationship Id="rId7" Type="http://schemas.openxmlformats.org/officeDocument/2006/relationships/image" Target="../media/image52.png"/><Relationship Id="rId12" Type="http://schemas.openxmlformats.org/officeDocument/2006/relationships/image" Target="../media/image57.png"/><Relationship Id="rId17" Type="http://schemas.openxmlformats.org/officeDocument/2006/relationships/image" Target="../media/image62.png"/><Relationship Id="rId25" Type="http://schemas.openxmlformats.org/officeDocument/2006/relationships/image" Target="../media/image70.png"/><Relationship Id="rId2" Type="http://schemas.openxmlformats.org/officeDocument/2006/relationships/notesSlide" Target="../notesSlides/notesSlide6.xml"/><Relationship Id="rId16" Type="http://schemas.openxmlformats.org/officeDocument/2006/relationships/image" Target="../media/image61.png"/><Relationship Id="rId20" Type="http://schemas.openxmlformats.org/officeDocument/2006/relationships/image" Target="../media/image65.png"/><Relationship Id="rId1" Type="http://schemas.openxmlformats.org/officeDocument/2006/relationships/slideLayout" Target="../slideLayouts/slideLayout1.xml"/><Relationship Id="rId6" Type="http://schemas.openxmlformats.org/officeDocument/2006/relationships/image" Target="../media/image51.png"/><Relationship Id="rId11" Type="http://schemas.openxmlformats.org/officeDocument/2006/relationships/image" Target="../media/image56.png"/><Relationship Id="rId24" Type="http://schemas.openxmlformats.org/officeDocument/2006/relationships/image" Target="../media/image69.png"/><Relationship Id="rId5" Type="http://schemas.openxmlformats.org/officeDocument/2006/relationships/image" Target="../media/image50.png"/><Relationship Id="rId15" Type="http://schemas.openxmlformats.org/officeDocument/2006/relationships/image" Target="../media/image60.png"/><Relationship Id="rId23" Type="http://schemas.openxmlformats.org/officeDocument/2006/relationships/image" Target="../media/image68.png"/><Relationship Id="rId10" Type="http://schemas.openxmlformats.org/officeDocument/2006/relationships/image" Target="../media/image55.png"/><Relationship Id="rId19" Type="http://schemas.openxmlformats.org/officeDocument/2006/relationships/image" Target="../media/image64.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 Id="rId22" Type="http://schemas.openxmlformats.org/officeDocument/2006/relationships/image" Target="../media/image67.png"/><Relationship Id="rId27" Type="http://schemas.openxmlformats.org/officeDocument/2006/relationships/image" Target="../media/image7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4.xml"/></Relationships>
</file>

<file path=ppt/slides/_rels/slide3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3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9.xml"/><Relationship Id="rId1" Type="http://schemas.openxmlformats.org/officeDocument/2006/relationships/slideLayout" Target="../slideLayouts/slideLayout44.xml"/></Relationships>
</file>

<file path=ppt/slides/_rels/slide3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xml"/><Relationship Id="rId1" Type="http://schemas.openxmlformats.org/officeDocument/2006/relationships/slideLayout" Target="../slideLayouts/slideLayout4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4E829AD-0FA8-7838-6A4B-CF302E0BA106}"/>
              </a:ext>
            </a:extLst>
          </p:cNvPr>
          <p:cNvSpPr>
            <a:spLocks noGrp="1"/>
          </p:cNvSpPr>
          <p:nvPr>
            <p:ph type="body" sz="quarter" idx="14"/>
          </p:nvPr>
        </p:nvSpPr>
        <p:spPr/>
        <p:txBody>
          <a:bodyPr/>
          <a:lstStyle/>
          <a:p>
            <a:r>
              <a:rPr lang="en-US" dirty="0"/>
              <a:t>OneMain</a:t>
            </a:r>
          </a:p>
        </p:txBody>
      </p:sp>
      <p:sp>
        <p:nvSpPr>
          <p:cNvPr id="2" name="Title">
            <a:extLst>
              <a:ext uri="{FF2B5EF4-FFF2-40B4-BE49-F238E27FC236}">
                <a16:creationId xmlns:a16="http://schemas.microsoft.com/office/drawing/2014/main" id="{5D419EBB-3943-470B-8973-55A20BB9641D}"/>
              </a:ext>
            </a:extLst>
          </p:cNvPr>
          <p:cNvSpPr>
            <a:spLocks noGrp="1" noRot="1" noMove="1" noResize="1" noEditPoints="1" noAdjustHandles="1" noChangeArrowheads="1" noChangeShapeType="1"/>
          </p:cNvSpPr>
          <p:nvPr>
            <p:ph type="title"/>
          </p:nvPr>
        </p:nvSpPr>
        <p:spPr/>
        <p:txBody>
          <a:bodyPr/>
          <a:lstStyle/>
          <a:p>
            <a:r>
              <a:rPr lang="en-US" sz="10800" dirty="0"/>
              <a:t>IBM</a:t>
            </a:r>
            <a:br>
              <a:rPr lang="en-US" sz="10800" dirty="0"/>
            </a:br>
            <a:r>
              <a:rPr lang="en-US" sz="10800" dirty="0"/>
              <a:t>Risk &amp; Opportunity Assessment Report (ROAR)</a:t>
            </a:r>
          </a:p>
        </p:txBody>
      </p:sp>
      <p:sp>
        <p:nvSpPr>
          <p:cNvPr id="7" name="Text Placeholder 6">
            <a:extLst>
              <a:ext uri="{FF2B5EF4-FFF2-40B4-BE49-F238E27FC236}">
                <a16:creationId xmlns:a16="http://schemas.microsoft.com/office/drawing/2014/main" id="{804344E2-6244-C9F9-076C-66EAC79B8A3B}"/>
              </a:ext>
            </a:extLst>
          </p:cNvPr>
          <p:cNvSpPr>
            <a:spLocks noGrp="1"/>
          </p:cNvSpPr>
          <p:nvPr>
            <p:ph type="body" sz="quarter" idx="18"/>
          </p:nvPr>
        </p:nvSpPr>
        <p:spPr>
          <a:xfrm>
            <a:off x="1848806" y="1389459"/>
            <a:ext cx="1368708" cy="1044901"/>
          </a:xfrm>
        </p:spPr>
        <p:txBody>
          <a:bodyPr/>
          <a:lstStyle/>
          <a:p>
            <a:r>
              <a:rPr lang="en-US">
                <a:latin typeface="TT Norms Pro"/>
              </a:rPr>
              <a:t>2026</a:t>
            </a:r>
            <a:endParaRPr lang="en-US"/>
          </a:p>
        </p:txBody>
      </p:sp>
      <p:pic>
        <p:nvPicPr>
          <p:cNvPr id="3" name="Picture 2">
            <a:extLst>
              <a:ext uri="{FF2B5EF4-FFF2-40B4-BE49-F238E27FC236}">
                <a16:creationId xmlns:a16="http://schemas.microsoft.com/office/drawing/2014/main" id="{D30385B2-9599-92F7-5998-6DA8ED5F3B17}"/>
              </a:ext>
            </a:extLst>
          </p:cNvPr>
          <p:cNvPicPr>
            <a:picLocks noChangeAspect="1"/>
          </p:cNvPicPr>
          <p:nvPr/>
        </p:nvPicPr>
        <p:blipFill>
          <a:blip r:embed="rId2"/>
          <a:stretch>
            <a:fillRect/>
          </a:stretch>
        </p:blipFill>
        <p:spPr>
          <a:xfrm>
            <a:off x="6483693" y="11296917"/>
            <a:ext cx="2017677" cy="1648593"/>
          </a:xfrm>
          <a:prstGeom prst="rect">
            <a:avLst/>
          </a:prstGeom>
          <a:ln>
            <a:solidFill>
              <a:schemeClr val="bg1"/>
            </a:solidFill>
          </a:ln>
        </p:spPr>
      </p:pic>
      <p:pic>
        <p:nvPicPr>
          <p:cNvPr id="4" name="Picture 3" descr="A blue text on a black background&#10;&#10;Description automatically generated">
            <a:extLst>
              <a:ext uri="{FF2B5EF4-FFF2-40B4-BE49-F238E27FC236}">
                <a16:creationId xmlns:a16="http://schemas.microsoft.com/office/drawing/2014/main" id="{93E31E5B-E0EC-1110-DCE5-581B4B101DF4}"/>
              </a:ext>
            </a:extLst>
          </p:cNvPr>
          <p:cNvPicPr>
            <a:picLocks noChangeAspect="1"/>
          </p:cNvPicPr>
          <p:nvPr/>
        </p:nvPicPr>
        <p:blipFill>
          <a:blip r:embed="rId3"/>
          <a:stretch>
            <a:fillRect/>
          </a:stretch>
        </p:blipFill>
        <p:spPr>
          <a:xfrm>
            <a:off x="9659311" y="11528490"/>
            <a:ext cx="3305604" cy="1206758"/>
          </a:xfrm>
          <a:prstGeom prst="rect">
            <a:avLst/>
          </a:prstGeom>
        </p:spPr>
      </p:pic>
    </p:spTree>
    <p:extLst>
      <p:ext uri="{BB962C8B-B14F-4D97-AF65-F5344CB8AC3E}">
        <p14:creationId xmlns:p14="http://schemas.microsoft.com/office/powerpoint/2010/main" val="1934563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F8DDAA-848B-5766-7087-607D9EC94ED4}"/>
              </a:ext>
            </a:extLst>
          </p:cNvPr>
          <p:cNvSpPr>
            <a:spLocks noGrp="1"/>
          </p:cNvSpPr>
          <p:nvPr>
            <p:ph type="ftr" sz="quarter" idx="18"/>
          </p:nvPr>
        </p:nvSpPr>
        <p:spPr/>
        <p:txBody>
          <a:bodyPr/>
          <a:lstStyle/>
          <a:p>
            <a:pPr lvl="0"/>
            <a:r>
              <a:rPr lang="en-US" noProof="0"/>
              <a:t>© 2026 Anglepoint Group, Inc. Confidential. Distribution prohibited. All rights reserved.</a:t>
            </a:r>
          </a:p>
        </p:txBody>
      </p:sp>
      <p:sp>
        <p:nvSpPr>
          <p:cNvPr id="3" name="Slide Number Placeholder 2">
            <a:extLst>
              <a:ext uri="{FF2B5EF4-FFF2-40B4-BE49-F238E27FC236}">
                <a16:creationId xmlns:a16="http://schemas.microsoft.com/office/drawing/2014/main" id="{839846D1-A7B7-C67F-90B4-4E7B191A1D06}"/>
              </a:ext>
            </a:extLst>
          </p:cNvPr>
          <p:cNvSpPr>
            <a:spLocks noGrp="1"/>
          </p:cNvSpPr>
          <p:nvPr>
            <p:ph type="sldNum" sz="quarter" idx="19"/>
          </p:nvPr>
        </p:nvSpPr>
        <p:spPr/>
        <p:txBody>
          <a:bodyPr/>
          <a:lstStyle/>
          <a:p>
            <a:fld id="{65CC2327-6B8B-47BD-B581-B21CDA88CCFB}" type="slidenum">
              <a:rPr lang="en-US" smtClean="0"/>
              <a:pPr/>
              <a:t>2</a:t>
            </a:fld>
            <a:endParaRPr lang="en-US"/>
          </a:p>
        </p:txBody>
      </p:sp>
      <p:sp>
        <p:nvSpPr>
          <p:cNvPr id="4" name="Text Placeholder 3">
            <a:extLst>
              <a:ext uri="{FF2B5EF4-FFF2-40B4-BE49-F238E27FC236}">
                <a16:creationId xmlns:a16="http://schemas.microsoft.com/office/drawing/2014/main" id="{1D398A7F-CD8D-A6CA-DBD5-A451E4516E35}"/>
              </a:ext>
            </a:extLst>
          </p:cNvPr>
          <p:cNvSpPr>
            <a:spLocks noGrp="1"/>
          </p:cNvSpPr>
          <p:nvPr>
            <p:ph type="body" sz="quarter" idx="16"/>
          </p:nvPr>
        </p:nvSpPr>
        <p:spPr/>
        <p:txBody>
          <a:bodyPr/>
          <a:lstStyle/>
          <a:p>
            <a:r>
              <a:rPr lang="en-US"/>
              <a:t>ANGLEPOINT</a:t>
            </a:r>
          </a:p>
        </p:txBody>
      </p:sp>
      <p:sp>
        <p:nvSpPr>
          <p:cNvPr id="5" name="Title 4">
            <a:extLst>
              <a:ext uri="{FF2B5EF4-FFF2-40B4-BE49-F238E27FC236}">
                <a16:creationId xmlns:a16="http://schemas.microsoft.com/office/drawing/2014/main" id="{41735A9B-92D3-00CC-1FC2-92C71BCB98A4}"/>
              </a:ext>
            </a:extLst>
          </p:cNvPr>
          <p:cNvSpPr>
            <a:spLocks noGrp="1"/>
          </p:cNvSpPr>
          <p:nvPr>
            <p:ph type="title"/>
          </p:nvPr>
        </p:nvSpPr>
        <p:spPr/>
        <p:txBody>
          <a:bodyPr/>
          <a:lstStyle/>
          <a:p>
            <a:r>
              <a:rPr lang="en-US"/>
              <a:t>PRESENTERS</a:t>
            </a:r>
          </a:p>
        </p:txBody>
      </p:sp>
      <p:sp>
        <p:nvSpPr>
          <p:cNvPr id="13" name="Rectangle 12">
            <a:extLst>
              <a:ext uri="{FF2B5EF4-FFF2-40B4-BE49-F238E27FC236}">
                <a16:creationId xmlns:a16="http://schemas.microsoft.com/office/drawing/2014/main" id="{4BECF952-6B9A-B4FA-AADC-08713E74ACD8}"/>
              </a:ext>
            </a:extLst>
          </p:cNvPr>
          <p:cNvSpPr/>
          <p:nvPr/>
        </p:nvSpPr>
        <p:spPr>
          <a:xfrm>
            <a:off x="11529615" y="8616095"/>
            <a:ext cx="5222524" cy="1499161"/>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300"/>
              </a:spcAft>
            </a:pPr>
            <a:r>
              <a:rPr lang="en-US" sz="2800" dirty="0">
                <a:solidFill>
                  <a:schemeClr val="tx2"/>
                </a:solidFill>
                <a:latin typeface="TT Norms Pro Normal" panose="02000503030000020003" pitchFamily="2" charset="0"/>
              </a:rPr>
              <a:t>Priyanka Desai</a:t>
            </a:r>
          </a:p>
          <a:p>
            <a:pPr algn="ctr">
              <a:lnSpc>
                <a:spcPct val="90000"/>
              </a:lnSpc>
              <a:spcAft>
                <a:spcPts val="300"/>
              </a:spcAft>
            </a:pPr>
            <a:r>
              <a:rPr lang="en-US" sz="1800" dirty="0">
                <a:solidFill>
                  <a:schemeClr val="accent1"/>
                </a:solidFill>
                <a:latin typeface="TT Norms Pro" panose="02000503030000020003" pitchFamily="2" charset="0"/>
              </a:rPr>
              <a:t>Senior Consultant, IBM &amp; Red Hat</a:t>
            </a:r>
          </a:p>
        </p:txBody>
      </p:sp>
      <p:sp>
        <p:nvSpPr>
          <p:cNvPr id="7" name="Rectangle 6">
            <a:extLst>
              <a:ext uri="{FF2B5EF4-FFF2-40B4-BE49-F238E27FC236}">
                <a16:creationId xmlns:a16="http://schemas.microsoft.com/office/drawing/2014/main" id="{DA633976-335E-A938-2AC1-977DEAAE3587}"/>
              </a:ext>
            </a:extLst>
          </p:cNvPr>
          <p:cNvSpPr/>
          <p:nvPr/>
        </p:nvSpPr>
        <p:spPr>
          <a:xfrm>
            <a:off x="17052591" y="8616095"/>
            <a:ext cx="5222524" cy="1499161"/>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300"/>
              </a:spcAft>
            </a:pPr>
            <a:r>
              <a:rPr lang="en-US" sz="2800" dirty="0">
                <a:solidFill>
                  <a:schemeClr val="tx2"/>
                </a:solidFill>
                <a:latin typeface="TT Norms Pro Normal" panose="02000503030000020003" pitchFamily="2" charset="0"/>
              </a:rPr>
              <a:t>Malia Wallace</a:t>
            </a:r>
          </a:p>
          <a:p>
            <a:pPr algn="ctr">
              <a:lnSpc>
                <a:spcPct val="90000"/>
              </a:lnSpc>
              <a:spcAft>
                <a:spcPts val="300"/>
              </a:spcAft>
            </a:pPr>
            <a:r>
              <a:rPr lang="en-US" sz="1800" dirty="0">
                <a:solidFill>
                  <a:schemeClr val="accent1"/>
                </a:solidFill>
                <a:latin typeface="TT Norms Pro" panose="02000503030000020003" pitchFamily="2" charset="0"/>
              </a:rPr>
              <a:t>Consultant, IBM &amp; Red Hat</a:t>
            </a:r>
          </a:p>
        </p:txBody>
      </p:sp>
      <p:pic>
        <p:nvPicPr>
          <p:cNvPr id="8" name="Picture Placeholder 12" descr="A person with long brown hair smiling&#10;&#10;AI-generated content may be incorrect.">
            <a:extLst>
              <a:ext uri="{FF2B5EF4-FFF2-40B4-BE49-F238E27FC236}">
                <a16:creationId xmlns:a16="http://schemas.microsoft.com/office/drawing/2014/main" id="{777FA05B-B555-0427-91BD-BA5232F411FD}"/>
              </a:ext>
            </a:extLst>
          </p:cNvPr>
          <p:cNvPicPr>
            <a:picLocks noChangeAspect="1"/>
          </p:cNvPicPr>
          <p:nvPr/>
        </p:nvPicPr>
        <p:blipFill>
          <a:blip r:embed="rId2"/>
          <a:srcRect t="17" b="17"/>
          <a:stretch>
            <a:fillRect/>
          </a:stretch>
        </p:blipFill>
        <p:spPr>
          <a:xfrm>
            <a:off x="11511326" y="3207648"/>
            <a:ext cx="5222523" cy="5213201"/>
          </a:xfrm>
          <a:prstGeom prst="rect">
            <a:avLst/>
          </a:prstGeom>
        </p:spPr>
      </p:pic>
      <p:pic>
        <p:nvPicPr>
          <p:cNvPr id="9" name="Picture Placeholder 24" descr="A person in a yellow shirt&#10;&#10;AI-generated content may be incorrect.">
            <a:extLst>
              <a:ext uri="{FF2B5EF4-FFF2-40B4-BE49-F238E27FC236}">
                <a16:creationId xmlns:a16="http://schemas.microsoft.com/office/drawing/2014/main" id="{82B5AE45-7CF3-0116-771A-7A6861119B14}"/>
              </a:ext>
            </a:extLst>
          </p:cNvPr>
          <p:cNvPicPr>
            <a:picLocks noChangeAspect="1"/>
          </p:cNvPicPr>
          <p:nvPr/>
        </p:nvPicPr>
        <p:blipFill>
          <a:blip r:embed="rId3"/>
          <a:srcRect t="6590" b="6590"/>
          <a:stretch>
            <a:fillRect/>
          </a:stretch>
        </p:blipFill>
        <p:spPr>
          <a:xfrm>
            <a:off x="17088450" y="3207648"/>
            <a:ext cx="5204909" cy="5213201"/>
          </a:xfrm>
          <a:prstGeom prst="rect">
            <a:avLst/>
          </a:prstGeom>
        </p:spPr>
      </p:pic>
    </p:spTree>
    <p:extLst>
      <p:ext uri="{BB962C8B-B14F-4D97-AF65-F5344CB8AC3E}">
        <p14:creationId xmlns:p14="http://schemas.microsoft.com/office/powerpoint/2010/main" val="540794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suz="http://schemas.microsoft.com/office/powerpoint/2016/summaryzoom" Requires="psuz">
          <p:graphicFrame>
            <p:nvGraphicFramePr>
              <p:cNvPr id="8" name="Agenda Summary Zoom" hidden="1">
                <a:extLst>
                  <a:ext uri="{FF2B5EF4-FFF2-40B4-BE49-F238E27FC236}">
                    <a16:creationId xmlns:a16="http://schemas.microsoft.com/office/drawing/2014/main" id="{15FB49A4-9D8A-4B8F-A40D-D204E03D7FDB}"/>
                  </a:ext>
                </a:extLst>
              </p:cNvPr>
              <p:cNvGraphicFramePr>
                <a:graphicFrameLocks noGrp="1" noDrilldown="1" noChangeAspect="1" noMove="1" noResize="1"/>
              </p:cNvGraphicFramePr>
              <p:nvPr>
                <p:extLst>
                  <p:ext uri="{D42A27DB-BD31-4B8C-83A1-F6EECF244321}">
                    <p14:modId xmlns:p14="http://schemas.microsoft.com/office/powerpoint/2010/main" val="2465581893"/>
                  </p:ext>
                </p:extLst>
              </p:nvPr>
            </p:nvGraphicFramePr>
            <p:xfrm>
              <a:off x="9003283" y="1843692"/>
              <a:ext cx="16258117" cy="10838744"/>
            </p:xfrm>
            <a:graphic>
              <a:graphicData uri="http://schemas.microsoft.com/office/powerpoint/2016/summaryzoom">
                <psuz:summaryZm>
                  <psuz:summaryZmObj sectionId="{92129280-99D1-45BA-89D5-2EC9505482F6}">
                    <psuz:zmPr id="{AAC836EA-68C3-4AD6-95B9-CB8A357EC3E7}" transitionDur="1000">
                      <p166:blipFill xmlns:p166="http://schemas.microsoft.com/office/powerpoint/2016/6/main">
                        <a:blip r:embed="rId3"/>
                        <a:stretch>
                          <a:fillRect/>
                        </a:stretch>
                      </p166:blipFill>
                      <p166:spPr xmlns:p166="http://schemas.microsoft.com/office/powerpoint/2016/6/main">
                        <a:xfrm>
                          <a:off x="2239256" y="325162"/>
                          <a:ext cx="5781415" cy="3251623"/>
                        </a:xfrm>
                        <a:prstGeom prst="rect">
                          <a:avLst/>
                        </a:prstGeom>
                        <a:ln w="3175">
                          <a:solidFill>
                            <a:prstClr val="ltGray"/>
                          </a:solidFill>
                        </a:ln>
                      </p166:spPr>
                    </psuz:zmPr>
                  </psuz:summaryZmObj>
                  <psuz:summaryZmObj sectionId="{5F9CE6D9-2278-437F-A892-DC10009898AD}">
                    <psuz:zmPr id="{E8FD9BDF-C8A2-4A72-A4E5-60AD20FC2B29}" transitionDur="1000">
                      <p166:blipFill xmlns:p166="http://schemas.microsoft.com/office/powerpoint/2016/6/main">
                        <a:blip r:embed="rId3"/>
                        <a:stretch>
                          <a:fillRect/>
                        </a:stretch>
                      </p166:blipFill>
                      <p166:spPr xmlns:p166="http://schemas.microsoft.com/office/powerpoint/2016/6/main">
                        <a:xfrm>
                          <a:off x="8237446" y="325162"/>
                          <a:ext cx="5781415" cy="3251623"/>
                        </a:xfrm>
                        <a:prstGeom prst="rect">
                          <a:avLst/>
                        </a:prstGeom>
                        <a:ln w="3175">
                          <a:solidFill>
                            <a:prstClr val="ltGray"/>
                          </a:solidFill>
                        </a:ln>
                      </p166:spPr>
                    </psuz:zmPr>
                  </psuz:summaryZmObj>
                  <psuz:summaryZmObj sectionId="{8DDB8013-386C-4D99-8DA9-C419DAC45179}">
                    <psuz:zmPr id="{C72B97D2-4B28-49B6-B4D9-7C356AA557C0}" transitionDur="1000">
                      <p166:blipFill xmlns:p166="http://schemas.microsoft.com/office/powerpoint/2016/6/main">
                        <a:blip r:embed="rId3"/>
                        <a:stretch>
                          <a:fillRect/>
                        </a:stretch>
                      </p166:blipFill>
                      <p166:spPr xmlns:p166="http://schemas.microsoft.com/office/powerpoint/2016/6/main">
                        <a:xfrm>
                          <a:off x="2239256" y="3793560"/>
                          <a:ext cx="5781415" cy="3251623"/>
                        </a:xfrm>
                        <a:prstGeom prst="rect">
                          <a:avLst/>
                        </a:prstGeom>
                        <a:ln w="3175">
                          <a:solidFill>
                            <a:prstClr val="ltGray"/>
                          </a:solidFill>
                        </a:ln>
                      </p166:spPr>
                    </psuz:zmPr>
                  </psuz:summaryZmObj>
                  <psuz:summaryZmObj sectionId="{1A4E98E4-C5C3-41F6-A9C3-8DB5BE747DAE}">
                    <psuz:zmPr id="{03632599-B958-4A78-A12E-AABE80BC53F4}" transitionDur="1000">
                      <p166:blipFill xmlns:p166="http://schemas.microsoft.com/office/powerpoint/2016/6/main">
                        <a:blip r:embed="rId3"/>
                        <a:stretch>
                          <a:fillRect/>
                        </a:stretch>
                      </p166:blipFill>
                      <p166:spPr xmlns:p166="http://schemas.microsoft.com/office/powerpoint/2016/6/main">
                        <a:xfrm>
                          <a:off x="8237446" y="3793560"/>
                          <a:ext cx="5781415" cy="3251623"/>
                        </a:xfrm>
                        <a:prstGeom prst="rect">
                          <a:avLst/>
                        </a:prstGeom>
                        <a:ln w="3175">
                          <a:solidFill>
                            <a:prstClr val="ltGray"/>
                          </a:solidFill>
                        </a:ln>
                      </p166:spPr>
                    </psuz:zmPr>
                  </psuz:summaryZmObj>
                  <psuz:summaryZmObj sectionId="{E548FD20-FCA6-46E5-91C1-938B2A7F1159}">
                    <psuz:zmPr id="{18FEFDB0-5D19-4A6B-8244-3295DF91A338}" transitionDur="1000">
                      <p166:blipFill xmlns:p166="http://schemas.microsoft.com/office/powerpoint/2016/6/main">
                        <a:blip r:embed="rId3"/>
                        <a:stretch>
                          <a:fillRect/>
                        </a:stretch>
                      </p166:blipFill>
                      <p166:spPr xmlns:p166="http://schemas.microsoft.com/office/powerpoint/2016/6/main">
                        <a:xfrm>
                          <a:off x="2239256" y="7261958"/>
                          <a:ext cx="5781415" cy="3251623"/>
                        </a:xfrm>
                        <a:prstGeom prst="rect">
                          <a:avLst/>
                        </a:prstGeom>
                        <a:ln w="3175">
                          <a:solidFill>
                            <a:prstClr val="ltGray"/>
                          </a:solidFill>
                        </a:ln>
                      </p166:spPr>
                    </psuz:zmPr>
                  </psuz:summaryZmObj>
                  <psuz:summaryZmObj sectionId="{5137A14A-D06A-4660-8CEF-3203BB970D16}">
                    <psuz:zmPr id="{B351A5BA-FCE5-4142-BC9C-2E5B6692D38F}" transitionDur="1000">
                      <p166:blipFill xmlns:p166="http://schemas.microsoft.com/office/powerpoint/2016/6/main">
                        <a:blip r:embed="rId3"/>
                        <a:stretch>
                          <a:fillRect/>
                        </a:stretch>
                      </p166:blipFill>
                      <p166:spPr xmlns:p166="http://schemas.microsoft.com/office/powerpoint/2016/6/main">
                        <a:xfrm>
                          <a:off x="8237446" y="7261958"/>
                          <a:ext cx="5781415" cy="3251623"/>
                        </a:xfrm>
                        <a:prstGeom prst="rect">
                          <a:avLst/>
                        </a:prstGeom>
                        <a:ln w="3175">
                          <a:solidFill>
                            <a:prstClr val="ltGray"/>
                          </a:solidFill>
                        </a:ln>
                      </p166:spPr>
                    </psuz:zmPr>
                  </psuz:summaryZmObj>
                  <psuz:gridLayout/>
                </psuz:summaryZm>
              </a:graphicData>
            </a:graphic>
          </p:graphicFrame>
        </mc:Choice>
        <mc:Fallback>
          <p:grpSp>
            <p:nvGrpSpPr>
              <p:cNvPr id="8" name="Agenda Summary Zoom" hidden="1">
                <a:extLst>
                  <a:ext uri="{FF2B5EF4-FFF2-40B4-BE49-F238E27FC236}">
                    <a16:creationId xmlns:a16="http://schemas.microsoft.com/office/drawing/2014/main" id="{15FB49A4-9D8A-4B8F-A40D-D204E03D7FDB}"/>
                  </a:ext>
                </a:extLst>
              </p:cNvPr>
              <p:cNvGrpSpPr>
                <a:grpSpLocks noGrp="1" noUngrp="1" noRot="1" noChangeAspect="1" noMove="1" noResize="1"/>
              </p:cNvGrpSpPr>
              <p:nvPr/>
            </p:nvGrpSpPr>
            <p:grpSpPr>
              <a:xfrm>
                <a:off x="9003283" y="1843692"/>
                <a:ext cx="16258117" cy="10838744"/>
                <a:chOff x="9003283" y="1843692"/>
                <a:chExt cx="16258117" cy="10838744"/>
              </a:xfrm>
            </p:grpSpPr>
            <p:pic>
              <p:nvPicPr>
                <p:cNvPr id="3" name="Picture 3"/>
                <p:cNvPicPr>
                  <a:picLocks noSelect="1" noRot="1" noChangeAspect="1" noMove="1" noResize="1" noEditPoints="1" noAdjustHandles="1" noChangeArrowheads="1" noChangeShapeType="1"/>
                </p:cNvPicPr>
                <p:nvPr/>
              </p:nvPicPr>
              <p:blipFill>
                <a:blip r:embed="rId3"/>
                <a:stretch>
                  <a:fillRect/>
                </a:stretch>
              </p:blipFill>
              <p:spPr>
                <a:xfrm>
                  <a:off x="11242539" y="2168854"/>
                  <a:ext cx="5781415" cy="3251623"/>
                </a:xfrm>
                <a:prstGeom prst="rect">
                  <a:avLst/>
                </a:prstGeom>
                <a:ln w="3175">
                  <a:solidFill>
                    <a:prstClr val="ltGray"/>
                  </a:solidFill>
                </a:ln>
              </p:spPr>
            </p:pic>
            <p:pic>
              <p:nvPicPr>
                <p:cNvPr id="4" name="Picture 4"/>
                <p:cNvPicPr>
                  <a:picLocks noSelect="1" noRot="1" noChangeAspect="1" noMove="1" noResize="1" noEditPoints="1" noAdjustHandles="1" noChangeArrowheads="1" noChangeShapeType="1"/>
                </p:cNvPicPr>
                <p:nvPr/>
              </p:nvPicPr>
              <p:blipFill>
                <a:blip r:embed="rId3"/>
                <a:stretch>
                  <a:fillRect/>
                </a:stretch>
              </p:blipFill>
              <p:spPr>
                <a:xfrm>
                  <a:off x="17240729" y="2168854"/>
                  <a:ext cx="5781415" cy="3251623"/>
                </a:xfrm>
                <a:prstGeom prst="rect">
                  <a:avLst/>
                </a:prstGeom>
                <a:ln w="3175">
                  <a:solidFill>
                    <a:prstClr val="ltGray"/>
                  </a:solidFill>
                </a:ln>
              </p:spPr>
            </p:pic>
            <p:pic>
              <p:nvPicPr>
                <p:cNvPr id="5" name="Picture 5"/>
                <p:cNvPicPr>
                  <a:picLocks noSelect="1" noRot="1" noChangeAspect="1" noMove="1" noResize="1" noEditPoints="1" noAdjustHandles="1" noChangeArrowheads="1" noChangeShapeType="1"/>
                </p:cNvPicPr>
                <p:nvPr/>
              </p:nvPicPr>
              <p:blipFill>
                <a:blip r:embed="rId3"/>
                <a:stretch>
                  <a:fillRect/>
                </a:stretch>
              </p:blipFill>
              <p:spPr>
                <a:xfrm>
                  <a:off x="11242539" y="5637252"/>
                  <a:ext cx="5781415" cy="3251623"/>
                </a:xfrm>
                <a:prstGeom prst="rect">
                  <a:avLst/>
                </a:prstGeom>
                <a:ln w="3175">
                  <a:solidFill>
                    <a:prstClr val="ltGray"/>
                  </a:solidFill>
                </a:ln>
              </p:spPr>
            </p:pic>
            <p:pic>
              <p:nvPicPr>
                <p:cNvPr id="6" name="Picture 6"/>
                <p:cNvPicPr>
                  <a:picLocks noSelect="1" noRot="1" noChangeAspect="1" noMove="1" noResize="1" noEditPoints="1" noAdjustHandles="1" noChangeArrowheads="1" noChangeShapeType="1"/>
                </p:cNvPicPr>
                <p:nvPr/>
              </p:nvPicPr>
              <p:blipFill>
                <a:blip r:embed="rId3"/>
                <a:stretch>
                  <a:fillRect/>
                </a:stretch>
              </p:blipFill>
              <p:spPr>
                <a:xfrm>
                  <a:off x="17240729" y="5637252"/>
                  <a:ext cx="5781415" cy="3251623"/>
                </a:xfrm>
                <a:prstGeom prst="rect">
                  <a:avLst/>
                </a:prstGeom>
                <a:ln w="3175">
                  <a:solidFill>
                    <a:prstClr val="ltGray"/>
                  </a:solidFill>
                </a:ln>
              </p:spPr>
            </p:pic>
            <p:pic>
              <p:nvPicPr>
                <p:cNvPr id="7" name="Picture 7"/>
                <p:cNvPicPr>
                  <a:picLocks noSelect="1" noRot="1" noChangeAspect="1" noMove="1" noResize="1" noEditPoints="1" noAdjustHandles="1" noChangeArrowheads="1" noChangeShapeType="1"/>
                </p:cNvPicPr>
                <p:nvPr/>
              </p:nvPicPr>
              <p:blipFill>
                <a:blip r:embed="rId3"/>
                <a:stretch>
                  <a:fillRect/>
                </a:stretch>
              </p:blipFill>
              <p:spPr>
                <a:xfrm>
                  <a:off x="11242539" y="9105650"/>
                  <a:ext cx="5781415" cy="3251623"/>
                </a:xfrm>
                <a:prstGeom prst="rect">
                  <a:avLst/>
                </a:prstGeom>
                <a:ln w="3175">
                  <a:solidFill>
                    <a:prstClr val="ltGray"/>
                  </a:solidFill>
                </a:ln>
              </p:spPr>
            </p:pic>
            <p:pic>
              <p:nvPicPr>
                <p:cNvPr id="9" name="Picture 9"/>
                <p:cNvPicPr>
                  <a:picLocks noSelect="1" noRot="1" noChangeAspect="1" noMove="1" noResize="1" noEditPoints="1" noAdjustHandles="1" noChangeArrowheads="1" noChangeShapeType="1"/>
                </p:cNvPicPr>
                <p:nvPr/>
              </p:nvPicPr>
              <p:blipFill>
                <a:blip r:embed="rId3"/>
                <a:stretch>
                  <a:fillRect/>
                </a:stretch>
              </p:blipFill>
              <p:spPr>
                <a:xfrm>
                  <a:off x="17240729" y="9105650"/>
                  <a:ext cx="5781415" cy="3251623"/>
                </a:xfrm>
                <a:prstGeom prst="rect">
                  <a:avLst/>
                </a:prstGeom>
                <a:ln w="3175">
                  <a:solidFill>
                    <a:prstClr val="ltGray"/>
                  </a:solidFill>
                </a:ln>
              </p:spPr>
            </p:pic>
          </p:grpSp>
        </mc:Fallback>
      </mc:AlternateContent>
      <p:graphicFrame>
        <p:nvGraphicFramePr>
          <p:cNvPr id="10" name="Table Agenda">
            <a:extLst>
              <a:ext uri="{FF2B5EF4-FFF2-40B4-BE49-F238E27FC236}">
                <a16:creationId xmlns:a16="http://schemas.microsoft.com/office/drawing/2014/main" id="{3CE2E434-C79A-4645-B495-BA0D05773DAE}"/>
              </a:ext>
            </a:extLst>
          </p:cNvPr>
          <p:cNvGraphicFramePr>
            <a:graphicFrameLocks/>
          </p:cNvGraphicFramePr>
          <p:nvPr>
            <p:extLst>
              <p:ext uri="{D42A27DB-BD31-4B8C-83A1-F6EECF244321}">
                <p14:modId xmlns:p14="http://schemas.microsoft.com/office/powerpoint/2010/main" val="2848764543"/>
              </p:ext>
            </p:extLst>
          </p:nvPr>
        </p:nvGraphicFramePr>
        <p:xfrm>
          <a:off x="12345987" y="3190045"/>
          <a:ext cx="9267918" cy="6096168"/>
        </p:xfrm>
        <a:graphic>
          <a:graphicData uri="http://schemas.openxmlformats.org/drawingml/2006/table">
            <a:tbl>
              <a:tblPr firstRow="1" bandRow="1">
                <a:tableStyleId>{5C22544A-7EE6-4342-B048-85BDC9FD1C3A}</a:tableStyleId>
              </a:tblPr>
              <a:tblGrid>
                <a:gridCol w="876954">
                  <a:extLst>
                    <a:ext uri="{9D8B030D-6E8A-4147-A177-3AD203B41FA5}">
                      <a16:colId xmlns:a16="http://schemas.microsoft.com/office/drawing/2014/main" val="3406831296"/>
                    </a:ext>
                  </a:extLst>
                </a:gridCol>
                <a:gridCol w="8390964">
                  <a:extLst>
                    <a:ext uri="{9D8B030D-6E8A-4147-A177-3AD203B41FA5}">
                      <a16:colId xmlns:a16="http://schemas.microsoft.com/office/drawing/2014/main" val="1673293130"/>
                    </a:ext>
                  </a:extLst>
                </a:gridCol>
              </a:tblGrid>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4" action="ppaction://hlinksldjump"/>
                        </a:rPr>
                        <a:t>01</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indent="0" algn="l" defTabSz="1828252" rtl="0" eaLnBrk="1" latinLnBrk="0" hangingPunct="1">
                        <a:lnSpc>
                          <a:spcPct val="90000"/>
                        </a:lnSpc>
                        <a:spcBef>
                          <a:spcPts val="2000"/>
                        </a:spcBef>
                        <a:spcAft>
                          <a:spcPts val="0"/>
                        </a:spcAft>
                        <a:buClr>
                          <a:schemeClr val="accent2"/>
                        </a:buClr>
                        <a:buSzPct val="110000"/>
                        <a:buFont typeface="TT Norms Pro" panose="020B0604020202020204" charset="0"/>
                        <a:buNone/>
                        <a:tabLst/>
                      </a:pPr>
                      <a:r>
                        <a:rPr lang="en-US" sz="2600" b="0" i="0" kern="1200">
                          <a:solidFill>
                            <a:schemeClr val="tx2"/>
                          </a:solidFill>
                          <a:latin typeface="TT Norms Pro" panose="02000503030000020003" pitchFamily="2" charset="0"/>
                          <a:cs typeface="Helvetica"/>
                        </a:rPr>
                        <a:t>ENGAGEMENT OVERVIEW</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284499490"/>
                  </a:ext>
                </a:extLst>
              </a:tr>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5" action="ppaction://hlinksldjump"/>
                        </a:rPr>
                        <a:t>02</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tx2"/>
                          </a:solidFill>
                          <a:effectLst/>
                          <a:uLnTx/>
                          <a:uFillTx/>
                          <a:latin typeface="TT Norms Pro" panose="02000503030000020003" pitchFamily="2" charset="0"/>
                          <a:ea typeface="+mn-ea"/>
                          <a:cs typeface="Helvetica"/>
                        </a:rPr>
                        <a:t>EXECUTIVE SUMMARY</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465772201"/>
                  </a:ext>
                </a:extLst>
              </a:tr>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6" action="ppaction://hlinksldjump"/>
                        </a:rPr>
                        <a:t>03</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tx2"/>
                          </a:solidFill>
                          <a:effectLst/>
                          <a:uLnTx/>
                          <a:uFillTx/>
                          <a:latin typeface="TT Norms Pro" panose="02000503030000020003" pitchFamily="2" charset="0"/>
                          <a:ea typeface="+mn-ea"/>
                          <a:cs typeface="Helvetica"/>
                        </a:rPr>
                        <a:t>RECOMMENDATIONS</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7909851"/>
                  </a:ext>
                </a:extLst>
              </a:tr>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7" action="ppaction://hlinksldjump"/>
                        </a:rPr>
                        <a:t>04</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tx2"/>
                          </a:solidFill>
                          <a:effectLst/>
                          <a:uLnTx/>
                          <a:uFillTx/>
                          <a:latin typeface="TT Norms Pro" panose="02000503030000020003" pitchFamily="2" charset="0"/>
                          <a:ea typeface="+mn-ea"/>
                          <a:cs typeface="Helvetica"/>
                        </a:rPr>
                        <a:t>QUESTIONS &amp; ANSWERS</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109389811"/>
                  </a:ext>
                </a:extLst>
              </a:tr>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8" action="ppaction://hlinksldjump"/>
                        </a:rPr>
                        <a:t>05</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tx2"/>
                          </a:solidFill>
                          <a:effectLst/>
                          <a:uLnTx/>
                          <a:uFillTx/>
                          <a:latin typeface="TT Norms Pro" panose="02000503030000020003" pitchFamily="2" charset="0"/>
                          <a:ea typeface="+mn-ea"/>
                          <a:cs typeface="Helvetica"/>
                        </a:rPr>
                        <a:t>NEXT STEPS</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167449826"/>
                  </a:ext>
                </a:extLst>
              </a:tr>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8" action="ppaction://hlinksldjump"/>
                        </a:rPr>
                        <a:t>06</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tx2"/>
                          </a:solidFill>
                          <a:effectLst/>
                          <a:uLnTx/>
                          <a:uFillTx/>
                          <a:latin typeface="TT Norms Pro" panose="02000503030000020003" pitchFamily="2" charset="0"/>
                          <a:ea typeface="+mn-ea"/>
                          <a:cs typeface="Helvetica"/>
                        </a:rPr>
                        <a:t>APPENDIX</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06285496"/>
                  </a:ext>
                </a:extLst>
              </a:tr>
            </a:tbl>
          </a:graphicData>
        </a:graphic>
      </p:graphicFrame>
      <p:sp>
        <p:nvSpPr>
          <p:cNvPr id="2" name="Title">
            <a:extLst>
              <a:ext uri="{FF2B5EF4-FFF2-40B4-BE49-F238E27FC236}">
                <a16:creationId xmlns:a16="http://schemas.microsoft.com/office/drawing/2014/main" id="{74BAD4BA-1F52-46CC-BDA2-87A3DEA4F07C}"/>
              </a:ext>
            </a:extLst>
          </p:cNvPr>
          <p:cNvSpPr>
            <a:spLocks noGrp="1" noRot="1" noMove="1" noResize="1" noEditPoints="1" noAdjustHandles="1" noChangeArrowheads="1" noChangeShapeType="1"/>
          </p:cNvSpPr>
          <p:nvPr>
            <p:ph type="title"/>
          </p:nvPr>
        </p:nvSpPr>
        <p:spPr>
          <a:xfrm>
            <a:off x="1515004" y="4127912"/>
            <a:ext cx="9501339" cy="4622918"/>
          </a:xfrm>
        </p:spPr>
        <p:txBody>
          <a:bodyPr/>
          <a:lstStyle/>
          <a:p>
            <a:r>
              <a:rPr lang="en-US"/>
              <a:t>AGENDA</a:t>
            </a:r>
          </a:p>
        </p:txBody>
      </p:sp>
    </p:spTree>
    <p:extLst>
      <p:ext uri="{BB962C8B-B14F-4D97-AF65-F5344CB8AC3E}">
        <p14:creationId xmlns:p14="http://schemas.microsoft.com/office/powerpoint/2010/main" val="1559060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8BC6E9E1-E66B-4BD1-A7BB-D62715F0DAAF}"/>
              </a:ext>
            </a:extLst>
          </p:cNvPr>
          <p:cNvSpPr>
            <a:spLocks noGrp="1" noRot="1" noMove="1" noResize="1" noEditPoints="1" noAdjustHandles="1" noChangeArrowheads="1" noChangeShapeType="1"/>
          </p:cNvSpPr>
          <p:nvPr>
            <p:ph type="title"/>
          </p:nvPr>
        </p:nvSpPr>
        <p:spPr/>
        <p:txBody>
          <a:bodyPr/>
          <a:lstStyle/>
          <a:p>
            <a:r>
              <a:rPr lang="en-US"/>
              <a:t>Engagement overview</a:t>
            </a:r>
          </a:p>
        </p:txBody>
      </p:sp>
      <p:sp>
        <p:nvSpPr>
          <p:cNvPr id="4" name="Agenda Item #">
            <a:extLst>
              <a:ext uri="{FF2B5EF4-FFF2-40B4-BE49-F238E27FC236}">
                <a16:creationId xmlns:a16="http://schemas.microsoft.com/office/drawing/2014/main" id="{8BFDB61D-8C3D-4356-9939-D2D29FDDFC80}"/>
              </a:ext>
            </a:extLst>
          </p:cNvPr>
          <p:cNvSpPr>
            <a:spLocks noGrp="1" noRot="1" noMove="1" noResize="1" noEditPoints="1" noAdjustHandles="1" noChangeArrowheads="1" noChangeShapeType="1"/>
          </p:cNvSpPr>
          <p:nvPr>
            <p:ph type="body" sz="quarter" idx="20"/>
          </p:nvPr>
        </p:nvSpPr>
        <p:spPr/>
        <p:txBody>
          <a:bodyPr/>
          <a:lstStyle/>
          <a:p>
            <a:r>
              <a:rPr lang="en-US"/>
              <a:t>01</a:t>
            </a:r>
          </a:p>
        </p:txBody>
      </p:sp>
    </p:spTree>
    <p:extLst>
      <p:ext uri="{BB962C8B-B14F-4D97-AF65-F5344CB8AC3E}">
        <p14:creationId xmlns:p14="http://schemas.microsoft.com/office/powerpoint/2010/main" val="3663866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A23DFAF5-C6C2-9DB0-AABE-BBD9599EB9DB}"/>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Slide Number">
            <a:extLst>
              <a:ext uri="{FF2B5EF4-FFF2-40B4-BE49-F238E27FC236}">
                <a16:creationId xmlns:a16="http://schemas.microsoft.com/office/drawing/2014/main" id="{183D1061-B6A3-CB6C-7A7F-5A2CA7A95A0E}"/>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5</a:t>
            </a:fld>
            <a:endParaRPr lang="en-US"/>
          </a:p>
        </p:txBody>
      </p:sp>
      <p:sp>
        <p:nvSpPr>
          <p:cNvPr id="6" name="Title">
            <a:extLst>
              <a:ext uri="{FF2B5EF4-FFF2-40B4-BE49-F238E27FC236}">
                <a16:creationId xmlns:a16="http://schemas.microsoft.com/office/drawing/2014/main" id="{57E574F6-3C4E-A202-1C8C-D5361559DC20}"/>
              </a:ext>
            </a:extLst>
          </p:cNvPr>
          <p:cNvSpPr>
            <a:spLocks noGrp="1" noRot="1" noMove="1" noResize="1" noEditPoints="1" noAdjustHandles="1" noChangeArrowheads="1" noChangeShapeType="1"/>
          </p:cNvSpPr>
          <p:nvPr>
            <p:ph type="title"/>
          </p:nvPr>
        </p:nvSpPr>
        <p:spPr/>
        <p:txBody>
          <a:bodyPr/>
          <a:lstStyle/>
          <a:p>
            <a:r>
              <a:rPr lang="en-US"/>
              <a:t>Engagement Objectives</a:t>
            </a:r>
          </a:p>
        </p:txBody>
      </p:sp>
      <p:sp>
        <p:nvSpPr>
          <p:cNvPr id="7" name="Section">
            <a:extLst>
              <a:ext uri="{FF2B5EF4-FFF2-40B4-BE49-F238E27FC236}">
                <a16:creationId xmlns:a16="http://schemas.microsoft.com/office/drawing/2014/main" id="{496CACAD-A54D-80CD-42A4-DC8ABCEA52D3}"/>
              </a:ext>
            </a:extLst>
          </p:cNvPr>
          <p:cNvSpPr>
            <a:spLocks noGrp="1" noRot="1" noMove="1" noResize="1" noEditPoints="1" noAdjustHandles="1" noChangeArrowheads="1" noChangeShapeType="1"/>
          </p:cNvSpPr>
          <p:nvPr>
            <p:ph type="body" sz="quarter" idx="12"/>
          </p:nvPr>
        </p:nvSpPr>
        <p:spPr/>
        <p:txBody>
          <a:bodyPr/>
          <a:lstStyle/>
          <a:p>
            <a:r>
              <a:rPr lang="en-US"/>
              <a:t>ENGAGEMENT OVERVIEW</a:t>
            </a:r>
          </a:p>
        </p:txBody>
      </p:sp>
      <p:graphicFrame>
        <p:nvGraphicFramePr>
          <p:cNvPr id="8" name="Table 69">
            <a:extLst>
              <a:ext uri="{FF2B5EF4-FFF2-40B4-BE49-F238E27FC236}">
                <a16:creationId xmlns:a16="http://schemas.microsoft.com/office/drawing/2014/main" id="{11C544D8-E5A1-6330-04A5-891A588355BD}"/>
              </a:ext>
            </a:extLst>
          </p:cNvPr>
          <p:cNvGraphicFramePr>
            <a:graphicFrameLocks noGrp="1"/>
          </p:cNvGraphicFramePr>
          <p:nvPr>
            <p:extLst>
              <p:ext uri="{D42A27DB-BD31-4B8C-83A1-F6EECF244321}">
                <p14:modId xmlns:p14="http://schemas.microsoft.com/office/powerpoint/2010/main" val="2777998725"/>
              </p:ext>
            </p:extLst>
          </p:nvPr>
        </p:nvGraphicFramePr>
        <p:xfrm>
          <a:off x="10566401" y="3800677"/>
          <a:ext cx="12210667" cy="6888480"/>
        </p:xfrm>
        <a:graphic>
          <a:graphicData uri="http://schemas.openxmlformats.org/drawingml/2006/table">
            <a:tbl>
              <a:tblPr firstRow="1" bandRow="1">
                <a:tableStyleId>{5C22544A-7EE6-4342-B048-85BDC9FD1C3A}</a:tableStyleId>
              </a:tblPr>
              <a:tblGrid>
                <a:gridCol w="1293905">
                  <a:extLst>
                    <a:ext uri="{9D8B030D-6E8A-4147-A177-3AD203B41FA5}">
                      <a16:colId xmlns:a16="http://schemas.microsoft.com/office/drawing/2014/main" val="3093722492"/>
                    </a:ext>
                  </a:extLst>
                </a:gridCol>
                <a:gridCol w="10916762">
                  <a:extLst>
                    <a:ext uri="{9D8B030D-6E8A-4147-A177-3AD203B41FA5}">
                      <a16:colId xmlns:a16="http://schemas.microsoft.com/office/drawing/2014/main" val="3256641959"/>
                    </a:ext>
                  </a:extLst>
                </a:gridCol>
              </a:tblGrid>
              <a:tr h="893243">
                <a:tc gridSpan="2">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spc="100" baseline="0">
                          <a:effectLst/>
                          <a:latin typeface="TT Norms Pro" panose="02000503030000020003" pitchFamily="2" charset="0"/>
                        </a:rPr>
                        <a:t>ENGAGEMENT OBJECTIVES:</a:t>
                      </a:r>
                    </a:p>
                  </a:txBody>
                  <a:tcPr marL="274320" marR="274320" marT="274320" marB="2743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hMerge="1">
                  <a:txBody>
                    <a:bodyPr/>
                    <a:lstStyle/>
                    <a:p>
                      <a:pPr marL="0" indent="0">
                        <a:buFont typeface="Arial" panose="020B0604020202020204" pitchFamily="34" charset="0"/>
                        <a:buNone/>
                        <a:tabLst/>
                      </a:pPr>
                      <a:endParaRPr lang="en-US" sz="2400" b="0">
                        <a:solidFill>
                          <a:schemeClr val="tx2"/>
                        </a:solidFill>
                        <a:latin typeface="TT Norms Pro" panose="02000503030000020003" pitchFamily="2" charset="0"/>
                      </a:endParaRPr>
                    </a:p>
                  </a:txBody>
                  <a:tcPr marL="365760" marR="365760" marT="182880" marB="182880" anchor="ctr">
                    <a:lnL w="762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2974407461"/>
                  </a:ext>
                </a:extLst>
              </a:tr>
              <a:tr h="0">
                <a:tc>
                  <a:txBody>
                    <a:bodyPr/>
                    <a:lstStyle/>
                    <a:p>
                      <a:pPr marL="0" indent="0" algn="ctr">
                        <a:buFont typeface="Arial" panose="020B0604020202020204" pitchFamily="34" charset="0"/>
                        <a:buNone/>
                        <a:tabLst/>
                      </a:pPr>
                      <a:r>
                        <a:rPr lang="en-US" sz="4800" b="1">
                          <a:solidFill>
                            <a:schemeClr val="tx2"/>
                          </a:solidFill>
                          <a:latin typeface="TT Norms Pro" panose="02000503030000020003" pitchFamily="2" charset="0"/>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0789AA">
                        <a:alpha val="50000"/>
                      </a:srgbClr>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0" dirty="0">
                          <a:solidFill>
                            <a:schemeClr val="tx2"/>
                          </a:solidFill>
                          <a:latin typeface="TT Norms Pro" panose="02000503030000020003" pitchFamily="2" charset="0"/>
                        </a:rPr>
                        <a:t>ILMT configuration, agent health check, upgrades and recommendation reports</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extLst>
                  <a:ext uri="{0D108BD9-81ED-4DB2-BD59-A6C34878D82A}">
                    <a16:rowId xmlns:a16="http://schemas.microsoft.com/office/drawing/2014/main" val="3674514045"/>
                  </a:ext>
                </a:extLst>
              </a:tr>
              <a:tr h="1084729">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dirty="0">
                          <a:solidFill>
                            <a:schemeClr val="tx2"/>
                          </a:solidFill>
                          <a:latin typeface="TT Norms Pro" panose="02000503030000020003" pitchFamily="2" charset="0"/>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0789AA">
                        <a:alpha val="50000"/>
                      </a:srgbClr>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0" dirty="0">
                          <a:solidFill>
                            <a:schemeClr val="tx2"/>
                          </a:solidFill>
                          <a:latin typeface="TT Norms Pro" panose="02000503030000020003" pitchFamily="2" charset="0"/>
                        </a:rPr>
                        <a:t>Quarterly Entitlement Review, Product bundling of IBM Distributed products</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extLst>
                  <a:ext uri="{0D108BD9-81ED-4DB2-BD59-A6C34878D82A}">
                    <a16:rowId xmlns:a16="http://schemas.microsoft.com/office/drawing/2014/main" val="821259466"/>
                  </a:ext>
                </a:extLst>
              </a:tr>
              <a:tr h="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dirty="0">
                          <a:solidFill>
                            <a:schemeClr val="tx2"/>
                          </a:solidFill>
                          <a:latin typeface="TT Norms Pro" panose="02000503030000020003" pitchFamily="2" charset="0"/>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0789AA">
                        <a:alpha val="50000"/>
                      </a:srgbClr>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0" dirty="0">
                          <a:solidFill>
                            <a:schemeClr val="tx2"/>
                          </a:solidFill>
                          <a:latin typeface="TT Norms Pro" panose="02000503030000020003" pitchFamily="2" charset="0"/>
                        </a:rPr>
                        <a:t>Quarterly sub-capacity and annual baseline IBM IASP ELP report</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extLst>
                  <a:ext uri="{0D108BD9-81ED-4DB2-BD59-A6C34878D82A}">
                    <a16:rowId xmlns:a16="http://schemas.microsoft.com/office/drawing/2014/main" val="3005087003"/>
                  </a:ext>
                </a:extLst>
              </a:tr>
              <a:tr h="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dirty="0">
                          <a:solidFill>
                            <a:schemeClr val="tx2"/>
                          </a:solidFill>
                          <a:latin typeface="TT Norms Pro" panose="02000503030000020003" pitchFamily="2" charset="0"/>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0789AA">
                        <a:alpha val="50000"/>
                      </a:srgbClr>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0" dirty="0">
                          <a:solidFill>
                            <a:schemeClr val="tx2"/>
                          </a:solidFill>
                          <a:latin typeface="TT Norms Pro" panose="02000503030000020003" pitchFamily="2" charset="0"/>
                        </a:rPr>
                        <a:t>Annual Risk &amp; Opportunity Assessment Report (ROAR) for all IBM products</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extLst>
                  <a:ext uri="{0D108BD9-81ED-4DB2-BD59-A6C34878D82A}">
                    <a16:rowId xmlns:a16="http://schemas.microsoft.com/office/drawing/2014/main" val="4231217626"/>
                  </a:ext>
                </a:extLst>
              </a:tr>
              <a:tr h="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dirty="0">
                          <a:solidFill>
                            <a:schemeClr val="tx2"/>
                          </a:solidFill>
                          <a:latin typeface="TT Norms Pro" panose="02000503030000020003" pitchFamily="2" charset="0"/>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0789AA">
                        <a:alpha val="50000"/>
                      </a:srgbClr>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0" dirty="0">
                          <a:solidFill>
                            <a:schemeClr val="tx2"/>
                          </a:solidFill>
                          <a:latin typeface="TT Norms Pro" panose="02000503030000020003" pitchFamily="2" charset="0"/>
                        </a:rPr>
                        <a:t>Remote Licensing Support</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extLst>
                  <a:ext uri="{0D108BD9-81ED-4DB2-BD59-A6C34878D82A}">
                    <a16:rowId xmlns:a16="http://schemas.microsoft.com/office/drawing/2014/main" val="1412036159"/>
                  </a:ext>
                </a:extLst>
              </a:tr>
            </a:tbl>
          </a:graphicData>
        </a:graphic>
      </p:graphicFrame>
      <p:grpSp>
        <p:nvGrpSpPr>
          <p:cNvPr id="9" name="Group 8">
            <a:extLst>
              <a:ext uri="{FF2B5EF4-FFF2-40B4-BE49-F238E27FC236}">
                <a16:creationId xmlns:a16="http://schemas.microsoft.com/office/drawing/2014/main" id="{19F7192A-6B98-9CB1-9215-F1672176E249}"/>
              </a:ext>
            </a:extLst>
          </p:cNvPr>
          <p:cNvGrpSpPr/>
          <p:nvPr/>
        </p:nvGrpSpPr>
        <p:grpSpPr>
          <a:xfrm>
            <a:off x="2229187" y="4230352"/>
            <a:ext cx="5029200" cy="5434266"/>
            <a:chOff x="2229187" y="4230352"/>
            <a:chExt cx="5029200" cy="5434266"/>
          </a:xfrm>
        </p:grpSpPr>
        <p:sp>
          <p:nvSpPr>
            <p:cNvPr id="10" name="Oval 9">
              <a:extLst>
                <a:ext uri="{FF2B5EF4-FFF2-40B4-BE49-F238E27FC236}">
                  <a16:creationId xmlns:a16="http://schemas.microsoft.com/office/drawing/2014/main" id="{DB8BD655-A259-608A-E977-1F40E3F85CAC}"/>
                </a:ext>
              </a:extLst>
            </p:cNvPr>
            <p:cNvSpPr/>
            <p:nvPr/>
          </p:nvSpPr>
          <p:spPr>
            <a:xfrm>
              <a:off x="2373736" y="8854486"/>
              <a:ext cx="4740102" cy="810132"/>
            </a:xfrm>
            <a:prstGeom prst="ellipse">
              <a:avLst/>
            </a:prstGeom>
            <a:solidFill>
              <a:schemeClr val="bg1"/>
            </a:solidFill>
            <a:ln>
              <a:noFill/>
            </a:ln>
            <a:effectLst>
              <a:outerShdw blurRad="1270000" dist="1612900" dir="540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T Norms Pro" panose="02000503030000020003" pitchFamily="2" charset="0"/>
              </a:endParaRPr>
            </a:p>
          </p:txBody>
        </p:sp>
        <p:grpSp>
          <p:nvGrpSpPr>
            <p:cNvPr id="11" name="Group 10">
              <a:extLst>
                <a:ext uri="{FF2B5EF4-FFF2-40B4-BE49-F238E27FC236}">
                  <a16:creationId xmlns:a16="http://schemas.microsoft.com/office/drawing/2014/main" id="{5D03CF98-4063-3284-6656-0EE2D6CCCBB9}"/>
                </a:ext>
              </a:extLst>
            </p:cNvPr>
            <p:cNvGrpSpPr/>
            <p:nvPr/>
          </p:nvGrpSpPr>
          <p:grpSpPr>
            <a:xfrm>
              <a:off x="2229187" y="4230352"/>
              <a:ext cx="5029200" cy="5029200"/>
              <a:chOff x="2230151" y="4450163"/>
              <a:chExt cx="4739114" cy="4738976"/>
            </a:xfrm>
          </p:grpSpPr>
          <p:sp>
            <p:nvSpPr>
              <p:cNvPr id="12" name="Graphic 4">
                <a:extLst>
                  <a:ext uri="{FF2B5EF4-FFF2-40B4-BE49-F238E27FC236}">
                    <a16:creationId xmlns:a16="http://schemas.microsoft.com/office/drawing/2014/main" id="{7965C075-1FEA-F719-941B-8085260905DB}"/>
                  </a:ext>
                </a:extLst>
              </p:cNvPr>
              <p:cNvSpPr/>
              <p:nvPr/>
            </p:nvSpPr>
            <p:spPr>
              <a:xfrm>
                <a:off x="2230151" y="4450163"/>
                <a:ext cx="4739114" cy="4738976"/>
              </a:xfrm>
              <a:custGeom>
                <a:avLst/>
                <a:gdLst>
                  <a:gd name="connsiteX0" fmla="*/ 5323756 w 6338333"/>
                  <a:gd name="connsiteY0" fmla="*/ 853197 h 6338148"/>
                  <a:gd name="connsiteX1" fmla="*/ 3064141 w 6338333"/>
                  <a:gd name="connsiteY1" fmla="*/ 3112812 h 6338148"/>
                  <a:gd name="connsiteX2" fmla="*/ 2071052 w 6338333"/>
                  <a:gd name="connsiteY2" fmla="*/ 2119851 h 6338148"/>
                  <a:gd name="connsiteX3" fmla="*/ 1237407 w 6338333"/>
                  <a:gd name="connsiteY3" fmla="*/ 2952862 h 6338148"/>
                  <a:gd name="connsiteX4" fmla="*/ 3079882 w 6338333"/>
                  <a:gd name="connsiteY4" fmla="*/ 4794448 h 6338148"/>
                  <a:gd name="connsiteX5" fmla="*/ 6034138 w 6338333"/>
                  <a:gd name="connsiteY5" fmla="*/ 1841461 h 6338148"/>
                  <a:gd name="connsiteX6" fmla="*/ 5157077 w 6338333"/>
                  <a:gd name="connsiteY6" fmla="*/ 5630633 h 6338148"/>
                  <a:gd name="connsiteX7" fmla="*/ 739403 w 6338333"/>
                  <a:gd name="connsiteY7" fmla="*/ 5199021 h 6338148"/>
                  <a:gd name="connsiteX8" fmla="*/ 1039246 w 6338333"/>
                  <a:gd name="connsiteY8" fmla="*/ 825015 h 6338148"/>
                  <a:gd name="connsiteX9" fmla="*/ 5323756 w 6338333"/>
                  <a:gd name="connsiteY9" fmla="*/ 853197 h 6338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38333" h="6338148">
                    <a:moveTo>
                      <a:pt x="5323756" y="853197"/>
                    </a:moveTo>
                    <a:lnTo>
                      <a:pt x="3064141" y="3112812"/>
                    </a:lnTo>
                    <a:lnTo>
                      <a:pt x="2071052" y="2119851"/>
                    </a:lnTo>
                    <a:lnTo>
                      <a:pt x="1237407" y="2952862"/>
                    </a:lnTo>
                    <a:lnTo>
                      <a:pt x="3079882" y="4794448"/>
                    </a:lnTo>
                    <a:lnTo>
                      <a:pt x="6034138" y="1841461"/>
                    </a:lnTo>
                    <a:cubicBezTo>
                      <a:pt x="6568702" y="2891040"/>
                      <a:pt x="6470701" y="4577626"/>
                      <a:pt x="5157077" y="5630633"/>
                    </a:cubicBezTo>
                    <a:cubicBezTo>
                      <a:pt x="3793818" y="6723372"/>
                      <a:pt x="1867433" y="6528004"/>
                      <a:pt x="739403" y="5199021"/>
                    </a:cubicBezTo>
                    <a:cubicBezTo>
                      <a:pt x="-351687" y="3913960"/>
                      <a:pt x="-221568" y="1971452"/>
                      <a:pt x="1039246" y="825015"/>
                    </a:cubicBezTo>
                    <a:cubicBezTo>
                      <a:pt x="2296379" y="-317487"/>
                      <a:pt x="4170210" y="-240686"/>
                      <a:pt x="5323756" y="853197"/>
                    </a:cubicBezTo>
                    <a:close/>
                  </a:path>
                </a:pathLst>
              </a:custGeom>
              <a:solidFill>
                <a:schemeClr val="tx2"/>
              </a:solidFill>
              <a:ln w="12694"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8BEBB23C-0286-3901-FBE2-433BFCF1FB48}"/>
                  </a:ext>
                </a:extLst>
              </p:cNvPr>
              <p:cNvSpPr/>
              <p:nvPr/>
            </p:nvSpPr>
            <p:spPr>
              <a:xfrm>
                <a:off x="3688206" y="5469276"/>
                <a:ext cx="2734507" cy="1924283"/>
              </a:xfrm>
              <a:custGeom>
                <a:avLst/>
                <a:gdLst>
                  <a:gd name="connsiteX0" fmla="*/ 0 w 2244436"/>
                  <a:gd name="connsiteY0" fmla="*/ 914400 h 1579418"/>
                  <a:gd name="connsiteX1" fmla="*/ 665018 w 2244436"/>
                  <a:gd name="connsiteY1" fmla="*/ 1579418 h 1579418"/>
                  <a:gd name="connsiteX2" fmla="*/ 2244436 w 2244436"/>
                  <a:gd name="connsiteY2" fmla="*/ 0 h 1579418"/>
                </a:gdLst>
                <a:ahLst/>
                <a:cxnLst>
                  <a:cxn ang="0">
                    <a:pos x="connsiteX0" y="connsiteY0"/>
                  </a:cxn>
                  <a:cxn ang="0">
                    <a:pos x="connsiteX1" y="connsiteY1"/>
                  </a:cxn>
                  <a:cxn ang="0">
                    <a:pos x="connsiteX2" y="connsiteY2"/>
                  </a:cxn>
                </a:cxnLst>
                <a:rect l="l" t="t" r="r" b="b"/>
                <a:pathLst>
                  <a:path w="2244436" h="1579418">
                    <a:moveTo>
                      <a:pt x="0" y="914400"/>
                    </a:moveTo>
                    <a:lnTo>
                      <a:pt x="665018" y="1579418"/>
                    </a:lnTo>
                    <a:lnTo>
                      <a:pt x="2244436" y="0"/>
                    </a:lnTo>
                  </a:path>
                </a:pathLst>
              </a:custGeom>
              <a:noFill/>
              <a:ln w="228600" cap="rnd">
                <a:solidFill>
                  <a:srgbClr val="0789AA"/>
                </a:solidFill>
                <a:round/>
                <a:extLst>
                  <a:ext uri="{C807C97D-BFC1-408E-A445-0C87EB9F89A2}">
                    <ask:lineSketchStyleProps xmlns:ask="http://schemas.microsoft.com/office/drawing/2018/sketchyshapes" sd="1219033472">
                      <a:custGeom>
                        <a:avLst/>
                        <a:gdLst>
                          <a:gd name="connsiteX0" fmla="*/ 0 w 2244436"/>
                          <a:gd name="connsiteY0" fmla="*/ 914400 h 1579418"/>
                          <a:gd name="connsiteX1" fmla="*/ 325859 w 2244436"/>
                          <a:gd name="connsiteY1" fmla="*/ 1240259 h 1579418"/>
                          <a:gd name="connsiteX2" fmla="*/ 665018 w 2244436"/>
                          <a:gd name="connsiteY2" fmla="*/ 1579418 h 1579418"/>
                          <a:gd name="connsiteX3" fmla="*/ 1091461 w 2244436"/>
                          <a:gd name="connsiteY3" fmla="*/ 1152975 h 1579418"/>
                          <a:gd name="connsiteX4" fmla="*/ 1486315 w 2244436"/>
                          <a:gd name="connsiteY4" fmla="*/ 758121 h 1579418"/>
                          <a:gd name="connsiteX5" fmla="*/ 1849582 w 2244436"/>
                          <a:gd name="connsiteY5" fmla="*/ 394855 h 1579418"/>
                          <a:gd name="connsiteX6" fmla="*/ 2244436 w 2244436"/>
                          <a:gd name="connsiteY6" fmla="*/ 0 h 157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4436" h="1579418" extrusionOk="0">
                            <a:moveTo>
                              <a:pt x="0" y="914400"/>
                            </a:moveTo>
                            <a:cubicBezTo>
                              <a:pt x="99055" y="989497"/>
                              <a:pt x="242198" y="1160629"/>
                              <a:pt x="325859" y="1240259"/>
                            </a:cubicBezTo>
                            <a:cubicBezTo>
                              <a:pt x="409520" y="1319889"/>
                              <a:pt x="571392" y="1455383"/>
                              <a:pt x="665018" y="1579418"/>
                            </a:cubicBezTo>
                            <a:cubicBezTo>
                              <a:pt x="813863" y="1435840"/>
                              <a:pt x="1002652" y="1266388"/>
                              <a:pt x="1091461" y="1152975"/>
                            </a:cubicBezTo>
                            <a:cubicBezTo>
                              <a:pt x="1180270" y="1039562"/>
                              <a:pt x="1393516" y="881444"/>
                              <a:pt x="1486315" y="758121"/>
                            </a:cubicBezTo>
                            <a:cubicBezTo>
                              <a:pt x="1579114" y="634798"/>
                              <a:pt x="1690370" y="538123"/>
                              <a:pt x="1849582" y="394855"/>
                            </a:cubicBezTo>
                            <a:cubicBezTo>
                              <a:pt x="2008793" y="251586"/>
                              <a:pt x="2074384" y="146854"/>
                              <a:pt x="2244436" y="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617668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E81B-049C-E387-9875-65F8736FC94C}"/>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Slide Number Placeholder 2">
            <a:extLst>
              <a:ext uri="{FF2B5EF4-FFF2-40B4-BE49-F238E27FC236}">
                <a16:creationId xmlns:a16="http://schemas.microsoft.com/office/drawing/2014/main" id="{68C5CC92-F667-7D19-7B05-15E22318B9BD}"/>
              </a:ext>
            </a:extLst>
          </p:cNvPr>
          <p:cNvSpPr>
            <a:spLocks noGrp="1"/>
          </p:cNvSpPr>
          <p:nvPr>
            <p:ph type="sldNum" sz="quarter" idx="16"/>
          </p:nvPr>
        </p:nvSpPr>
        <p:spPr/>
        <p:txBody>
          <a:bodyPr/>
          <a:lstStyle/>
          <a:p>
            <a:fld id="{65CC2327-6B8B-47BD-B581-B21CDA88CCFB}" type="slidenum">
              <a:rPr lang="en-US" smtClean="0"/>
              <a:pPr/>
              <a:t>6</a:t>
            </a:fld>
            <a:endParaRPr lang="en-US"/>
          </a:p>
        </p:txBody>
      </p:sp>
      <p:sp>
        <p:nvSpPr>
          <p:cNvPr id="6" name="Title 5">
            <a:extLst>
              <a:ext uri="{FF2B5EF4-FFF2-40B4-BE49-F238E27FC236}">
                <a16:creationId xmlns:a16="http://schemas.microsoft.com/office/drawing/2014/main" id="{70533494-269B-349B-290B-C8F9B7E83D12}"/>
              </a:ext>
            </a:extLst>
          </p:cNvPr>
          <p:cNvSpPr>
            <a:spLocks noGrp="1"/>
          </p:cNvSpPr>
          <p:nvPr>
            <p:ph type="title"/>
          </p:nvPr>
        </p:nvSpPr>
        <p:spPr/>
        <p:txBody>
          <a:bodyPr/>
          <a:lstStyle/>
          <a:p>
            <a:r>
              <a:rPr lang="en-US"/>
              <a:t>Engagement Scope</a:t>
            </a:r>
          </a:p>
        </p:txBody>
      </p:sp>
      <p:sp>
        <p:nvSpPr>
          <p:cNvPr id="7" name="Text Placeholder 6">
            <a:extLst>
              <a:ext uri="{FF2B5EF4-FFF2-40B4-BE49-F238E27FC236}">
                <a16:creationId xmlns:a16="http://schemas.microsoft.com/office/drawing/2014/main" id="{09506039-B8BB-2C3A-03E4-1F04B5B8E488}"/>
              </a:ext>
            </a:extLst>
          </p:cNvPr>
          <p:cNvSpPr>
            <a:spLocks noGrp="1"/>
          </p:cNvSpPr>
          <p:nvPr>
            <p:ph type="body" sz="quarter" idx="12"/>
          </p:nvPr>
        </p:nvSpPr>
        <p:spPr/>
        <p:txBody>
          <a:bodyPr/>
          <a:lstStyle/>
          <a:p>
            <a:r>
              <a:rPr lang="en-US"/>
              <a:t>ENGAGEMENT OVERVIEW</a:t>
            </a:r>
          </a:p>
        </p:txBody>
      </p:sp>
      <p:cxnSp>
        <p:nvCxnSpPr>
          <p:cNvPr id="8" name="Shape 274">
            <a:extLst>
              <a:ext uri="{FF2B5EF4-FFF2-40B4-BE49-F238E27FC236}">
                <a16:creationId xmlns:a16="http://schemas.microsoft.com/office/drawing/2014/main" id="{6A4180DC-36EC-CE41-66E5-3E2CB7B40E72}"/>
              </a:ext>
            </a:extLst>
          </p:cNvPr>
          <p:cNvCxnSpPr>
            <a:cxnSpLocks/>
          </p:cNvCxnSpPr>
          <p:nvPr/>
        </p:nvCxnSpPr>
        <p:spPr>
          <a:xfrm>
            <a:off x="8956026" y="4166627"/>
            <a:ext cx="0" cy="6459794"/>
          </a:xfrm>
          <a:prstGeom prst="straightConnector1">
            <a:avLst/>
          </a:prstGeom>
          <a:noFill/>
          <a:ln w="25400" cap="flat" cmpd="sng">
            <a:solidFill>
              <a:schemeClr val="bg2"/>
            </a:solidFill>
            <a:prstDash val="solid"/>
            <a:miter/>
            <a:headEnd type="none" w="med" len="med"/>
            <a:tailEnd type="none" w="med" len="med"/>
          </a:ln>
        </p:spPr>
      </p:cxnSp>
      <p:sp>
        <p:nvSpPr>
          <p:cNvPr id="9" name="Shape 275">
            <a:extLst>
              <a:ext uri="{FF2B5EF4-FFF2-40B4-BE49-F238E27FC236}">
                <a16:creationId xmlns:a16="http://schemas.microsoft.com/office/drawing/2014/main" id="{AB2AF146-4AE7-6495-F7FF-62798DDEE3E5}"/>
              </a:ext>
            </a:extLst>
          </p:cNvPr>
          <p:cNvSpPr txBox="1"/>
          <p:nvPr/>
        </p:nvSpPr>
        <p:spPr>
          <a:xfrm>
            <a:off x="10486126" y="4090459"/>
            <a:ext cx="12210669" cy="6612131"/>
          </a:xfrm>
          <a:prstGeom prst="rect">
            <a:avLst/>
          </a:prstGeom>
          <a:noFill/>
          <a:ln>
            <a:noFill/>
          </a:ln>
        </p:spPr>
        <p:txBody>
          <a:bodyPr lIns="91425" tIns="45700" rIns="91425" bIns="45700" anchor="ctr" anchorCtr="0">
            <a:noAutofit/>
          </a:bodyPr>
          <a:lstStyle/>
          <a:p>
            <a:pPr>
              <a:lnSpc>
                <a:spcPct val="150000"/>
              </a:lnSpc>
              <a:buSzPct val="25000"/>
            </a:pPr>
            <a:r>
              <a:rPr lang="en-US" sz="4000" b="1" dirty="0">
                <a:solidFill>
                  <a:schemeClr val="tx2"/>
                </a:solidFill>
                <a:latin typeface="TT Norms Pro"/>
                <a:ea typeface="Calibri"/>
                <a:cs typeface="Calibri"/>
                <a:sym typeface="Calibri"/>
              </a:rPr>
              <a:t>SCOPE:</a:t>
            </a:r>
            <a:endParaRPr lang="en-US" sz="3200" dirty="0">
              <a:solidFill>
                <a:schemeClr val="tx2"/>
              </a:solidFill>
              <a:latin typeface="TT Norms Pro"/>
              <a:sym typeface="Calibri"/>
            </a:endParaRPr>
          </a:p>
          <a:p>
            <a:pPr marL="347663" lvl="0" indent="-347663">
              <a:spcBef>
                <a:spcPts val="600"/>
              </a:spcBef>
              <a:buSzPct val="100000"/>
              <a:buFont typeface="Arial" panose="020B0604020202020204" pitchFamily="34" charset="0"/>
              <a:buChar char="•"/>
            </a:pPr>
            <a:r>
              <a:rPr lang="en-US" sz="3200" dirty="0">
                <a:solidFill>
                  <a:schemeClr val="tx2"/>
                </a:solidFill>
                <a:latin typeface="TT Norms Pro"/>
                <a:sym typeface="Calibri"/>
              </a:rPr>
              <a:t>Up to 1 ILMT Instance</a:t>
            </a:r>
          </a:p>
          <a:p>
            <a:pPr marL="347663" lvl="0" indent="-347663">
              <a:spcBef>
                <a:spcPts val="600"/>
              </a:spcBef>
              <a:buSzPct val="100000"/>
              <a:buFont typeface="Arial" panose="020B0604020202020204" pitchFamily="34" charset="0"/>
              <a:buChar char="•"/>
            </a:pPr>
            <a:r>
              <a:rPr lang="en-US" sz="3200" dirty="0">
                <a:solidFill>
                  <a:schemeClr val="tx2"/>
                </a:solidFill>
                <a:latin typeface="TT Norms Pro"/>
                <a:sym typeface="Calibri"/>
              </a:rPr>
              <a:t>Up to 38 IBM Distributed products</a:t>
            </a:r>
          </a:p>
          <a:p>
            <a:pPr marL="347663" lvl="0" indent="-347663">
              <a:spcBef>
                <a:spcPts val="600"/>
              </a:spcBef>
              <a:buSzPct val="100000"/>
              <a:buFont typeface="Arial" panose="020B0604020202020204" pitchFamily="34" charset="0"/>
              <a:buChar char="•"/>
            </a:pPr>
            <a:r>
              <a:rPr lang="en-US" sz="3200" dirty="0">
                <a:solidFill>
                  <a:schemeClr val="tx2"/>
                </a:solidFill>
                <a:latin typeface="TT Norms Pro"/>
                <a:sym typeface="Calibri"/>
              </a:rPr>
              <a:t>Up to 1900 servers running on IBM products</a:t>
            </a:r>
          </a:p>
          <a:p>
            <a:pPr marL="347663" lvl="0" indent="-347663">
              <a:spcBef>
                <a:spcPts val="600"/>
              </a:spcBef>
              <a:buSzPct val="100000"/>
              <a:buFont typeface="Arial" panose="020B0604020202020204" pitchFamily="34" charset="0"/>
              <a:buChar char="•"/>
            </a:pPr>
            <a:endParaRPr lang="en-US" sz="3200" dirty="0">
              <a:solidFill>
                <a:schemeClr val="tx2"/>
              </a:solidFill>
              <a:latin typeface="TT Norms Pro"/>
              <a:sym typeface="Calibri"/>
            </a:endParaRPr>
          </a:p>
          <a:p>
            <a:pPr>
              <a:lnSpc>
                <a:spcPct val="150000"/>
              </a:lnSpc>
              <a:buSzPct val="25000"/>
            </a:pPr>
            <a:r>
              <a:rPr lang="en-US" sz="4000" b="1" dirty="0">
                <a:solidFill>
                  <a:schemeClr val="tx2"/>
                </a:solidFill>
                <a:ea typeface="Calibri"/>
                <a:cs typeface="Calibri"/>
                <a:sym typeface="Calibri"/>
              </a:rPr>
              <a:t>OUT OF SCOPE:</a:t>
            </a:r>
            <a:endParaRPr lang="en-US" sz="3200" dirty="0">
              <a:solidFill>
                <a:schemeClr val="tx2"/>
              </a:solidFill>
              <a:sym typeface="Calibri"/>
            </a:endParaRPr>
          </a:p>
          <a:p>
            <a:pPr marL="347663" lvl="0" indent="-347663">
              <a:spcBef>
                <a:spcPts val="600"/>
              </a:spcBef>
              <a:buSzPct val="100000"/>
              <a:buFont typeface="Arial" panose="020B0604020202020204" pitchFamily="34" charset="0"/>
              <a:buChar char="•"/>
            </a:pPr>
            <a:r>
              <a:rPr lang="en-US" sz="3200" dirty="0">
                <a:solidFill>
                  <a:schemeClr val="tx2"/>
                </a:solidFill>
                <a:sym typeface="Calibri"/>
              </a:rPr>
              <a:t>Mainframe</a:t>
            </a:r>
          </a:p>
          <a:p>
            <a:pPr marL="347663" lvl="0" indent="-347663">
              <a:spcBef>
                <a:spcPts val="600"/>
              </a:spcBef>
              <a:buSzPct val="100000"/>
              <a:buFont typeface="Arial" panose="020B0604020202020204" pitchFamily="34" charset="0"/>
              <a:buChar char="•"/>
            </a:pPr>
            <a:r>
              <a:rPr lang="en-US" sz="3200" dirty="0">
                <a:solidFill>
                  <a:schemeClr val="tx2"/>
                </a:solidFill>
                <a:sym typeface="Calibri"/>
              </a:rPr>
              <a:t>Red Hat and HCL Products</a:t>
            </a:r>
          </a:p>
          <a:p>
            <a:pPr marL="347663" lvl="0" indent="-347663">
              <a:spcBef>
                <a:spcPts val="600"/>
              </a:spcBef>
              <a:buSzPct val="100000"/>
              <a:buFont typeface="Arial" panose="020B0604020202020204" pitchFamily="34" charset="0"/>
              <a:buChar char="•"/>
            </a:pPr>
            <a:r>
              <a:rPr lang="en-US" sz="3200" dirty="0">
                <a:solidFill>
                  <a:schemeClr val="tx2"/>
                </a:solidFill>
                <a:sym typeface="Calibri"/>
              </a:rPr>
              <a:t>Deploying agents to any machine</a:t>
            </a:r>
          </a:p>
          <a:p>
            <a:pPr marL="347663" lvl="0" indent="-347663">
              <a:spcBef>
                <a:spcPts val="600"/>
              </a:spcBef>
              <a:buSzPct val="100000"/>
              <a:buFont typeface="Arial" panose="020B0604020202020204" pitchFamily="34" charset="0"/>
              <a:buChar char="•"/>
            </a:pPr>
            <a:r>
              <a:rPr lang="en-US" sz="3200" dirty="0">
                <a:solidFill>
                  <a:schemeClr val="tx2"/>
                </a:solidFill>
                <a:sym typeface="Calibri"/>
              </a:rPr>
              <a:t>Participation in legal proceedings</a:t>
            </a:r>
            <a:endParaRPr lang="de-DE" sz="3200" dirty="0">
              <a:solidFill>
                <a:schemeClr val="tx2"/>
              </a:solidFill>
              <a:sym typeface="Calibri"/>
            </a:endParaRPr>
          </a:p>
          <a:p>
            <a:pPr lvl="0">
              <a:spcBef>
                <a:spcPts val="600"/>
              </a:spcBef>
              <a:buSzPct val="100000"/>
            </a:pPr>
            <a:endParaRPr lang="de-DE" sz="3200" dirty="0">
              <a:solidFill>
                <a:schemeClr val="tx2"/>
              </a:solidFill>
              <a:latin typeface="TT Norms Pro"/>
              <a:sym typeface="Calibri"/>
            </a:endParaRPr>
          </a:p>
        </p:txBody>
      </p:sp>
      <p:grpSp>
        <p:nvGrpSpPr>
          <p:cNvPr id="10" name="Group 9">
            <a:extLst>
              <a:ext uri="{FF2B5EF4-FFF2-40B4-BE49-F238E27FC236}">
                <a16:creationId xmlns:a16="http://schemas.microsoft.com/office/drawing/2014/main" id="{57BF0C54-B132-F03B-05CD-63248523B257}"/>
              </a:ext>
            </a:extLst>
          </p:cNvPr>
          <p:cNvGrpSpPr/>
          <p:nvPr/>
        </p:nvGrpSpPr>
        <p:grpSpPr>
          <a:xfrm>
            <a:off x="2229187" y="4679391"/>
            <a:ext cx="5029200" cy="5434266"/>
            <a:chOff x="2229187" y="4230352"/>
            <a:chExt cx="5029200" cy="5434266"/>
          </a:xfrm>
        </p:grpSpPr>
        <p:sp>
          <p:nvSpPr>
            <p:cNvPr id="11" name="Oval 10">
              <a:extLst>
                <a:ext uri="{FF2B5EF4-FFF2-40B4-BE49-F238E27FC236}">
                  <a16:creationId xmlns:a16="http://schemas.microsoft.com/office/drawing/2014/main" id="{3FBE3ABF-8ABA-23F3-C77F-7D1A285A8513}"/>
                </a:ext>
              </a:extLst>
            </p:cNvPr>
            <p:cNvSpPr/>
            <p:nvPr/>
          </p:nvSpPr>
          <p:spPr>
            <a:xfrm>
              <a:off x="2373736" y="8854486"/>
              <a:ext cx="4740102" cy="810132"/>
            </a:xfrm>
            <a:prstGeom prst="ellipse">
              <a:avLst/>
            </a:prstGeom>
            <a:solidFill>
              <a:schemeClr val="bg1"/>
            </a:solidFill>
            <a:ln>
              <a:noFill/>
            </a:ln>
            <a:effectLst>
              <a:outerShdw blurRad="1270000" dist="1612900" dir="540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T Norms Pro" panose="02000503030000020003" pitchFamily="2" charset="0"/>
              </a:endParaRPr>
            </a:p>
          </p:txBody>
        </p:sp>
        <p:grpSp>
          <p:nvGrpSpPr>
            <p:cNvPr id="12" name="Group 11">
              <a:extLst>
                <a:ext uri="{FF2B5EF4-FFF2-40B4-BE49-F238E27FC236}">
                  <a16:creationId xmlns:a16="http://schemas.microsoft.com/office/drawing/2014/main" id="{10E247E4-C889-F452-19F1-BC00A0F8CC59}"/>
                </a:ext>
              </a:extLst>
            </p:cNvPr>
            <p:cNvGrpSpPr/>
            <p:nvPr/>
          </p:nvGrpSpPr>
          <p:grpSpPr>
            <a:xfrm>
              <a:off x="2229187" y="4230352"/>
              <a:ext cx="5029200" cy="5029200"/>
              <a:chOff x="1855332" y="4919831"/>
              <a:chExt cx="5029200" cy="5029200"/>
            </a:xfrm>
          </p:grpSpPr>
          <p:grpSp>
            <p:nvGrpSpPr>
              <p:cNvPr id="13" name="Group 12">
                <a:extLst>
                  <a:ext uri="{FF2B5EF4-FFF2-40B4-BE49-F238E27FC236}">
                    <a16:creationId xmlns:a16="http://schemas.microsoft.com/office/drawing/2014/main" id="{9279B91E-2692-2F80-3EC2-25DE325A60F3}"/>
                  </a:ext>
                </a:extLst>
              </p:cNvPr>
              <p:cNvGrpSpPr/>
              <p:nvPr/>
            </p:nvGrpSpPr>
            <p:grpSpPr>
              <a:xfrm>
                <a:off x="1855332" y="4919831"/>
                <a:ext cx="5029200" cy="5029200"/>
                <a:chOff x="1690379" y="4740443"/>
                <a:chExt cx="5816901" cy="5816944"/>
              </a:xfrm>
            </p:grpSpPr>
            <p:sp>
              <p:nvSpPr>
                <p:cNvPr id="15" name="Graphic 8">
                  <a:extLst>
                    <a:ext uri="{FF2B5EF4-FFF2-40B4-BE49-F238E27FC236}">
                      <a16:creationId xmlns:a16="http://schemas.microsoft.com/office/drawing/2014/main" id="{2F6FD9B8-B8E4-454A-DEDD-BE46431C1746}"/>
                    </a:ext>
                  </a:extLst>
                </p:cNvPr>
                <p:cNvSpPr/>
                <p:nvPr/>
              </p:nvSpPr>
              <p:spPr>
                <a:xfrm>
                  <a:off x="2897970" y="4740443"/>
                  <a:ext cx="2508132" cy="2176197"/>
                </a:xfrm>
                <a:custGeom>
                  <a:avLst/>
                  <a:gdLst>
                    <a:gd name="connsiteX0" fmla="*/ 2745736 w 2745735"/>
                    <a:gd name="connsiteY0" fmla="*/ 124343 h 2382354"/>
                    <a:gd name="connsiteX1" fmla="*/ 0 w 2745735"/>
                    <a:gd name="connsiteY1" fmla="*/ 600982 h 2382354"/>
                    <a:gd name="connsiteX2" fmla="*/ 2530349 w 2745735"/>
                    <a:gd name="connsiteY2" fmla="*/ 2382355 h 2382354"/>
                    <a:gd name="connsiteX3" fmla="*/ 2745736 w 2745735"/>
                    <a:gd name="connsiteY3" fmla="*/ 124343 h 2382354"/>
                  </a:gdLst>
                  <a:ahLst/>
                  <a:cxnLst>
                    <a:cxn ang="0">
                      <a:pos x="connsiteX0" y="connsiteY0"/>
                    </a:cxn>
                    <a:cxn ang="0">
                      <a:pos x="connsiteX1" y="connsiteY1"/>
                    </a:cxn>
                    <a:cxn ang="0">
                      <a:pos x="connsiteX2" y="connsiteY2"/>
                    </a:cxn>
                    <a:cxn ang="0">
                      <a:pos x="connsiteX3" y="connsiteY3"/>
                    </a:cxn>
                  </a:cxnLst>
                  <a:rect l="l" t="t" r="r" b="b"/>
                  <a:pathLst>
                    <a:path w="2745735" h="2382354">
                      <a:moveTo>
                        <a:pt x="2745736" y="124343"/>
                      </a:moveTo>
                      <a:cubicBezTo>
                        <a:pt x="1805812" y="-146010"/>
                        <a:pt x="793816" y="29665"/>
                        <a:pt x="0" y="600982"/>
                      </a:cubicBezTo>
                      <a:lnTo>
                        <a:pt x="2530349" y="2382355"/>
                      </a:lnTo>
                      <a:cubicBezTo>
                        <a:pt x="2602565" y="1625679"/>
                        <a:pt x="2674183" y="874712"/>
                        <a:pt x="2745736" y="124343"/>
                      </a:cubicBezTo>
                      <a:close/>
                    </a:path>
                  </a:pathLst>
                </a:custGeom>
                <a:solidFill>
                  <a:schemeClr val="tx2"/>
                </a:solidFill>
                <a:ln w="6635" cap="flat">
                  <a:noFill/>
                  <a:prstDash val="solid"/>
                  <a:miter/>
                </a:ln>
              </p:spPr>
              <p:txBody>
                <a:bodyPr rtlCol="0" anchor="ctr"/>
                <a:lstStyle/>
                <a:p>
                  <a:endParaRPr lang="en-US"/>
                </a:p>
              </p:txBody>
            </p:sp>
            <p:sp>
              <p:nvSpPr>
                <p:cNvPr id="16" name="Graphic 8">
                  <a:extLst>
                    <a:ext uri="{FF2B5EF4-FFF2-40B4-BE49-F238E27FC236}">
                      <a16:creationId xmlns:a16="http://schemas.microsoft.com/office/drawing/2014/main" id="{379C37F6-779A-3441-D491-AF4CE9161D15}"/>
                    </a:ext>
                  </a:extLst>
                </p:cNvPr>
                <p:cNvSpPr/>
                <p:nvPr/>
              </p:nvSpPr>
              <p:spPr>
                <a:xfrm>
                  <a:off x="4944882" y="7343546"/>
                  <a:ext cx="2562398" cy="2396206"/>
                </a:xfrm>
                <a:custGeom>
                  <a:avLst/>
                  <a:gdLst>
                    <a:gd name="connsiteX0" fmla="*/ 2805141 w 2805141"/>
                    <a:gd name="connsiteY0" fmla="*/ 334265 h 2623207"/>
                    <a:gd name="connsiteX1" fmla="*/ 2787751 w 2805141"/>
                    <a:gd name="connsiteY1" fmla="*/ 0 h 2623207"/>
                    <a:gd name="connsiteX2" fmla="*/ 0 w 2805141"/>
                    <a:gd name="connsiteY2" fmla="*/ 1301415 h 2623207"/>
                    <a:gd name="connsiteX3" fmla="*/ 1834340 w 2805141"/>
                    <a:gd name="connsiteY3" fmla="*/ 2623207 h 2623207"/>
                    <a:gd name="connsiteX4" fmla="*/ 2805141 w 2805141"/>
                    <a:gd name="connsiteY4" fmla="*/ 334265 h 2623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5141" h="2623207">
                      <a:moveTo>
                        <a:pt x="2805141" y="334265"/>
                      </a:moveTo>
                      <a:cubicBezTo>
                        <a:pt x="2805121" y="222617"/>
                        <a:pt x="2799317" y="111046"/>
                        <a:pt x="2787751" y="0"/>
                      </a:cubicBezTo>
                      <a:lnTo>
                        <a:pt x="0" y="1301415"/>
                      </a:lnTo>
                      <a:lnTo>
                        <a:pt x="1834340" y="2623207"/>
                      </a:lnTo>
                      <a:cubicBezTo>
                        <a:pt x="2432910" y="2044284"/>
                        <a:pt x="2805141" y="1232783"/>
                        <a:pt x="2805141" y="334265"/>
                      </a:cubicBezTo>
                      <a:close/>
                    </a:path>
                  </a:pathLst>
                </a:custGeom>
                <a:solidFill>
                  <a:schemeClr val="tx2"/>
                </a:solidFill>
                <a:ln w="6635" cap="flat">
                  <a:noFill/>
                  <a:prstDash val="solid"/>
                  <a:miter/>
                </a:ln>
              </p:spPr>
              <p:txBody>
                <a:bodyPr rtlCol="0" anchor="ctr"/>
                <a:lstStyle/>
                <a:p>
                  <a:endParaRPr lang="en-US"/>
                </a:p>
              </p:txBody>
            </p:sp>
            <p:sp>
              <p:nvSpPr>
                <p:cNvPr id="17" name="Graphic 8">
                  <a:extLst>
                    <a:ext uri="{FF2B5EF4-FFF2-40B4-BE49-F238E27FC236}">
                      <a16:creationId xmlns:a16="http://schemas.microsoft.com/office/drawing/2014/main" id="{E1EAD800-5074-8004-B759-395419C56EA9}"/>
                    </a:ext>
                  </a:extLst>
                </p:cNvPr>
                <p:cNvSpPr/>
                <p:nvPr/>
              </p:nvSpPr>
              <p:spPr>
                <a:xfrm>
                  <a:off x="1690379" y="5553650"/>
                  <a:ext cx="2569189" cy="2401179"/>
                </a:xfrm>
                <a:custGeom>
                  <a:avLst/>
                  <a:gdLst>
                    <a:gd name="connsiteX0" fmla="*/ 975713 w 2812575"/>
                    <a:gd name="connsiteY0" fmla="*/ 0 h 2628650"/>
                    <a:gd name="connsiteX1" fmla="*/ 0 w 2812575"/>
                    <a:gd name="connsiteY1" fmla="*/ 2293722 h 2628650"/>
                    <a:gd name="connsiteX2" fmla="*/ 17457 w 2812575"/>
                    <a:gd name="connsiteY2" fmla="*/ 2628650 h 2628650"/>
                    <a:gd name="connsiteX3" fmla="*/ 2812575 w 2812575"/>
                    <a:gd name="connsiteY3" fmla="*/ 1325045 h 2628650"/>
                  </a:gdLst>
                  <a:ahLst/>
                  <a:cxnLst>
                    <a:cxn ang="0">
                      <a:pos x="connsiteX0" y="connsiteY0"/>
                    </a:cxn>
                    <a:cxn ang="0">
                      <a:pos x="connsiteX1" y="connsiteY1"/>
                    </a:cxn>
                    <a:cxn ang="0">
                      <a:pos x="connsiteX2" y="connsiteY2"/>
                    </a:cxn>
                    <a:cxn ang="0">
                      <a:pos x="connsiteX3" y="connsiteY3"/>
                    </a:cxn>
                  </a:cxnLst>
                  <a:rect l="l" t="t" r="r" b="b"/>
                  <a:pathLst>
                    <a:path w="2812575" h="2628650">
                      <a:moveTo>
                        <a:pt x="975713" y="0"/>
                      </a:moveTo>
                      <a:cubicBezTo>
                        <a:pt x="374289" y="579189"/>
                        <a:pt x="0" y="1393079"/>
                        <a:pt x="0" y="2293722"/>
                      </a:cubicBezTo>
                      <a:cubicBezTo>
                        <a:pt x="7" y="2405592"/>
                        <a:pt x="5834" y="2517386"/>
                        <a:pt x="17457" y="2628650"/>
                      </a:cubicBezTo>
                      <a:lnTo>
                        <a:pt x="2812575" y="1325045"/>
                      </a:lnTo>
                      <a:close/>
                    </a:path>
                  </a:pathLst>
                </a:custGeom>
                <a:solidFill>
                  <a:schemeClr val="tx2"/>
                </a:solidFill>
                <a:ln w="6635" cap="flat">
                  <a:noFill/>
                  <a:prstDash val="solid"/>
                  <a:miter/>
                </a:ln>
              </p:spPr>
              <p:txBody>
                <a:bodyPr rtlCol="0" anchor="ctr"/>
                <a:lstStyle/>
                <a:p>
                  <a:endParaRPr lang="en-US"/>
                </a:p>
              </p:txBody>
            </p:sp>
            <p:sp>
              <p:nvSpPr>
                <p:cNvPr id="18" name="Graphic 8">
                  <a:extLst>
                    <a:ext uri="{FF2B5EF4-FFF2-40B4-BE49-F238E27FC236}">
                      <a16:creationId xmlns:a16="http://schemas.microsoft.com/office/drawing/2014/main" id="{A13AA62D-F74B-AF01-5D5B-E1183D50F239}"/>
                    </a:ext>
                  </a:extLst>
                </p:cNvPr>
                <p:cNvSpPr/>
                <p:nvPr/>
              </p:nvSpPr>
              <p:spPr>
                <a:xfrm>
                  <a:off x="3795557" y="8376277"/>
                  <a:ext cx="2509587" cy="2181110"/>
                </a:xfrm>
                <a:custGeom>
                  <a:avLst/>
                  <a:gdLst>
                    <a:gd name="connsiteX0" fmla="*/ 0 w 2747328"/>
                    <a:gd name="connsiteY0" fmla="*/ 2264650 h 2387733"/>
                    <a:gd name="connsiteX1" fmla="*/ 2747329 w 2747328"/>
                    <a:gd name="connsiteY1" fmla="*/ 1782369 h 2387733"/>
                    <a:gd name="connsiteX2" fmla="*/ 222755 w 2747328"/>
                    <a:gd name="connsiteY2" fmla="*/ 0 h 2387733"/>
                    <a:gd name="connsiteX3" fmla="*/ 0 w 2747328"/>
                    <a:gd name="connsiteY3" fmla="*/ 2264650 h 2387733"/>
                  </a:gdLst>
                  <a:ahLst/>
                  <a:cxnLst>
                    <a:cxn ang="0">
                      <a:pos x="connsiteX0" y="connsiteY0"/>
                    </a:cxn>
                    <a:cxn ang="0">
                      <a:pos x="connsiteX1" y="connsiteY1"/>
                    </a:cxn>
                    <a:cxn ang="0">
                      <a:pos x="connsiteX2" y="connsiteY2"/>
                    </a:cxn>
                    <a:cxn ang="0">
                      <a:pos x="connsiteX3" y="connsiteY3"/>
                    </a:cxn>
                  </a:cxnLst>
                  <a:rect l="l" t="t" r="r" b="b"/>
                  <a:pathLst>
                    <a:path w="2747328" h="2387733">
                      <a:moveTo>
                        <a:pt x="0" y="2264650"/>
                      </a:moveTo>
                      <a:cubicBezTo>
                        <a:pt x="941266" y="2533940"/>
                        <a:pt x="1954060" y="2356149"/>
                        <a:pt x="2747329" y="1782369"/>
                      </a:cubicBezTo>
                      <a:lnTo>
                        <a:pt x="222755" y="0"/>
                      </a:lnTo>
                      <a:cubicBezTo>
                        <a:pt x="148216" y="758003"/>
                        <a:pt x="74207" y="1510364"/>
                        <a:pt x="0" y="2264650"/>
                      </a:cubicBezTo>
                      <a:close/>
                    </a:path>
                  </a:pathLst>
                </a:custGeom>
                <a:solidFill>
                  <a:schemeClr val="tx2"/>
                </a:solidFill>
                <a:ln w="6635" cap="flat">
                  <a:noFill/>
                  <a:prstDash val="solid"/>
                  <a:miter/>
                </a:ln>
              </p:spPr>
              <p:txBody>
                <a:bodyPr rtlCol="0" anchor="ctr"/>
                <a:lstStyle/>
                <a:p>
                  <a:endParaRPr lang="en-US"/>
                </a:p>
              </p:txBody>
            </p:sp>
            <p:sp>
              <p:nvSpPr>
                <p:cNvPr id="19" name="Graphic 8">
                  <a:extLst>
                    <a:ext uri="{FF2B5EF4-FFF2-40B4-BE49-F238E27FC236}">
                      <a16:creationId xmlns:a16="http://schemas.microsoft.com/office/drawing/2014/main" id="{3706AB8B-51C7-9BD5-5526-AE438CEA2B2D}"/>
                    </a:ext>
                  </a:extLst>
                </p:cNvPr>
                <p:cNvSpPr/>
                <p:nvPr/>
              </p:nvSpPr>
              <p:spPr>
                <a:xfrm>
                  <a:off x="5552225" y="4995964"/>
                  <a:ext cx="1867806" cy="2821171"/>
                </a:xfrm>
                <a:custGeom>
                  <a:avLst/>
                  <a:gdLst>
                    <a:gd name="connsiteX0" fmla="*/ 2044749 w 2044749"/>
                    <a:gd name="connsiteY0" fmla="*/ 2128448 h 3088429"/>
                    <a:gd name="connsiteX1" fmla="*/ 263044 w 2044749"/>
                    <a:gd name="connsiteY1" fmla="*/ 0 h 3088429"/>
                    <a:gd name="connsiteX2" fmla="*/ 0 w 2044749"/>
                    <a:gd name="connsiteY2" fmla="*/ 3088430 h 3088429"/>
                  </a:gdLst>
                  <a:ahLst/>
                  <a:cxnLst>
                    <a:cxn ang="0">
                      <a:pos x="connsiteX0" y="connsiteY0"/>
                    </a:cxn>
                    <a:cxn ang="0">
                      <a:pos x="connsiteX1" y="connsiteY1"/>
                    </a:cxn>
                    <a:cxn ang="0">
                      <a:pos x="connsiteX2" y="connsiteY2"/>
                    </a:cxn>
                  </a:cxnLst>
                  <a:rect l="l" t="t" r="r" b="b"/>
                  <a:pathLst>
                    <a:path w="2044749" h="3088429">
                      <a:moveTo>
                        <a:pt x="2044749" y="2128448"/>
                      </a:moveTo>
                      <a:cubicBezTo>
                        <a:pt x="1806795" y="1177161"/>
                        <a:pt x="1140721" y="395462"/>
                        <a:pt x="263044" y="0"/>
                      </a:cubicBezTo>
                      <a:cubicBezTo>
                        <a:pt x="175230" y="1030937"/>
                        <a:pt x="87814" y="2057626"/>
                        <a:pt x="0" y="3088430"/>
                      </a:cubicBezTo>
                      <a:close/>
                    </a:path>
                  </a:pathLst>
                </a:custGeom>
                <a:solidFill>
                  <a:schemeClr val="tx2"/>
                </a:solidFill>
                <a:ln w="6635" cap="flat">
                  <a:noFill/>
                  <a:prstDash val="solid"/>
                  <a:miter/>
                </a:ln>
              </p:spPr>
              <p:txBody>
                <a:bodyPr rtlCol="0" anchor="ctr"/>
                <a:lstStyle/>
                <a:p>
                  <a:endParaRPr lang="en-US"/>
                </a:p>
              </p:txBody>
            </p:sp>
            <p:sp>
              <p:nvSpPr>
                <p:cNvPr id="20" name="Graphic 8">
                  <a:extLst>
                    <a:ext uri="{FF2B5EF4-FFF2-40B4-BE49-F238E27FC236}">
                      <a16:creationId xmlns:a16="http://schemas.microsoft.com/office/drawing/2014/main" id="{9C44B4FD-ED66-6F9E-6837-12AE26A62449}"/>
                    </a:ext>
                  </a:extLst>
                </p:cNvPr>
                <p:cNvSpPr/>
                <p:nvPr/>
              </p:nvSpPr>
              <p:spPr>
                <a:xfrm>
                  <a:off x="1777750" y="7475295"/>
                  <a:ext cx="1873384" cy="2828083"/>
                </a:xfrm>
                <a:custGeom>
                  <a:avLst/>
                  <a:gdLst>
                    <a:gd name="connsiteX0" fmla="*/ 2011827 w 2050855"/>
                    <a:gd name="connsiteY0" fmla="*/ 17058 h 3095996"/>
                    <a:gd name="connsiteX1" fmla="*/ 1772545 w 2050855"/>
                    <a:gd name="connsiteY1" fmla="*/ 129896 h 3095996"/>
                    <a:gd name="connsiteX2" fmla="*/ 0 w 2050855"/>
                    <a:gd name="connsiteY2" fmla="*/ 967549 h 3095996"/>
                    <a:gd name="connsiteX3" fmla="*/ 1785356 w 2050855"/>
                    <a:gd name="connsiteY3" fmla="*/ 3095997 h 3095996"/>
                    <a:gd name="connsiteX4" fmla="*/ 2050856 w 2050855"/>
                    <a:gd name="connsiteY4" fmla="*/ 0 h 3095996"/>
                    <a:gd name="connsiteX5" fmla="*/ 2011827 w 2050855"/>
                    <a:gd name="connsiteY5" fmla="*/ 17058 h 30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0855" h="3095996">
                      <a:moveTo>
                        <a:pt x="2011827" y="17058"/>
                      </a:moveTo>
                      <a:lnTo>
                        <a:pt x="1772545" y="129896"/>
                      </a:lnTo>
                      <a:cubicBezTo>
                        <a:pt x="1181984" y="409379"/>
                        <a:pt x="591136" y="688597"/>
                        <a:pt x="0" y="967549"/>
                      </a:cubicBezTo>
                      <a:cubicBezTo>
                        <a:pt x="238950" y="1919433"/>
                        <a:pt x="906617" y="2701065"/>
                        <a:pt x="1785356" y="3095997"/>
                      </a:cubicBezTo>
                      <a:cubicBezTo>
                        <a:pt x="1874099" y="2060546"/>
                        <a:pt x="1962311" y="1032463"/>
                        <a:pt x="2050856" y="0"/>
                      </a:cubicBezTo>
                      <a:cubicBezTo>
                        <a:pt x="2035523" y="6704"/>
                        <a:pt x="2023509" y="11549"/>
                        <a:pt x="2011827" y="17058"/>
                      </a:cubicBezTo>
                      <a:close/>
                    </a:path>
                  </a:pathLst>
                </a:custGeom>
                <a:solidFill>
                  <a:schemeClr val="tx2"/>
                </a:solidFill>
                <a:ln w="6635" cap="flat">
                  <a:noFill/>
                  <a:prstDash val="solid"/>
                  <a:miter/>
                </a:ln>
              </p:spPr>
              <p:txBody>
                <a:bodyPr rtlCol="0" anchor="ctr"/>
                <a:lstStyle/>
                <a:p>
                  <a:endParaRPr lang="en-US"/>
                </a:p>
              </p:txBody>
            </p:sp>
          </p:grpSp>
          <p:sp>
            <p:nvSpPr>
              <p:cNvPr id="14" name="Oval 13">
                <a:extLst>
                  <a:ext uri="{FF2B5EF4-FFF2-40B4-BE49-F238E27FC236}">
                    <a16:creationId xmlns:a16="http://schemas.microsoft.com/office/drawing/2014/main" id="{0A78C7C1-F9D7-8DB8-D941-9909FE106D7F}"/>
                  </a:ext>
                </a:extLst>
              </p:cNvPr>
              <p:cNvSpPr/>
              <p:nvPr/>
            </p:nvSpPr>
            <p:spPr>
              <a:xfrm>
                <a:off x="3985619" y="7050118"/>
                <a:ext cx="768626" cy="768626"/>
              </a:xfrm>
              <a:prstGeom prst="ellipse">
                <a:avLst/>
              </a:prstGeom>
              <a:solidFill>
                <a:srgbClr val="0789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174369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09170A2-509F-53D5-6EE0-5F4501A95A73}"/>
              </a:ext>
            </a:extLst>
          </p:cNvPr>
          <p:cNvSpPr>
            <a:spLocks noGrp="1"/>
          </p:cNvSpPr>
          <p:nvPr>
            <p:ph type="ftr" sz="quarter" idx="15"/>
          </p:nvPr>
        </p:nvSpPr>
        <p:spPr/>
        <p:txBody>
          <a:bodyPr/>
          <a:lstStyle/>
          <a:p>
            <a:pPr lvl="0"/>
            <a:r>
              <a:rPr lang="en-US" noProof="0"/>
              <a:t>© 2026 Anglepoint Group, Inc. Confidential. Distribution prohibited. All rights reserved.</a:t>
            </a:r>
          </a:p>
        </p:txBody>
      </p:sp>
      <p:sp>
        <p:nvSpPr>
          <p:cNvPr id="3" name="Slide Number Placeholder 2">
            <a:extLst>
              <a:ext uri="{FF2B5EF4-FFF2-40B4-BE49-F238E27FC236}">
                <a16:creationId xmlns:a16="http://schemas.microsoft.com/office/drawing/2014/main" id="{8EE809E9-3DDA-6434-6359-B42540B81DB9}"/>
              </a:ext>
            </a:extLst>
          </p:cNvPr>
          <p:cNvSpPr>
            <a:spLocks noGrp="1"/>
          </p:cNvSpPr>
          <p:nvPr>
            <p:ph type="sldNum" sz="quarter" idx="16"/>
          </p:nvPr>
        </p:nvSpPr>
        <p:spPr/>
        <p:txBody>
          <a:bodyPr/>
          <a:lstStyle/>
          <a:p>
            <a:fld id="{65CC2327-6B8B-47BD-B581-B21CDA88CCFB}" type="slidenum">
              <a:rPr lang="en-US" smtClean="0"/>
              <a:pPr/>
              <a:t>7</a:t>
            </a:fld>
            <a:endParaRPr lang="en-US"/>
          </a:p>
        </p:txBody>
      </p:sp>
      <p:sp>
        <p:nvSpPr>
          <p:cNvPr id="6" name="Title 5">
            <a:extLst>
              <a:ext uri="{FF2B5EF4-FFF2-40B4-BE49-F238E27FC236}">
                <a16:creationId xmlns:a16="http://schemas.microsoft.com/office/drawing/2014/main" id="{9CAB8322-9460-190C-D124-BBD9D8BF25A6}"/>
              </a:ext>
            </a:extLst>
          </p:cNvPr>
          <p:cNvSpPr>
            <a:spLocks noGrp="1"/>
          </p:cNvSpPr>
          <p:nvPr>
            <p:ph type="title"/>
          </p:nvPr>
        </p:nvSpPr>
        <p:spPr/>
        <p:txBody>
          <a:bodyPr/>
          <a:lstStyle/>
          <a:p>
            <a:r>
              <a:rPr lang="en-US"/>
              <a:t>Process Overview</a:t>
            </a:r>
          </a:p>
        </p:txBody>
      </p:sp>
      <p:sp>
        <p:nvSpPr>
          <p:cNvPr id="7" name="Text Placeholder 6">
            <a:extLst>
              <a:ext uri="{FF2B5EF4-FFF2-40B4-BE49-F238E27FC236}">
                <a16:creationId xmlns:a16="http://schemas.microsoft.com/office/drawing/2014/main" id="{51CEAB35-D46E-3CAE-D4E7-7BD4A9071ED4}"/>
              </a:ext>
            </a:extLst>
          </p:cNvPr>
          <p:cNvSpPr>
            <a:spLocks noGrp="1"/>
          </p:cNvSpPr>
          <p:nvPr>
            <p:ph type="body" sz="quarter" idx="12"/>
          </p:nvPr>
        </p:nvSpPr>
        <p:spPr/>
        <p:txBody>
          <a:bodyPr/>
          <a:lstStyle/>
          <a:p>
            <a:r>
              <a:rPr lang="en-US"/>
              <a:t>Engagement overview</a:t>
            </a:r>
          </a:p>
        </p:txBody>
      </p:sp>
      <p:grpSp>
        <p:nvGrpSpPr>
          <p:cNvPr id="8" name="Group 7">
            <a:extLst>
              <a:ext uri="{FF2B5EF4-FFF2-40B4-BE49-F238E27FC236}">
                <a16:creationId xmlns:a16="http://schemas.microsoft.com/office/drawing/2014/main" id="{E247DAED-D318-1E6D-B397-9370A51A09BA}"/>
              </a:ext>
            </a:extLst>
          </p:cNvPr>
          <p:cNvGrpSpPr/>
          <p:nvPr/>
        </p:nvGrpSpPr>
        <p:grpSpPr>
          <a:xfrm>
            <a:off x="1448699" y="5048378"/>
            <a:ext cx="3406860" cy="6813389"/>
            <a:chOff x="3522405" y="3216186"/>
            <a:chExt cx="4630554" cy="9260658"/>
          </a:xfrm>
          <a:effectLst/>
        </p:grpSpPr>
        <p:sp>
          <p:nvSpPr>
            <p:cNvPr id="9" name="Freeform 10">
              <a:extLst>
                <a:ext uri="{FF2B5EF4-FFF2-40B4-BE49-F238E27FC236}">
                  <a16:creationId xmlns:a16="http://schemas.microsoft.com/office/drawing/2014/main" id="{0120A1FC-D01A-14E9-E16E-D37B5F6E4014}"/>
                </a:ext>
              </a:extLst>
            </p:cNvPr>
            <p:cNvSpPr/>
            <p:nvPr/>
          </p:nvSpPr>
          <p:spPr>
            <a:xfrm>
              <a:off x="3522605" y="3216186"/>
              <a:ext cx="2315501" cy="2384697"/>
            </a:xfrm>
            <a:custGeom>
              <a:avLst/>
              <a:gdLst>
                <a:gd name="connsiteX0" fmla="*/ 2315502 w 2315501"/>
                <a:gd name="connsiteY0" fmla="*/ 619722 h 2384697"/>
                <a:gd name="connsiteX1" fmla="*/ 0 w 2315501"/>
                <a:gd name="connsiteY1" fmla="*/ 0 h 2384697"/>
                <a:gd name="connsiteX2" fmla="*/ 0 w 2315501"/>
                <a:gd name="connsiteY2" fmla="*/ 2037470 h 2384697"/>
                <a:gd name="connsiteX3" fmla="*/ 1296617 w 2315501"/>
                <a:gd name="connsiteY3" fmla="*/ 2384698 h 2384697"/>
              </a:gdLst>
              <a:ahLst/>
              <a:cxnLst>
                <a:cxn ang="0">
                  <a:pos x="connsiteX0" y="connsiteY0"/>
                </a:cxn>
                <a:cxn ang="0">
                  <a:pos x="connsiteX1" y="connsiteY1"/>
                </a:cxn>
                <a:cxn ang="0">
                  <a:pos x="connsiteX2" y="connsiteY2"/>
                </a:cxn>
                <a:cxn ang="0">
                  <a:pos x="connsiteX3" y="connsiteY3"/>
                </a:cxn>
              </a:cxnLst>
              <a:rect l="l" t="t" r="r" b="b"/>
              <a:pathLst>
                <a:path w="2315501" h="2384697">
                  <a:moveTo>
                    <a:pt x="2315502" y="619722"/>
                  </a:moveTo>
                  <a:cubicBezTo>
                    <a:pt x="1634366" y="225598"/>
                    <a:pt x="843524" y="0"/>
                    <a:pt x="0" y="0"/>
                  </a:cubicBezTo>
                  <a:lnTo>
                    <a:pt x="0" y="2037470"/>
                  </a:lnTo>
                  <a:cubicBezTo>
                    <a:pt x="455265" y="2036836"/>
                    <a:pt x="902598" y="2156630"/>
                    <a:pt x="1296617" y="2384698"/>
                  </a:cubicBezTo>
                  <a:close/>
                </a:path>
              </a:pathLst>
            </a:custGeom>
            <a:solidFill>
              <a:schemeClr val="tx2"/>
            </a:solidFill>
            <a:ln w="63500" cap="flat">
              <a:solidFill>
                <a:schemeClr val="bg1"/>
              </a:solidFill>
              <a:prstDash val="solid"/>
              <a:miter/>
            </a:ln>
          </p:spPr>
          <p:txBody>
            <a:bodyPr rtlCol="0" anchor="ctr"/>
            <a:lstStyle/>
            <a:p>
              <a:endParaRPr lang="en-US"/>
            </a:p>
          </p:txBody>
        </p:sp>
        <p:sp>
          <p:nvSpPr>
            <p:cNvPr id="10" name="Freeform 11">
              <a:extLst>
                <a:ext uri="{FF2B5EF4-FFF2-40B4-BE49-F238E27FC236}">
                  <a16:creationId xmlns:a16="http://schemas.microsoft.com/office/drawing/2014/main" id="{417CA18D-945B-7951-F060-336F71640AF3}"/>
                </a:ext>
              </a:extLst>
            </p:cNvPr>
            <p:cNvSpPr/>
            <p:nvPr/>
          </p:nvSpPr>
          <p:spPr>
            <a:xfrm>
              <a:off x="4819222" y="3835908"/>
              <a:ext cx="2714015" cy="2714015"/>
            </a:xfrm>
            <a:custGeom>
              <a:avLst/>
              <a:gdLst>
                <a:gd name="connsiteX0" fmla="*/ 1018885 w 2714015"/>
                <a:gd name="connsiteY0" fmla="*/ 0 h 2714015"/>
                <a:gd name="connsiteX1" fmla="*/ 0 w 2714015"/>
                <a:gd name="connsiteY1" fmla="*/ 1764976 h 2714015"/>
                <a:gd name="connsiteX2" fmla="*/ 949140 w 2714015"/>
                <a:gd name="connsiteY2" fmla="*/ 2714015 h 2714015"/>
                <a:gd name="connsiteX3" fmla="*/ 2714016 w 2714015"/>
                <a:gd name="connsiteY3" fmla="*/ 1695131 h 2714015"/>
                <a:gd name="connsiteX4" fmla="*/ 1018885 w 2714015"/>
                <a:gd name="connsiteY4" fmla="*/ 0 h 2714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4015" h="2714015">
                  <a:moveTo>
                    <a:pt x="1018885" y="0"/>
                  </a:moveTo>
                  <a:lnTo>
                    <a:pt x="0" y="1764976"/>
                  </a:lnTo>
                  <a:cubicBezTo>
                    <a:pt x="393821" y="1993018"/>
                    <a:pt x="721056" y="2320218"/>
                    <a:pt x="949140" y="2714015"/>
                  </a:cubicBezTo>
                  <a:lnTo>
                    <a:pt x="2714016" y="1695131"/>
                  </a:lnTo>
                  <a:cubicBezTo>
                    <a:pt x="2306735" y="991724"/>
                    <a:pt x="1722292" y="407281"/>
                    <a:pt x="1018885" y="0"/>
                  </a:cubicBezTo>
                  <a:close/>
                </a:path>
              </a:pathLst>
            </a:custGeom>
            <a:solidFill>
              <a:schemeClr val="accent1"/>
            </a:solidFill>
            <a:ln w="63500" cap="flat">
              <a:solidFill>
                <a:schemeClr val="bg1"/>
              </a:solidFill>
              <a:prstDash val="solid"/>
              <a:miter/>
            </a:ln>
          </p:spPr>
          <p:txBody>
            <a:bodyPr rtlCol="0" anchor="ctr"/>
            <a:lstStyle/>
            <a:p>
              <a:endParaRPr lang="en-US"/>
            </a:p>
          </p:txBody>
        </p:sp>
        <p:sp>
          <p:nvSpPr>
            <p:cNvPr id="11" name="Freeform 17">
              <a:extLst>
                <a:ext uri="{FF2B5EF4-FFF2-40B4-BE49-F238E27FC236}">
                  <a16:creationId xmlns:a16="http://schemas.microsoft.com/office/drawing/2014/main" id="{A558412F-AF6B-9945-91BB-48FAD95BCA81}"/>
                </a:ext>
              </a:extLst>
            </p:cNvPr>
            <p:cNvSpPr/>
            <p:nvPr/>
          </p:nvSpPr>
          <p:spPr>
            <a:xfrm>
              <a:off x="4818973" y="9143007"/>
              <a:ext cx="2714214" cy="2713965"/>
            </a:xfrm>
            <a:custGeom>
              <a:avLst/>
              <a:gdLst>
                <a:gd name="connsiteX0" fmla="*/ 2714215 w 2714214"/>
                <a:gd name="connsiteY0" fmla="*/ 1019034 h 2713965"/>
                <a:gd name="connsiteX1" fmla="*/ 949439 w 2714214"/>
                <a:gd name="connsiteY1" fmla="*/ 0 h 2713965"/>
                <a:gd name="connsiteX2" fmla="*/ 0 w 2714214"/>
                <a:gd name="connsiteY2" fmla="*/ 949240 h 2713965"/>
                <a:gd name="connsiteX3" fmla="*/ 1019184 w 2714214"/>
                <a:gd name="connsiteY3" fmla="*/ 2713966 h 2713965"/>
                <a:gd name="connsiteX4" fmla="*/ 2714215 w 2714214"/>
                <a:gd name="connsiteY4" fmla="*/ 1019034 h 2713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4214" h="2713965">
                  <a:moveTo>
                    <a:pt x="2714215" y="1019034"/>
                  </a:moveTo>
                  <a:lnTo>
                    <a:pt x="949439" y="0"/>
                  </a:lnTo>
                  <a:cubicBezTo>
                    <a:pt x="721319" y="393923"/>
                    <a:pt x="393971" y="721202"/>
                    <a:pt x="0" y="949240"/>
                  </a:cubicBezTo>
                  <a:lnTo>
                    <a:pt x="1019184" y="2713966"/>
                  </a:lnTo>
                  <a:cubicBezTo>
                    <a:pt x="1722525" y="2306721"/>
                    <a:pt x="2306928" y="1722352"/>
                    <a:pt x="2714215" y="1019034"/>
                  </a:cubicBezTo>
                  <a:close/>
                </a:path>
              </a:pathLst>
            </a:custGeom>
            <a:solidFill>
              <a:schemeClr val="accent3"/>
            </a:solidFill>
            <a:ln w="63500" cap="flat">
              <a:solidFill>
                <a:schemeClr val="bg1"/>
              </a:solidFill>
              <a:prstDash val="solid"/>
              <a:miter/>
            </a:ln>
          </p:spPr>
          <p:txBody>
            <a:bodyPr rtlCol="0" anchor="ctr"/>
            <a:lstStyle/>
            <a:p>
              <a:endParaRPr lang="en-US"/>
            </a:p>
          </p:txBody>
        </p:sp>
        <p:sp>
          <p:nvSpPr>
            <p:cNvPr id="12" name="Freeform 16">
              <a:extLst>
                <a:ext uri="{FF2B5EF4-FFF2-40B4-BE49-F238E27FC236}">
                  <a16:creationId xmlns:a16="http://schemas.microsoft.com/office/drawing/2014/main" id="{C4E80B15-7D1C-3B01-D0C1-FB699B453845}"/>
                </a:ext>
              </a:extLst>
            </p:cNvPr>
            <p:cNvSpPr/>
            <p:nvPr/>
          </p:nvSpPr>
          <p:spPr>
            <a:xfrm>
              <a:off x="3522405" y="10092247"/>
              <a:ext cx="2315551" cy="2384597"/>
            </a:xfrm>
            <a:custGeom>
              <a:avLst/>
              <a:gdLst>
                <a:gd name="connsiteX0" fmla="*/ 1296567 w 2315551"/>
                <a:gd name="connsiteY0" fmla="*/ 0 h 2384597"/>
                <a:gd name="connsiteX1" fmla="*/ 0 w 2315551"/>
                <a:gd name="connsiteY1" fmla="*/ 347128 h 2384597"/>
                <a:gd name="connsiteX2" fmla="*/ 0 w 2315551"/>
                <a:gd name="connsiteY2" fmla="*/ 2384598 h 2384597"/>
                <a:gd name="connsiteX3" fmla="*/ 2315552 w 2315551"/>
                <a:gd name="connsiteY3" fmla="*/ 1764876 h 2384597"/>
              </a:gdLst>
              <a:ahLst/>
              <a:cxnLst>
                <a:cxn ang="0">
                  <a:pos x="connsiteX0" y="connsiteY0"/>
                </a:cxn>
                <a:cxn ang="0">
                  <a:pos x="connsiteX1" y="connsiteY1"/>
                </a:cxn>
                <a:cxn ang="0">
                  <a:pos x="connsiteX2" y="connsiteY2"/>
                </a:cxn>
                <a:cxn ang="0">
                  <a:pos x="connsiteX3" y="connsiteY3"/>
                </a:cxn>
              </a:cxnLst>
              <a:rect l="l" t="t" r="r" b="b"/>
              <a:pathLst>
                <a:path w="2315551" h="2384597">
                  <a:moveTo>
                    <a:pt x="1296567" y="0"/>
                  </a:moveTo>
                  <a:cubicBezTo>
                    <a:pt x="902564" y="228051"/>
                    <a:pt x="455242" y="347812"/>
                    <a:pt x="0" y="347128"/>
                  </a:cubicBezTo>
                  <a:lnTo>
                    <a:pt x="0" y="2384598"/>
                  </a:lnTo>
                  <a:cubicBezTo>
                    <a:pt x="843574" y="2384598"/>
                    <a:pt x="1634416" y="2159000"/>
                    <a:pt x="2315552" y="1764876"/>
                  </a:cubicBezTo>
                  <a:close/>
                </a:path>
              </a:pathLst>
            </a:custGeom>
            <a:solidFill>
              <a:schemeClr val="accent4"/>
            </a:solidFill>
            <a:ln w="63500" cap="flat">
              <a:solidFill>
                <a:schemeClr val="bg1"/>
              </a:solidFill>
              <a:prstDash val="solid"/>
              <a:miter/>
            </a:ln>
          </p:spPr>
          <p:txBody>
            <a:bodyPr rtlCol="0" anchor="ctr"/>
            <a:lstStyle/>
            <a:p>
              <a:endParaRPr lang="en-US"/>
            </a:p>
          </p:txBody>
        </p:sp>
        <p:sp>
          <p:nvSpPr>
            <p:cNvPr id="13" name="Freeform 14">
              <a:extLst>
                <a:ext uri="{FF2B5EF4-FFF2-40B4-BE49-F238E27FC236}">
                  <a16:creationId xmlns:a16="http://schemas.microsoft.com/office/drawing/2014/main" id="{9D5DC967-6309-5C60-2BD1-53292CB92411}"/>
                </a:ext>
              </a:extLst>
            </p:cNvPr>
            <p:cNvSpPr/>
            <p:nvPr/>
          </p:nvSpPr>
          <p:spPr>
            <a:xfrm>
              <a:off x="5768362" y="5531039"/>
              <a:ext cx="2384597" cy="2315451"/>
            </a:xfrm>
            <a:custGeom>
              <a:avLst/>
              <a:gdLst>
                <a:gd name="connsiteX0" fmla="*/ 1764876 w 2384597"/>
                <a:gd name="connsiteY0" fmla="*/ 0 h 2315451"/>
                <a:gd name="connsiteX1" fmla="*/ 0 w 2384597"/>
                <a:gd name="connsiteY1" fmla="*/ 1018884 h 2315451"/>
                <a:gd name="connsiteX2" fmla="*/ 347078 w 2384597"/>
                <a:gd name="connsiteY2" fmla="*/ 2315452 h 2315451"/>
                <a:gd name="connsiteX3" fmla="*/ 2384598 w 2384597"/>
                <a:gd name="connsiteY3" fmla="*/ 2315452 h 2315451"/>
                <a:gd name="connsiteX4" fmla="*/ 1764876 w 2384597"/>
                <a:gd name="connsiteY4" fmla="*/ 0 h 2315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4597" h="2315451">
                  <a:moveTo>
                    <a:pt x="1764876" y="0"/>
                  </a:moveTo>
                  <a:lnTo>
                    <a:pt x="0" y="1018884"/>
                  </a:lnTo>
                  <a:cubicBezTo>
                    <a:pt x="228036" y="1412892"/>
                    <a:pt x="347780" y="1860214"/>
                    <a:pt x="347078" y="2315452"/>
                  </a:cubicBezTo>
                  <a:lnTo>
                    <a:pt x="2384598" y="2315452"/>
                  </a:lnTo>
                  <a:cubicBezTo>
                    <a:pt x="2384598" y="1471728"/>
                    <a:pt x="2159000" y="681086"/>
                    <a:pt x="1764876" y="0"/>
                  </a:cubicBezTo>
                  <a:close/>
                </a:path>
              </a:pathLst>
            </a:custGeom>
            <a:solidFill>
              <a:schemeClr val="accent5"/>
            </a:solidFill>
            <a:ln w="63500" cap="flat">
              <a:solidFill>
                <a:schemeClr val="bg1"/>
              </a:solidFill>
              <a:prstDash val="solid"/>
              <a:miter/>
            </a:ln>
          </p:spPr>
          <p:txBody>
            <a:bodyPr rtlCol="0" anchor="ctr"/>
            <a:lstStyle/>
            <a:p>
              <a:endParaRPr lang="en-US"/>
            </a:p>
          </p:txBody>
        </p:sp>
        <p:sp>
          <p:nvSpPr>
            <p:cNvPr id="14" name="Freeform 15">
              <a:extLst>
                <a:ext uri="{FF2B5EF4-FFF2-40B4-BE49-F238E27FC236}">
                  <a16:creationId xmlns:a16="http://schemas.microsoft.com/office/drawing/2014/main" id="{F0124ADA-15DE-A76D-892B-E8FFA11D7B18}"/>
                </a:ext>
              </a:extLst>
            </p:cNvPr>
            <p:cNvSpPr/>
            <p:nvPr/>
          </p:nvSpPr>
          <p:spPr>
            <a:xfrm>
              <a:off x="5768411" y="7846341"/>
              <a:ext cx="2384548" cy="2315551"/>
            </a:xfrm>
            <a:custGeom>
              <a:avLst/>
              <a:gdLst>
                <a:gd name="connsiteX0" fmla="*/ 347029 w 2384548"/>
                <a:gd name="connsiteY0" fmla="*/ 150 h 2315551"/>
                <a:gd name="connsiteX1" fmla="*/ 0 w 2384548"/>
                <a:gd name="connsiteY1" fmla="*/ 1296667 h 2315551"/>
                <a:gd name="connsiteX2" fmla="*/ 1764777 w 2384548"/>
                <a:gd name="connsiteY2" fmla="*/ 2315551 h 2315551"/>
                <a:gd name="connsiteX3" fmla="*/ 2384549 w 2384548"/>
                <a:gd name="connsiteY3" fmla="*/ 0 h 2315551"/>
              </a:gdLst>
              <a:ahLst/>
              <a:cxnLst>
                <a:cxn ang="0">
                  <a:pos x="connsiteX0" y="connsiteY0"/>
                </a:cxn>
                <a:cxn ang="0">
                  <a:pos x="connsiteX1" y="connsiteY1"/>
                </a:cxn>
                <a:cxn ang="0">
                  <a:pos x="connsiteX2" y="connsiteY2"/>
                </a:cxn>
                <a:cxn ang="0">
                  <a:pos x="connsiteX3" y="connsiteY3"/>
                </a:cxn>
              </a:cxnLst>
              <a:rect l="l" t="t" r="r" b="b"/>
              <a:pathLst>
                <a:path w="2384548" h="2315551">
                  <a:moveTo>
                    <a:pt x="347029" y="150"/>
                  </a:moveTo>
                  <a:cubicBezTo>
                    <a:pt x="347720" y="455364"/>
                    <a:pt x="227995" y="902662"/>
                    <a:pt x="0" y="1296667"/>
                  </a:cubicBezTo>
                  <a:lnTo>
                    <a:pt x="1764777" y="2315551"/>
                  </a:lnTo>
                  <a:cubicBezTo>
                    <a:pt x="2158900" y="1634416"/>
                    <a:pt x="2384549" y="843824"/>
                    <a:pt x="2384549" y="0"/>
                  </a:cubicBezTo>
                  <a:close/>
                </a:path>
              </a:pathLst>
            </a:custGeom>
            <a:solidFill>
              <a:schemeClr val="accent2"/>
            </a:solidFill>
            <a:ln w="63500" cap="flat">
              <a:solidFill>
                <a:schemeClr val="bg1"/>
              </a:solidFill>
              <a:prstDash val="solid"/>
              <a:miter/>
            </a:ln>
          </p:spPr>
          <p:txBody>
            <a:bodyPr rtlCol="0" anchor="ctr"/>
            <a:lstStyle/>
            <a:p>
              <a:endParaRPr lang="en-US"/>
            </a:p>
          </p:txBody>
        </p:sp>
      </p:grpSp>
      <p:cxnSp>
        <p:nvCxnSpPr>
          <p:cNvPr id="15" name="Straight Connector 14">
            <a:extLst>
              <a:ext uri="{FF2B5EF4-FFF2-40B4-BE49-F238E27FC236}">
                <a16:creationId xmlns:a16="http://schemas.microsoft.com/office/drawing/2014/main" id="{33EE08CB-10DB-0CFB-B145-3E81F175E96F}"/>
              </a:ext>
            </a:extLst>
          </p:cNvPr>
          <p:cNvCxnSpPr>
            <a:cxnSpLocks/>
          </p:cNvCxnSpPr>
          <p:nvPr/>
        </p:nvCxnSpPr>
        <p:spPr>
          <a:xfrm>
            <a:off x="1702206" y="11682794"/>
            <a:ext cx="3921956" cy="0"/>
          </a:xfrm>
          <a:prstGeom prst="line">
            <a:avLst/>
          </a:prstGeom>
          <a:ln w="31750">
            <a:solidFill>
              <a:schemeClr val="accent4"/>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91DEFCF-38FD-C606-4827-9964DBA9AF20}"/>
              </a:ext>
            </a:extLst>
          </p:cNvPr>
          <p:cNvCxnSpPr>
            <a:cxnSpLocks/>
          </p:cNvCxnSpPr>
          <p:nvPr/>
        </p:nvCxnSpPr>
        <p:spPr>
          <a:xfrm>
            <a:off x="1702206" y="5212098"/>
            <a:ext cx="3921956" cy="0"/>
          </a:xfrm>
          <a:prstGeom prst="line">
            <a:avLst/>
          </a:prstGeom>
          <a:ln w="31750">
            <a:solidFill>
              <a:schemeClr val="tx2"/>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277E23C-D265-A012-CD92-102A660BE991}"/>
              </a:ext>
            </a:extLst>
          </p:cNvPr>
          <p:cNvCxnSpPr>
            <a:cxnSpLocks/>
          </p:cNvCxnSpPr>
          <p:nvPr/>
        </p:nvCxnSpPr>
        <p:spPr>
          <a:xfrm>
            <a:off x="3729223" y="6506238"/>
            <a:ext cx="1894939" cy="0"/>
          </a:xfrm>
          <a:prstGeom prst="line">
            <a:avLst/>
          </a:prstGeom>
          <a:ln w="31750">
            <a:solidFill>
              <a:schemeClr val="accent1"/>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0F8A69D-A99E-7BAC-1819-401306196FE7}"/>
              </a:ext>
            </a:extLst>
          </p:cNvPr>
          <p:cNvCxnSpPr>
            <a:cxnSpLocks/>
          </p:cNvCxnSpPr>
          <p:nvPr/>
        </p:nvCxnSpPr>
        <p:spPr>
          <a:xfrm>
            <a:off x="3729223" y="10388656"/>
            <a:ext cx="1894939" cy="0"/>
          </a:xfrm>
          <a:prstGeom prst="line">
            <a:avLst/>
          </a:prstGeom>
          <a:ln w="31750">
            <a:solidFill>
              <a:schemeClr val="accent3"/>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8C46400-885A-441A-FA66-35D2C0E55721}"/>
              </a:ext>
            </a:extLst>
          </p:cNvPr>
          <p:cNvCxnSpPr>
            <a:cxnSpLocks/>
          </p:cNvCxnSpPr>
          <p:nvPr/>
        </p:nvCxnSpPr>
        <p:spPr>
          <a:xfrm>
            <a:off x="4399571" y="9094517"/>
            <a:ext cx="1224591" cy="0"/>
          </a:xfrm>
          <a:prstGeom prst="line">
            <a:avLst/>
          </a:prstGeom>
          <a:ln w="31750">
            <a:solidFill>
              <a:schemeClr val="accent2"/>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B32BB62-3C6F-89D4-4407-0053ECD1FEEC}"/>
              </a:ext>
            </a:extLst>
          </p:cNvPr>
          <p:cNvCxnSpPr>
            <a:cxnSpLocks/>
          </p:cNvCxnSpPr>
          <p:nvPr/>
        </p:nvCxnSpPr>
        <p:spPr>
          <a:xfrm>
            <a:off x="4186896" y="7800377"/>
            <a:ext cx="1437266" cy="0"/>
          </a:xfrm>
          <a:prstGeom prst="line">
            <a:avLst/>
          </a:prstGeom>
          <a:ln w="31750">
            <a:solidFill>
              <a:schemeClr val="accent5"/>
            </a:solidFill>
            <a:headEnd type="none"/>
            <a:tailEnd type="oval" w="lg" len="lg"/>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DDA7DFB-D532-B4B5-2C1A-58D92C162FF0}"/>
              </a:ext>
            </a:extLst>
          </p:cNvPr>
          <p:cNvSpPr txBox="1"/>
          <p:nvPr/>
        </p:nvSpPr>
        <p:spPr>
          <a:xfrm>
            <a:off x="6025231" y="5040473"/>
            <a:ext cx="6649971" cy="387798"/>
          </a:xfrm>
          <a:prstGeom prst="rect">
            <a:avLst/>
          </a:prstGeom>
          <a:noFill/>
        </p:spPr>
        <p:txBody>
          <a:bodyPr wrap="square" lIns="0" tIns="0" rIns="0" bIns="0" rtlCol="0">
            <a:spAutoFit/>
          </a:bodyPr>
          <a:lstStyle/>
          <a:p>
            <a:pPr defTabSz="1828800">
              <a:lnSpc>
                <a:spcPct val="90000"/>
              </a:lnSpc>
            </a:pPr>
            <a:r>
              <a:rPr lang="en-GB" sz="2800">
                <a:solidFill>
                  <a:schemeClr val="tx2"/>
                </a:solidFill>
                <a:latin typeface="TT Norms Pro" panose="02000503030000020003" pitchFamily="50" charset="0"/>
              </a:rPr>
              <a:t>Contract Discovery</a:t>
            </a:r>
          </a:p>
        </p:txBody>
      </p:sp>
      <p:sp>
        <p:nvSpPr>
          <p:cNvPr id="22" name="TextBox 21">
            <a:extLst>
              <a:ext uri="{FF2B5EF4-FFF2-40B4-BE49-F238E27FC236}">
                <a16:creationId xmlns:a16="http://schemas.microsoft.com/office/drawing/2014/main" id="{D60EC17E-3837-5E94-4DA7-B1968C06CB1A}"/>
              </a:ext>
            </a:extLst>
          </p:cNvPr>
          <p:cNvSpPr txBox="1"/>
          <p:nvPr/>
        </p:nvSpPr>
        <p:spPr>
          <a:xfrm>
            <a:off x="6025232" y="6294889"/>
            <a:ext cx="6649972" cy="430887"/>
          </a:xfrm>
          <a:prstGeom prst="rect">
            <a:avLst/>
          </a:prstGeom>
          <a:noFill/>
        </p:spPr>
        <p:txBody>
          <a:bodyPr wrap="square" lIns="0" tIns="0" rIns="0" bIns="0" rtlCol="0">
            <a:spAutoFit/>
          </a:bodyPr>
          <a:lstStyle/>
          <a:p>
            <a:pPr defTabSz="1828343">
              <a:defRPr/>
            </a:pPr>
            <a:r>
              <a:rPr lang="en-GB" sz="2800">
                <a:solidFill>
                  <a:schemeClr val="tx2"/>
                </a:solidFill>
                <a:latin typeface="TT Norms Pro" panose="02000503030000020003" pitchFamily="50" charset="0"/>
              </a:rPr>
              <a:t>Deployment Discovery</a:t>
            </a:r>
          </a:p>
        </p:txBody>
      </p:sp>
      <p:sp>
        <p:nvSpPr>
          <p:cNvPr id="23" name="TextBox 22">
            <a:extLst>
              <a:ext uri="{FF2B5EF4-FFF2-40B4-BE49-F238E27FC236}">
                <a16:creationId xmlns:a16="http://schemas.microsoft.com/office/drawing/2014/main" id="{5E9372BF-7F1A-E0ED-393A-FED33DC00F93}"/>
              </a:ext>
            </a:extLst>
          </p:cNvPr>
          <p:cNvSpPr txBox="1"/>
          <p:nvPr/>
        </p:nvSpPr>
        <p:spPr>
          <a:xfrm>
            <a:off x="6025232" y="10187404"/>
            <a:ext cx="6649972" cy="430887"/>
          </a:xfrm>
          <a:prstGeom prst="rect">
            <a:avLst/>
          </a:prstGeom>
          <a:noFill/>
        </p:spPr>
        <p:txBody>
          <a:bodyPr wrap="square" lIns="0" tIns="0" rIns="0" bIns="0" rtlCol="0">
            <a:spAutoFit/>
          </a:bodyPr>
          <a:lstStyle/>
          <a:p>
            <a:pPr defTabSz="1828343">
              <a:defRPr/>
            </a:pPr>
            <a:r>
              <a:rPr lang="en-GB" sz="2800">
                <a:solidFill>
                  <a:schemeClr val="tx2"/>
                </a:solidFill>
                <a:latin typeface="TT Norms Pro" panose="02000503030000020003" pitchFamily="50" charset="0"/>
              </a:rPr>
              <a:t>Effective License Position (ELP)</a:t>
            </a:r>
          </a:p>
        </p:txBody>
      </p:sp>
      <p:sp>
        <p:nvSpPr>
          <p:cNvPr id="24" name="TextBox 23">
            <a:extLst>
              <a:ext uri="{FF2B5EF4-FFF2-40B4-BE49-F238E27FC236}">
                <a16:creationId xmlns:a16="http://schemas.microsoft.com/office/drawing/2014/main" id="{0088B427-6C85-6EC4-1DF4-98E4E96047C1}"/>
              </a:ext>
            </a:extLst>
          </p:cNvPr>
          <p:cNvSpPr txBox="1"/>
          <p:nvPr/>
        </p:nvSpPr>
        <p:spPr>
          <a:xfrm>
            <a:off x="6025234" y="11484908"/>
            <a:ext cx="6649972" cy="861774"/>
          </a:xfrm>
          <a:prstGeom prst="rect">
            <a:avLst/>
          </a:prstGeom>
          <a:noFill/>
        </p:spPr>
        <p:txBody>
          <a:bodyPr wrap="square" lIns="0" tIns="0" rIns="0" bIns="0" rtlCol="0" anchor="t">
            <a:spAutoFit/>
          </a:bodyPr>
          <a:lstStyle/>
          <a:p>
            <a:pPr defTabSz="1828343">
              <a:defRPr/>
            </a:pPr>
            <a:r>
              <a:rPr lang="en-GB" sz="2800">
                <a:solidFill>
                  <a:schemeClr val="tx2"/>
                </a:solidFill>
                <a:latin typeface="TT Norms Pro"/>
              </a:rPr>
              <a:t>Risk &amp; Opportunity Assessment Report (ROAR)</a:t>
            </a:r>
            <a:endParaRPr lang="en-GB" sz="2800">
              <a:solidFill>
                <a:schemeClr val="tx2"/>
              </a:solidFill>
              <a:latin typeface="TT Norms Pro" panose="02000503030000020003" pitchFamily="50" charset="0"/>
            </a:endParaRPr>
          </a:p>
        </p:txBody>
      </p:sp>
      <p:sp>
        <p:nvSpPr>
          <p:cNvPr id="25" name="TextBox 24">
            <a:extLst>
              <a:ext uri="{FF2B5EF4-FFF2-40B4-BE49-F238E27FC236}">
                <a16:creationId xmlns:a16="http://schemas.microsoft.com/office/drawing/2014/main" id="{759B4DD7-6858-1B99-B402-E9DDFA068B29}"/>
              </a:ext>
            </a:extLst>
          </p:cNvPr>
          <p:cNvSpPr txBox="1"/>
          <p:nvPr/>
        </p:nvSpPr>
        <p:spPr>
          <a:xfrm>
            <a:off x="6025232" y="7592394"/>
            <a:ext cx="6649972" cy="430887"/>
          </a:xfrm>
          <a:prstGeom prst="rect">
            <a:avLst/>
          </a:prstGeom>
          <a:noFill/>
        </p:spPr>
        <p:txBody>
          <a:bodyPr wrap="square" lIns="0" tIns="0" rIns="0" bIns="0" rtlCol="0">
            <a:spAutoFit/>
          </a:bodyPr>
          <a:lstStyle/>
          <a:p>
            <a:pPr defTabSz="1828343">
              <a:defRPr/>
            </a:pPr>
            <a:r>
              <a:rPr lang="en-GB" sz="2800">
                <a:solidFill>
                  <a:schemeClr val="tx2"/>
                </a:solidFill>
                <a:latin typeface="TT Norms Pro" panose="02000503030000020003" pitchFamily="50" charset="0"/>
              </a:rPr>
              <a:t>Effective Entitlement Position</a:t>
            </a:r>
          </a:p>
        </p:txBody>
      </p:sp>
      <p:sp>
        <p:nvSpPr>
          <p:cNvPr id="26" name="TextBox 25">
            <a:extLst>
              <a:ext uri="{FF2B5EF4-FFF2-40B4-BE49-F238E27FC236}">
                <a16:creationId xmlns:a16="http://schemas.microsoft.com/office/drawing/2014/main" id="{4150D4CD-D69B-BC7E-51A9-25A7C649195D}"/>
              </a:ext>
            </a:extLst>
          </p:cNvPr>
          <p:cNvSpPr txBox="1"/>
          <p:nvPr/>
        </p:nvSpPr>
        <p:spPr>
          <a:xfrm>
            <a:off x="6025232" y="8889899"/>
            <a:ext cx="6649972" cy="430887"/>
          </a:xfrm>
          <a:prstGeom prst="rect">
            <a:avLst/>
          </a:prstGeom>
          <a:noFill/>
        </p:spPr>
        <p:txBody>
          <a:bodyPr wrap="square" lIns="0" tIns="0" rIns="0" bIns="0" rtlCol="0">
            <a:spAutoFit/>
          </a:bodyPr>
          <a:lstStyle/>
          <a:p>
            <a:pPr defTabSz="1828343">
              <a:defRPr/>
            </a:pPr>
            <a:r>
              <a:rPr lang="en-GB" sz="2800">
                <a:solidFill>
                  <a:schemeClr val="tx2"/>
                </a:solidFill>
                <a:latin typeface="TT Norms Pro" panose="02000503030000020003" pitchFamily="50" charset="0"/>
              </a:rPr>
              <a:t>Consumption Position</a:t>
            </a:r>
          </a:p>
        </p:txBody>
      </p:sp>
      <p:sp>
        <p:nvSpPr>
          <p:cNvPr id="27" name="TextBox 26">
            <a:extLst>
              <a:ext uri="{FF2B5EF4-FFF2-40B4-BE49-F238E27FC236}">
                <a16:creationId xmlns:a16="http://schemas.microsoft.com/office/drawing/2014/main" id="{09DE8735-95D5-25B6-7E61-7DA17C8C809C}"/>
              </a:ext>
            </a:extLst>
          </p:cNvPr>
          <p:cNvSpPr txBox="1"/>
          <p:nvPr/>
        </p:nvSpPr>
        <p:spPr>
          <a:xfrm>
            <a:off x="1448700" y="3610374"/>
            <a:ext cx="1519006" cy="405496"/>
          </a:xfrm>
          <a:prstGeom prst="rect">
            <a:avLst/>
          </a:prstGeom>
          <a:noFill/>
        </p:spPr>
        <p:txBody>
          <a:bodyPr wrap="none" lIns="0" rtlCol="0">
            <a:spAutoFit/>
          </a:bodyPr>
          <a:lstStyle/>
          <a:p>
            <a:pPr algn="l">
              <a:lnSpc>
                <a:spcPct val="90000"/>
              </a:lnSpc>
              <a:spcAft>
                <a:spcPts val="1200"/>
              </a:spcAft>
            </a:pPr>
            <a:r>
              <a:rPr lang="en-US" sz="2200" b="1">
                <a:solidFill>
                  <a:schemeClr val="tx2"/>
                </a:solidFill>
                <a:latin typeface="TT Norms Pro Normal" panose="02000503030000020003" pitchFamily="2" charset="0"/>
              </a:rPr>
              <a:t>PROCESS:</a:t>
            </a:r>
          </a:p>
        </p:txBody>
      </p:sp>
      <p:cxnSp>
        <p:nvCxnSpPr>
          <p:cNvPr id="28" name="Straight Connector 27">
            <a:extLst>
              <a:ext uri="{FF2B5EF4-FFF2-40B4-BE49-F238E27FC236}">
                <a16:creationId xmlns:a16="http://schemas.microsoft.com/office/drawing/2014/main" id="{5E896611-47EE-AF64-B131-2C4448AFCD4C}"/>
              </a:ext>
            </a:extLst>
          </p:cNvPr>
          <p:cNvCxnSpPr>
            <a:cxnSpLocks/>
          </p:cNvCxnSpPr>
          <p:nvPr/>
        </p:nvCxnSpPr>
        <p:spPr>
          <a:xfrm>
            <a:off x="1448700" y="3501632"/>
            <a:ext cx="11226503" cy="14543"/>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761B84D-1C34-E8DA-D603-86A8C4C207A7}"/>
              </a:ext>
            </a:extLst>
          </p:cNvPr>
          <p:cNvSpPr txBox="1"/>
          <p:nvPr/>
        </p:nvSpPr>
        <p:spPr>
          <a:xfrm>
            <a:off x="13927066" y="3610374"/>
            <a:ext cx="1008418" cy="405496"/>
          </a:xfrm>
          <a:prstGeom prst="rect">
            <a:avLst/>
          </a:prstGeom>
          <a:noFill/>
        </p:spPr>
        <p:txBody>
          <a:bodyPr wrap="none" lIns="0" rtlCol="0">
            <a:spAutoFit/>
          </a:bodyPr>
          <a:lstStyle/>
          <a:p>
            <a:pPr algn="l">
              <a:lnSpc>
                <a:spcPct val="90000"/>
              </a:lnSpc>
              <a:spcAft>
                <a:spcPts val="1200"/>
              </a:spcAft>
            </a:pPr>
            <a:r>
              <a:rPr lang="en-US" sz="2200" b="1">
                <a:solidFill>
                  <a:schemeClr val="tx2"/>
                </a:solidFill>
                <a:latin typeface="TT Norms Pro Normal" panose="02000503030000020003" pitchFamily="2" charset="0"/>
              </a:rPr>
              <a:t>STEPS:</a:t>
            </a:r>
          </a:p>
        </p:txBody>
      </p:sp>
      <p:cxnSp>
        <p:nvCxnSpPr>
          <p:cNvPr id="30" name="Straight Connector 29">
            <a:extLst>
              <a:ext uri="{FF2B5EF4-FFF2-40B4-BE49-F238E27FC236}">
                <a16:creationId xmlns:a16="http://schemas.microsoft.com/office/drawing/2014/main" id="{0D8CF303-BDDD-33EB-6297-4A23D3B879EB}"/>
              </a:ext>
            </a:extLst>
          </p:cNvPr>
          <p:cNvCxnSpPr>
            <a:cxnSpLocks/>
          </p:cNvCxnSpPr>
          <p:nvPr/>
        </p:nvCxnSpPr>
        <p:spPr>
          <a:xfrm>
            <a:off x="13927066" y="3501632"/>
            <a:ext cx="9202000"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D69B8DC-AE9F-9BFA-A2C8-C9BB3BE50E9E}"/>
              </a:ext>
            </a:extLst>
          </p:cNvPr>
          <p:cNvSpPr txBox="1"/>
          <p:nvPr/>
        </p:nvSpPr>
        <p:spPr>
          <a:xfrm>
            <a:off x="1896691" y="5493522"/>
            <a:ext cx="425116"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1</a:t>
            </a:r>
          </a:p>
        </p:txBody>
      </p:sp>
      <p:sp>
        <p:nvSpPr>
          <p:cNvPr id="32" name="TextBox 31">
            <a:extLst>
              <a:ext uri="{FF2B5EF4-FFF2-40B4-BE49-F238E27FC236}">
                <a16:creationId xmlns:a16="http://schemas.microsoft.com/office/drawing/2014/main" id="{F9BBB514-BCA1-6454-75B2-968DAFA35FB7}"/>
              </a:ext>
            </a:extLst>
          </p:cNvPr>
          <p:cNvSpPr txBox="1"/>
          <p:nvPr/>
        </p:nvSpPr>
        <p:spPr>
          <a:xfrm>
            <a:off x="3086186" y="6146593"/>
            <a:ext cx="538929"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2</a:t>
            </a:r>
          </a:p>
        </p:txBody>
      </p:sp>
      <p:sp>
        <p:nvSpPr>
          <p:cNvPr id="33" name="TextBox 32">
            <a:extLst>
              <a:ext uri="{FF2B5EF4-FFF2-40B4-BE49-F238E27FC236}">
                <a16:creationId xmlns:a16="http://schemas.microsoft.com/office/drawing/2014/main" id="{A8F18E09-65AD-0C85-1EE9-DDB08D980959}"/>
              </a:ext>
            </a:extLst>
          </p:cNvPr>
          <p:cNvSpPr txBox="1"/>
          <p:nvPr/>
        </p:nvSpPr>
        <p:spPr>
          <a:xfrm>
            <a:off x="3729223" y="7386569"/>
            <a:ext cx="538929"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3</a:t>
            </a:r>
          </a:p>
        </p:txBody>
      </p:sp>
      <p:sp>
        <p:nvSpPr>
          <p:cNvPr id="34" name="TextBox 33">
            <a:extLst>
              <a:ext uri="{FF2B5EF4-FFF2-40B4-BE49-F238E27FC236}">
                <a16:creationId xmlns:a16="http://schemas.microsoft.com/office/drawing/2014/main" id="{29F6B911-FB01-866A-9504-222545DED04E}"/>
              </a:ext>
            </a:extLst>
          </p:cNvPr>
          <p:cNvSpPr txBox="1"/>
          <p:nvPr/>
        </p:nvSpPr>
        <p:spPr>
          <a:xfrm>
            <a:off x="3718509" y="8779600"/>
            <a:ext cx="548547"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4</a:t>
            </a:r>
          </a:p>
        </p:txBody>
      </p:sp>
      <p:sp>
        <p:nvSpPr>
          <p:cNvPr id="35" name="TextBox 34">
            <a:extLst>
              <a:ext uri="{FF2B5EF4-FFF2-40B4-BE49-F238E27FC236}">
                <a16:creationId xmlns:a16="http://schemas.microsoft.com/office/drawing/2014/main" id="{314A7D16-4310-FB83-8344-C0E790C22D12}"/>
              </a:ext>
            </a:extLst>
          </p:cNvPr>
          <p:cNvSpPr txBox="1"/>
          <p:nvPr/>
        </p:nvSpPr>
        <p:spPr>
          <a:xfrm>
            <a:off x="3039528" y="9983918"/>
            <a:ext cx="556563"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5</a:t>
            </a:r>
          </a:p>
        </p:txBody>
      </p:sp>
      <p:sp>
        <p:nvSpPr>
          <p:cNvPr id="36" name="TextBox 35">
            <a:extLst>
              <a:ext uri="{FF2B5EF4-FFF2-40B4-BE49-F238E27FC236}">
                <a16:creationId xmlns:a16="http://schemas.microsoft.com/office/drawing/2014/main" id="{2E9AFBDE-8C97-0258-0123-8F4C4F762318}"/>
              </a:ext>
            </a:extLst>
          </p:cNvPr>
          <p:cNvSpPr txBox="1"/>
          <p:nvPr/>
        </p:nvSpPr>
        <p:spPr>
          <a:xfrm>
            <a:off x="1829363" y="10661190"/>
            <a:ext cx="559769"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6</a:t>
            </a:r>
          </a:p>
        </p:txBody>
      </p:sp>
      <p:graphicFrame>
        <p:nvGraphicFramePr>
          <p:cNvPr id="37" name="Table 69">
            <a:extLst>
              <a:ext uri="{FF2B5EF4-FFF2-40B4-BE49-F238E27FC236}">
                <a16:creationId xmlns:a16="http://schemas.microsoft.com/office/drawing/2014/main" id="{9E6B8C3D-5B10-67EC-FBE9-E82AD0BC0ADD}"/>
              </a:ext>
            </a:extLst>
          </p:cNvPr>
          <p:cNvGraphicFramePr>
            <a:graphicFrameLocks noGrp="1"/>
          </p:cNvGraphicFramePr>
          <p:nvPr>
            <p:extLst>
              <p:ext uri="{D42A27DB-BD31-4B8C-83A1-F6EECF244321}">
                <p14:modId xmlns:p14="http://schemas.microsoft.com/office/powerpoint/2010/main" val="2924242252"/>
              </p:ext>
            </p:extLst>
          </p:nvPr>
        </p:nvGraphicFramePr>
        <p:xfrm>
          <a:off x="13927066" y="4913079"/>
          <a:ext cx="9202000" cy="7863459"/>
        </p:xfrm>
        <a:graphic>
          <a:graphicData uri="http://schemas.openxmlformats.org/drawingml/2006/table">
            <a:tbl>
              <a:tblPr firstRow="1" bandRow="1">
                <a:tableStyleId>{5C22544A-7EE6-4342-B048-85BDC9FD1C3A}</a:tableStyleId>
              </a:tblPr>
              <a:tblGrid>
                <a:gridCol w="1246673">
                  <a:extLst>
                    <a:ext uri="{9D8B030D-6E8A-4147-A177-3AD203B41FA5}">
                      <a16:colId xmlns:a16="http://schemas.microsoft.com/office/drawing/2014/main" val="3093722492"/>
                    </a:ext>
                  </a:extLst>
                </a:gridCol>
                <a:gridCol w="7955327">
                  <a:extLst>
                    <a:ext uri="{9D8B030D-6E8A-4147-A177-3AD203B41FA5}">
                      <a16:colId xmlns:a16="http://schemas.microsoft.com/office/drawing/2014/main" val="3256641959"/>
                    </a:ext>
                  </a:extLst>
                </a:gridCol>
              </a:tblGrid>
              <a:tr h="1158113">
                <a:tc>
                  <a:txBody>
                    <a:bodyPr/>
                    <a:lstStyle/>
                    <a:p>
                      <a:pPr marL="0" indent="0" algn="ctr">
                        <a:buFont typeface="Arial" panose="020B0604020202020204" pitchFamily="34" charset="0"/>
                        <a:buNone/>
                        <a:tabLst/>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a:solidFill>
                            <a:schemeClr val="tx2"/>
                          </a:solidFill>
                          <a:latin typeface="TT Norms Pro" panose="02000503030000020003" pitchFamily="2" charset="0"/>
                        </a:rPr>
                        <a:t>Gather and review all contract documents necessary to establish complete and accurate license entitlement and usage rights</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74514045"/>
                  </a:ext>
                </a:extLst>
              </a:tr>
              <a:tr h="115811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a:solidFill>
                            <a:schemeClr val="tx2"/>
                          </a:solidFill>
                          <a:latin typeface="TT Norms Pro" panose="02000503030000020003" pitchFamily="2" charset="0"/>
                        </a:rPr>
                        <a:t>All in-scope software deployments are discovered and mapped to device/users</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821259466"/>
                  </a:ext>
                </a:extLst>
              </a:tr>
              <a:tr h="115811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a:solidFill>
                            <a:schemeClr val="tx2"/>
                          </a:solidFill>
                          <a:latin typeface="TT Norms Pro"/>
                        </a:rPr>
                        <a:t>Product-level entitlement quantities are established using contract documentation</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005087003"/>
                  </a:ext>
                </a:extLst>
              </a:tr>
              <a:tr h="115811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2"/>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a:solidFill>
                            <a:schemeClr val="tx2"/>
                          </a:solidFill>
                          <a:latin typeface="TT Norms Pro"/>
                        </a:rPr>
                        <a:t>Product-level consumption quantities are established based on discovery data</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31217626"/>
                  </a:ext>
                </a:extLst>
              </a:tr>
              <a:tr h="115811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3"/>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a:solidFill>
                            <a:schemeClr val="tx2"/>
                          </a:solidFill>
                          <a:latin typeface="TT Norms Pro"/>
                        </a:rPr>
                        <a:t>The entitlement position is compared against the consumption position, validated, presented and finalized</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12036159"/>
                  </a:ext>
                </a:extLst>
              </a:tr>
              <a:tr h="115811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4"/>
                    </a:solid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2400" b="0">
                          <a:solidFill>
                            <a:schemeClr val="tx2"/>
                          </a:solidFill>
                          <a:latin typeface="TT Norms Pro"/>
                        </a:rPr>
                        <a:t>High-level findings from the ELP are presented in the ROAR, including quantified cost savings and avoidance recommendations </a:t>
                      </a:r>
                      <a:endParaRPr lang="en-US" sz="2400" b="0">
                        <a:solidFill>
                          <a:schemeClr val="tx2"/>
                        </a:solidFill>
                        <a:latin typeface="TT Norms Pro" panose="02000503030000020003" pitchFamily="2" charset="0"/>
                      </a:endParaRP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382963953"/>
                  </a:ext>
                </a:extLst>
              </a:tr>
            </a:tbl>
          </a:graphicData>
        </a:graphic>
      </p:graphicFrame>
      <p:sp>
        <p:nvSpPr>
          <p:cNvPr id="38" name="Freeform 37">
            <a:extLst>
              <a:ext uri="{FF2B5EF4-FFF2-40B4-BE49-F238E27FC236}">
                <a16:creationId xmlns:a16="http://schemas.microsoft.com/office/drawing/2014/main" id="{820E2707-28ED-8556-AB6E-73F4960DAA3E}"/>
              </a:ext>
            </a:extLst>
          </p:cNvPr>
          <p:cNvSpPr/>
          <p:nvPr/>
        </p:nvSpPr>
        <p:spPr>
          <a:xfrm>
            <a:off x="13487400" y="3098800"/>
            <a:ext cx="7950200" cy="2159000"/>
          </a:xfrm>
          <a:custGeom>
            <a:avLst/>
            <a:gdLst>
              <a:gd name="connsiteX0" fmla="*/ 0 w 7950200"/>
              <a:gd name="connsiteY0" fmla="*/ 0 h 2159000"/>
              <a:gd name="connsiteX1" fmla="*/ 279400 w 7950200"/>
              <a:gd name="connsiteY1" fmla="*/ 0 h 2159000"/>
              <a:gd name="connsiteX2" fmla="*/ 6273800 w 7950200"/>
              <a:gd name="connsiteY2" fmla="*/ 0 h 2159000"/>
              <a:gd name="connsiteX3" fmla="*/ 7950200 w 7950200"/>
              <a:gd name="connsiteY3" fmla="*/ 2159000 h 2159000"/>
            </a:gdLst>
            <a:ahLst/>
            <a:cxnLst>
              <a:cxn ang="0">
                <a:pos x="connsiteX0" y="connsiteY0"/>
              </a:cxn>
              <a:cxn ang="0">
                <a:pos x="connsiteX1" y="connsiteY1"/>
              </a:cxn>
              <a:cxn ang="0">
                <a:pos x="connsiteX2" y="connsiteY2"/>
              </a:cxn>
              <a:cxn ang="0">
                <a:pos x="connsiteX3" y="connsiteY3"/>
              </a:cxn>
            </a:cxnLst>
            <a:rect l="l" t="t" r="r" b="b"/>
            <a:pathLst>
              <a:path w="7950200" h="2159000">
                <a:moveTo>
                  <a:pt x="0" y="0"/>
                </a:moveTo>
                <a:lnTo>
                  <a:pt x="279400" y="0"/>
                </a:lnTo>
                <a:lnTo>
                  <a:pt x="6273800" y="0"/>
                </a:lnTo>
                <a:lnTo>
                  <a:pt x="7950200" y="2159000"/>
                </a:lnTo>
              </a:path>
            </a:pathLst>
          </a:custGeom>
          <a:noFill/>
          <a:ln w="635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5926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4AC356DA-A090-402A-AE34-2F63DB7CBDD9}"/>
              </a:ext>
            </a:extLst>
          </p:cNvPr>
          <p:cNvSpPr>
            <a:spLocks noGrp="1" noRot="1" noMove="1" noResize="1" noEditPoints="1" noAdjustHandles="1" noChangeArrowheads="1" noChangeShapeType="1"/>
          </p:cNvSpPr>
          <p:nvPr>
            <p:ph type="title"/>
          </p:nvPr>
        </p:nvSpPr>
        <p:spPr/>
        <p:txBody>
          <a:bodyPr/>
          <a:lstStyle/>
          <a:p>
            <a:r>
              <a:rPr lang="en-US"/>
              <a:t>Executive Summary</a:t>
            </a:r>
          </a:p>
        </p:txBody>
      </p:sp>
      <p:sp>
        <p:nvSpPr>
          <p:cNvPr id="10" name="Agenda Item #">
            <a:extLst>
              <a:ext uri="{FF2B5EF4-FFF2-40B4-BE49-F238E27FC236}">
                <a16:creationId xmlns:a16="http://schemas.microsoft.com/office/drawing/2014/main" id="{3BF11C18-6009-45C9-A8F1-10D904F95E4D}"/>
              </a:ext>
            </a:extLst>
          </p:cNvPr>
          <p:cNvSpPr>
            <a:spLocks noGrp="1" noRot="1" noMove="1" noResize="1" noEditPoints="1" noAdjustHandles="1" noChangeArrowheads="1" noChangeShapeType="1"/>
          </p:cNvSpPr>
          <p:nvPr>
            <p:ph type="body" sz="quarter" idx="20"/>
          </p:nvPr>
        </p:nvSpPr>
        <p:spPr/>
        <p:txBody>
          <a:bodyPr/>
          <a:lstStyle/>
          <a:p>
            <a:r>
              <a:rPr lang="en-US"/>
              <a:t>02</a:t>
            </a:r>
          </a:p>
        </p:txBody>
      </p:sp>
    </p:spTree>
    <p:extLst>
      <p:ext uri="{BB962C8B-B14F-4D97-AF65-F5344CB8AC3E}">
        <p14:creationId xmlns:p14="http://schemas.microsoft.com/office/powerpoint/2010/main" val="3720409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a:extLst>
              <a:ext uri="{FF2B5EF4-FFF2-40B4-BE49-F238E27FC236}">
                <a16:creationId xmlns:a16="http://schemas.microsoft.com/office/drawing/2014/main" id="{FAC5DF00-DDCA-63A3-AD34-8E59BECA764F}"/>
              </a:ext>
            </a:extLst>
          </p:cNvPr>
          <p:cNvSpPr>
            <a:spLocks noGrp="1" noRot="1" noMove="1" noResize="1" noEditPoints="1" noAdjustHandles="1" noChangeArrowheads="1" noChangeShapeType="1"/>
          </p:cNvSpPr>
          <p:nvPr>
            <p:ph type="ftr" sz="quarter" idx="15"/>
          </p:nvPr>
        </p:nvSpPr>
        <p:spPr/>
        <p:txBody>
          <a:bodyPr/>
          <a:lstStyle/>
          <a:p>
            <a:pPr lvl="0"/>
            <a:r>
              <a:rPr lang="en-US" noProof="0"/>
              <a:t>© 2026 Anglepoint Group, Inc. Confidential. Distribution prohibited. All rights reserved.</a:t>
            </a:r>
          </a:p>
        </p:txBody>
      </p:sp>
      <p:sp>
        <p:nvSpPr>
          <p:cNvPr id="4" name="Slide Number">
            <a:extLst>
              <a:ext uri="{FF2B5EF4-FFF2-40B4-BE49-F238E27FC236}">
                <a16:creationId xmlns:a16="http://schemas.microsoft.com/office/drawing/2014/main" id="{8D8522F8-E03A-325D-0E08-023AC481D04D}"/>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9</a:t>
            </a:fld>
            <a:endParaRPr lang="en-US"/>
          </a:p>
        </p:txBody>
      </p:sp>
      <p:sp>
        <p:nvSpPr>
          <p:cNvPr id="15" name="Text Placeholder 14">
            <a:extLst>
              <a:ext uri="{FF2B5EF4-FFF2-40B4-BE49-F238E27FC236}">
                <a16:creationId xmlns:a16="http://schemas.microsoft.com/office/drawing/2014/main" id="{EDE72A23-EA17-7EB9-C13B-0828DBA8CAC7}"/>
              </a:ext>
            </a:extLst>
          </p:cNvPr>
          <p:cNvSpPr>
            <a:spLocks noGrp="1"/>
          </p:cNvSpPr>
          <p:nvPr>
            <p:ph type="body" sz="quarter" idx="12"/>
          </p:nvPr>
        </p:nvSpPr>
        <p:spPr/>
        <p:txBody>
          <a:bodyPr/>
          <a:lstStyle/>
          <a:p>
            <a:endParaRPr lang="en-US"/>
          </a:p>
        </p:txBody>
      </p:sp>
      <p:sp>
        <p:nvSpPr>
          <p:cNvPr id="8" name="Title 7">
            <a:extLst>
              <a:ext uri="{FF2B5EF4-FFF2-40B4-BE49-F238E27FC236}">
                <a16:creationId xmlns:a16="http://schemas.microsoft.com/office/drawing/2014/main" id="{824171FA-5D03-43F3-0D65-1C0F770F22EF}"/>
              </a:ext>
            </a:extLst>
          </p:cNvPr>
          <p:cNvSpPr>
            <a:spLocks noGrp="1"/>
          </p:cNvSpPr>
          <p:nvPr>
            <p:ph type="title"/>
          </p:nvPr>
        </p:nvSpPr>
        <p:spPr>
          <a:xfrm>
            <a:off x="0" y="1748481"/>
            <a:ext cx="6333063" cy="1717137"/>
          </a:xfrm>
        </p:spPr>
        <p:txBody>
          <a:bodyPr/>
          <a:lstStyle/>
          <a:p>
            <a:r>
              <a:rPr lang="en-US" b="1">
                <a:latin typeface="TT Norms Pro" panose="02000503030000020003" pitchFamily="2" charset="0"/>
              </a:rPr>
              <a:t>Executive Summary</a:t>
            </a:r>
          </a:p>
        </p:txBody>
      </p:sp>
      <p:sp>
        <p:nvSpPr>
          <p:cNvPr id="14" name="Text Placeholder 13">
            <a:extLst>
              <a:ext uri="{FF2B5EF4-FFF2-40B4-BE49-F238E27FC236}">
                <a16:creationId xmlns:a16="http://schemas.microsoft.com/office/drawing/2014/main" id="{CDA93092-6FA5-8E81-382C-7D65ED3F2C95}"/>
              </a:ext>
            </a:extLst>
          </p:cNvPr>
          <p:cNvSpPr>
            <a:spLocks noGrp="1"/>
          </p:cNvSpPr>
          <p:nvPr>
            <p:ph type="body" sz="quarter" idx="10"/>
          </p:nvPr>
        </p:nvSpPr>
        <p:spPr/>
        <p:txBody>
          <a:bodyPr/>
          <a:lstStyle/>
          <a:p>
            <a:r>
              <a:rPr lang="en-US" b="1" dirty="0">
                <a:sym typeface="Calibri"/>
              </a:rPr>
              <a:t>Total optimization</a:t>
            </a:r>
            <a:r>
              <a:rPr lang="en-US" dirty="0">
                <a:sym typeface="Calibri"/>
              </a:rPr>
              <a:t>: Anglepoint identified potential cost avoidance and savings totaling </a:t>
            </a:r>
            <a:r>
              <a:rPr lang="en-US" b="1" dirty="0">
                <a:sym typeface="Calibri"/>
              </a:rPr>
              <a:t>$330K over a 1-year period. </a:t>
            </a:r>
          </a:p>
          <a:p>
            <a:endParaRPr lang="en-US" dirty="0"/>
          </a:p>
        </p:txBody>
      </p:sp>
      <p:sp>
        <p:nvSpPr>
          <p:cNvPr id="16" name="Hexagon 15">
            <a:extLst>
              <a:ext uri="{FF2B5EF4-FFF2-40B4-BE49-F238E27FC236}">
                <a16:creationId xmlns:a16="http://schemas.microsoft.com/office/drawing/2014/main" id="{C0F80C93-1F03-F3C7-A173-8CE0A8F9810C}"/>
              </a:ext>
            </a:extLst>
          </p:cNvPr>
          <p:cNvSpPr/>
          <p:nvPr/>
        </p:nvSpPr>
        <p:spPr>
          <a:xfrm rot="5400000">
            <a:off x="642166" y="7222039"/>
            <a:ext cx="4997055" cy="4307807"/>
          </a:xfrm>
          <a:prstGeom prst="hexagon">
            <a:avLst>
              <a:gd name="adj" fmla="val 30562"/>
              <a:gd name="vf" fmla="val 115470"/>
            </a:avLst>
          </a:prstGeom>
          <a:solidFill>
            <a:srgbClr val="0789AA"/>
          </a:solidFill>
        </p:spPr>
        <p:style>
          <a:lnRef idx="2">
            <a:schemeClr val="accent1">
              <a:shade val="50000"/>
            </a:schemeClr>
          </a:lnRef>
          <a:fillRef idx="1">
            <a:schemeClr val="accent1"/>
          </a:fillRef>
          <a:effectRef idx="0">
            <a:schemeClr val="accent1"/>
          </a:effectRef>
          <a:fontRef idx="minor">
            <a:schemeClr val="lt1"/>
          </a:fontRef>
        </p:style>
        <p:txBody>
          <a:bodyPr vert="vert270" wrap="none" lIns="274320" tIns="0" rIns="0" bIns="0" rtlCol="0" anchor="ctr" anchorCtr="1"/>
          <a:lstStyle/>
          <a:p>
            <a:pPr algn="ctr">
              <a:lnSpc>
                <a:spcPct val="90000"/>
              </a:lnSpc>
              <a:spcAft>
                <a:spcPts val="1200"/>
              </a:spcAft>
            </a:pPr>
            <a:r>
              <a:rPr lang="en-US" sz="8800" baseline="30000" dirty="0">
                <a:solidFill>
                  <a:schemeClr val="bg1"/>
                </a:solidFill>
                <a:latin typeface="TT Norms Pro Light"/>
              </a:rPr>
              <a:t>$</a:t>
            </a:r>
            <a:r>
              <a:rPr lang="en-US" sz="8800" b="1" dirty="0">
                <a:solidFill>
                  <a:schemeClr val="bg1"/>
                </a:solidFill>
                <a:latin typeface="TT Norms Pro Normal"/>
              </a:rPr>
              <a:t>330K</a:t>
            </a:r>
            <a:endParaRPr lang="en-US" sz="8800" b="1" dirty="0">
              <a:solidFill>
                <a:schemeClr val="bg1"/>
              </a:solidFill>
              <a:latin typeface="TT Norms Pro Normal" panose="02000503030000020003" pitchFamily="2" charset="0"/>
            </a:endParaRPr>
          </a:p>
        </p:txBody>
      </p:sp>
      <p:sp>
        <p:nvSpPr>
          <p:cNvPr id="17" name="Shape 275">
            <a:extLst>
              <a:ext uri="{FF2B5EF4-FFF2-40B4-BE49-F238E27FC236}">
                <a16:creationId xmlns:a16="http://schemas.microsoft.com/office/drawing/2014/main" id="{72152BE0-55E8-F31E-501B-2D9627F1D85A}"/>
              </a:ext>
            </a:extLst>
          </p:cNvPr>
          <p:cNvSpPr txBox="1"/>
          <p:nvPr/>
        </p:nvSpPr>
        <p:spPr>
          <a:xfrm>
            <a:off x="8587685" y="2202577"/>
            <a:ext cx="15227990" cy="9973459"/>
          </a:xfrm>
          <a:prstGeom prst="rect">
            <a:avLst/>
          </a:prstGeom>
          <a:noFill/>
          <a:ln>
            <a:noFill/>
          </a:ln>
        </p:spPr>
        <p:txBody>
          <a:bodyPr wrap="square" lIns="91425" tIns="45700" rIns="91425" bIns="45700" anchor="t" anchorCtr="0">
            <a:spAutoFit/>
          </a:bodyPr>
          <a:lstStyle/>
          <a:p>
            <a:pPr marL="401638" indent="-401638" defTabSz="1827885">
              <a:lnSpc>
                <a:spcPct val="110000"/>
              </a:lnSpc>
              <a:buFont typeface="Arial" panose="020B0604020202020204" pitchFamily="34" charset="0"/>
              <a:buChar char="•"/>
            </a:pPr>
            <a:r>
              <a:rPr lang="en-US" sz="2800" b="1" dirty="0">
                <a:solidFill>
                  <a:schemeClr val="tx2"/>
                </a:solidFill>
                <a:latin typeface="TT Norms Pro"/>
              </a:rPr>
              <a:t>Identified Risk</a:t>
            </a:r>
            <a:r>
              <a:rPr lang="en-US" sz="2800" dirty="0">
                <a:solidFill>
                  <a:schemeClr val="tx2"/>
                </a:solidFill>
                <a:latin typeface="TT Norms Pro"/>
              </a:rPr>
              <a:t>: Quantified financial exposure to OneMain due to non-compliance with software licensing or contractual terms. Calculated based on available data, this risk underscores the urgency for corrective action.</a:t>
            </a:r>
          </a:p>
          <a:p>
            <a:pPr marL="401638" indent="-401638" defTabSz="1827885">
              <a:lnSpc>
                <a:spcPct val="110000"/>
              </a:lnSpc>
              <a:spcBef>
                <a:spcPts val="3600"/>
              </a:spcBef>
              <a:buFont typeface="Arial" panose="020B0604020202020204" pitchFamily="34" charset="0"/>
              <a:buChar char="•"/>
              <a:defRPr/>
            </a:pPr>
            <a:r>
              <a:rPr lang="en-US" sz="2800" b="1" dirty="0">
                <a:solidFill>
                  <a:schemeClr val="tx2"/>
                </a:solidFill>
                <a:latin typeface="TT Norms Pro" panose="02000503030000020003" pitchFamily="50" charset="0"/>
              </a:rPr>
              <a:t>Identified Cost Avoidance: </a:t>
            </a:r>
            <a:r>
              <a:rPr lang="en-US" sz="2800" dirty="0">
                <a:solidFill>
                  <a:schemeClr val="tx2"/>
                </a:solidFill>
                <a:latin typeface="TT Norms Pro"/>
              </a:rPr>
              <a:t>Potential unbudgeted costs to OneMain that can be prevented through proactive compliance and financial controls. These savings may not appear in financial statements but are measurable in avoided liabilities.</a:t>
            </a:r>
          </a:p>
          <a:p>
            <a:pPr marL="401638" indent="-401638" defTabSz="1827885">
              <a:lnSpc>
                <a:spcPct val="110000"/>
              </a:lnSpc>
              <a:spcBef>
                <a:spcPts val="3600"/>
              </a:spcBef>
              <a:buFont typeface="Arial" panose="020B0604020202020204" pitchFamily="34" charset="0"/>
              <a:buChar char="•"/>
              <a:defRPr/>
            </a:pPr>
            <a:r>
              <a:rPr lang="en-US" sz="2800" b="1" dirty="0">
                <a:solidFill>
                  <a:schemeClr val="tx2"/>
                </a:solidFill>
                <a:latin typeface="TT Norms Pro" panose="02000503030000020003" pitchFamily="50" charset="0"/>
              </a:rPr>
              <a:t>Accomplished Cost Avoidance: </a:t>
            </a:r>
            <a:r>
              <a:rPr lang="en-US" sz="2800" dirty="0">
                <a:solidFill>
                  <a:schemeClr val="tx2"/>
                </a:solidFill>
                <a:latin typeface="TT Norms Pro"/>
              </a:rPr>
              <a:t>The quantified result of actions taken to prevent unbudgeted costs, ensuring compliance and financial control. While not directly reflected in financial statements, these actions reduce or remove future financial exposure.</a:t>
            </a:r>
          </a:p>
          <a:p>
            <a:pPr marL="401638" indent="-401638" defTabSz="1827885">
              <a:lnSpc>
                <a:spcPct val="110000"/>
              </a:lnSpc>
              <a:spcBef>
                <a:spcPts val="3600"/>
              </a:spcBef>
              <a:buFont typeface="Arial" panose="020B0604020202020204" pitchFamily="34" charset="0"/>
              <a:buChar char="•"/>
              <a:defRPr/>
            </a:pPr>
            <a:r>
              <a:rPr lang="en-US" sz="2800" b="1" dirty="0">
                <a:solidFill>
                  <a:schemeClr val="tx2"/>
                </a:solidFill>
                <a:latin typeface="TT Norms Pro" panose="02000503030000020003" pitchFamily="50" charset="0"/>
              </a:rPr>
              <a:t>Identified Cost Optimization</a:t>
            </a:r>
            <a:r>
              <a:rPr lang="en-US" sz="2800" dirty="0">
                <a:solidFill>
                  <a:schemeClr val="tx2"/>
                </a:solidFill>
                <a:latin typeface="TT Norms Pro" panose="02000503030000020003" pitchFamily="50" charset="0"/>
              </a:rPr>
              <a:t>: Opportunities to reduce software, hardware, or cloud expenses through license optimization, contract negotiations, or strategic adjustments.</a:t>
            </a:r>
          </a:p>
          <a:p>
            <a:pPr marL="401638" indent="-401638" defTabSz="1827885">
              <a:lnSpc>
                <a:spcPct val="110000"/>
              </a:lnSpc>
              <a:spcBef>
                <a:spcPts val="3600"/>
              </a:spcBef>
              <a:buFont typeface="Arial" panose="020B0604020202020204" pitchFamily="34" charset="0"/>
              <a:buChar char="•"/>
              <a:defRPr/>
            </a:pPr>
            <a:r>
              <a:rPr lang="en-GB" sz="2800" b="1" dirty="0">
                <a:solidFill>
                  <a:schemeClr val="tx2"/>
                </a:solidFill>
                <a:latin typeface="TT Norms Pro"/>
              </a:rPr>
              <a:t>Accomplished Cost Optimization</a:t>
            </a:r>
            <a:r>
              <a:rPr lang="en-GB" sz="2800" dirty="0">
                <a:solidFill>
                  <a:schemeClr val="tx2"/>
                </a:solidFill>
                <a:latin typeface="TT Norms Pro"/>
              </a:rPr>
              <a:t>: </a:t>
            </a:r>
            <a:r>
              <a:rPr lang="en-US" sz="2800" dirty="0">
                <a:solidFill>
                  <a:schemeClr val="tx2"/>
                </a:solidFill>
                <a:latin typeface="TT Norms Pro"/>
              </a:rPr>
              <a:t>Verified cost reductions achieved through software, hardware, or cloud optimization. These optimizations may involve renegotiations, contract adjustments, or technology shifts.</a:t>
            </a:r>
            <a:endParaRPr lang="en-GB" sz="2800" dirty="0">
              <a:solidFill>
                <a:schemeClr val="tx2"/>
              </a:solidFill>
              <a:latin typeface="TT Norms Pro"/>
            </a:endParaRPr>
          </a:p>
          <a:p>
            <a:pPr marL="401638" indent="-401638" defTabSz="1827885">
              <a:lnSpc>
                <a:spcPct val="110000"/>
              </a:lnSpc>
              <a:spcBef>
                <a:spcPts val="3600"/>
              </a:spcBef>
              <a:buFont typeface="Arial" panose="020B0604020202020204" pitchFamily="34" charset="0"/>
              <a:buChar char="•"/>
              <a:defRPr/>
            </a:pPr>
            <a:r>
              <a:rPr lang="en-US" sz="2800" b="1" dirty="0">
                <a:solidFill>
                  <a:srgbClr val="002B49"/>
                </a:solidFill>
                <a:latin typeface="TT Norms Pro" panose="02000503030000020003" pitchFamily="50" charset="0"/>
              </a:rPr>
              <a:t>Realized Cost Savings </a:t>
            </a:r>
            <a:r>
              <a:rPr lang="en-US" sz="2800" dirty="0">
                <a:solidFill>
                  <a:srgbClr val="002B49"/>
                </a:solidFill>
                <a:latin typeface="TT Norms Pro" panose="02000503030000020003" pitchFamily="50" charset="0"/>
              </a:rPr>
              <a:t>: Direct financial savings reflected in budgets or financial statements due to negotiated reductions or decreased expenses.</a:t>
            </a:r>
            <a:endParaRPr lang="en-US" sz="2800" b="1" dirty="0">
              <a:solidFill>
                <a:schemeClr val="tx2"/>
              </a:solidFill>
              <a:latin typeface="TT Norms Pro" panose="02000503030000020003" pitchFamily="50" charset="0"/>
              <a:ea typeface="Calibri"/>
              <a:cs typeface="Calibri"/>
              <a:sym typeface="Calibri"/>
            </a:endParaRPr>
          </a:p>
        </p:txBody>
      </p:sp>
      <p:sp>
        <p:nvSpPr>
          <p:cNvPr id="18" name="TextBox 17">
            <a:extLst>
              <a:ext uri="{FF2B5EF4-FFF2-40B4-BE49-F238E27FC236}">
                <a16:creationId xmlns:a16="http://schemas.microsoft.com/office/drawing/2014/main" id="{3B644D2A-31B4-5D72-4D28-C9C94002B750}"/>
              </a:ext>
            </a:extLst>
          </p:cNvPr>
          <p:cNvSpPr txBox="1"/>
          <p:nvPr/>
        </p:nvSpPr>
        <p:spPr>
          <a:xfrm>
            <a:off x="8587685" y="1659338"/>
            <a:ext cx="2009524" cy="405496"/>
          </a:xfrm>
          <a:prstGeom prst="rect">
            <a:avLst/>
          </a:prstGeom>
          <a:noFill/>
        </p:spPr>
        <p:txBody>
          <a:bodyPr wrap="none" lIns="0" rtlCol="0">
            <a:spAutoFit/>
          </a:bodyPr>
          <a:lstStyle/>
          <a:p>
            <a:pPr algn="l">
              <a:lnSpc>
                <a:spcPct val="90000"/>
              </a:lnSpc>
              <a:spcAft>
                <a:spcPts val="1200"/>
              </a:spcAft>
            </a:pPr>
            <a:r>
              <a:rPr lang="en-US" sz="2200" b="1">
                <a:solidFill>
                  <a:schemeClr val="tx2"/>
                </a:solidFill>
                <a:latin typeface="TT Norms Pro Normal" panose="02000503030000020003" pitchFamily="2" charset="0"/>
              </a:rPr>
              <a:t>DEFINITIONS:</a:t>
            </a:r>
          </a:p>
        </p:txBody>
      </p:sp>
      <p:cxnSp>
        <p:nvCxnSpPr>
          <p:cNvPr id="19" name="Straight Connector 18">
            <a:extLst>
              <a:ext uri="{FF2B5EF4-FFF2-40B4-BE49-F238E27FC236}">
                <a16:creationId xmlns:a16="http://schemas.microsoft.com/office/drawing/2014/main" id="{EFCC7C0C-6026-EE52-8C0A-7415AECBBF87}"/>
              </a:ext>
            </a:extLst>
          </p:cNvPr>
          <p:cNvCxnSpPr>
            <a:cxnSpLocks/>
          </p:cNvCxnSpPr>
          <p:nvPr/>
        </p:nvCxnSpPr>
        <p:spPr>
          <a:xfrm>
            <a:off x="8587685" y="1389032"/>
            <a:ext cx="1522799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2098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a:extLst>
              <a:ext uri="{FF2B5EF4-FFF2-40B4-BE49-F238E27FC236}">
                <a16:creationId xmlns:a16="http://schemas.microsoft.com/office/drawing/2014/main" id="{E0A86A21-07DC-5A91-3D85-3E566233F0D8}"/>
              </a:ext>
            </a:extLst>
          </p:cNvPr>
          <p:cNvPicPr>
            <a:picLocks noGrp="1" noChangeAspect="1" noChangeArrowheads="1"/>
          </p:cNvPicPr>
          <p:nvPr>
            <p:ph type="pic" sz="quarter" idx="18"/>
          </p:nvPr>
        </p:nvPicPr>
        <p:blipFill>
          <a:blip r:embed="rId2">
            <a:extLst>
              <a:ext uri="{28A0092B-C50C-407E-A947-70E740481C1C}">
                <a14:useLocalDpi xmlns:a14="http://schemas.microsoft.com/office/drawing/2010/main" val="0"/>
              </a:ext>
            </a:extLst>
          </a:blip>
          <a:srcRect t="31" b="31"/>
          <a:stretch>
            <a:fillRect/>
          </a:stretch>
        </p:blipFill>
        <p:spPr bwMode="auto">
          <a:xfrm>
            <a:off x="7975007" y="38902"/>
            <a:ext cx="1797593" cy="179759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73F3A5FA-5CEB-15C5-59B9-2292A3ACEADC}"/>
              </a:ext>
            </a:extLst>
          </p:cNvPr>
          <p:cNvSpPr>
            <a:spLocks noGrp="1"/>
          </p:cNvSpPr>
          <p:nvPr>
            <p:ph type="ftr" sz="quarter" idx="15"/>
          </p:nvPr>
        </p:nvSpPr>
        <p:spPr/>
        <p:txBody>
          <a:bodyPr/>
          <a:lstStyle/>
          <a:p>
            <a:pPr lvl="0"/>
            <a:r>
              <a:rPr lang="en-US" noProof="0"/>
              <a:t>© 2025 Anglepoint Group, Inc. Confidential. Distribution prohibited. All rights reserved.</a:t>
            </a:r>
          </a:p>
        </p:txBody>
      </p:sp>
      <p:sp>
        <p:nvSpPr>
          <p:cNvPr id="3" name="Slide Number Placeholder 2">
            <a:extLst>
              <a:ext uri="{FF2B5EF4-FFF2-40B4-BE49-F238E27FC236}">
                <a16:creationId xmlns:a16="http://schemas.microsoft.com/office/drawing/2014/main" id="{4B63F0E4-EB55-9C13-A96A-B1310965F394}"/>
              </a:ext>
            </a:extLst>
          </p:cNvPr>
          <p:cNvSpPr>
            <a:spLocks noGrp="1"/>
          </p:cNvSpPr>
          <p:nvPr>
            <p:ph type="sldNum" sz="quarter" idx="16"/>
          </p:nvPr>
        </p:nvSpPr>
        <p:spPr/>
        <p:txBody>
          <a:bodyPr/>
          <a:lstStyle/>
          <a:p>
            <a:fld id="{65CC2327-6B8B-47BD-B581-B21CDA88CCFB}" type="slidenum">
              <a:rPr lang="en-US" smtClean="0"/>
              <a:pPr/>
              <a:t>10</a:t>
            </a:fld>
            <a:endParaRPr lang="en-US"/>
          </a:p>
        </p:txBody>
      </p:sp>
      <p:sp>
        <p:nvSpPr>
          <p:cNvPr id="4" name="Text Placeholder 3">
            <a:extLst>
              <a:ext uri="{FF2B5EF4-FFF2-40B4-BE49-F238E27FC236}">
                <a16:creationId xmlns:a16="http://schemas.microsoft.com/office/drawing/2014/main" id="{EC4AD3C6-8789-81B8-9689-E8800385B2E7}"/>
              </a:ext>
            </a:extLst>
          </p:cNvPr>
          <p:cNvSpPr>
            <a:spLocks noGrp="1"/>
          </p:cNvSpPr>
          <p:nvPr>
            <p:ph type="body" sz="quarter" idx="12"/>
          </p:nvPr>
        </p:nvSpPr>
        <p:spPr/>
        <p:txBody>
          <a:bodyPr/>
          <a:lstStyle/>
          <a:p>
            <a:r>
              <a:rPr lang="en-US"/>
              <a:t>EXECUTIVE SUMMARY</a:t>
            </a:r>
          </a:p>
        </p:txBody>
      </p:sp>
      <p:sp>
        <p:nvSpPr>
          <p:cNvPr id="5" name="Title 4">
            <a:extLst>
              <a:ext uri="{FF2B5EF4-FFF2-40B4-BE49-F238E27FC236}">
                <a16:creationId xmlns:a16="http://schemas.microsoft.com/office/drawing/2014/main" id="{1C54122D-C4A1-6AD7-B774-953C8143AC3A}"/>
              </a:ext>
            </a:extLst>
          </p:cNvPr>
          <p:cNvSpPr>
            <a:spLocks noGrp="1"/>
          </p:cNvSpPr>
          <p:nvPr>
            <p:ph type="title"/>
          </p:nvPr>
        </p:nvSpPr>
        <p:spPr>
          <a:xfrm>
            <a:off x="0" y="885296"/>
            <a:ext cx="6797615" cy="2580322"/>
          </a:xfrm>
        </p:spPr>
        <p:txBody>
          <a:bodyPr/>
          <a:lstStyle/>
          <a:p>
            <a:r>
              <a:rPr lang="en-US"/>
              <a:t>Identified Cost Optimization</a:t>
            </a:r>
          </a:p>
        </p:txBody>
      </p:sp>
      <p:sp>
        <p:nvSpPr>
          <p:cNvPr id="6" name="Text Placeholder 5">
            <a:extLst>
              <a:ext uri="{FF2B5EF4-FFF2-40B4-BE49-F238E27FC236}">
                <a16:creationId xmlns:a16="http://schemas.microsoft.com/office/drawing/2014/main" id="{F47643D4-B019-9076-3F72-6E5429117DD3}"/>
              </a:ext>
            </a:extLst>
          </p:cNvPr>
          <p:cNvSpPr>
            <a:spLocks noGrp="1"/>
          </p:cNvSpPr>
          <p:nvPr>
            <p:ph type="body" sz="quarter" idx="10"/>
          </p:nvPr>
        </p:nvSpPr>
        <p:spPr/>
        <p:txBody>
          <a:bodyPr/>
          <a:lstStyle/>
          <a:p>
            <a:r>
              <a:rPr lang="en-US" dirty="0">
                <a:sym typeface="Calibri"/>
              </a:rPr>
              <a:t>Anglepoint identified cost optimization totaling </a:t>
            </a:r>
            <a:r>
              <a:rPr lang="en-US" b="1" dirty="0">
                <a:sym typeface="Calibri"/>
              </a:rPr>
              <a:t>$330K </a:t>
            </a:r>
            <a:r>
              <a:rPr lang="en-US" dirty="0">
                <a:sym typeface="Calibri"/>
              </a:rPr>
              <a:t>over a </a:t>
            </a:r>
            <a:br>
              <a:rPr lang="en-US" dirty="0">
                <a:sym typeface="Calibri"/>
              </a:rPr>
            </a:br>
            <a:r>
              <a:rPr lang="en-US" dirty="0">
                <a:sym typeface="Calibri"/>
              </a:rPr>
              <a:t>1-year period.</a:t>
            </a:r>
            <a:endParaRPr lang="en-US" dirty="0"/>
          </a:p>
        </p:txBody>
      </p:sp>
      <p:graphicFrame>
        <p:nvGraphicFramePr>
          <p:cNvPr id="7" name="Table 11">
            <a:extLst>
              <a:ext uri="{FF2B5EF4-FFF2-40B4-BE49-F238E27FC236}">
                <a16:creationId xmlns:a16="http://schemas.microsoft.com/office/drawing/2014/main" id="{117844FB-D653-3818-990A-CE652D09556B}"/>
              </a:ext>
            </a:extLst>
          </p:cNvPr>
          <p:cNvGraphicFramePr>
            <a:graphicFrameLocks noGrp="1"/>
          </p:cNvGraphicFramePr>
          <p:nvPr>
            <p:extLst>
              <p:ext uri="{D42A27DB-BD31-4B8C-83A1-F6EECF244321}">
                <p14:modId xmlns:p14="http://schemas.microsoft.com/office/powerpoint/2010/main" val="996673409"/>
              </p:ext>
            </p:extLst>
          </p:nvPr>
        </p:nvGraphicFramePr>
        <p:xfrm>
          <a:off x="997527" y="8342407"/>
          <a:ext cx="5200070" cy="2133600"/>
        </p:xfrm>
        <a:graphic>
          <a:graphicData uri="http://schemas.openxmlformats.org/drawingml/2006/table">
            <a:tbl>
              <a:tblPr firstRow="1" bandRow="1">
                <a:tableStyleId>{5C22544A-7EE6-4342-B048-85BDC9FD1C3A}</a:tableStyleId>
              </a:tblPr>
              <a:tblGrid>
                <a:gridCol w="5200070">
                  <a:extLst>
                    <a:ext uri="{9D8B030D-6E8A-4147-A177-3AD203B41FA5}">
                      <a16:colId xmlns:a16="http://schemas.microsoft.com/office/drawing/2014/main" val="3711417744"/>
                    </a:ext>
                  </a:extLst>
                </a:gridCol>
              </a:tblGrid>
              <a:tr h="0">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2000" b="0">
                          <a:solidFill>
                            <a:schemeClr val="bg1"/>
                          </a:solidFill>
                          <a:latin typeface="TT Norms Pro" panose="020B0604020202020204" charset="0"/>
                        </a:rPr>
                        <a:t>IDENTIFIED COST OPTIMIZATION:</a:t>
                      </a:r>
                    </a:p>
                  </a:txBody>
                  <a:tcPr marL="0">
                    <a:lnL w="12700" cmpd="sng">
                      <a:noFill/>
                    </a:lnL>
                    <a:lnR w="12700" cmpd="sng">
                      <a:noFill/>
                    </a:lnR>
                    <a:lnT w="12700" cmpd="sng">
                      <a:noFill/>
                    </a:lnT>
                    <a:lnB w="12700" cmpd="sng">
                      <a:noFill/>
                    </a:lnB>
                    <a:noFill/>
                  </a:tcPr>
                </a:tc>
                <a:extLst>
                  <a:ext uri="{0D108BD9-81ED-4DB2-BD59-A6C34878D82A}">
                    <a16:rowId xmlns:a16="http://schemas.microsoft.com/office/drawing/2014/main" val="3647801918"/>
                  </a:ext>
                </a:extLst>
              </a:tr>
              <a:tr h="1083873">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9600" b="1" dirty="0">
                          <a:solidFill>
                            <a:schemeClr val="accent5"/>
                          </a:solidFill>
                          <a:latin typeface="TT Norms Pro Light"/>
                        </a:rPr>
                        <a:t>$</a:t>
                      </a:r>
                      <a:r>
                        <a:rPr lang="en-US" sz="9600" b="1" dirty="0">
                          <a:solidFill>
                            <a:schemeClr val="bg1"/>
                          </a:solidFill>
                          <a:latin typeface="TT Norms Pro Normal"/>
                        </a:rPr>
                        <a:t>330K</a:t>
                      </a:r>
                      <a:endParaRPr lang="en-US" sz="9600" b="1" dirty="0">
                        <a:solidFill>
                          <a:schemeClr val="bg1"/>
                        </a:solidFill>
                        <a:latin typeface="TT Norms Pro Normal" panose="02000503030000020003" pitchFamily="2" charset="0"/>
                      </a:endParaRPr>
                    </a:p>
                  </a:txBody>
                  <a:tcPr marL="0" marT="0" marB="274320">
                    <a:lnL w="12700" cmpd="sng">
                      <a:noFill/>
                    </a:lnL>
                    <a:lnR w="12700" cmpd="sng">
                      <a:noFill/>
                    </a:lnR>
                    <a:lnT w="12700" cmpd="sng">
                      <a:noFill/>
                    </a:lnT>
                    <a:lnB w="12700" cmpd="sng">
                      <a:noFill/>
                    </a:lnB>
                    <a:noFill/>
                  </a:tcPr>
                </a:tc>
                <a:extLst>
                  <a:ext uri="{0D108BD9-81ED-4DB2-BD59-A6C34878D82A}">
                    <a16:rowId xmlns:a16="http://schemas.microsoft.com/office/drawing/2014/main" val="462747402"/>
                  </a:ext>
                </a:extLst>
              </a:tr>
            </a:tbl>
          </a:graphicData>
        </a:graphic>
      </p:graphicFrame>
      <p:graphicFrame>
        <p:nvGraphicFramePr>
          <p:cNvPr id="8" name="Table 69">
            <a:extLst>
              <a:ext uri="{FF2B5EF4-FFF2-40B4-BE49-F238E27FC236}">
                <a16:creationId xmlns:a16="http://schemas.microsoft.com/office/drawing/2014/main" id="{C2118035-3B70-F1C2-DF83-77546ACB95AA}"/>
              </a:ext>
            </a:extLst>
          </p:cNvPr>
          <p:cNvGraphicFramePr>
            <a:graphicFrameLocks noGrp="1"/>
          </p:cNvGraphicFramePr>
          <p:nvPr>
            <p:extLst>
              <p:ext uri="{D42A27DB-BD31-4B8C-83A1-F6EECF244321}">
                <p14:modId xmlns:p14="http://schemas.microsoft.com/office/powerpoint/2010/main" val="3234606259"/>
              </p:ext>
            </p:extLst>
          </p:nvPr>
        </p:nvGraphicFramePr>
        <p:xfrm>
          <a:off x="7399836" y="1221902"/>
          <a:ext cx="16737957" cy="11711106"/>
        </p:xfrm>
        <a:graphic>
          <a:graphicData uri="http://schemas.openxmlformats.org/drawingml/2006/table">
            <a:tbl>
              <a:tblPr firstRow="1" bandRow="1">
                <a:tableStyleId>{5C22544A-7EE6-4342-B048-85BDC9FD1C3A}</a:tableStyleId>
              </a:tblPr>
              <a:tblGrid>
                <a:gridCol w="494974">
                  <a:extLst>
                    <a:ext uri="{9D8B030D-6E8A-4147-A177-3AD203B41FA5}">
                      <a16:colId xmlns:a16="http://schemas.microsoft.com/office/drawing/2014/main" val="3093722492"/>
                    </a:ext>
                  </a:extLst>
                </a:gridCol>
                <a:gridCol w="8751270">
                  <a:extLst>
                    <a:ext uri="{9D8B030D-6E8A-4147-A177-3AD203B41FA5}">
                      <a16:colId xmlns:a16="http://schemas.microsoft.com/office/drawing/2014/main" val="3256641959"/>
                    </a:ext>
                  </a:extLst>
                </a:gridCol>
                <a:gridCol w="2791500">
                  <a:extLst>
                    <a:ext uri="{9D8B030D-6E8A-4147-A177-3AD203B41FA5}">
                      <a16:colId xmlns:a16="http://schemas.microsoft.com/office/drawing/2014/main" val="261791532"/>
                    </a:ext>
                  </a:extLst>
                </a:gridCol>
                <a:gridCol w="2482730">
                  <a:extLst>
                    <a:ext uri="{9D8B030D-6E8A-4147-A177-3AD203B41FA5}">
                      <a16:colId xmlns:a16="http://schemas.microsoft.com/office/drawing/2014/main" val="1399960685"/>
                    </a:ext>
                  </a:extLst>
                </a:gridCol>
                <a:gridCol w="2217483">
                  <a:extLst>
                    <a:ext uri="{9D8B030D-6E8A-4147-A177-3AD203B41FA5}">
                      <a16:colId xmlns:a16="http://schemas.microsoft.com/office/drawing/2014/main" val="2378007514"/>
                    </a:ext>
                  </a:extLst>
                </a:gridCol>
              </a:tblGrid>
              <a:tr h="971661">
                <a:tc gridSpan="2">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i="0" baseline="0">
                          <a:solidFill>
                            <a:schemeClr val="tx2"/>
                          </a:solidFill>
                          <a:latin typeface="TT Norms Pro" panose="02000503030000020003" pitchFamily="2" charset="0"/>
                        </a:rPr>
                        <a:t>   REALIZED COST SAVINGS:</a:t>
                      </a: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hMerge="1">
                  <a:txBody>
                    <a:bodyPr/>
                    <a:lstStyle/>
                    <a:p>
                      <a:endParaRPr lang="en-US"/>
                    </a:p>
                  </a:txBody>
                  <a:tcPr>
                    <a:lnL w="12700" cmpd="sng">
                      <a:noFill/>
                    </a:ln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baseline="0">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baseline="0">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baseline="0">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98958496"/>
                  </a:ext>
                </a:extLst>
              </a:tr>
              <a:tr h="971661">
                <a:tc gridSpan="2">
                  <a:txBody>
                    <a:bodyPr/>
                    <a:lstStyle/>
                    <a:p>
                      <a:pPr marL="15875"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PRODUCTS</a:t>
                      </a:r>
                    </a:p>
                  </a:txBody>
                  <a:tcPr marL="182880" marR="274320" marT="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hMerge="1">
                  <a:txBody>
                    <a:bodyPr/>
                    <a:lstStyle/>
                    <a:p>
                      <a:pPr marL="0" indent="0">
                        <a:buFont typeface="Arial" panose="020B0604020202020204" pitchFamily="34" charset="0"/>
                        <a:buNone/>
                        <a:tabLst/>
                      </a:pPr>
                      <a:endParaRPr lang="en-US" sz="2400" b="0">
                        <a:solidFill>
                          <a:schemeClr val="tx2"/>
                        </a:solidFill>
                        <a:latin typeface="TT Norms Pro" panose="02000503030000020003" pitchFamily="2" charset="0"/>
                      </a:endParaRPr>
                    </a:p>
                  </a:txBody>
                  <a:tcPr marL="365760" marR="365760" marT="182880" marB="182880" anchor="ctr">
                    <a:lnL w="19050" cap="flat" cmpd="sng" algn="ctr">
                      <a:solidFill>
                        <a:schemeClr val="tx2"/>
                      </a:solidFill>
                      <a:prstDash val="solid"/>
                      <a:round/>
                      <a:headEnd type="none" w="med" len="med"/>
                      <a:tailEnd type="none" w="med" len="med"/>
                    </a:lnL>
                    <a:lnR w="19050" cap="flat" cmpd="sng" algn="ctr">
                      <a:noFill/>
                      <a:prstDash val="solid"/>
                      <a:round/>
                      <a:headEnd type="none" w="med" len="med"/>
                      <a:tailEnd type="none" w="med" len="med"/>
                    </a:lnR>
                    <a:lnB w="76200" cap="flat" cmpd="sng" algn="ctr">
                      <a:solidFill>
                        <a:schemeClr val="bg1"/>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DATE ACCOMPLISHED/</a:t>
                      </a:r>
                    </a:p>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TARGET DATE</a:t>
                      </a:r>
                      <a:r>
                        <a:rPr lang="en-US" sz="1800" b="1" i="0" spc="0" baseline="30000">
                          <a:solidFill>
                            <a:schemeClr val="bg1"/>
                          </a:solidFill>
                          <a:effectLst/>
                          <a:latin typeface="TT Norms Pro" panose="02000503030000020003" pitchFamily="2" charset="0"/>
                        </a:rPr>
                        <a:t>2</a:t>
                      </a:r>
                    </a:p>
                  </a:txBody>
                  <a:tcPr marL="182880" marR="274320" marT="13716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UTILIZATION %</a:t>
                      </a:r>
                      <a:endParaRPr lang="en-US" sz="1800" b="1" i="0" spc="0" baseline="30000">
                        <a:solidFill>
                          <a:schemeClr val="bg1"/>
                        </a:solidFill>
                        <a:effectLst/>
                        <a:latin typeface="TT Norms Pro" panose="02000503030000020003" pitchFamily="2" charset="0"/>
                      </a:endParaRPr>
                    </a:p>
                  </a:txBody>
                  <a:tcPr marL="182880" marR="274320" marT="13716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COST SAVINGS</a:t>
                      </a:r>
                      <a:r>
                        <a:rPr lang="en-US" sz="1800" b="1" i="0" spc="0" baseline="30000">
                          <a:solidFill>
                            <a:schemeClr val="bg1"/>
                          </a:solidFill>
                          <a:effectLst/>
                          <a:latin typeface="TT Norms Pro" panose="02000503030000020003" pitchFamily="2" charset="0"/>
                        </a:rPr>
                        <a:t>1</a:t>
                      </a:r>
                    </a:p>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800" b="1" i="0" spc="0" baseline="30000">
                        <a:solidFill>
                          <a:schemeClr val="bg1"/>
                        </a:solidFill>
                        <a:effectLst/>
                        <a:latin typeface="TT Norms Pro" panose="02000503030000020003" pitchFamily="2" charset="0"/>
                      </a:endParaRPr>
                    </a:p>
                  </a:txBody>
                  <a:tcPr marL="182880" marR="274320" marT="13716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extLst>
                  <a:ext uri="{0D108BD9-81ED-4DB2-BD59-A6C34878D82A}">
                    <a16:rowId xmlns:a16="http://schemas.microsoft.com/office/drawing/2014/main" val="2974407461"/>
                  </a:ext>
                </a:extLst>
              </a:tr>
              <a:tr h="647773">
                <a:tc gridSpan="3">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i="0" baseline="0">
                          <a:solidFill>
                            <a:schemeClr val="tx2"/>
                          </a:solidFill>
                          <a:latin typeface="TT Norms Pro" panose="02000503030000020003" pitchFamily="2" charset="0"/>
                        </a:rPr>
                        <a:t>IDENTIFIED COST OPTIMIZATION:</a:t>
                      </a:r>
                    </a:p>
                  </a:txBody>
                  <a:tcPr marL="182880" marR="274320" marT="274320" marB="9144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a:solidFill>
                            <a:schemeClr val="tx2"/>
                          </a:solidFill>
                          <a:latin typeface="TT Norms Pro" panose="02000503030000020003" pitchFamily="2" charset="0"/>
                        </a:rPr>
                        <a:t>Current Year Details [2021]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hMerge="1">
                  <a:txBody>
                    <a:bodyPr/>
                    <a:lstStyle/>
                    <a:p>
                      <a:pPr marL="913765" marR="0" lvl="1"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2000" b="1">
                        <a:solidFill>
                          <a:schemeClr val="tx2"/>
                        </a:solidFill>
                        <a:latin typeface="TT Norms Pro"/>
                      </a:endParaRPr>
                    </a:p>
                  </a:txBody>
                  <a:tcPr marL="274320" marR="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913765" marR="0" lvl="1"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2000" b="1">
                        <a:solidFill>
                          <a:schemeClr val="tx2"/>
                        </a:solidFill>
                        <a:latin typeface="TT Norms Pro"/>
                      </a:endParaRPr>
                    </a:p>
                  </a:txBody>
                  <a:tcPr marL="274320" marR="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913765" marR="0" lvl="1"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2000" b="1">
                        <a:solidFill>
                          <a:schemeClr val="tx2"/>
                        </a:solidFill>
                        <a:latin typeface="TT Norms Pro"/>
                      </a:endParaRPr>
                    </a:p>
                  </a:txBody>
                  <a:tcPr marL="274320" marR="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779279990"/>
                  </a:ext>
                </a:extLst>
              </a:tr>
              <a:tr h="48583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TT Norms Pro"/>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tabLst/>
                      </a:pPr>
                      <a:r>
                        <a:rPr lang="en-US" sz="2000" b="0" dirty="0">
                          <a:solidFill>
                            <a:schemeClr val="tx2"/>
                          </a:solidFill>
                          <a:latin typeface="TT Norms Pro"/>
                        </a:rPr>
                        <a:t>IBM Rational Application Developer for WebSphere Software</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lgn="ctr">
                        <a:buFont typeface="Arial" panose="020B0604020202020204" pitchFamily="34" charset="0"/>
                        <a:buNone/>
                        <a:tabLst/>
                      </a:pPr>
                      <a:r>
                        <a:rPr lang="en-US" sz="2000" b="0" dirty="0">
                          <a:solidFill>
                            <a:schemeClr val="tx2"/>
                          </a:solidFill>
                          <a:latin typeface="TT Norms Pro"/>
                        </a:rPr>
                        <a:t>2026-08-31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ctr">
                        <a:buFont typeface="Arial" panose="020B0604020202020204" pitchFamily="34" charset="0"/>
                        <a:buNone/>
                        <a:tabLst/>
                      </a:pPr>
                      <a:r>
                        <a:rPr lang="en-US" sz="2000" b="0" dirty="0">
                          <a:solidFill>
                            <a:schemeClr val="tx2"/>
                          </a:solidFill>
                          <a:latin typeface="TT Norms Pro"/>
                        </a:rPr>
                        <a:t>24%</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r">
                        <a:buFont typeface="Arial" panose="020B0604020202020204" pitchFamily="34" charset="0"/>
                        <a:buNone/>
                        <a:tabLst/>
                      </a:pPr>
                      <a:r>
                        <a:rPr lang="en-US" sz="2000" b="0" dirty="0">
                          <a:solidFill>
                            <a:schemeClr val="tx2"/>
                          </a:solidFill>
                          <a:latin typeface="TT Norms Pro"/>
                        </a:rPr>
                        <a:t>$33K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674514045"/>
                  </a:ext>
                </a:extLst>
              </a:tr>
              <a:tr h="48583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TT Norms Pro"/>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IBM </a:t>
                      </a:r>
                      <a:r>
                        <a:rPr lang="en-US" sz="2000" b="0" dirty="0" err="1">
                          <a:solidFill>
                            <a:schemeClr val="tx2"/>
                          </a:solidFill>
                          <a:latin typeface="TT Norms Pro"/>
                        </a:rPr>
                        <a:t>InfoSphere</a:t>
                      </a:r>
                      <a:r>
                        <a:rPr lang="en-US" sz="2000" b="0" dirty="0">
                          <a:solidFill>
                            <a:schemeClr val="tx2"/>
                          </a:solidFill>
                          <a:latin typeface="TT Norms Pro"/>
                        </a:rPr>
                        <a:t> DataStage and </a:t>
                      </a:r>
                      <a:r>
                        <a:rPr lang="en-US" sz="2000" b="0" dirty="0" err="1">
                          <a:solidFill>
                            <a:schemeClr val="tx2"/>
                          </a:solidFill>
                          <a:latin typeface="TT Norms Pro"/>
                        </a:rPr>
                        <a:t>QualityStage</a:t>
                      </a:r>
                      <a:r>
                        <a:rPr lang="en-US" sz="2000" b="0" dirty="0">
                          <a:solidFill>
                            <a:schemeClr val="tx2"/>
                          </a:solidFill>
                          <a:latin typeface="TT Norms Pro"/>
                        </a:rPr>
                        <a:t> Designer</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2026-08-31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66%</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$2.5K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821259466"/>
                  </a:ext>
                </a:extLst>
              </a:tr>
              <a:tr h="48583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mn-lt"/>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IBM Rational Developer for </a:t>
                      </a:r>
                      <a:r>
                        <a:rPr lang="en-US" sz="2000" b="0" dirty="0" err="1">
                          <a:solidFill>
                            <a:schemeClr val="tx2"/>
                          </a:solidFill>
                          <a:latin typeface="TT Norms Pro"/>
                        </a:rPr>
                        <a:t>i</a:t>
                      </a:r>
                      <a:r>
                        <a:rPr lang="en-US" sz="2000" b="0" dirty="0">
                          <a:solidFill>
                            <a:schemeClr val="tx2"/>
                          </a:solidFill>
                          <a:latin typeface="TT Norms Pro"/>
                        </a:rPr>
                        <a:t> RPG &amp; COBOL Tools</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2026-08-31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30%</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$45.7K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2286102665"/>
                  </a:ext>
                </a:extLst>
              </a:tr>
              <a:tr h="48583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mn-lt"/>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IBM Sterling Connect: Direct Standard Edition</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2026-08-31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80%</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$1.3K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850364706"/>
                  </a:ext>
                </a:extLst>
              </a:tr>
              <a:tr h="48583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mn-lt"/>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IBM </a:t>
                      </a:r>
                      <a:r>
                        <a:rPr lang="en-US" sz="2000" b="0" dirty="0" err="1">
                          <a:solidFill>
                            <a:schemeClr val="tx2"/>
                          </a:solidFill>
                          <a:latin typeface="TT Norms Pro"/>
                        </a:rPr>
                        <a:t>InfoSphere</a:t>
                      </a:r>
                      <a:r>
                        <a:rPr lang="en-US" sz="2000" b="0" dirty="0">
                          <a:solidFill>
                            <a:schemeClr val="tx2"/>
                          </a:solidFill>
                          <a:latin typeface="TT Norms Pro"/>
                        </a:rPr>
                        <a:t> Information Server Enterprise Edition</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2026-08-31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99%</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$9.7K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732825912"/>
                  </a:ext>
                </a:extLst>
              </a:tr>
              <a:tr h="48583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mn-lt"/>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IBM </a:t>
                      </a:r>
                      <a:r>
                        <a:rPr lang="en-US" sz="2000" b="0" dirty="0" err="1">
                          <a:solidFill>
                            <a:schemeClr val="tx2"/>
                          </a:solidFill>
                          <a:latin typeface="TT Norms Pro"/>
                        </a:rPr>
                        <a:t>InfoSphere</a:t>
                      </a:r>
                      <a:r>
                        <a:rPr lang="en-US" sz="2000" b="0" dirty="0">
                          <a:solidFill>
                            <a:schemeClr val="tx2"/>
                          </a:solidFill>
                          <a:latin typeface="TT Norms Pro"/>
                        </a:rPr>
                        <a:t> Information Server Enterprise Edition for Non-Production Environments</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2026-08-31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78%</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$73.2K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654056154"/>
                  </a:ext>
                </a:extLst>
              </a:tr>
              <a:tr h="48583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mn-lt"/>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IBM </a:t>
                      </a:r>
                      <a:r>
                        <a:rPr lang="en-US" sz="2000" b="0" dirty="0" err="1">
                          <a:solidFill>
                            <a:schemeClr val="tx2"/>
                          </a:solidFill>
                          <a:latin typeface="TT Norms Pro"/>
                        </a:rPr>
                        <a:t>InfoSphere</a:t>
                      </a:r>
                      <a:r>
                        <a:rPr lang="en-US" sz="2000" b="0" dirty="0">
                          <a:solidFill>
                            <a:schemeClr val="tx2"/>
                          </a:solidFill>
                          <a:latin typeface="TT Norms Pro"/>
                        </a:rPr>
                        <a:t> </a:t>
                      </a:r>
                      <a:r>
                        <a:rPr lang="en-US" sz="2000" b="0" dirty="0" err="1">
                          <a:solidFill>
                            <a:schemeClr val="tx2"/>
                          </a:solidFill>
                          <a:latin typeface="TT Norms Pro"/>
                        </a:rPr>
                        <a:t>Optim</a:t>
                      </a:r>
                      <a:r>
                        <a:rPr lang="en-US" sz="2000" b="0" dirty="0">
                          <a:solidFill>
                            <a:schemeClr val="tx2"/>
                          </a:solidFill>
                          <a:latin typeface="TT Norms Pro"/>
                        </a:rPr>
                        <a:t> Management Test Data Enterprise Edition</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2026-08-31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20%</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$114K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2505858321"/>
                  </a:ext>
                </a:extLst>
              </a:tr>
              <a:tr h="48583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mn-lt"/>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IBM Cloud Pak for Integration</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2026-08-31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98%</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$7.4K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653918597"/>
                  </a:ext>
                </a:extLst>
              </a:tr>
              <a:tr h="48583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dirty="0">
                          <a:solidFill>
                            <a:schemeClr val="tx2"/>
                          </a:solidFill>
                          <a:latin typeface="+mn-lt"/>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IBM WebSphere Hybrid Edition</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2026-08-31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82%</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$43.4K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704961628"/>
                  </a:ext>
                </a:extLst>
              </a:tr>
              <a:tr h="48583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dirty="0">
                          <a:solidFill>
                            <a:schemeClr val="tx2"/>
                          </a:solidFill>
                          <a:latin typeface="+mn-lt"/>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IBM Vault Self-Managed Non-Production</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2026-08-31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75%</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0" dirty="0">
                        <a:solidFill>
                          <a:schemeClr val="tx2"/>
                        </a:solidFill>
                        <a:latin typeface="TT Norms Pro"/>
                      </a:endParaRP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1482194999"/>
                  </a:ext>
                </a:extLst>
              </a:tr>
              <a:tr h="48583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dirty="0">
                          <a:solidFill>
                            <a:schemeClr val="tx2"/>
                          </a:solidFill>
                          <a:latin typeface="+mn-lt"/>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a:solidFill>
                            <a:schemeClr val="tx2"/>
                          </a:solidFill>
                          <a:latin typeface="TT Norms Pro"/>
                        </a:rPr>
                        <a:t>IBM Vault Self-Managed Single Data Center Client</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2026-08-31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B49"/>
                          </a:solidFill>
                          <a:effectLst/>
                          <a:uLnTx/>
                          <a:uFillTx/>
                          <a:latin typeface="TT Norms Pro"/>
                          <a:ea typeface="+mn-ea"/>
                          <a:cs typeface="+mn-cs"/>
                        </a:rPr>
                        <a:t>97%</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0" dirty="0">
                        <a:solidFill>
                          <a:schemeClr val="tx2"/>
                        </a:solidFill>
                        <a:latin typeface="TT Norms Pro"/>
                      </a:endParaRP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1117004920"/>
                  </a:ext>
                </a:extLst>
              </a:tr>
              <a:tr h="796930">
                <a:tc gridSpan="2">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800" b="1">
                        <a:solidFill>
                          <a:schemeClr val="tx2"/>
                        </a:solidFill>
                        <a:latin typeface="TT Norms Pro" panose="02000503030000020003" pitchFamily="2" charset="0"/>
                      </a:endParaRPr>
                    </a:p>
                  </a:txBody>
                  <a:tcPr marL="274320" marR="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0">
                        <a:solidFill>
                          <a:schemeClr val="tx2"/>
                        </a:solidFill>
                        <a:latin typeface="TT Norms Pro" panose="02000503030000020003" pitchFamily="2" charset="0"/>
                      </a:endParaRPr>
                    </a:p>
                  </a:txBody>
                  <a:tcPr marL="182880" marR="365760" marT="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marB="0"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marB="0"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dirty="0">
                          <a:solidFill>
                            <a:schemeClr val="tx2"/>
                          </a:solidFill>
                          <a:latin typeface="TT Norms Pro"/>
                        </a:rPr>
                        <a:t>$330.4K</a:t>
                      </a:r>
                      <a:endParaRPr lang="en-US" sz="2000" b="1" baseline="30000" dirty="0">
                        <a:solidFill>
                          <a:schemeClr val="tx2"/>
                        </a:solidFill>
                        <a:latin typeface="TT Norms Pro"/>
                      </a:endParaRP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32657E">
                        <a:alpha val="25098"/>
                      </a:srgbClr>
                    </a:solidFill>
                  </a:tcPr>
                </a:tc>
                <a:extLst>
                  <a:ext uri="{0D108BD9-81ED-4DB2-BD59-A6C34878D82A}">
                    <a16:rowId xmlns:a16="http://schemas.microsoft.com/office/drawing/2014/main" val="4006064635"/>
                  </a:ext>
                </a:extLst>
              </a:tr>
              <a:tr h="2352995">
                <a:tc gridSpan="3">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800" b="1" dirty="0">
                          <a:solidFill>
                            <a:schemeClr val="tx2"/>
                          </a:solidFill>
                          <a:latin typeface="TT Norms Pro" panose="02000503030000020003" pitchFamily="50" charset="0"/>
                          <a:cs typeface="Calibri"/>
                          <a:sym typeface="Calibri"/>
                        </a:rPr>
                        <a:t>Note : Pricing for potential cost savings have been considered based on Last Transaction Pricing.</a:t>
                      </a:r>
                    </a:p>
                  </a:txBody>
                  <a:tcPr marL="0" marR="27432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hMerge="1">
                  <a:txBody>
                    <a:bodyPr/>
                    <a:lstStyle/>
                    <a:p>
                      <a:endParaRPr lang="en-US"/>
                    </a:p>
                  </a:txBody>
                  <a:tcPr/>
                </a:tc>
                <a:tc hMerge="1">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800" baseline="30000">
                        <a:solidFill>
                          <a:schemeClr val="tx2"/>
                        </a:solidFill>
                        <a:latin typeface="TT Norms Pro" panose="02000503030000020003" pitchFamily="50" charset="0"/>
                        <a:cs typeface="Calibri"/>
                        <a:sym typeface="Calibri"/>
                      </a:endParaRPr>
                    </a:p>
                  </a:txBody>
                  <a:tcPr marL="0" marR="27432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2000" baseline="30000">
                        <a:solidFill>
                          <a:schemeClr val="tx2"/>
                        </a:solidFill>
                        <a:latin typeface="TT Norms Pro" panose="02000503030000020003" pitchFamily="50" charset="0"/>
                        <a:cs typeface="Calibri"/>
                        <a:sym typeface="Calibri"/>
                      </a:endParaRPr>
                    </a:p>
                  </a:txBody>
                  <a:tcPr marL="274320" marR="27432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2000" baseline="30000" dirty="0">
                        <a:solidFill>
                          <a:schemeClr val="tx2"/>
                        </a:solidFill>
                        <a:latin typeface="TT Norms Pro" panose="02000503030000020003" pitchFamily="50" charset="0"/>
                        <a:cs typeface="Calibri"/>
                        <a:sym typeface="Calibri"/>
                      </a:endParaRPr>
                    </a:p>
                  </a:txBody>
                  <a:tcPr marL="274320" marR="27432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27346805"/>
                  </a:ext>
                </a:extLst>
              </a:tr>
            </a:tbl>
          </a:graphicData>
        </a:graphic>
      </p:graphicFrame>
    </p:spTree>
    <p:extLst>
      <p:ext uri="{BB962C8B-B14F-4D97-AF65-F5344CB8AC3E}">
        <p14:creationId xmlns:p14="http://schemas.microsoft.com/office/powerpoint/2010/main" val="742158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78CDB6-91D3-4220-F78E-09525B35F6BE}"/>
              </a:ext>
            </a:extLst>
          </p:cNvPr>
          <p:cNvSpPr>
            <a:spLocks noGrp="1"/>
          </p:cNvSpPr>
          <p:nvPr>
            <p:ph type="title"/>
          </p:nvPr>
        </p:nvSpPr>
        <p:spPr/>
        <p:txBody>
          <a:bodyPr/>
          <a:lstStyle/>
          <a:p>
            <a:r>
              <a:rPr lang="en-US"/>
              <a:t>recommendations</a:t>
            </a:r>
          </a:p>
        </p:txBody>
      </p:sp>
      <p:sp>
        <p:nvSpPr>
          <p:cNvPr id="4" name="Text Placeholder 3">
            <a:extLst>
              <a:ext uri="{FF2B5EF4-FFF2-40B4-BE49-F238E27FC236}">
                <a16:creationId xmlns:a16="http://schemas.microsoft.com/office/drawing/2014/main" id="{35926BF1-E15E-9B84-EE78-A78B88687E37}"/>
              </a:ext>
            </a:extLst>
          </p:cNvPr>
          <p:cNvSpPr>
            <a:spLocks noGrp="1"/>
          </p:cNvSpPr>
          <p:nvPr>
            <p:ph type="body" sz="quarter" idx="20"/>
          </p:nvPr>
        </p:nvSpPr>
        <p:spPr/>
        <p:txBody>
          <a:bodyPr/>
          <a:lstStyle/>
          <a:p>
            <a:r>
              <a:rPr lang="en-US"/>
              <a:t>03</a:t>
            </a:r>
          </a:p>
        </p:txBody>
      </p:sp>
    </p:spTree>
    <p:extLst>
      <p:ext uri="{BB962C8B-B14F-4D97-AF65-F5344CB8AC3E}">
        <p14:creationId xmlns:p14="http://schemas.microsoft.com/office/powerpoint/2010/main" val="3937960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B6BF858-00B3-D4DE-F606-8D79C80A3CEA}"/>
              </a:ext>
            </a:extLst>
          </p:cNvPr>
          <p:cNvSpPr>
            <a:spLocks noGrp="1"/>
          </p:cNvSpPr>
          <p:nvPr>
            <p:ph type="body" sz="quarter" idx="14"/>
          </p:nvPr>
        </p:nvSpPr>
        <p:spPr/>
        <p:txBody>
          <a:bodyPr/>
          <a:lstStyle/>
          <a:p>
            <a:r>
              <a:rPr lang="en-US"/>
              <a:t>Product-specific tactical actions to achieve strategic program outcomes</a:t>
            </a:r>
          </a:p>
        </p:txBody>
      </p:sp>
      <p:sp>
        <p:nvSpPr>
          <p:cNvPr id="8" name="!!Section">
            <a:extLst>
              <a:ext uri="{FF2B5EF4-FFF2-40B4-BE49-F238E27FC236}">
                <a16:creationId xmlns:a16="http://schemas.microsoft.com/office/drawing/2014/main" id="{00FB1E6C-B979-4AFA-932B-A12C9E1CBB5D}"/>
              </a:ext>
            </a:extLst>
          </p:cNvPr>
          <p:cNvSpPr>
            <a:spLocks noGrp="1" noRot="1" noMove="1" noResize="1" noEditPoints="1" noAdjustHandles="1" noChangeArrowheads="1" noChangeShapeType="1"/>
          </p:cNvSpPr>
          <p:nvPr>
            <p:ph type="title"/>
          </p:nvPr>
        </p:nvSpPr>
        <p:spPr/>
        <p:txBody>
          <a:bodyPr/>
          <a:lstStyle/>
          <a:p>
            <a:r>
              <a:rPr lang="en-US"/>
              <a:t>Actionable Cost Savings Recommendations</a:t>
            </a:r>
          </a:p>
        </p:txBody>
      </p:sp>
      <p:sp>
        <p:nvSpPr>
          <p:cNvPr id="10" name="Agenda Item #">
            <a:extLst>
              <a:ext uri="{FF2B5EF4-FFF2-40B4-BE49-F238E27FC236}">
                <a16:creationId xmlns:a16="http://schemas.microsoft.com/office/drawing/2014/main" id="{E4AD21D3-EE21-4B0A-8B2E-A6F1FBC4406C}"/>
              </a:ext>
            </a:extLst>
          </p:cNvPr>
          <p:cNvSpPr>
            <a:spLocks noGrp="1" noRot="1" noMove="1" noResize="1" noEditPoints="1" noAdjustHandles="1" noChangeArrowheads="1" noChangeShapeType="1"/>
          </p:cNvSpPr>
          <p:nvPr>
            <p:ph type="body" sz="quarter" idx="12"/>
          </p:nvPr>
        </p:nvSpPr>
        <p:spPr/>
        <p:txBody>
          <a:bodyPr/>
          <a:lstStyle/>
          <a:p>
            <a:r>
              <a:rPr lang="en-US"/>
              <a:t>RECOMMENDATIONS</a:t>
            </a:r>
          </a:p>
        </p:txBody>
      </p:sp>
      <p:graphicFrame>
        <p:nvGraphicFramePr>
          <p:cNvPr id="4" name="Table 3">
            <a:extLst>
              <a:ext uri="{FF2B5EF4-FFF2-40B4-BE49-F238E27FC236}">
                <a16:creationId xmlns:a16="http://schemas.microsoft.com/office/drawing/2014/main" id="{7E549A43-FCEC-6F00-2078-3A43026583CA}"/>
              </a:ext>
            </a:extLst>
          </p:cNvPr>
          <p:cNvGraphicFramePr>
            <a:graphicFrameLocks noGrp="1"/>
          </p:cNvGraphicFramePr>
          <p:nvPr>
            <p:extLst>
              <p:ext uri="{D42A27DB-BD31-4B8C-83A1-F6EECF244321}">
                <p14:modId xmlns:p14="http://schemas.microsoft.com/office/powerpoint/2010/main" val="3332517560"/>
              </p:ext>
            </p:extLst>
          </p:nvPr>
        </p:nvGraphicFramePr>
        <p:xfrm>
          <a:off x="1109026" y="3628382"/>
          <a:ext cx="21898455" cy="4188919"/>
        </p:xfrm>
        <a:graphic>
          <a:graphicData uri="http://schemas.openxmlformats.org/drawingml/2006/table">
            <a:tbl>
              <a:tblPr firstRow="1" bandRow="1">
                <a:tableStyleId>{5C22544A-7EE6-4342-B048-85BDC9FD1C3A}</a:tableStyleId>
              </a:tblPr>
              <a:tblGrid>
                <a:gridCol w="3605153">
                  <a:extLst>
                    <a:ext uri="{9D8B030D-6E8A-4147-A177-3AD203B41FA5}">
                      <a16:colId xmlns:a16="http://schemas.microsoft.com/office/drawing/2014/main" val="632656465"/>
                    </a:ext>
                  </a:extLst>
                </a:gridCol>
                <a:gridCol w="3605153">
                  <a:extLst>
                    <a:ext uri="{9D8B030D-6E8A-4147-A177-3AD203B41FA5}">
                      <a16:colId xmlns:a16="http://schemas.microsoft.com/office/drawing/2014/main" val="299969117"/>
                    </a:ext>
                  </a:extLst>
                </a:gridCol>
                <a:gridCol w="3605153">
                  <a:extLst>
                    <a:ext uri="{9D8B030D-6E8A-4147-A177-3AD203B41FA5}">
                      <a16:colId xmlns:a16="http://schemas.microsoft.com/office/drawing/2014/main" val="2677054790"/>
                    </a:ext>
                  </a:extLst>
                </a:gridCol>
                <a:gridCol w="3605153">
                  <a:extLst>
                    <a:ext uri="{9D8B030D-6E8A-4147-A177-3AD203B41FA5}">
                      <a16:colId xmlns:a16="http://schemas.microsoft.com/office/drawing/2014/main" val="3697212837"/>
                    </a:ext>
                  </a:extLst>
                </a:gridCol>
                <a:gridCol w="3605153">
                  <a:extLst>
                    <a:ext uri="{9D8B030D-6E8A-4147-A177-3AD203B41FA5}">
                      <a16:colId xmlns:a16="http://schemas.microsoft.com/office/drawing/2014/main" val="539539631"/>
                    </a:ext>
                  </a:extLst>
                </a:gridCol>
                <a:gridCol w="3872690">
                  <a:extLst>
                    <a:ext uri="{9D8B030D-6E8A-4147-A177-3AD203B41FA5}">
                      <a16:colId xmlns:a16="http://schemas.microsoft.com/office/drawing/2014/main" val="3029787886"/>
                    </a:ext>
                  </a:extLst>
                </a:gridCol>
              </a:tblGrid>
              <a:tr h="869647">
                <a:tc gridSpan="4">
                  <a:txBody>
                    <a:bodyPr/>
                    <a:lstStyle/>
                    <a:p>
                      <a:pPr algn="l" defTabSz="457200">
                        <a:defRPr/>
                      </a:pPr>
                      <a:r>
                        <a:rPr lang="en-US" sz="2200" b="1" i="0" spc="100" baseline="0">
                          <a:solidFill>
                            <a:schemeClr val="tx2"/>
                          </a:solidFill>
                          <a:effectLst/>
                          <a:latin typeface="TT Norms Pro" panose="02000503030000020003" pitchFamily="2" charset="0"/>
                        </a:rPr>
                        <a:t>OBSERVATIONS &amp; RECOMMENDATIONS:</a:t>
                      </a:r>
                    </a:p>
                  </a:txBody>
                  <a:tcPr marL="0" marR="182832" marT="91440" marB="91416">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hMerge="1">
                  <a:txBody>
                    <a:bodyPr/>
                    <a:lstStyle/>
                    <a:p>
                      <a:pPr algn="l" defTabSz="457200">
                        <a:defRPr/>
                      </a:pPr>
                      <a:endParaRPr lang="en-US" sz="5400" b="1">
                        <a:solidFill>
                          <a:srgbClr val="FFFFFF"/>
                        </a:solidFill>
                        <a:effectLst/>
                        <a:latin typeface="TT Norms Pro" panose="02000503030000020003" pitchFamily="2" charset="0"/>
                      </a:endParaRPr>
                    </a:p>
                  </a:txBody>
                  <a:tcPr marL="365760" marR="182832" marT="91416" marB="91416"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hMerge="1">
                  <a:txBody>
                    <a:bodyPr/>
                    <a:lstStyle/>
                    <a:p>
                      <a:pPr algn="l" defTabSz="457200">
                        <a:defRPr/>
                      </a:pPr>
                      <a:endParaRPr lang="en-US" sz="5400" b="1">
                        <a:solidFill>
                          <a:srgbClr val="FFFFFF"/>
                        </a:solidFill>
                        <a:effectLst/>
                        <a:latin typeface="TT Norms Pro" panose="02000503030000020003" pitchFamily="2" charset="0"/>
                      </a:endParaRPr>
                    </a:p>
                  </a:txBody>
                  <a:tcPr marL="365760" marR="182832" marT="91416" marB="91416"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hMerge="1">
                  <a:txBody>
                    <a:bodyPr/>
                    <a:lstStyle/>
                    <a:p>
                      <a:pPr algn="l" defTabSz="457200">
                        <a:defRPr/>
                      </a:pPr>
                      <a:endParaRPr lang="en-US" sz="5400" b="1">
                        <a:solidFill>
                          <a:srgbClr val="FFFFFF"/>
                        </a:solidFill>
                        <a:effectLst/>
                        <a:latin typeface="TT Norms Pro" panose="02000503030000020003" pitchFamily="2" charset="0"/>
                      </a:endParaRPr>
                    </a:p>
                  </a:txBody>
                  <a:tcPr marL="365760" marR="182832" marT="91416" marB="91416"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algn="l" defTabSz="457200">
                        <a:defRPr/>
                      </a:pPr>
                      <a:endParaRPr lang="en-US" sz="2200" b="1" i="0" spc="100" baseline="0">
                        <a:solidFill>
                          <a:schemeClr val="tx2"/>
                        </a:solidFill>
                        <a:effectLst/>
                        <a:latin typeface="TT Norms Pro" panose="02000503030000020003" pitchFamily="2" charset="0"/>
                      </a:endParaRPr>
                    </a:p>
                  </a:txBody>
                  <a:tcPr marL="0" marR="182832" marT="91440" marB="91416">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l" defTabSz="457200">
                        <a:defRPr/>
                      </a:pPr>
                      <a:endParaRPr lang="en-US" sz="2400" spc="100" baseline="0">
                        <a:solidFill>
                          <a:schemeClr val="tx2"/>
                        </a:solidFill>
                        <a:effectLst/>
                        <a:latin typeface="TT Norms Pro" panose="02000503030000020003" pitchFamily="2" charset="0"/>
                      </a:endParaRPr>
                    </a:p>
                  </a:txBody>
                  <a:tcPr marL="0" marR="182832" marT="91440" marB="91416">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839956366"/>
                  </a:ext>
                </a:extLst>
              </a:tr>
              <a:tr h="1097280">
                <a:tc>
                  <a:txBody>
                    <a:bodyPr/>
                    <a:lstStyle/>
                    <a:p>
                      <a:pPr algn="ctr" defTabSz="457200">
                        <a:defRPr/>
                      </a:pPr>
                      <a:r>
                        <a:rPr lang="en-US" sz="2000" b="1" i="0">
                          <a:solidFill>
                            <a:schemeClr val="bg1"/>
                          </a:solidFill>
                          <a:effectLst/>
                          <a:latin typeface="TT Norms Pro" panose="02000503030000020003" pitchFamily="2" charset="0"/>
                        </a:rPr>
                        <a:t>OBSERVATION</a:t>
                      </a:r>
                    </a:p>
                  </a:txBody>
                  <a:tcPr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algn="ctr" defTabSz="457200">
                        <a:defRPr/>
                      </a:pPr>
                      <a:r>
                        <a:rPr lang="en-US" sz="2000" b="1" i="0">
                          <a:solidFill>
                            <a:schemeClr val="bg1"/>
                          </a:solidFill>
                          <a:effectLst/>
                          <a:latin typeface="TT Norms Pro" panose="02000503030000020003" pitchFamily="2" charset="0"/>
                        </a:rPr>
                        <a:t>RECOMMENDATION</a:t>
                      </a:r>
                    </a:p>
                  </a:txBody>
                  <a:tcPr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a:txBody>
                    <a:bodyPr/>
                    <a:lstStyle/>
                    <a:p>
                      <a:pPr algn="ctr" defTabSz="457200">
                        <a:defRPr/>
                      </a:pPr>
                      <a:r>
                        <a:rPr lang="en-US" sz="2000" b="1" i="0">
                          <a:solidFill>
                            <a:schemeClr val="bg1"/>
                          </a:solidFill>
                          <a:effectLst/>
                          <a:latin typeface="TT Norms Pro" panose="02000503030000020003" pitchFamily="2" charset="0"/>
                        </a:rPr>
                        <a:t>IDENTIFIED  </a:t>
                      </a:r>
                      <a:br>
                        <a:rPr lang="en-US" sz="2000" b="1" i="0">
                          <a:solidFill>
                            <a:schemeClr val="bg1"/>
                          </a:solidFill>
                          <a:effectLst/>
                          <a:latin typeface="TT Norms Pro" panose="02000503030000020003" pitchFamily="2" charset="0"/>
                        </a:rPr>
                      </a:br>
                      <a:r>
                        <a:rPr lang="en-US" sz="2000" b="1" i="0">
                          <a:solidFill>
                            <a:schemeClr val="bg1"/>
                          </a:solidFill>
                          <a:effectLst/>
                          <a:latin typeface="TT Norms Pro" panose="02000503030000020003" pitchFamily="2" charset="0"/>
                        </a:rPr>
                        <a:t>COST SAVINGS</a:t>
                      </a:r>
                    </a:p>
                  </a:txBody>
                  <a:tcPr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tc>
                  <a:txBody>
                    <a:bodyPr/>
                    <a:lstStyle/>
                    <a:p>
                      <a:pPr algn="ctr" defTabSz="457200">
                        <a:defRPr/>
                      </a:pPr>
                      <a:r>
                        <a:rPr lang="en-US" sz="2000" b="1" i="0">
                          <a:solidFill>
                            <a:schemeClr val="bg1"/>
                          </a:solidFill>
                          <a:effectLst/>
                          <a:latin typeface="TT Norms Pro" panose="02000503030000020003" pitchFamily="2" charset="0"/>
                        </a:rPr>
                        <a:t>OWNER</a:t>
                      </a:r>
                    </a:p>
                  </a:txBody>
                  <a:tcPr marL="182880"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i="0">
                          <a:solidFill>
                            <a:schemeClr val="bg1"/>
                          </a:solidFill>
                          <a:effectLst/>
                          <a:latin typeface="TT Norms Pro" panose="02000503030000020003" pitchFamily="2" charset="0"/>
                        </a:rPr>
                        <a:t>PRIORITY</a:t>
                      </a:r>
                    </a:p>
                  </a:txBody>
                  <a:tcPr marL="182880"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algn="ctr"/>
                      <a:r>
                        <a:rPr lang="en-US" sz="2000" b="1" i="0">
                          <a:solidFill>
                            <a:schemeClr val="bg1"/>
                          </a:solidFill>
                          <a:effectLst/>
                          <a:latin typeface="+mn-lt"/>
                        </a:rPr>
                        <a:t>DATE ACCOMPLISHED/</a:t>
                      </a:r>
                    </a:p>
                    <a:p>
                      <a:pPr algn="ctr"/>
                      <a:r>
                        <a:rPr lang="en-US" sz="2000" b="1" i="0">
                          <a:solidFill>
                            <a:schemeClr val="bg1"/>
                          </a:solidFill>
                          <a:effectLst/>
                          <a:latin typeface="+mn-lt"/>
                        </a:rPr>
                        <a:t>TARGET DATE</a:t>
                      </a:r>
                    </a:p>
                  </a:txBody>
                  <a:tcPr marL="182880"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extLst>
                  <a:ext uri="{0D108BD9-81ED-4DB2-BD59-A6C34878D82A}">
                    <a16:rowId xmlns:a16="http://schemas.microsoft.com/office/drawing/2014/main" val="32318665"/>
                  </a:ext>
                </a:extLst>
              </a:tr>
              <a:tr h="1078992">
                <a:tc>
                  <a:txBody>
                    <a:bodyPr/>
                    <a:lstStyle/>
                    <a:p>
                      <a:pPr marL="0" indent="0" algn="l" defTabSz="457200">
                        <a:buFont typeface="Wingdings" panose="05000000000000000000" pitchFamily="2" charset="2"/>
                        <a:buNone/>
                        <a:defRPr/>
                      </a:pPr>
                      <a:r>
                        <a:rPr lang="en-US" sz="2000" b="0" kern="0" dirty="0">
                          <a:solidFill>
                            <a:schemeClr val="tx2"/>
                          </a:solidFill>
                          <a:latin typeface="TT Norms Pro" panose="02000503030000020003" pitchFamily="50" charset="0"/>
                          <a:cs typeface="Arial" charset="0"/>
                        </a:rPr>
                        <a:t>Unused Subscription &amp; Support licenses</a:t>
                      </a:r>
                      <a:endParaRPr lang="en-US" sz="2000" b="0" kern="0" dirty="0">
                        <a:solidFill>
                          <a:schemeClr val="tx2"/>
                        </a:solidFill>
                        <a:latin typeface="TT Norms Pro" panose="02000503030000020003" pitchFamily="50" charset="0"/>
                        <a:ea typeface="+mn-ea"/>
                        <a:cs typeface="Arial" charset="0"/>
                      </a:endParaRP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0" indent="0" algn="l" defTabSz="457200">
                        <a:buFont typeface="Wingdings" panose="05000000000000000000" pitchFamily="2" charset="2"/>
                        <a:buNone/>
                        <a:defRPr/>
                      </a:pPr>
                      <a:r>
                        <a:rPr lang="en-US" sz="2000" b="0" kern="0" dirty="0">
                          <a:solidFill>
                            <a:schemeClr val="tx2"/>
                          </a:solidFill>
                          <a:latin typeface="TT Norms Pro" panose="02000503030000020003" pitchFamily="50" charset="0"/>
                          <a:cs typeface="Arial" charset="0"/>
                        </a:rPr>
                        <a:t>Reduce S&amp;S during next renewal</a:t>
                      </a: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ctr" defTabSz="457200">
                        <a:buFont typeface="Wingdings" panose="05000000000000000000" pitchFamily="2" charset="2"/>
                        <a:buNone/>
                        <a:defRPr/>
                      </a:pPr>
                      <a:r>
                        <a:rPr lang="en-US" sz="2800" b="1" kern="0" dirty="0">
                          <a:solidFill>
                            <a:schemeClr val="tx2"/>
                          </a:solidFill>
                          <a:latin typeface="TT Norms Pro" panose="02000503030000020003" pitchFamily="50" charset="0"/>
                          <a:cs typeface="Arial" charset="0"/>
                        </a:rPr>
                        <a:t>$330K</a:t>
                      </a: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000" b="0" kern="0" dirty="0">
                          <a:solidFill>
                            <a:schemeClr val="tx2"/>
                          </a:solidFill>
                          <a:latin typeface="TT Norms Pro" panose="02000503030000020003" pitchFamily="50" charset="0"/>
                          <a:cs typeface="Arial" charset="0"/>
                        </a:rPr>
                        <a:t>OneMain</a:t>
                      </a:r>
                      <a:endParaRPr lang="en-US" sz="2000" b="0" kern="0" dirty="0">
                        <a:solidFill>
                          <a:schemeClr val="tx2"/>
                        </a:solidFill>
                        <a:latin typeface="TT Norms Pro" panose="02000503030000020003" pitchFamily="50" charset="0"/>
                        <a:ea typeface="+mn-ea"/>
                        <a:cs typeface="Arial" charset="0"/>
                      </a:endParaRP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000" b="0" kern="0" dirty="0">
                          <a:solidFill>
                            <a:schemeClr val="tx2"/>
                          </a:solidFill>
                          <a:latin typeface="TT Norms Pro" panose="02000503030000020003" pitchFamily="50" charset="0"/>
                          <a:cs typeface="Arial" charset="0"/>
                        </a:rPr>
                        <a:t>Medium</a:t>
                      </a:r>
                      <a:endParaRPr lang="en-US" sz="2000" b="0" kern="0" dirty="0">
                        <a:solidFill>
                          <a:schemeClr val="tx2"/>
                        </a:solidFill>
                        <a:latin typeface="TT Norms Pro" panose="02000503030000020003" pitchFamily="50" charset="0"/>
                        <a:ea typeface="+mn-ea"/>
                        <a:cs typeface="Arial" charset="0"/>
                      </a:endParaRP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000" b="1" kern="0" dirty="0">
                          <a:solidFill>
                            <a:schemeClr val="tx2"/>
                          </a:solidFill>
                          <a:latin typeface="TT Norms Pro" panose="02000503030000020003" pitchFamily="50" charset="0"/>
                          <a:ea typeface="+mn-ea"/>
                          <a:cs typeface="Arial" charset="0"/>
                        </a:rPr>
                        <a:t>August 31, 2026</a:t>
                      </a:r>
                    </a:p>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000" b="1" kern="0" dirty="0">
                          <a:solidFill>
                            <a:schemeClr val="tx2"/>
                          </a:solidFill>
                          <a:latin typeface="TT Norms Pro" panose="02000503030000020003" pitchFamily="50" charset="0"/>
                          <a:ea typeface="+mn-ea"/>
                          <a:cs typeface="Arial" charset="0"/>
                        </a:rPr>
                        <a:t>(Renewal Date)</a:t>
                      </a: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311763562"/>
                  </a:ext>
                </a:extLst>
              </a:tr>
              <a:tr h="1143000">
                <a:tc gridSpan="6">
                  <a:txBody>
                    <a:bodyPr/>
                    <a:lstStyle/>
                    <a:p>
                      <a:pPr marL="0" marR="0" lvl="0" indent="0" algn="l" defTabSz="457200" rtl="0" eaLnBrk="1" fontAlgn="auto" latinLnBrk="0" hangingPunct="1">
                        <a:lnSpc>
                          <a:spcPct val="100000"/>
                        </a:lnSpc>
                        <a:spcBef>
                          <a:spcPts val="0"/>
                        </a:spcBef>
                        <a:spcAft>
                          <a:spcPts val="600"/>
                        </a:spcAft>
                        <a:buClrTx/>
                        <a:buSzTx/>
                        <a:buFontTx/>
                        <a:buNone/>
                        <a:tabLst/>
                        <a:defRPr/>
                      </a:pPr>
                      <a:endParaRPr lang="en-US" sz="2000" dirty="0">
                        <a:solidFill>
                          <a:schemeClr val="tx2"/>
                        </a:solidFill>
                        <a:latin typeface="TT Norms Pro" panose="02000503030000020003" pitchFamily="2" charset="0"/>
                      </a:endParaRPr>
                    </a:p>
                  </a:txBody>
                  <a:tcPr marL="0" marR="365760" marT="274320" marB="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alpha val="50000"/>
                      </a:schemeClr>
                    </a:solidFill>
                  </a:tcPr>
                </a:tc>
                <a:tc hMerge="1">
                  <a:txBody>
                    <a:bodyPr/>
                    <a:lstStyle/>
                    <a:p>
                      <a:pPr marL="0" indent="0" algn="ctr" defTabSz="457200">
                        <a:buFont typeface="Wingdings" panose="05000000000000000000" pitchFamily="2" charset="2"/>
                        <a:buNone/>
                        <a:defRPr/>
                      </a:pPr>
                      <a:endParaRPr lang="en-US" sz="2200" b="0" kern="0">
                        <a:solidFill>
                          <a:schemeClr val="tx2"/>
                        </a:solidFill>
                        <a:latin typeface="TT Norms Pro" panose="02000503030000020003" pitchFamily="50" charset="0"/>
                        <a:cs typeface="Arial" charset="0"/>
                      </a:endParaRPr>
                    </a:p>
                  </a:txBody>
                  <a:tcPr marL="365760" marR="365760" marT="274320" marB="2743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hMerge="1">
                  <a:txBody>
                    <a:bodyPr/>
                    <a:lstStyle/>
                    <a:p>
                      <a:pPr marL="0" indent="0" algn="ctr" defTabSz="457200">
                        <a:buFont typeface="Wingdings" panose="05000000000000000000" pitchFamily="2" charset="2"/>
                        <a:buNone/>
                        <a:defRPr/>
                      </a:pPr>
                      <a:endParaRPr lang="en-US" sz="2800" b="1" kern="0">
                        <a:solidFill>
                          <a:schemeClr val="tx2"/>
                        </a:solidFill>
                        <a:latin typeface="TT Norms Pro" panose="02000503030000020003" pitchFamily="50" charset="0"/>
                        <a:cs typeface="Arial" charset="0"/>
                      </a:endParaRPr>
                    </a:p>
                  </a:txBody>
                  <a:tcPr marL="365760" marR="365760" marT="274320" marB="2743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hMerge="1">
                  <a:txBody>
                    <a:bodyPr/>
                    <a:lstStyle/>
                    <a:p>
                      <a:pPr marL="0" indent="0" algn="ctr" defTabSz="457200">
                        <a:buFont typeface="Wingdings" panose="05000000000000000000" pitchFamily="2" charset="2"/>
                        <a:buNone/>
                        <a:defRPr/>
                      </a:pPr>
                      <a:endParaRPr lang="en-US" sz="2200" b="0" kern="0">
                        <a:solidFill>
                          <a:schemeClr val="tx2"/>
                        </a:solidFill>
                        <a:latin typeface="TT Norms Pro" panose="02000503030000020003" pitchFamily="50" charset="0"/>
                        <a:cs typeface="Arial" charset="0"/>
                      </a:endParaRPr>
                    </a:p>
                  </a:txBody>
                  <a:tcPr marL="365760" marR="365760" marT="274320" marB="2743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hMerge="1">
                  <a:txBody>
                    <a:bodyPr/>
                    <a:lstStyle/>
                    <a:p>
                      <a:endParaRPr lang="en-US"/>
                    </a:p>
                  </a:txBody>
                  <a:tcPr/>
                </a:tc>
                <a:tc hMerge="1">
                  <a:txBody>
                    <a:bodyPr/>
                    <a:lstStyle/>
                    <a:p>
                      <a:pPr marL="0" indent="0" algn="ctr" defTabSz="457200">
                        <a:buFont typeface="Wingdings" panose="05000000000000000000" pitchFamily="2" charset="2"/>
                        <a:buNone/>
                        <a:defRPr/>
                      </a:pPr>
                      <a:endParaRPr lang="en-US" sz="2200" b="0" kern="0">
                        <a:solidFill>
                          <a:schemeClr val="tx2"/>
                        </a:solidFill>
                        <a:latin typeface="TT Norms Pro" panose="02000503030000020003" pitchFamily="50" charset="0"/>
                        <a:cs typeface="Arial" charset="0"/>
                      </a:endParaRPr>
                    </a:p>
                  </a:txBody>
                  <a:tcPr marL="365760" marR="365760" marT="274320" marB="2743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1817812526"/>
                  </a:ext>
                </a:extLst>
              </a:tr>
            </a:tbl>
          </a:graphicData>
        </a:graphic>
      </p:graphicFrame>
    </p:spTree>
    <p:extLst>
      <p:ext uri="{BB962C8B-B14F-4D97-AF65-F5344CB8AC3E}">
        <p14:creationId xmlns:p14="http://schemas.microsoft.com/office/powerpoint/2010/main" val="1348183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A3ECD3EA-502D-490C-9B49-71DEA442903B}"/>
              </a:ext>
            </a:extLst>
          </p:cNvPr>
          <p:cNvSpPr>
            <a:spLocks noGrp="1" noRot="1" noMove="1" noResize="1" noEditPoints="1" noAdjustHandles="1" noChangeArrowheads="1" noChangeShapeType="1"/>
          </p:cNvSpPr>
          <p:nvPr>
            <p:ph type="title"/>
          </p:nvPr>
        </p:nvSpPr>
        <p:spPr/>
        <p:txBody>
          <a:bodyPr/>
          <a:lstStyle/>
          <a:p>
            <a:r>
              <a:rPr lang="en-US"/>
              <a:t>Questions &amp; Answers</a:t>
            </a:r>
          </a:p>
        </p:txBody>
      </p:sp>
      <p:sp>
        <p:nvSpPr>
          <p:cNvPr id="2" name="Text Placeholder 1">
            <a:extLst>
              <a:ext uri="{FF2B5EF4-FFF2-40B4-BE49-F238E27FC236}">
                <a16:creationId xmlns:a16="http://schemas.microsoft.com/office/drawing/2014/main" id="{0F98156B-B4B7-EA77-989A-6D4EA7DD205D}"/>
              </a:ext>
            </a:extLst>
          </p:cNvPr>
          <p:cNvSpPr>
            <a:spLocks noGrp="1"/>
          </p:cNvSpPr>
          <p:nvPr>
            <p:ph type="body" sz="quarter" idx="20"/>
          </p:nvPr>
        </p:nvSpPr>
        <p:spPr/>
        <p:txBody>
          <a:bodyPr/>
          <a:lstStyle/>
          <a:p>
            <a:r>
              <a:rPr lang="en-US"/>
              <a:t>04</a:t>
            </a:r>
          </a:p>
        </p:txBody>
      </p:sp>
    </p:spTree>
    <p:extLst>
      <p:ext uri="{BB962C8B-B14F-4D97-AF65-F5344CB8AC3E}">
        <p14:creationId xmlns:p14="http://schemas.microsoft.com/office/powerpoint/2010/main" val="1914026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35D443AD-4BA0-4545-A2BE-8D9B3F6F564D}"/>
              </a:ext>
            </a:extLst>
          </p:cNvPr>
          <p:cNvSpPr>
            <a:spLocks noGrp="1" noRot="1" noMove="1" noResize="1" noEditPoints="1" noAdjustHandles="1" noChangeArrowheads="1" noChangeShapeType="1"/>
          </p:cNvSpPr>
          <p:nvPr>
            <p:ph type="title"/>
          </p:nvPr>
        </p:nvSpPr>
        <p:spPr/>
        <p:txBody>
          <a:bodyPr/>
          <a:lstStyle/>
          <a:p>
            <a:r>
              <a:rPr lang="en-US"/>
              <a:t>Next steps</a:t>
            </a:r>
          </a:p>
        </p:txBody>
      </p:sp>
      <p:sp>
        <p:nvSpPr>
          <p:cNvPr id="2" name="Text Placeholder 1">
            <a:extLst>
              <a:ext uri="{FF2B5EF4-FFF2-40B4-BE49-F238E27FC236}">
                <a16:creationId xmlns:a16="http://schemas.microsoft.com/office/drawing/2014/main" id="{CE9CFD69-AB2C-F604-9D9F-0268ABB2D119}"/>
              </a:ext>
            </a:extLst>
          </p:cNvPr>
          <p:cNvSpPr>
            <a:spLocks noGrp="1"/>
          </p:cNvSpPr>
          <p:nvPr>
            <p:ph type="body" sz="quarter" idx="20"/>
          </p:nvPr>
        </p:nvSpPr>
        <p:spPr/>
        <p:txBody>
          <a:bodyPr/>
          <a:lstStyle/>
          <a:p>
            <a:r>
              <a:rPr lang="en-US"/>
              <a:t>05</a:t>
            </a:r>
          </a:p>
        </p:txBody>
      </p:sp>
    </p:spTree>
    <p:extLst>
      <p:ext uri="{BB962C8B-B14F-4D97-AF65-F5344CB8AC3E}">
        <p14:creationId xmlns:p14="http://schemas.microsoft.com/office/powerpoint/2010/main" val="1726437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7">
            <a:extLst>
              <a:ext uri="{FF2B5EF4-FFF2-40B4-BE49-F238E27FC236}">
                <a16:creationId xmlns:a16="http://schemas.microsoft.com/office/drawing/2014/main" id="{CC2F43AD-19B1-7734-8125-A318E0312D04}"/>
              </a:ext>
            </a:extLst>
          </p:cNvPr>
          <p:cNvGraphicFramePr>
            <a:graphicFrameLocks noGrp="1"/>
          </p:cNvGraphicFramePr>
          <p:nvPr>
            <p:extLst>
              <p:ext uri="{D42A27DB-BD31-4B8C-83A1-F6EECF244321}">
                <p14:modId xmlns:p14="http://schemas.microsoft.com/office/powerpoint/2010/main" val="3529801129"/>
              </p:ext>
            </p:extLst>
          </p:nvPr>
        </p:nvGraphicFramePr>
        <p:xfrm>
          <a:off x="1260652" y="4474288"/>
          <a:ext cx="6168848" cy="7696783"/>
        </p:xfrm>
        <a:graphic>
          <a:graphicData uri="http://schemas.openxmlformats.org/drawingml/2006/table">
            <a:tbl>
              <a:tblPr firstRow="1" bandRow="1">
                <a:tableStyleId>{5C22544A-7EE6-4342-B048-85BDC9FD1C3A}</a:tableStyleId>
              </a:tblPr>
              <a:tblGrid>
                <a:gridCol w="6168848">
                  <a:extLst>
                    <a:ext uri="{9D8B030D-6E8A-4147-A177-3AD203B41FA5}">
                      <a16:colId xmlns:a16="http://schemas.microsoft.com/office/drawing/2014/main" val="2158436088"/>
                    </a:ext>
                  </a:extLst>
                </a:gridCol>
              </a:tblGrid>
              <a:tr h="3499848">
                <a:tc>
                  <a:txBody>
                    <a:bodyPr/>
                    <a:lstStyle/>
                    <a:p>
                      <a:pPr marL="0" marR="0" lvl="0" indent="0" algn="ctr" defTabSz="1828252" rtl="0" eaLnBrk="1" fontAlgn="auto" latinLnBrk="0" hangingPunct="1">
                        <a:lnSpc>
                          <a:spcPct val="9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2B49"/>
                          </a:solidFill>
                          <a:effectLst/>
                          <a:uLnTx/>
                          <a:uFillTx/>
                          <a:latin typeface="TT Norms Pro" panose="02000503030000020003" pitchFamily="2" charset="0"/>
                          <a:ea typeface="+mn-ea"/>
                          <a:cs typeface="A Thuluth" pitchFamily="2" charset="-78"/>
                        </a:rPr>
                        <a:t>JUNE</a:t>
                      </a:r>
                    </a:p>
                    <a:p>
                      <a:pPr marL="0" marR="0" lvl="0" indent="0" algn="ctr" defTabSz="1828252" rtl="0" eaLnBrk="1" fontAlgn="auto" latinLnBrk="0" hangingPunct="1">
                        <a:lnSpc>
                          <a:spcPct val="90000"/>
                        </a:lnSpc>
                        <a:spcBef>
                          <a:spcPts val="0"/>
                        </a:spcBef>
                        <a:spcAft>
                          <a:spcPts val="0"/>
                        </a:spcAft>
                        <a:buClrTx/>
                        <a:buSzTx/>
                        <a:buFontTx/>
                        <a:buNone/>
                        <a:tabLst/>
                        <a:defRPr/>
                      </a:pPr>
                      <a:r>
                        <a:rPr kumimoji="0" lang="en-US" sz="16600" b="1" i="0" u="none" strike="noStrike" kern="1200" cap="none" spc="0" normalizeH="0" baseline="0" noProof="0" dirty="0">
                          <a:ln>
                            <a:noFill/>
                          </a:ln>
                          <a:solidFill>
                            <a:srgbClr val="002B49"/>
                          </a:solidFill>
                          <a:effectLst/>
                          <a:uLnTx/>
                          <a:uFillTx/>
                          <a:latin typeface="TT Norms Pro" panose="02000503030000020003" pitchFamily="2" charset="0"/>
                          <a:ea typeface="+mn-ea"/>
                          <a:cs typeface="A Thuluth" pitchFamily="2" charset="-78"/>
                        </a:rPr>
                        <a:t>2026</a:t>
                      </a:r>
                      <a:endParaRPr lang="en-US" sz="3200" b="1" i="0" spc="0" baseline="0" dirty="0">
                        <a:solidFill>
                          <a:schemeClr val="tx2"/>
                        </a:solidFill>
                        <a:latin typeface="TT Norms Pro" panose="02000503030000020003" pitchFamily="2" charset="0"/>
                        <a:cs typeface="A Thuluth" pitchFamily="2" charset="-78"/>
                      </a:endParaRPr>
                    </a:p>
                  </a:txBody>
                  <a:tcPr marT="457200" marB="0" anchor="ctr">
                    <a:lnT w="38100" cmpd="sng">
                      <a:noFill/>
                    </a:lnT>
                    <a:lnB w="12700" cmpd="sng">
                      <a:noFill/>
                    </a:lnB>
                    <a:solidFill>
                      <a:schemeClr val="tx1">
                        <a:lumMod val="20000"/>
                        <a:lumOff val="80000"/>
                        <a:alpha val="50000"/>
                      </a:schemeClr>
                    </a:solidFill>
                  </a:tcPr>
                </a:tc>
                <a:extLst>
                  <a:ext uri="{0D108BD9-81ED-4DB2-BD59-A6C34878D82A}">
                    <a16:rowId xmlns:a16="http://schemas.microsoft.com/office/drawing/2014/main" val="1534491352"/>
                  </a:ext>
                </a:extLst>
              </a:tr>
              <a:tr h="636929">
                <a:tc>
                  <a:txBody>
                    <a:bodyPr/>
                    <a:lstStyle/>
                    <a:p>
                      <a:r>
                        <a:rPr lang="en-US" sz="2000" b="1">
                          <a:solidFill>
                            <a:schemeClr val="tx2"/>
                          </a:solidFill>
                          <a:latin typeface="TT Norms Pro" panose="02000503030000020003" pitchFamily="2" charset="0"/>
                        </a:rPr>
                        <a:t>NEXT STEPS:</a:t>
                      </a:r>
                    </a:p>
                  </a:txBody>
                  <a:tcPr marL="457200" marR="457200" marT="137160" marB="91440" anchor="ctr">
                    <a:lnT w="12700" cmpd="sng">
                      <a:noFill/>
                    </a:lnT>
                    <a:lnB w="12700" cap="flat" cmpd="sng" algn="ctr">
                      <a:no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018483569"/>
                  </a:ext>
                </a:extLst>
              </a:tr>
              <a:tr h="3560006">
                <a:tc>
                  <a:txBody>
                    <a:bodyPr/>
                    <a:lstStyle/>
                    <a:p>
                      <a:pPr marL="292100" indent="-292100" algn="l" defTabSz="1219170">
                        <a:spcBef>
                          <a:spcPct val="20000"/>
                        </a:spcBef>
                        <a:buFont typeface="+mj-lt"/>
                        <a:buAutoNum type="arabicPeriod"/>
                        <a:tabLst/>
                        <a:defRPr/>
                      </a:pPr>
                      <a:r>
                        <a:rPr lang="en-US" sz="2000" dirty="0">
                          <a:solidFill>
                            <a:schemeClr val="tx2"/>
                          </a:solidFill>
                          <a:latin typeface="TT Norms Pro" panose="02000503030000020003" pitchFamily="50" charset="0"/>
                        </a:rPr>
                        <a:t>Continue to track and report deployment quantities using ILMT</a:t>
                      </a:r>
                    </a:p>
                  </a:txBody>
                  <a:tcPr marL="457200" marR="457200" marT="274320" marB="457200">
                    <a:lnT w="12700" cap="flat" cmpd="sng" algn="ctr">
                      <a:noFill/>
                      <a:prstDash val="solid"/>
                      <a:round/>
                      <a:headEnd type="none" w="med" len="med"/>
                      <a:tailEnd type="none" w="med" len="med"/>
                    </a:lnT>
                    <a:lnB w="12700" cmpd="sng">
                      <a:noFill/>
                    </a:lnB>
                    <a:solidFill>
                      <a:schemeClr val="tx1">
                        <a:lumMod val="20000"/>
                        <a:lumOff val="80000"/>
                        <a:alpha val="50000"/>
                      </a:schemeClr>
                    </a:solidFill>
                  </a:tcPr>
                </a:tc>
                <a:extLst>
                  <a:ext uri="{0D108BD9-81ED-4DB2-BD59-A6C34878D82A}">
                    <a16:rowId xmlns:a16="http://schemas.microsoft.com/office/drawing/2014/main" val="1503919897"/>
                  </a:ext>
                </a:extLst>
              </a:tr>
            </a:tbl>
          </a:graphicData>
        </a:graphic>
      </p:graphicFrame>
      <p:sp>
        <p:nvSpPr>
          <p:cNvPr id="44" name="Round Same Side Corner Rectangle 5">
            <a:extLst>
              <a:ext uri="{FF2B5EF4-FFF2-40B4-BE49-F238E27FC236}">
                <a16:creationId xmlns:a16="http://schemas.microsoft.com/office/drawing/2014/main" id="{DDF5F49C-EED2-49D9-9ED0-97092E14B48F}"/>
              </a:ext>
            </a:extLst>
          </p:cNvPr>
          <p:cNvSpPr/>
          <p:nvPr/>
        </p:nvSpPr>
        <p:spPr>
          <a:xfrm>
            <a:off x="1260652" y="3697315"/>
            <a:ext cx="6168848" cy="984896"/>
          </a:xfrm>
          <a:prstGeom prst="round2SameRect">
            <a:avLst>
              <a:gd name="adj1" fmla="val 39824"/>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T Norms Pro" panose="02000503030000020003" pitchFamily="2" charset="0"/>
              </a:rPr>
              <a:t>Q2 ELP</a:t>
            </a:r>
          </a:p>
        </p:txBody>
      </p:sp>
      <p:sp>
        <p:nvSpPr>
          <p:cNvPr id="3" name="Title 2">
            <a:extLst>
              <a:ext uri="{FF2B5EF4-FFF2-40B4-BE49-F238E27FC236}">
                <a16:creationId xmlns:a16="http://schemas.microsoft.com/office/drawing/2014/main" id="{FE4417AD-4E5D-738C-A572-759F9AC4DFBC}"/>
              </a:ext>
            </a:extLst>
          </p:cNvPr>
          <p:cNvSpPr>
            <a:spLocks noGrp="1"/>
          </p:cNvSpPr>
          <p:nvPr>
            <p:ph type="title"/>
          </p:nvPr>
        </p:nvSpPr>
        <p:spPr/>
        <p:txBody>
          <a:bodyPr/>
          <a:lstStyle/>
          <a:p>
            <a:r>
              <a:rPr lang="en-US"/>
              <a:t>Recommended Next Steps</a:t>
            </a:r>
          </a:p>
        </p:txBody>
      </p:sp>
      <p:graphicFrame>
        <p:nvGraphicFramePr>
          <p:cNvPr id="187" name="Table 17">
            <a:extLst>
              <a:ext uri="{FF2B5EF4-FFF2-40B4-BE49-F238E27FC236}">
                <a16:creationId xmlns:a16="http://schemas.microsoft.com/office/drawing/2014/main" id="{A03B8F55-CAAD-8A59-2CB7-7952550DCD16}"/>
              </a:ext>
            </a:extLst>
          </p:cNvPr>
          <p:cNvGraphicFramePr>
            <a:graphicFrameLocks noGrp="1"/>
          </p:cNvGraphicFramePr>
          <p:nvPr>
            <p:extLst>
              <p:ext uri="{D42A27DB-BD31-4B8C-83A1-F6EECF244321}">
                <p14:modId xmlns:p14="http://schemas.microsoft.com/office/powerpoint/2010/main" val="3726776767"/>
              </p:ext>
            </p:extLst>
          </p:nvPr>
        </p:nvGraphicFramePr>
        <p:xfrm>
          <a:off x="9109163" y="4474288"/>
          <a:ext cx="6168848" cy="8001583"/>
        </p:xfrm>
        <a:graphic>
          <a:graphicData uri="http://schemas.openxmlformats.org/drawingml/2006/table">
            <a:tbl>
              <a:tblPr firstRow="1" bandRow="1">
                <a:tableStyleId>{5C22544A-7EE6-4342-B048-85BDC9FD1C3A}</a:tableStyleId>
              </a:tblPr>
              <a:tblGrid>
                <a:gridCol w="6168848">
                  <a:extLst>
                    <a:ext uri="{9D8B030D-6E8A-4147-A177-3AD203B41FA5}">
                      <a16:colId xmlns:a16="http://schemas.microsoft.com/office/drawing/2014/main" val="2158436088"/>
                    </a:ext>
                  </a:extLst>
                </a:gridCol>
              </a:tblGrid>
              <a:tr h="3468854">
                <a:tc>
                  <a:txBody>
                    <a:bodyPr/>
                    <a:lstStyle/>
                    <a:p>
                      <a:pPr marL="0" marR="0" lvl="0" indent="0" algn="ctr" defTabSz="1828252" rtl="0" eaLnBrk="1" fontAlgn="auto" latinLnBrk="0" hangingPunct="1">
                        <a:lnSpc>
                          <a:spcPct val="90000"/>
                        </a:lnSpc>
                        <a:spcBef>
                          <a:spcPts val="0"/>
                        </a:spcBef>
                        <a:spcAft>
                          <a:spcPts val="0"/>
                        </a:spcAft>
                        <a:buClrTx/>
                        <a:buSzTx/>
                        <a:buFontTx/>
                        <a:buNone/>
                        <a:tabLst/>
                        <a:defRPr/>
                      </a:pPr>
                      <a:r>
                        <a:rPr lang="en-US" sz="3200" b="1" i="0" spc="0" baseline="0" dirty="0">
                          <a:solidFill>
                            <a:schemeClr val="tx2"/>
                          </a:solidFill>
                          <a:latin typeface="TT Norms Pro" panose="02000503030000020003" pitchFamily="2" charset="0"/>
                          <a:cs typeface="A Thuluth" pitchFamily="2" charset="-78"/>
                        </a:rPr>
                        <a:t>MAY</a:t>
                      </a:r>
                    </a:p>
                    <a:p>
                      <a:pPr marL="0" marR="0" lvl="0" indent="0" algn="ctr" defTabSz="1828252" rtl="0" eaLnBrk="1" fontAlgn="auto" latinLnBrk="0" hangingPunct="1">
                        <a:lnSpc>
                          <a:spcPct val="90000"/>
                        </a:lnSpc>
                        <a:spcBef>
                          <a:spcPts val="0"/>
                        </a:spcBef>
                        <a:spcAft>
                          <a:spcPts val="0"/>
                        </a:spcAft>
                        <a:buClrTx/>
                        <a:buSzTx/>
                        <a:buFontTx/>
                        <a:buNone/>
                        <a:tabLst/>
                        <a:defRPr/>
                      </a:pPr>
                      <a:r>
                        <a:rPr lang="en-US" sz="16600" b="1" i="0" dirty="0">
                          <a:solidFill>
                            <a:schemeClr val="tx2"/>
                          </a:solidFill>
                          <a:latin typeface="TT Norms Pro" panose="02000503030000020003" pitchFamily="2" charset="0"/>
                          <a:cs typeface="A Thuluth" pitchFamily="2" charset="-78"/>
                        </a:rPr>
                        <a:t>2026</a:t>
                      </a:r>
                    </a:p>
                  </a:txBody>
                  <a:tcPr marT="457200" marB="0" anchor="ctr">
                    <a:lnT w="38100" cmpd="sng">
                      <a:noFill/>
                    </a:lnT>
                    <a:lnB w="12700" cmpd="sng">
                      <a:noFill/>
                    </a:lnB>
                    <a:solidFill>
                      <a:schemeClr val="tx1">
                        <a:lumMod val="20000"/>
                        <a:lumOff val="80000"/>
                        <a:alpha val="50000"/>
                      </a:schemeClr>
                    </a:solidFill>
                  </a:tcPr>
                </a:tc>
                <a:extLst>
                  <a:ext uri="{0D108BD9-81ED-4DB2-BD59-A6C34878D82A}">
                    <a16:rowId xmlns:a16="http://schemas.microsoft.com/office/drawing/2014/main" val="1534491352"/>
                  </a:ext>
                </a:extLst>
              </a:tr>
              <a:tr h="631289">
                <a:tc>
                  <a:txBody>
                    <a:bodyPr/>
                    <a:lstStyle/>
                    <a:p>
                      <a:r>
                        <a:rPr lang="en-US" sz="2200" b="1">
                          <a:solidFill>
                            <a:schemeClr val="tx2"/>
                          </a:solidFill>
                          <a:latin typeface="TT Norms Pro" panose="02000503030000020003" pitchFamily="2" charset="0"/>
                        </a:rPr>
                        <a:t>NEXT STEPS:</a:t>
                      </a:r>
                    </a:p>
                  </a:txBody>
                  <a:tcPr marL="457200" marR="457200" marT="137160" marB="91440" anchor="ctr">
                    <a:lnT w="12700" cmpd="sng">
                      <a:noFill/>
                    </a:lnT>
                    <a:lnB w="12700" cap="flat" cmpd="sng" algn="ctr">
                      <a:no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018483569"/>
                  </a:ext>
                </a:extLst>
              </a:tr>
              <a:tr h="3016863">
                <a:tc>
                  <a:txBody>
                    <a:bodyPr/>
                    <a:lstStyle/>
                    <a:p>
                      <a:pPr marL="292100" indent="-292100" algn="l" defTabSz="1219170">
                        <a:spcBef>
                          <a:spcPct val="20000"/>
                        </a:spcBef>
                        <a:buFont typeface="+mj-lt"/>
                        <a:buAutoNum type="arabicPeriod"/>
                        <a:tabLst/>
                        <a:defRPr/>
                      </a:pPr>
                      <a:r>
                        <a:rPr lang="en-US" sz="2000" dirty="0">
                          <a:solidFill>
                            <a:schemeClr val="tx2"/>
                          </a:solidFill>
                          <a:latin typeface="TT Norms Pro" panose="02000503030000020003" pitchFamily="50" charset="0"/>
                        </a:rPr>
                        <a:t>Discuss with internal team future business needs within the environment</a:t>
                      </a: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txBody>
                  <a:tcPr marL="457200" marR="457200" marT="274320" marB="457200">
                    <a:lnT w="12700" cap="flat" cmpd="sng" algn="ctr">
                      <a:noFill/>
                      <a:prstDash val="solid"/>
                      <a:round/>
                      <a:headEnd type="none" w="med" len="med"/>
                      <a:tailEnd type="none" w="med" len="med"/>
                    </a:lnT>
                    <a:lnB w="12700" cmpd="sng">
                      <a:noFill/>
                    </a:lnB>
                    <a:solidFill>
                      <a:schemeClr val="tx1">
                        <a:lumMod val="20000"/>
                        <a:lumOff val="80000"/>
                        <a:alpha val="50000"/>
                      </a:schemeClr>
                    </a:solidFill>
                  </a:tcPr>
                </a:tc>
                <a:extLst>
                  <a:ext uri="{0D108BD9-81ED-4DB2-BD59-A6C34878D82A}">
                    <a16:rowId xmlns:a16="http://schemas.microsoft.com/office/drawing/2014/main" val="1503919897"/>
                  </a:ext>
                </a:extLst>
              </a:tr>
            </a:tbl>
          </a:graphicData>
        </a:graphic>
      </p:graphicFrame>
      <p:sp>
        <p:nvSpPr>
          <p:cNvPr id="188" name="Round Same Side Corner Rectangle 5">
            <a:extLst>
              <a:ext uri="{FF2B5EF4-FFF2-40B4-BE49-F238E27FC236}">
                <a16:creationId xmlns:a16="http://schemas.microsoft.com/office/drawing/2014/main" id="{F2A0CD14-8931-A99E-9491-CF1544A3DC83}"/>
              </a:ext>
            </a:extLst>
          </p:cNvPr>
          <p:cNvSpPr/>
          <p:nvPr/>
        </p:nvSpPr>
        <p:spPr>
          <a:xfrm>
            <a:off x="9109164" y="3697315"/>
            <a:ext cx="6168848" cy="984896"/>
          </a:xfrm>
          <a:prstGeom prst="round2SameRect">
            <a:avLst>
              <a:gd name="adj1" fmla="val 39824"/>
              <a:gd name="adj2" fmla="val 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T Norms Pro" panose="02000503030000020003" pitchFamily="2" charset="0"/>
              </a:rPr>
              <a:t>Business Needs</a:t>
            </a:r>
          </a:p>
        </p:txBody>
      </p:sp>
      <p:graphicFrame>
        <p:nvGraphicFramePr>
          <p:cNvPr id="189" name="Table 17">
            <a:extLst>
              <a:ext uri="{FF2B5EF4-FFF2-40B4-BE49-F238E27FC236}">
                <a16:creationId xmlns:a16="http://schemas.microsoft.com/office/drawing/2014/main" id="{8D582D99-C8FA-AADD-5D52-2CDBB917A002}"/>
              </a:ext>
            </a:extLst>
          </p:cNvPr>
          <p:cNvGraphicFramePr>
            <a:graphicFrameLocks noGrp="1"/>
          </p:cNvGraphicFramePr>
          <p:nvPr>
            <p:extLst>
              <p:ext uri="{D42A27DB-BD31-4B8C-83A1-F6EECF244321}">
                <p14:modId xmlns:p14="http://schemas.microsoft.com/office/powerpoint/2010/main" val="1544384084"/>
              </p:ext>
            </p:extLst>
          </p:nvPr>
        </p:nvGraphicFramePr>
        <p:xfrm>
          <a:off x="16957675" y="4474288"/>
          <a:ext cx="6168848" cy="8001583"/>
        </p:xfrm>
        <a:graphic>
          <a:graphicData uri="http://schemas.openxmlformats.org/drawingml/2006/table">
            <a:tbl>
              <a:tblPr firstRow="1" bandRow="1">
                <a:tableStyleId>{5C22544A-7EE6-4342-B048-85BDC9FD1C3A}</a:tableStyleId>
              </a:tblPr>
              <a:tblGrid>
                <a:gridCol w="6168848">
                  <a:extLst>
                    <a:ext uri="{9D8B030D-6E8A-4147-A177-3AD203B41FA5}">
                      <a16:colId xmlns:a16="http://schemas.microsoft.com/office/drawing/2014/main" val="2158436088"/>
                    </a:ext>
                  </a:extLst>
                </a:gridCol>
              </a:tblGrid>
              <a:tr h="3468854">
                <a:tc>
                  <a:txBody>
                    <a:bodyPr/>
                    <a:lstStyle/>
                    <a:p>
                      <a:pPr marL="0" marR="0" lvl="0" indent="0" algn="ctr" defTabSz="1828252" rtl="0" eaLnBrk="1" fontAlgn="auto" latinLnBrk="0" hangingPunct="1">
                        <a:lnSpc>
                          <a:spcPct val="90000"/>
                        </a:lnSpc>
                        <a:spcBef>
                          <a:spcPts val="0"/>
                        </a:spcBef>
                        <a:spcAft>
                          <a:spcPts val="0"/>
                        </a:spcAft>
                        <a:buClrTx/>
                        <a:buSzTx/>
                        <a:buFontTx/>
                        <a:buNone/>
                        <a:tabLst/>
                        <a:defRPr/>
                      </a:pPr>
                      <a:r>
                        <a:rPr lang="en-US" sz="3200" b="1" i="0" spc="0" baseline="0" dirty="0">
                          <a:solidFill>
                            <a:schemeClr val="tx2"/>
                          </a:solidFill>
                          <a:latin typeface="TT Norms Pro" panose="02000503030000020003" pitchFamily="2" charset="0"/>
                          <a:cs typeface="A Thuluth" pitchFamily="2" charset="-78"/>
                        </a:rPr>
                        <a:t>AUGUST</a:t>
                      </a:r>
                    </a:p>
                    <a:p>
                      <a:pPr marL="0" marR="0" lvl="0" indent="0" algn="ctr" defTabSz="1828252" rtl="0" eaLnBrk="1" fontAlgn="auto" latinLnBrk="0" hangingPunct="1">
                        <a:lnSpc>
                          <a:spcPct val="90000"/>
                        </a:lnSpc>
                        <a:spcBef>
                          <a:spcPts val="0"/>
                        </a:spcBef>
                        <a:spcAft>
                          <a:spcPts val="0"/>
                        </a:spcAft>
                        <a:buClrTx/>
                        <a:buSzTx/>
                        <a:buFontTx/>
                        <a:buNone/>
                        <a:tabLst/>
                        <a:defRPr/>
                      </a:pPr>
                      <a:r>
                        <a:rPr lang="en-US" sz="16600" b="1" i="0" dirty="0">
                          <a:solidFill>
                            <a:schemeClr val="tx2"/>
                          </a:solidFill>
                          <a:latin typeface="TT Norms Pro" panose="02000503030000020003" pitchFamily="2" charset="0"/>
                          <a:cs typeface="A Thuluth" pitchFamily="2" charset="-78"/>
                        </a:rPr>
                        <a:t>2026</a:t>
                      </a:r>
                    </a:p>
                  </a:txBody>
                  <a:tcPr marT="457200" marB="0" anchor="ctr">
                    <a:lnT w="38100" cmpd="sng">
                      <a:noFill/>
                    </a:lnT>
                    <a:lnB w="12700" cmpd="sng">
                      <a:noFill/>
                    </a:lnB>
                    <a:solidFill>
                      <a:schemeClr val="tx1">
                        <a:lumMod val="20000"/>
                        <a:lumOff val="80000"/>
                        <a:alpha val="50000"/>
                      </a:schemeClr>
                    </a:solidFill>
                  </a:tcPr>
                </a:tc>
                <a:extLst>
                  <a:ext uri="{0D108BD9-81ED-4DB2-BD59-A6C34878D82A}">
                    <a16:rowId xmlns:a16="http://schemas.microsoft.com/office/drawing/2014/main" val="1534491352"/>
                  </a:ext>
                </a:extLst>
              </a:tr>
              <a:tr h="631289">
                <a:tc>
                  <a:txBody>
                    <a:bodyPr/>
                    <a:lstStyle/>
                    <a:p>
                      <a:r>
                        <a:rPr lang="en-US" sz="2200" b="1">
                          <a:solidFill>
                            <a:schemeClr val="tx2"/>
                          </a:solidFill>
                          <a:latin typeface="TT Norms Pro" panose="02000503030000020003" pitchFamily="2" charset="0"/>
                        </a:rPr>
                        <a:t>NEXT STEPS:</a:t>
                      </a:r>
                    </a:p>
                  </a:txBody>
                  <a:tcPr marL="457200" marR="457200" marT="137160" marB="91440" anchor="ctr">
                    <a:lnT w="12700" cmpd="sng">
                      <a:noFill/>
                    </a:lnT>
                    <a:lnB w="12700" cap="flat" cmpd="sng" algn="ctr">
                      <a:no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018483569"/>
                  </a:ext>
                </a:extLst>
              </a:tr>
              <a:tr h="3016863">
                <a:tc>
                  <a:txBody>
                    <a:bodyPr/>
                    <a:lstStyle/>
                    <a:p>
                      <a:pPr marL="292100" indent="-292100" algn="l" defTabSz="1219170">
                        <a:spcBef>
                          <a:spcPct val="20000"/>
                        </a:spcBef>
                        <a:buFont typeface="+mj-lt"/>
                        <a:buAutoNum type="arabicPeriod"/>
                        <a:tabLst/>
                        <a:defRPr/>
                      </a:pPr>
                      <a:r>
                        <a:rPr lang="en-US" sz="2000" dirty="0">
                          <a:solidFill>
                            <a:schemeClr val="tx2"/>
                          </a:solidFill>
                          <a:latin typeface="TT Norms Pro" panose="02000503030000020003" pitchFamily="50" charset="0"/>
                        </a:rPr>
                        <a:t>Optimize Subscription &amp; Support (S&amp;S) quantities as part of the renewal</a:t>
                      </a: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dirty="0">
                        <a:solidFill>
                          <a:schemeClr val="tx2"/>
                        </a:solidFill>
                        <a:latin typeface="TT Norms Pro" panose="02000503030000020003" pitchFamily="50" charset="0"/>
                      </a:endParaRPr>
                    </a:p>
                  </a:txBody>
                  <a:tcPr marL="457200" marR="457200" marT="274320" marB="457200">
                    <a:lnT w="12700" cap="flat" cmpd="sng" algn="ctr">
                      <a:noFill/>
                      <a:prstDash val="solid"/>
                      <a:round/>
                      <a:headEnd type="none" w="med" len="med"/>
                      <a:tailEnd type="none" w="med" len="med"/>
                    </a:lnT>
                    <a:lnB w="12700" cmpd="sng">
                      <a:noFill/>
                    </a:lnB>
                    <a:solidFill>
                      <a:schemeClr val="tx1">
                        <a:lumMod val="20000"/>
                        <a:lumOff val="80000"/>
                        <a:alpha val="50000"/>
                      </a:schemeClr>
                    </a:solidFill>
                  </a:tcPr>
                </a:tc>
                <a:extLst>
                  <a:ext uri="{0D108BD9-81ED-4DB2-BD59-A6C34878D82A}">
                    <a16:rowId xmlns:a16="http://schemas.microsoft.com/office/drawing/2014/main" val="1503919897"/>
                  </a:ext>
                </a:extLst>
              </a:tr>
            </a:tbl>
          </a:graphicData>
        </a:graphic>
      </p:graphicFrame>
      <p:sp>
        <p:nvSpPr>
          <p:cNvPr id="190" name="Round Same Side Corner Rectangle 5">
            <a:extLst>
              <a:ext uri="{FF2B5EF4-FFF2-40B4-BE49-F238E27FC236}">
                <a16:creationId xmlns:a16="http://schemas.microsoft.com/office/drawing/2014/main" id="{B5C3CDA6-35F0-D5B9-94B6-433F11100F3C}"/>
              </a:ext>
            </a:extLst>
          </p:cNvPr>
          <p:cNvSpPr/>
          <p:nvPr/>
        </p:nvSpPr>
        <p:spPr>
          <a:xfrm>
            <a:off x="16957675" y="3697315"/>
            <a:ext cx="6168848" cy="984896"/>
          </a:xfrm>
          <a:prstGeom prst="round2SameRect">
            <a:avLst>
              <a:gd name="adj1" fmla="val 39824"/>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T Norms Pro" panose="02000503030000020003" pitchFamily="2" charset="0"/>
              </a:rPr>
              <a:t>Maintenance Renewal</a:t>
            </a:r>
          </a:p>
        </p:txBody>
      </p:sp>
      <p:cxnSp>
        <p:nvCxnSpPr>
          <p:cNvPr id="12" name="Straight Connector 11">
            <a:extLst>
              <a:ext uri="{FF2B5EF4-FFF2-40B4-BE49-F238E27FC236}">
                <a16:creationId xmlns:a16="http://schemas.microsoft.com/office/drawing/2014/main" id="{1C0A0A43-D30F-9A9C-C9DC-392A436AD1D0}"/>
              </a:ext>
            </a:extLst>
          </p:cNvPr>
          <p:cNvCxnSpPr>
            <a:cxnSpLocks/>
          </p:cNvCxnSpPr>
          <p:nvPr/>
        </p:nvCxnSpPr>
        <p:spPr>
          <a:xfrm>
            <a:off x="8269332" y="3395718"/>
            <a:ext cx="0" cy="8926121"/>
          </a:xfrm>
          <a:prstGeom prst="line">
            <a:avLst/>
          </a:prstGeom>
          <a:ln w="12700">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6233B1D-4446-E9D6-B543-22013F4FF195}"/>
              </a:ext>
            </a:extLst>
          </p:cNvPr>
          <p:cNvCxnSpPr>
            <a:cxnSpLocks/>
          </p:cNvCxnSpPr>
          <p:nvPr/>
        </p:nvCxnSpPr>
        <p:spPr>
          <a:xfrm>
            <a:off x="16117844" y="3395718"/>
            <a:ext cx="0" cy="8926121"/>
          </a:xfrm>
          <a:prstGeom prst="line">
            <a:avLst/>
          </a:prstGeom>
          <a:ln w="12700">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 name="Text Placeholder 4">
            <a:extLst>
              <a:ext uri="{FF2B5EF4-FFF2-40B4-BE49-F238E27FC236}">
                <a16:creationId xmlns:a16="http://schemas.microsoft.com/office/drawing/2014/main" id="{E9EAA2E3-EC76-5504-820C-EB6FD66BA910}"/>
              </a:ext>
            </a:extLst>
          </p:cNvPr>
          <p:cNvSpPr txBox="1">
            <a:spLocks/>
          </p:cNvSpPr>
          <p:nvPr/>
        </p:nvSpPr>
        <p:spPr>
          <a:xfrm>
            <a:off x="5" y="2011680"/>
            <a:ext cx="24387429" cy="484188"/>
          </a:xfrm>
          <a:prstGeom prst="rect">
            <a:avLst/>
          </a:prstGeom>
        </p:spPr>
        <p:txBody>
          <a:bodyPr vert="horz" lIns="91440" tIns="45720" rIns="228600" bIns="45720" rtlCol="0">
            <a:normAutofit fontScale="92500" lnSpcReduction="10000"/>
          </a:bodyPr>
          <a:lstStyle>
            <a:lvl1pPr marL="914400" indent="0" algn="l" defTabSz="1828708" rtl="0" eaLnBrk="1" latinLnBrk="0" hangingPunct="1">
              <a:lnSpc>
                <a:spcPct val="90000"/>
              </a:lnSpc>
              <a:spcBef>
                <a:spcPts val="0"/>
              </a:spcBef>
              <a:spcAft>
                <a:spcPts val="600"/>
              </a:spcAft>
              <a:buFont typeface="Arial" panose="020B0604020202020204" pitchFamily="34" charset="0"/>
              <a:buNone/>
              <a:defRPr lang="en-US" sz="3400" b="0" i="1" kern="1200" spc="-50" baseline="0" noProof="0">
                <a:solidFill>
                  <a:schemeClr val="accent1"/>
                </a:solidFill>
                <a:latin typeface="TT Norms Pro" panose="02000503030000020003" pitchFamily="2" charset="0"/>
                <a:ea typeface="+mn-ea"/>
                <a:cs typeface="+mn-cs"/>
              </a:defRPr>
            </a:lvl1pPr>
            <a:lvl2pPr marL="1371532" indent="-457177" algn="l" defTabSz="1828708" rtl="0" eaLnBrk="1" latinLnBrk="0" hangingPunct="1">
              <a:lnSpc>
                <a:spcPct val="90000"/>
              </a:lnSpc>
              <a:spcBef>
                <a:spcPts val="1000"/>
              </a:spcBef>
              <a:spcAft>
                <a:spcPts val="600"/>
              </a:spcAft>
              <a:buFont typeface="Arial" panose="020B0604020202020204" pitchFamily="34" charset="0"/>
              <a:buChar char="•"/>
              <a:defRPr lang="en-US" sz="3200" b="0" i="0" kern="1200" spc="-40" baseline="0" dirty="0" smtClean="0">
                <a:solidFill>
                  <a:schemeClr val="tx2"/>
                </a:solidFill>
                <a:latin typeface="TT Norms Pro" panose="02000503030000020003" pitchFamily="2" charset="0"/>
                <a:ea typeface="+mn-ea"/>
                <a:cs typeface="+mn-cs"/>
              </a:defRPr>
            </a:lvl2pPr>
            <a:lvl3pPr marL="1830386" indent="-457200" algn="l" defTabSz="1828708" rtl="0" eaLnBrk="1" latinLnBrk="0" hangingPunct="1">
              <a:lnSpc>
                <a:spcPct val="90000"/>
              </a:lnSpc>
              <a:spcBef>
                <a:spcPts val="1000"/>
              </a:spcBef>
              <a:spcAft>
                <a:spcPts val="600"/>
              </a:spcAft>
              <a:buFont typeface="Arial" panose="020B0604020202020204" pitchFamily="34" charset="0"/>
              <a:buChar char="•"/>
              <a:defRPr lang="en-US" sz="2800" b="0" i="0" kern="1200" spc="-30" baseline="0" dirty="0" smtClean="0">
                <a:solidFill>
                  <a:schemeClr val="tx2"/>
                </a:solidFill>
                <a:latin typeface="TT Norms Pro" panose="02000503030000020003" pitchFamily="2" charset="0"/>
                <a:ea typeface="+mn-ea"/>
                <a:cs typeface="+mn-cs"/>
              </a:defRPr>
            </a:lvl3pPr>
            <a:lvl4pPr marL="2292350" indent="-457200" algn="l" defTabSz="1828708" rtl="0" eaLnBrk="1" latinLnBrk="0" hangingPunct="1">
              <a:lnSpc>
                <a:spcPct val="90000"/>
              </a:lnSpc>
              <a:spcBef>
                <a:spcPts val="1000"/>
              </a:spcBef>
              <a:buFont typeface="Arial" panose="020B0604020202020204" pitchFamily="34" charset="0"/>
              <a:buChar char="•"/>
              <a:defRPr sz="2800" kern="1200">
                <a:solidFill>
                  <a:schemeClr val="tx2"/>
                </a:solidFill>
                <a:latin typeface="TT Norms Pro" panose="020B0604020202020204" charset="0"/>
                <a:ea typeface="+mn-ea"/>
                <a:cs typeface="+mn-cs"/>
              </a:defRPr>
            </a:lvl4pPr>
            <a:lvl5pPr marL="4114595"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5pPr>
            <a:lvl6pPr marL="5028948"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6pPr>
            <a:lvl7pPr marL="5943303"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7pPr>
            <a:lvl8pPr marL="6857656"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8pPr>
            <a:lvl9pPr marL="7772012"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9pPr>
          </a:lstStyle>
          <a:p>
            <a:endParaRPr lang="en-GB" sz="3200" i="0">
              <a:solidFill>
                <a:srgbClr val="2D5A71"/>
              </a:solidFill>
              <a:cs typeface="Helvetica" charset="0"/>
            </a:endParaRPr>
          </a:p>
        </p:txBody>
      </p:sp>
    </p:spTree>
    <p:extLst>
      <p:ext uri="{BB962C8B-B14F-4D97-AF65-F5344CB8AC3E}">
        <p14:creationId xmlns:p14="http://schemas.microsoft.com/office/powerpoint/2010/main" val="1968788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701B8B3F-5CCD-70C6-6C4B-90F6EFA996D8}"/>
              </a:ext>
            </a:extLst>
          </p:cNvPr>
          <p:cNvSpPr/>
          <p:nvPr/>
        </p:nvSpPr>
        <p:spPr>
          <a:xfrm flipH="1">
            <a:off x="0" y="0"/>
            <a:ext cx="15572883" cy="13716000"/>
          </a:xfrm>
          <a:prstGeom prst="rect">
            <a:avLst/>
          </a:prstGeom>
          <a:solidFill>
            <a:schemeClr val="tx1">
              <a:lumMod val="20000"/>
              <a:lumOff val="80000"/>
              <a:alpha val="25000"/>
            </a:schemeClr>
          </a:solidFill>
          <a:ln w="127000" cap="flat">
            <a:noFill/>
            <a:prstDash val="solid"/>
            <a:miter/>
          </a:ln>
        </p:spPr>
        <p:txBody>
          <a:bodyPr rtlCol="0" anchor="ctr"/>
          <a:lstStyle/>
          <a:p>
            <a:pPr algn="l"/>
            <a:endParaRPr lang="en-US"/>
          </a:p>
        </p:txBody>
      </p:sp>
      <p:grpSp>
        <p:nvGrpSpPr>
          <p:cNvPr id="29" name="Group 28">
            <a:extLst>
              <a:ext uri="{FF2B5EF4-FFF2-40B4-BE49-F238E27FC236}">
                <a16:creationId xmlns:a16="http://schemas.microsoft.com/office/drawing/2014/main" id="{F58CE4F0-47A6-FB66-5EF2-18B9FB581899}"/>
              </a:ext>
            </a:extLst>
          </p:cNvPr>
          <p:cNvGrpSpPr/>
          <p:nvPr/>
        </p:nvGrpSpPr>
        <p:grpSpPr>
          <a:xfrm>
            <a:off x="13947144" y="0"/>
            <a:ext cx="3251478" cy="13716000"/>
            <a:chOff x="13099534" y="0"/>
            <a:chExt cx="3251478" cy="13716000"/>
          </a:xfrm>
        </p:grpSpPr>
        <p:pic>
          <p:nvPicPr>
            <p:cNvPr id="12" name="Picture 11">
              <a:extLst>
                <a:ext uri="{FF2B5EF4-FFF2-40B4-BE49-F238E27FC236}">
                  <a16:creationId xmlns:a16="http://schemas.microsoft.com/office/drawing/2014/main" id="{55716488-D6AB-9DAA-8FD8-BD3ACD136DBB}"/>
                </a:ext>
              </a:extLst>
            </p:cNvPr>
            <p:cNvPicPr>
              <a:picLocks noChangeAspect="1"/>
            </p:cNvPicPr>
            <p:nvPr/>
          </p:nvPicPr>
          <p:blipFill>
            <a:blip r:embed="rId3"/>
            <a:stretch>
              <a:fillRect/>
            </a:stretch>
          </p:blipFill>
          <p:spPr>
            <a:xfrm flipH="1">
              <a:off x="13099534" y="5194143"/>
              <a:ext cx="3251478" cy="3251478"/>
            </a:xfrm>
            <a:prstGeom prst="rect">
              <a:avLst/>
            </a:prstGeom>
          </p:spPr>
        </p:pic>
        <p:cxnSp>
          <p:nvCxnSpPr>
            <p:cNvPr id="13" name="Straight Connector 12">
              <a:extLst>
                <a:ext uri="{FF2B5EF4-FFF2-40B4-BE49-F238E27FC236}">
                  <a16:creationId xmlns:a16="http://schemas.microsoft.com/office/drawing/2014/main" id="{B663E6CF-045E-E70F-52E3-F0B375B094EC}"/>
                </a:ext>
              </a:extLst>
            </p:cNvPr>
            <p:cNvCxnSpPr>
              <a:cxnSpLocks/>
            </p:cNvCxnSpPr>
            <p:nvPr/>
          </p:nvCxnSpPr>
          <p:spPr>
            <a:xfrm flipV="1">
              <a:off x="14725273" y="0"/>
              <a:ext cx="0" cy="5724041"/>
            </a:xfrm>
            <a:prstGeom prst="line">
              <a:avLst/>
            </a:prstGeom>
            <a:solidFill>
              <a:srgbClr val="FFFFFF"/>
            </a:solidFill>
            <a:ln w="38100" cap="flat">
              <a:solidFill>
                <a:schemeClr val="tx2"/>
              </a:solidFill>
              <a:prstDash val="solid"/>
              <a:miter/>
            </a:ln>
          </p:spPr>
        </p:cxnSp>
        <p:cxnSp>
          <p:nvCxnSpPr>
            <p:cNvPr id="14" name="Straight Connector 13">
              <a:extLst>
                <a:ext uri="{FF2B5EF4-FFF2-40B4-BE49-F238E27FC236}">
                  <a16:creationId xmlns:a16="http://schemas.microsoft.com/office/drawing/2014/main" id="{576A1ADC-85E3-9DE6-641B-C2748D00F571}"/>
                </a:ext>
              </a:extLst>
            </p:cNvPr>
            <p:cNvCxnSpPr>
              <a:cxnSpLocks/>
            </p:cNvCxnSpPr>
            <p:nvPr/>
          </p:nvCxnSpPr>
          <p:spPr>
            <a:xfrm flipV="1">
              <a:off x="14725273" y="7924800"/>
              <a:ext cx="0" cy="5791200"/>
            </a:xfrm>
            <a:prstGeom prst="line">
              <a:avLst/>
            </a:prstGeom>
            <a:solidFill>
              <a:srgbClr val="FFFFFF"/>
            </a:solidFill>
            <a:ln w="38100" cap="flat">
              <a:solidFill>
                <a:schemeClr val="tx2"/>
              </a:solidFill>
              <a:prstDash val="solid"/>
              <a:miter/>
            </a:ln>
          </p:spPr>
        </p:cxnSp>
      </p:grpSp>
      <p:sp>
        <p:nvSpPr>
          <p:cNvPr id="25" name="TextBox 24">
            <a:extLst>
              <a:ext uri="{FF2B5EF4-FFF2-40B4-BE49-F238E27FC236}">
                <a16:creationId xmlns:a16="http://schemas.microsoft.com/office/drawing/2014/main" id="{895E7BB1-A440-42D0-A52B-9CA9516A6C89}"/>
              </a:ext>
            </a:extLst>
          </p:cNvPr>
          <p:cNvSpPr txBox="1"/>
          <p:nvPr/>
        </p:nvSpPr>
        <p:spPr>
          <a:xfrm>
            <a:off x="1457597" y="4963821"/>
            <a:ext cx="12096619" cy="3444020"/>
          </a:xfrm>
          <a:prstGeom prst="rect">
            <a:avLst/>
          </a:prstGeom>
          <a:noFill/>
        </p:spPr>
        <p:txBody>
          <a:bodyPr wrap="square" rtlCol="0">
            <a:spAutoFit/>
          </a:bodyPr>
          <a:lstStyle/>
          <a:p>
            <a:pPr algn="l">
              <a:lnSpc>
                <a:spcPct val="80000"/>
              </a:lnSpc>
            </a:pPr>
            <a:r>
              <a:rPr lang="en-US" sz="13200" spc="-300">
                <a:solidFill>
                  <a:schemeClr val="tx2"/>
                </a:solidFill>
                <a:latin typeface="TT Norms Pro ExtraBold" panose="02000503030000020003" pitchFamily="2" charset="0"/>
              </a:rPr>
              <a:t>How are we doing?</a:t>
            </a:r>
            <a:endParaRPr lang="en-US" sz="13200" spc="-300">
              <a:solidFill>
                <a:schemeClr val="tx2"/>
              </a:solidFill>
            </a:endParaRPr>
          </a:p>
        </p:txBody>
      </p:sp>
      <p:sp>
        <p:nvSpPr>
          <p:cNvPr id="27" name="TextBox 26">
            <a:extLst>
              <a:ext uri="{FF2B5EF4-FFF2-40B4-BE49-F238E27FC236}">
                <a16:creationId xmlns:a16="http://schemas.microsoft.com/office/drawing/2014/main" id="{3920B893-E8A3-3287-5DB2-45AB5004A506}"/>
              </a:ext>
            </a:extLst>
          </p:cNvPr>
          <p:cNvSpPr txBox="1"/>
          <p:nvPr/>
        </p:nvSpPr>
        <p:spPr>
          <a:xfrm>
            <a:off x="1457597" y="8489136"/>
            <a:ext cx="10809535" cy="954107"/>
          </a:xfrm>
          <a:prstGeom prst="rect">
            <a:avLst/>
          </a:prstGeom>
          <a:noFill/>
        </p:spPr>
        <p:txBody>
          <a:bodyPr wrap="square" lIns="91440" tIns="45720" rIns="91440" bIns="45720" rtlCol="0" anchor="t">
            <a:spAutoFit/>
          </a:bodyPr>
          <a:lstStyle/>
          <a:p>
            <a:pPr>
              <a:spcAft>
                <a:spcPts val="600"/>
              </a:spcAft>
            </a:pPr>
            <a:r>
              <a:rPr lang="en-US" sz="2800">
                <a:solidFill>
                  <a:schemeClr val="tx2"/>
                </a:solidFill>
                <a:latin typeface="TT Norms Pro"/>
              </a:rPr>
              <a:t>Scan the QR code or click the link below to take a 3-minute survey to share feedback on your experience.</a:t>
            </a:r>
          </a:p>
        </p:txBody>
      </p:sp>
      <p:sp>
        <p:nvSpPr>
          <p:cNvPr id="28" name="Rounded Rectangle 27">
            <a:hlinkClick r:id="rId4"/>
            <a:extLst>
              <a:ext uri="{FF2B5EF4-FFF2-40B4-BE49-F238E27FC236}">
                <a16:creationId xmlns:a16="http://schemas.microsoft.com/office/drawing/2014/main" id="{D2A46D7C-21AE-F362-600A-1BAC9ED2E4A3}"/>
              </a:ext>
            </a:extLst>
          </p:cNvPr>
          <p:cNvSpPr/>
          <p:nvPr/>
        </p:nvSpPr>
        <p:spPr>
          <a:xfrm>
            <a:off x="1511861" y="10166837"/>
            <a:ext cx="2835847" cy="775084"/>
          </a:xfrm>
          <a:prstGeom prst="roundRect">
            <a:avLst/>
          </a:prstGeom>
          <a:solidFill>
            <a:srgbClr val="FFFFFF"/>
          </a:solidFill>
          <a:ln w="76200" cap="flat">
            <a:solidFill>
              <a:schemeClr val="accent1"/>
            </a:solidFill>
            <a:prstDash val="solid"/>
            <a:miter/>
          </a:ln>
        </p:spPr>
        <p:txBody>
          <a:bodyPr rtlCol="0" anchor="ctr"/>
          <a:lstStyle/>
          <a:p>
            <a:pPr algn="ctr"/>
            <a:r>
              <a:rPr lang="en-US" sz="2400" b="1">
                <a:solidFill>
                  <a:schemeClr val="tx2"/>
                </a:solidFill>
                <a:latin typeface="TT Norms Pro" panose="02000503030000020003" pitchFamily="2" charset="0"/>
              </a:rPr>
              <a:t>Start Survey</a:t>
            </a:r>
            <a:endParaRPr lang="en-US" sz="2400" b="1">
              <a:solidFill>
                <a:schemeClr val="accent2"/>
              </a:solidFill>
              <a:latin typeface="TT Norms Pro" panose="02000503030000020003" pitchFamily="2" charset="0"/>
            </a:endParaRPr>
          </a:p>
        </p:txBody>
      </p:sp>
      <p:grpSp>
        <p:nvGrpSpPr>
          <p:cNvPr id="39" name="Group 38">
            <a:extLst>
              <a:ext uri="{FF2B5EF4-FFF2-40B4-BE49-F238E27FC236}">
                <a16:creationId xmlns:a16="http://schemas.microsoft.com/office/drawing/2014/main" id="{D32D3A72-5656-5F89-94BD-5F8E0CA50E26}"/>
              </a:ext>
            </a:extLst>
          </p:cNvPr>
          <p:cNvGrpSpPr/>
          <p:nvPr/>
        </p:nvGrpSpPr>
        <p:grpSpPr>
          <a:xfrm>
            <a:off x="18018343" y="4617908"/>
            <a:ext cx="4403948" cy="4403948"/>
            <a:chOff x="18121860" y="4630147"/>
            <a:chExt cx="4403948" cy="4403948"/>
          </a:xfrm>
        </p:grpSpPr>
        <p:grpSp>
          <p:nvGrpSpPr>
            <p:cNvPr id="15" name="Group 14">
              <a:extLst>
                <a:ext uri="{FF2B5EF4-FFF2-40B4-BE49-F238E27FC236}">
                  <a16:creationId xmlns:a16="http://schemas.microsoft.com/office/drawing/2014/main" id="{63163583-9810-E5BB-985D-2C8C9E2CF483}"/>
                </a:ext>
              </a:extLst>
            </p:cNvPr>
            <p:cNvGrpSpPr/>
            <p:nvPr/>
          </p:nvGrpSpPr>
          <p:grpSpPr>
            <a:xfrm>
              <a:off x="18121860" y="4630147"/>
              <a:ext cx="4403948" cy="4403948"/>
              <a:chOff x="17633092" y="5320339"/>
              <a:chExt cx="4403948" cy="4403948"/>
            </a:xfrm>
          </p:grpSpPr>
          <p:sp>
            <p:nvSpPr>
              <p:cNvPr id="16" name="Freeform 15">
                <a:extLst>
                  <a:ext uri="{FF2B5EF4-FFF2-40B4-BE49-F238E27FC236}">
                    <a16:creationId xmlns:a16="http://schemas.microsoft.com/office/drawing/2014/main" id="{13C50A5F-5D9F-1B54-3F01-A66D3DFD42BB}"/>
                  </a:ext>
                </a:extLst>
              </p:cNvPr>
              <p:cNvSpPr/>
              <p:nvPr/>
            </p:nvSpPr>
            <p:spPr>
              <a:xfrm>
                <a:off x="17633092" y="5320339"/>
                <a:ext cx="846686" cy="847270"/>
              </a:xfrm>
              <a:custGeom>
                <a:avLst/>
                <a:gdLst>
                  <a:gd name="connsiteX0" fmla="*/ 0 w 1270000"/>
                  <a:gd name="connsiteY0" fmla="*/ 1473200 h 1473200"/>
                  <a:gd name="connsiteX1" fmla="*/ 0 w 1270000"/>
                  <a:gd name="connsiteY1" fmla="*/ 0 h 1473200"/>
                  <a:gd name="connsiteX2" fmla="*/ 1270000 w 1270000"/>
                  <a:gd name="connsiteY2" fmla="*/ 0 h 1473200"/>
                </a:gdLst>
                <a:ahLst/>
                <a:cxnLst>
                  <a:cxn ang="0">
                    <a:pos x="connsiteX0" y="connsiteY0"/>
                  </a:cxn>
                  <a:cxn ang="0">
                    <a:pos x="connsiteX1" y="connsiteY1"/>
                  </a:cxn>
                  <a:cxn ang="0">
                    <a:pos x="connsiteX2" y="connsiteY2"/>
                  </a:cxn>
                </a:cxnLst>
                <a:rect l="l" t="t" r="r" b="b"/>
                <a:pathLst>
                  <a:path w="1270000" h="1473200">
                    <a:moveTo>
                      <a:pt x="0" y="1473200"/>
                    </a:moveTo>
                    <a:lnTo>
                      <a:pt x="0" y="0"/>
                    </a:lnTo>
                    <a:lnTo>
                      <a:pt x="1270000" y="0"/>
                    </a:lnTo>
                  </a:path>
                </a:pathLst>
              </a:custGeom>
              <a:noFill/>
              <a:ln w="177800" cap="flat">
                <a:solidFill>
                  <a:schemeClr val="accent2"/>
                </a:solidFill>
                <a:prstDash val="solid"/>
                <a:miter/>
              </a:ln>
            </p:spPr>
            <p:txBody>
              <a:bodyPr rtlCol="0" anchor="ctr"/>
              <a:lstStyle/>
              <a:p>
                <a:pPr algn="ctr"/>
                <a:endParaRPr lang="en-US"/>
              </a:p>
            </p:txBody>
          </p:sp>
          <p:sp>
            <p:nvSpPr>
              <p:cNvPr id="17" name="Freeform 16">
                <a:extLst>
                  <a:ext uri="{FF2B5EF4-FFF2-40B4-BE49-F238E27FC236}">
                    <a16:creationId xmlns:a16="http://schemas.microsoft.com/office/drawing/2014/main" id="{BB14D477-4E92-606F-2C75-FB2706C0F7C3}"/>
                  </a:ext>
                </a:extLst>
              </p:cNvPr>
              <p:cNvSpPr/>
              <p:nvPr/>
            </p:nvSpPr>
            <p:spPr>
              <a:xfrm rot="5400000">
                <a:off x="21190062" y="5320047"/>
                <a:ext cx="846686" cy="847270"/>
              </a:xfrm>
              <a:custGeom>
                <a:avLst/>
                <a:gdLst>
                  <a:gd name="connsiteX0" fmla="*/ 0 w 1270000"/>
                  <a:gd name="connsiteY0" fmla="*/ 1473200 h 1473200"/>
                  <a:gd name="connsiteX1" fmla="*/ 0 w 1270000"/>
                  <a:gd name="connsiteY1" fmla="*/ 0 h 1473200"/>
                  <a:gd name="connsiteX2" fmla="*/ 1270000 w 1270000"/>
                  <a:gd name="connsiteY2" fmla="*/ 0 h 1473200"/>
                </a:gdLst>
                <a:ahLst/>
                <a:cxnLst>
                  <a:cxn ang="0">
                    <a:pos x="connsiteX0" y="connsiteY0"/>
                  </a:cxn>
                  <a:cxn ang="0">
                    <a:pos x="connsiteX1" y="connsiteY1"/>
                  </a:cxn>
                  <a:cxn ang="0">
                    <a:pos x="connsiteX2" y="connsiteY2"/>
                  </a:cxn>
                </a:cxnLst>
                <a:rect l="l" t="t" r="r" b="b"/>
                <a:pathLst>
                  <a:path w="1270000" h="1473200">
                    <a:moveTo>
                      <a:pt x="0" y="1473200"/>
                    </a:moveTo>
                    <a:lnTo>
                      <a:pt x="0" y="0"/>
                    </a:lnTo>
                    <a:lnTo>
                      <a:pt x="1270000" y="0"/>
                    </a:lnTo>
                  </a:path>
                </a:pathLst>
              </a:custGeom>
              <a:noFill/>
              <a:ln w="177800" cap="flat">
                <a:solidFill>
                  <a:schemeClr val="accent2"/>
                </a:solidFill>
                <a:prstDash val="solid"/>
                <a:miter/>
              </a:ln>
            </p:spPr>
            <p:txBody>
              <a:bodyPr rtlCol="0" anchor="ctr"/>
              <a:lstStyle/>
              <a:p>
                <a:pPr algn="ctr"/>
                <a:endParaRPr lang="en-US"/>
              </a:p>
            </p:txBody>
          </p:sp>
          <p:sp>
            <p:nvSpPr>
              <p:cNvPr id="18" name="Freeform 17">
                <a:extLst>
                  <a:ext uri="{FF2B5EF4-FFF2-40B4-BE49-F238E27FC236}">
                    <a16:creationId xmlns:a16="http://schemas.microsoft.com/office/drawing/2014/main" id="{7D8CF5FE-0931-E9CF-2279-3BD87C2DF903}"/>
                  </a:ext>
                </a:extLst>
              </p:cNvPr>
              <p:cNvSpPr/>
              <p:nvPr/>
            </p:nvSpPr>
            <p:spPr>
              <a:xfrm rot="16200000">
                <a:off x="17633385" y="8877309"/>
                <a:ext cx="846686" cy="847270"/>
              </a:xfrm>
              <a:custGeom>
                <a:avLst/>
                <a:gdLst>
                  <a:gd name="connsiteX0" fmla="*/ 0 w 1270000"/>
                  <a:gd name="connsiteY0" fmla="*/ 1473200 h 1473200"/>
                  <a:gd name="connsiteX1" fmla="*/ 0 w 1270000"/>
                  <a:gd name="connsiteY1" fmla="*/ 0 h 1473200"/>
                  <a:gd name="connsiteX2" fmla="*/ 1270000 w 1270000"/>
                  <a:gd name="connsiteY2" fmla="*/ 0 h 1473200"/>
                </a:gdLst>
                <a:ahLst/>
                <a:cxnLst>
                  <a:cxn ang="0">
                    <a:pos x="connsiteX0" y="connsiteY0"/>
                  </a:cxn>
                  <a:cxn ang="0">
                    <a:pos x="connsiteX1" y="connsiteY1"/>
                  </a:cxn>
                  <a:cxn ang="0">
                    <a:pos x="connsiteX2" y="connsiteY2"/>
                  </a:cxn>
                </a:cxnLst>
                <a:rect l="l" t="t" r="r" b="b"/>
                <a:pathLst>
                  <a:path w="1270000" h="1473200">
                    <a:moveTo>
                      <a:pt x="0" y="1473200"/>
                    </a:moveTo>
                    <a:lnTo>
                      <a:pt x="0" y="0"/>
                    </a:lnTo>
                    <a:lnTo>
                      <a:pt x="1270000" y="0"/>
                    </a:lnTo>
                  </a:path>
                </a:pathLst>
              </a:custGeom>
              <a:noFill/>
              <a:ln w="177800" cap="flat">
                <a:solidFill>
                  <a:schemeClr val="accent2"/>
                </a:solidFill>
                <a:prstDash val="solid"/>
                <a:miter/>
              </a:ln>
            </p:spPr>
            <p:txBody>
              <a:bodyPr rtlCol="0" anchor="ctr"/>
              <a:lstStyle/>
              <a:p>
                <a:pPr algn="ctr"/>
                <a:endParaRPr lang="en-US"/>
              </a:p>
            </p:txBody>
          </p:sp>
          <p:sp>
            <p:nvSpPr>
              <p:cNvPr id="19" name="Freeform 18">
                <a:extLst>
                  <a:ext uri="{FF2B5EF4-FFF2-40B4-BE49-F238E27FC236}">
                    <a16:creationId xmlns:a16="http://schemas.microsoft.com/office/drawing/2014/main" id="{1A5559C8-A343-C8EE-A940-8D21B534333C}"/>
                  </a:ext>
                </a:extLst>
              </p:cNvPr>
              <p:cNvSpPr/>
              <p:nvPr/>
            </p:nvSpPr>
            <p:spPr>
              <a:xfrm rot="10800000">
                <a:off x="21190354" y="8877017"/>
                <a:ext cx="846686" cy="847270"/>
              </a:xfrm>
              <a:custGeom>
                <a:avLst/>
                <a:gdLst>
                  <a:gd name="connsiteX0" fmla="*/ 0 w 1270000"/>
                  <a:gd name="connsiteY0" fmla="*/ 1473200 h 1473200"/>
                  <a:gd name="connsiteX1" fmla="*/ 0 w 1270000"/>
                  <a:gd name="connsiteY1" fmla="*/ 0 h 1473200"/>
                  <a:gd name="connsiteX2" fmla="*/ 1270000 w 1270000"/>
                  <a:gd name="connsiteY2" fmla="*/ 0 h 1473200"/>
                </a:gdLst>
                <a:ahLst/>
                <a:cxnLst>
                  <a:cxn ang="0">
                    <a:pos x="connsiteX0" y="connsiteY0"/>
                  </a:cxn>
                  <a:cxn ang="0">
                    <a:pos x="connsiteX1" y="connsiteY1"/>
                  </a:cxn>
                  <a:cxn ang="0">
                    <a:pos x="connsiteX2" y="connsiteY2"/>
                  </a:cxn>
                </a:cxnLst>
                <a:rect l="l" t="t" r="r" b="b"/>
                <a:pathLst>
                  <a:path w="1270000" h="1473200">
                    <a:moveTo>
                      <a:pt x="0" y="1473200"/>
                    </a:moveTo>
                    <a:lnTo>
                      <a:pt x="0" y="0"/>
                    </a:lnTo>
                    <a:lnTo>
                      <a:pt x="1270000" y="0"/>
                    </a:lnTo>
                  </a:path>
                </a:pathLst>
              </a:custGeom>
              <a:noFill/>
              <a:ln w="177800" cap="flat">
                <a:solidFill>
                  <a:schemeClr val="accent2"/>
                </a:solidFill>
                <a:prstDash val="solid"/>
                <a:miter/>
              </a:ln>
            </p:spPr>
            <p:txBody>
              <a:bodyPr rtlCol="0" anchor="ctr"/>
              <a:lstStyle/>
              <a:p>
                <a:pPr algn="ctr"/>
                <a:endParaRPr lang="en-US"/>
              </a:p>
            </p:txBody>
          </p:sp>
        </p:grpSp>
        <p:grpSp>
          <p:nvGrpSpPr>
            <p:cNvPr id="38" name="Group 37">
              <a:extLst>
                <a:ext uri="{FF2B5EF4-FFF2-40B4-BE49-F238E27FC236}">
                  <a16:creationId xmlns:a16="http://schemas.microsoft.com/office/drawing/2014/main" id="{163FC68C-7C6D-4750-03CA-76EAADBD78EF}"/>
                </a:ext>
              </a:extLst>
            </p:cNvPr>
            <p:cNvGrpSpPr/>
            <p:nvPr/>
          </p:nvGrpSpPr>
          <p:grpSpPr>
            <a:xfrm>
              <a:off x="18551943" y="5060230"/>
              <a:ext cx="3543782" cy="3543782"/>
              <a:chOff x="15579571" y="1904999"/>
              <a:chExt cx="7196667" cy="7196667"/>
            </a:xfrm>
          </p:grpSpPr>
          <p:sp>
            <p:nvSpPr>
              <p:cNvPr id="36" name="Freeform 35">
                <a:extLst>
                  <a:ext uri="{FF2B5EF4-FFF2-40B4-BE49-F238E27FC236}">
                    <a16:creationId xmlns:a16="http://schemas.microsoft.com/office/drawing/2014/main" id="{E581078D-E7A9-C158-4961-BD306AA0C2F2}"/>
                  </a:ext>
                </a:extLst>
              </p:cNvPr>
              <p:cNvSpPr/>
              <p:nvPr/>
            </p:nvSpPr>
            <p:spPr>
              <a:xfrm>
                <a:off x="15579572" y="1905000"/>
                <a:ext cx="7196666" cy="7196666"/>
              </a:xfrm>
              <a:custGeom>
                <a:avLst/>
                <a:gdLst>
                  <a:gd name="connsiteX0" fmla="*/ 2302933 w 7196666"/>
                  <a:gd name="connsiteY0" fmla="*/ 115147 h 7196666"/>
                  <a:gd name="connsiteX1" fmla="*/ 2418080 w 7196666"/>
                  <a:gd name="connsiteY1" fmla="*/ 0 h 7196666"/>
                  <a:gd name="connsiteX2" fmla="*/ 2475654 w 7196666"/>
                  <a:gd name="connsiteY2" fmla="*/ 0 h 7196666"/>
                  <a:gd name="connsiteX3" fmla="*/ 2590800 w 7196666"/>
                  <a:gd name="connsiteY3" fmla="*/ 115147 h 7196666"/>
                  <a:gd name="connsiteX4" fmla="*/ 2590800 w 7196666"/>
                  <a:gd name="connsiteY4" fmla="*/ 460587 h 7196666"/>
                  <a:gd name="connsiteX5" fmla="*/ 2705947 w 7196666"/>
                  <a:gd name="connsiteY5" fmla="*/ 575733 h 7196666"/>
                  <a:gd name="connsiteX6" fmla="*/ 2763520 w 7196666"/>
                  <a:gd name="connsiteY6" fmla="*/ 575733 h 7196666"/>
                  <a:gd name="connsiteX7" fmla="*/ 2878667 w 7196666"/>
                  <a:gd name="connsiteY7" fmla="*/ 690880 h 7196666"/>
                  <a:gd name="connsiteX8" fmla="*/ 2878667 w 7196666"/>
                  <a:gd name="connsiteY8" fmla="*/ 748453 h 7196666"/>
                  <a:gd name="connsiteX9" fmla="*/ 2993813 w 7196666"/>
                  <a:gd name="connsiteY9" fmla="*/ 863600 h 7196666"/>
                  <a:gd name="connsiteX10" fmla="*/ 3051387 w 7196666"/>
                  <a:gd name="connsiteY10" fmla="*/ 863600 h 7196666"/>
                  <a:gd name="connsiteX11" fmla="*/ 3166533 w 7196666"/>
                  <a:gd name="connsiteY11" fmla="*/ 978747 h 7196666"/>
                  <a:gd name="connsiteX12" fmla="*/ 3166533 w 7196666"/>
                  <a:gd name="connsiteY12" fmla="*/ 1899920 h 7196666"/>
                  <a:gd name="connsiteX13" fmla="*/ 3281680 w 7196666"/>
                  <a:gd name="connsiteY13" fmla="*/ 2015067 h 7196666"/>
                  <a:gd name="connsiteX14" fmla="*/ 3339254 w 7196666"/>
                  <a:gd name="connsiteY14" fmla="*/ 2015067 h 7196666"/>
                  <a:gd name="connsiteX15" fmla="*/ 3454400 w 7196666"/>
                  <a:gd name="connsiteY15" fmla="*/ 2130213 h 7196666"/>
                  <a:gd name="connsiteX16" fmla="*/ 3454400 w 7196666"/>
                  <a:gd name="connsiteY16" fmla="*/ 2187787 h 7196666"/>
                  <a:gd name="connsiteX17" fmla="*/ 3339254 w 7196666"/>
                  <a:gd name="connsiteY17" fmla="*/ 2302933 h 7196666"/>
                  <a:gd name="connsiteX18" fmla="*/ 3281680 w 7196666"/>
                  <a:gd name="connsiteY18" fmla="*/ 2302933 h 7196666"/>
                  <a:gd name="connsiteX19" fmla="*/ 3166533 w 7196666"/>
                  <a:gd name="connsiteY19" fmla="*/ 2418080 h 7196666"/>
                  <a:gd name="connsiteX20" fmla="*/ 3166533 w 7196666"/>
                  <a:gd name="connsiteY20" fmla="*/ 2475654 h 7196666"/>
                  <a:gd name="connsiteX21" fmla="*/ 3051387 w 7196666"/>
                  <a:gd name="connsiteY21" fmla="*/ 2590800 h 7196666"/>
                  <a:gd name="connsiteX22" fmla="*/ 2993813 w 7196666"/>
                  <a:gd name="connsiteY22" fmla="*/ 2590800 h 7196666"/>
                  <a:gd name="connsiteX23" fmla="*/ 2878667 w 7196666"/>
                  <a:gd name="connsiteY23" fmla="*/ 2475654 h 7196666"/>
                  <a:gd name="connsiteX24" fmla="*/ 2878667 w 7196666"/>
                  <a:gd name="connsiteY24" fmla="*/ 1842347 h 7196666"/>
                  <a:gd name="connsiteX25" fmla="*/ 2763520 w 7196666"/>
                  <a:gd name="connsiteY25" fmla="*/ 1727200 h 7196666"/>
                  <a:gd name="connsiteX26" fmla="*/ 2705947 w 7196666"/>
                  <a:gd name="connsiteY26" fmla="*/ 1727200 h 7196666"/>
                  <a:gd name="connsiteX27" fmla="*/ 2590800 w 7196666"/>
                  <a:gd name="connsiteY27" fmla="*/ 1842347 h 7196666"/>
                  <a:gd name="connsiteX28" fmla="*/ 2590800 w 7196666"/>
                  <a:gd name="connsiteY28" fmla="*/ 1899920 h 7196666"/>
                  <a:gd name="connsiteX29" fmla="*/ 2475654 w 7196666"/>
                  <a:gd name="connsiteY29" fmla="*/ 2015067 h 7196666"/>
                  <a:gd name="connsiteX30" fmla="*/ 2418080 w 7196666"/>
                  <a:gd name="connsiteY30" fmla="*/ 2015067 h 7196666"/>
                  <a:gd name="connsiteX31" fmla="*/ 2302933 w 7196666"/>
                  <a:gd name="connsiteY31" fmla="*/ 1899920 h 7196666"/>
                  <a:gd name="connsiteX32" fmla="*/ 2302933 w 7196666"/>
                  <a:gd name="connsiteY32" fmla="*/ 1554480 h 7196666"/>
                  <a:gd name="connsiteX33" fmla="*/ 2418080 w 7196666"/>
                  <a:gd name="connsiteY33" fmla="*/ 1439333 h 7196666"/>
                  <a:gd name="connsiteX34" fmla="*/ 2475654 w 7196666"/>
                  <a:gd name="connsiteY34" fmla="*/ 1439333 h 7196666"/>
                  <a:gd name="connsiteX35" fmla="*/ 2590800 w 7196666"/>
                  <a:gd name="connsiteY35" fmla="*/ 1324187 h 7196666"/>
                  <a:gd name="connsiteX36" fmla="*/ 2590800 w 7196666"/>
                  <a:gd name="connsiteY36" fmla="*/ 1266613 h 7196666"/>
                  <a:gd name="connsiteX37" fmla="*/ 2475654 w 7196666"/>
                  <a:gd name="connsiteY37" fmla="*/ 1151467 h 7196666"/>
                  <a:gd name="connsiteX38" fmla="*/ 2418080 w 7196666"/>
                  <a:gd name="connsiteY38" fmla="*/ 1151467 h 7196666"/>
                  <a:gd name="connsiteX39" fmla="*/ 2302933 w 7196666"/>
                  <a:gd name="connsiteY39" fmla="*/ 1036320 h 7196666"/>
                  <a:gd name="connsiteX40" fmla="*/ 4030133 w 7196666"/>
                  <a:gd name="connsiteY40" fmla="*/ 115147 h 7196666"/>
                  <a:gd name="connsiteX41" fmla="*/ 4145280 w 7196666"/>
                  <a:gd name="connsiteY41" fmla="*/ 0 h 7196666"/>
                  <a:gd name="connsiteX42" fmla="*/ 4778587 w 7196666"/>
                  <a:gd name="connsiteY42" fmla="*/ 0 h 7196666"/>
                  <a:gd name="connsiteX43" fmla="*/ 4893734 w 7196666"/>
                  <a:gd name="connsiteY43" fmla="*/ 115147 h 7196666"/>
                  <a:gd name="connsiteX44" fmla="*/ 4893734 w 7196666"/>
                  <a:gd name="connsiteY44" fmla="*/ 172720 h 7196666"/>
                  <a:gd name="connsiteX45" fmla="*/ 4778587 w 7196666"/>
                  <a:gd name="connsiteY45" fmla="*/ 287867 h 7196666"/>
                  <a:gd name="connsiteX46" fmla="*/ 4433147 w 7196666"/>
                  <a:gd name="connsiteY46" fmla="*/ 287867 h 7196666"/>
                  <a:gd name="connsiteX47" fmla="*/ 4318000 w 7196666"/>
                  <a:gd name="connsiteY47" fmla="*/ 403013 h 7196666"/>
                  <a:gd name="connsiteX48" fmla="*/ 4318000 w 7196666"/>
                  <a:gd name="connsiteY48" fmla="*/ 1036320 h 7196666"/>
                  <a:gd name="connsiteX49" fmla="*/ 4433147 w 7196666"/>
                  <a:gd name="connsiteY49" fmla="*/ 1151467 h 7196666"/>
                  <a:gd name="connsiteX50" fmla="*/ 4490720 w 7196666"/>
                  <a:gd name="connsiteY50" fmla="*/ 1151467 h 7196666"/>
                  <a:gd name="connsiteX51" fmla="*/ 4605867 w 7196666"/>
                  <a:gd name="connsiteY51" fmla="*/ 1266613 h 7196666"/>
                  <a:gd name="connsiteX52" fmla="*/ 4605867 w 7196666"/>
                  <a:gd name="connsiteY52" fmla="*/ 1324187 h 7196666"/>
                  <a:gd name="connsiteX53" fmla="*/ 4490720 w 7196666"/>
                  <a:gd name="connsiteY53" fmla="*/ 1439333 h 7196666"/>
                  <a:gd name="connsiteX54" fmla="*/ 4145280 w 7196666"/>
                  <a:gd name="connsiteY54" fmla="*/ 1439333 h 7196666"/>
                  <a:gd name="connsiteX55" fmla="*/ 4030133 w 7196666"/>
                  <a:gd name="connsiteY55" fmla="*/ 1324187 h 7196666"/>
                  <a:gd name="connsiteX56" fmla="*/ 4030133 w 7196666"/>
                  <a:gd name="connsiteY56" fmla="*/ 1266613 h 7196666"/>
                  <a:gd name="connsiteX57" fmla="*/ 3914987 w 7196666"/>
                  <a:gd name="connsiteY57" fmla="*/ 1151467 h 7196666"/>
                  <a:gd name="connsiteX58" fmla="*/ 3857413 w 7196666"/>
                  <a:gd name="connsiteY58" fmla="*/ 1151467 h 7196666"/>
                  <a:gd name="connsiteX59" fmla="*/ 3742267 w 7196666"/>
                  <a:gd name="connsiteY59" fmla="*/ 1266613 h 7196666"/>
                  <a:gd name="connsiteX60" fmla="*/ 3742267 w 7196666"/>
                  <a:gd name="connsiteY60" fmla="*/ 1324187 h 7196666"/>
                  <a:gd name="connsiteX61" fmla="*/ 3627120 w 7196666"/>
                  <a:gd name="connsiteY61" fmla="*/ 1439333 h 7196666"/>
                  <a:gd name="connsiteX62" fmla="*/ 3569547 w 7196666"/>
                  <a:gd name="connsiteY62" fmla="*/ 1439333 h 7196666"/>
                  <a:gd name="connsiteX63" fmla="*/ 3454400 w 7196666"/>
                  <a:gd name="connsiteY63" fmla="*/ 1324187 h 7196666"/>
                  <a:gd name="connsiteX64" fmla="*/ 3454400 w 7196666"/>
                  <a:gd name="connsiteY64" fmla="*/ 690880 h 7196666"/>
                  <a:gd name="connsiteX65" fmla="*/ 3339254 w 7196666"/>
                  <a:gd name="connsiteY65" fmla="*/ 575733 h 7196666"/>
                  <a:gd name="connsiteX66" fmla="*/ 3281680 w 7196666"/>
                  <a:gd name="connsiteY66" fmla="*/ 575733 h 7196666"/>
                  <a:gd name="connsiteX67" fmla="*/ 3166533 w 7196666"/>
                  <a:gd name="connsiteY67" fmla="*/ 460587 h 7196666"/>
                  <a:gd name="connsiteX68" fmla="*/ 3166533 w 7196666"/>
                  <a:gd name="connsiteY68" fmla="*/ 403013 h 7196666"/>
                  <a:gd name="connsiteX69" fmla="*/ 3281680 w 7196666"/>
                  <a:gd name="connsiteY69" fmla="*/ 287867 h 7196666"/>
                  <a:gd name="connsiteX70" fmla="*/ 3914987 w 7196666"/>
                  <a:gd name="connsiteY70" fmla="*/ 287867 h 7196666"/>
                  <a:gd name="connsiteX71" fmla="*/ 4030133 w 7196666"/>
                  <a:gd name="connsiteY71" fmla="*/ 172720 h 7196666"/>
                  <a:gd name="connsiteX72" fmla="*/ 3742267 w 7196666"/>
                  <a:gd name="connsiteY72" fmla="*/ 690880 h 7196666"/>
                  <a:gd name="connsiteX73" fmla="*/ 3857413 w 7196666"/>
                  <a:gd name="connsiteY73" fmla="*/ 575733 h 7196666"/>
                  <a:gd name="connsiteX74" fmla="*/ 3914987 w 7196666"/>
                  <a:gd name="connsiteY74" fmla="*/ 575733 h 7196666"/>
                  <a:gd name="connsiteX75" fmla="*/ 4030133 w 7196666"/>
                  <a:gd name="connsiteY75" fmla="*/ 690880 h 7196666"/>
                  <a:gd name="connsiteX76" fmla="*/ 4030133 w 7196666"/>
                  <a:gd name="connsiteY76" fmla="*/ 748453 h 7196666"/>
                  <a:gd name="connsiteX77" fmla="*/ 3914987 w 7196666"/>
                  <a:gd name="connsiteY77" fmla="*/ 863600 h 7196666"/>
                  <a:gd name="connsiteX78" fmla="*/ 3857413 w 7196666"/>
                  <a:gd name="connsiteY78" fmla="*/ 863600 h 7196666"/>
                  <a:gd name="connsiteX79" fmla="*/ 3742267 w 7196666"/>
                  <a:gd name="connsiteY79" fmla="*/ 748453 h 7196666"/>
                  <a:gd name="connsiteX80" fmla="*/ 4605867 w 7196666"/>
                  <a:gd name="connsiteY80" fmla="*/ 978747 h 7196666"/>
                  <a:gd name="connsiteX81" fmla="*/ 4721013 w 7196666"/>
                  <a:gd name="connsiteY81" fmla="*/ 863600 h 7196666"/>
                  <a:gd name="connsiteX82" fmla="*/ 4778587 w 7196666"/>
                  <a:gd name="connsiteY82" fmla="*/ 863600 h 7196666"/>
                  <a:gd name="connsiteX83" fmla="*/ 4893734 w 7196666"/>
                  <a:gd name="connsiteY83" fmla="*/ 978747 h 7196666"/>
                  <a:gd name="connsiteX84" fmla="*/ 4893734 w 7196666"/>
                  <a:gd name="connsiteY84" fmla="*/ 1036320 h 7196666"/>
                  <a:gd name="connsiteX85" fmla="*/ 4778587 w 7196666"/>
                  <a:gd name="connsiteY85" fmla="*/ 1151467 h 7196666"/>
                  <a:gd name="connsiteX86" fmla="*/ 4721013 w 7196666"/>
                  <a:gd name="connsiteY86" fmla="*/ 1151467 h 7196666"/>
                  <a:gd name="connsiteX87" fmla="*/ 4605867 w 7196666"/>
                  <a:gd name="connsiteY87" fmla="*/ 1036320 h 7196666"/>
                  <a:gd name="connsiteX88" fmla="*/ 4605867 w 7196666"/>
                  <a:gd name="connsiteY88" fmla="*/ 1554480 h 7196666"/>
                  <a:gd name="connsiteX89" fmla="*/ 4721013 w 7196666"/>
                  <a:gd name="connsiteY89" fmla="*/ 1439333 h 7196666"/>
                  <a:gd name="connsiteX90" fmla="*/ 4778587 w 7196666"/>
                  <a:gd name="connsiteY90" fmla="*/ 1439333 h 7196666"/>
                  <a:gd name="connsiteX91" fmla="*/ 4893734 w 7196666"/>
                  <a:gd name="connsiteY91" fmla="*/ 1554480 h 7196666"/>
                  <a:gd name="connsiteX92" fmla="*/ 4893734 w 7196666"/>
                  <a:gd name="connsiteY92" fmla="*/ 2475654 h 7196666"/>
                  <a:gd name="connsiteX93" fmla="*/ 5008880 w 7196666"/>
                  <a:gd name="connsiteY93" fmla="*/ 2590800 h 7196666"/>
                  <a:gd name="connsiteX94" fmla="*/ 5066454 w 7196666"/>
                  <a:gd name="connsiteY94" fmla="*/ 2590800 h 7196666"/>
                  <a:gd name="connsiteX95" fmla="*/ 5181600 w 7196666"/>
                  <a:gd name="connsiteY95" fmla="*/ 2705947 h 7196666"/>
                  <a:gd name="connsiteX96" fmla="*/ 5181600 w 7196666"/>
                  <a:gd name="connsiteY96" fmla="*/ 3051387 h 7196666"/>
                  <a:gd name="connsiteX97" fmla="*/ 5296747 w 7196666"/>
                  <a:gd name="connsiteY97" fmla="*/ 3166533 h 7196666"/>
                  <a:gd name="connsiteX98" fmla="*/ 5354320 w 7196666"/>
                  <a:gd name="connsiteY98" fmla="*/ 3166533 h 7196666"/>
                  <a:gd name="connsiteX99" fmla="*/ 5469467 w 7196666"/>
                  <a:gd name="connsiteY99" fmla="*/ 3281680 h 7196666"/>
                  <a:gd name="connsiteX100" fmla="*/ 5469467 w 7196666"/>
                  <a:gd name="connsiteY100" fmla="*/ 3627120 h 7196666"/>
                  <a:gd name="connsiteX101" fmla="*/ 5354320 w 7196666"/>
                  <a:gd name="connsiteY101" fmla="*/ 3742267 h 7196666"/>
                  <a:gd name="connsiteX102" fmla="*/ 5296747 w 7196666"/>
                  <a:gd name="connsiteY102" fmla="*/ 3742267 h 7196666"/>
                  <a:gd name="connsiteX103" fmla="*/ 5181600 w 7196666"/>
                  <a:gd name="connsiteY103" fmla="*/ 3627120 h 7196666"/>
                  <a:gd name="connsiteX104" fmla="*/ 5181600 w 7196666"/>
                  <a:gd name="connsiteY104" fmla="*/ 3569547 h 7196666"/>
                  <a:gd name="connsiteX105" fmla="*/ 5066454 w 7196666"/>
                  <a:gd name="connsiteY105" fmla="*/ 3454400 h 7196666"/>
                  <a:gd name="connsiteX106" fmla="*/ 5008880 w 7196666"/>
                  <a:gd name="connsiteY106" fmla="*/ 3454400 h 7196666"/>
                  <a:gd name="connsiteX107" fmla="*/ 4893734 w 7196666"/>
                  <a:gd name="connsiteY107" fmla="*/ 3339254 h 7196666"/>
                  <a:gd name="connsiteX108" fmla="*/ 4893734 w 7196666"/>
                  <a:gd name="connsiteY108" fmla="*/ 2993813 h 7196666"/>
                  <a:gd name="connsiteX109" fmla="*/ 4778587 w 7196666"/>
                  <a:gd name="connsiteY109" fmla="*/ 2878667 h 7196666"/>
                  <a:gd name="connsiteX110" fmla="*/ 4721013 w 7196666"/>
                  <a:gd name="connsiteY110" fmla="*/ 2878667 h 7196666"/>
                  <a:gd name="connsiteX111" fmla="*/ 4605867 w 7196666"/>
                  <a:gd name="connsiteY111" fmla="*/ 2993813 h 7196666"/>
                  <a:gd name="connsiteX112" fmla="*/ 4605867 w 7196666"/>
                  <a:gd name="connsiteY112" fmla="*/ 3339254 h 7196666"/>
                  <a:gd name="connsiteX113" fmla="*/ 4490720 w 7196666"/>
                  <a:gd name="connsiteY113" fmla="*/ 3454400 h 7196666"/>
                  <a:gd name="connsiteX114" fmla="*/ 4145280 w 7196666"/>
                  <a:gd name="connsiteY114" fmla="*/ 3454400 h 7196666"/>
                  <a:gd name="connsiteX115" fmla="*/ 4030133 w 7196666"/>
                  <a:gd name="connsiteY115" fmla="*/ 3339254 h 7196666"/>
                  <a:gd name="connsiteX116" fmla="*/ 4030133 w 7196666"/>
                  <a:gd name="connsiteY116" fmla="*/ 3281680 h 7196666"/>
                  <a:gd name="connsiteX117" fmla="*/ 3914987 w 7196666"/>
                  <a:gd name="connsiteY117" fmla="*/ 3166533 h 7196666"/>
                  <a:gd name="connsiteX118" fmla="*/ 3857413 w 7196666"/>
                  <a:gd name="connsiteY118" fmla="*/ 3166533 h 7196666"/>
                  <a:gd name="connsiteX119" fmla="*/ 3742267 w 7196666"/>
                  <a:gd name="connsiteY119" fmla="*/ 3051387 h 7196666"/>
                  <a:gd name="connsiteX120" fmla="*/ 3742267 w 7196666"/>
                  <a:gd name="connsiteY120" fmla="*/ 2993813 h 7196666"/>
                  <a:gd name="connsiteX121" fmla="*/ 3857413 w 7196666"/>
                  <a:gd name="connsiteY121" fmla="*/ 2878667 h 7196666"/>
                  <a:gd name="connsiteX122" fmla="*/ 3914987 w 7196666"/>
                  <a:gd name="connsiteY122" fmla="*/ 2878667 h 7196666"/>
                  <a:gd name="connsiteX123" fmla="*/ 4030133 w 7196666"/>
                  <a:gd name="connsiteY123" fmla="*/ 2763520 h 7196666"/>
                  <a:gd name="connsiteX124" fmla="*/ 4030133 w 7196666"/>
                  <a:gd name="connsiteY124" fmla="*/ 1842347 h 7196666"/>
                  <a:gd name="connsiteX125" fmla="*/ 4145280 w 7196666"/>
                  <a:gd name="connsiteY125" fmla="*/ 1727200 h 7196666"/>
                  <a:gd name="connsiteX126" fmla="*/ 4202854 w 7196666"/>
                  <a:gd name="connsiteY126" fmla="*/ 1727200 h 7196666"/>
                  <a:gd name="connsiteX127" fmla="*/ 4318000 w 7196666"/>
                  <a:gd name="connsiteY127" fmla="*/ 1842347 h 7196666"/>
                  <a:gd name="connsiteX128" fmla="*/ 4318000 w 7196666"/>
                  <a:gd name="connsiteY128" fmla="*/ 2475654 h 7196666"/>
                  <a:gd name="connsiteX129" fmla="*/ 4433147 w 7196666"/>
                  <a:gd name="connsiteY129" fmla="*/ 2590800 h 7196666"/>
                  <a:gd name="connsiteX130" fmla="*/ 4490720 w 7196666"/>
                  <a:gd name="connsiteY130" fmla="*/ 2590800 h 7196666"/>
                  <a:gd name="connsiteX131" fmla="*/ 4605867 w 7196666"/>
                  <a:gd name="connsiteY131" fmla="*/ 2475654 h 7196666"/>
                  <a:gd name="connsiteX132" fmla="*/ 3454400 w 7196666"/>
                  <a:gd name="connsiteY132" fmla="*/ 1842347 h 7196666"/>
                  <a:gd name="connsiteX133" fmla="*/ 3569547 w 7196666"/>
                  <a:gd name="connsiteY133" fmla="*/ 1727200 h 7196666"/>
                  <a:gd name="connsiteX134" fmla="*/ 3627120 w 7196666"/>
                  <a:gd name="connsiteY134" fmla="*/ 1727200 h 7196666"/>
                  <a:gd name="connsiteX135" fmla="*/ 3742267 w 7196666"/>
                  <a:gd name="connsiteY135" fmla="*/ 1842347 h 7196666"/>
                  <a:gd name="connsiteX136" fmla="*/ 3742267 w 7196666"/>
                  <a:gd name="connsiteY136" fmla="*/ 1899920 h 7196666"/>
                  <a:gd name="connsiteX137" fmla="*/ 3627120 w 7196666"/>
                  <a:gd name="connsiteY137" fmla="*/ 2015067 h 7196666"/>
                  <a:gd name="connsiteX138" fmla="*/ 3569547 w 7196666"/>
                  <a:gd name="connsiteY138" fmla="*/ 2015067 h 7196666"/>
                  <a:gd name="connsiteX139" fmla="*/ 3454400 w 7196666"/>
                  <a:gd name="connsiteY139" fmla="*/ 1899920 h 7196666"/>
                  <a:gd name="connsiteX140" fmla="*/ 0 w 7196666"/>
                  <a:gd name="connsiteY140" fmla="*/ 2418080 h 7196666"/>
                  <a:gd name="connsiteX141" fmla="*/ 115147 w 7196666"/>
                  <a:gd name="connsiteY141" fmla="*/ 2302933 h 7196666"/>
                  <a:gd name="connsiteX142" fmla="*/ 460587 w 7196666"/>
                  <a:gd name="connsiteY142" fmla="*/ 2302933 h 7196666"/>
                  <a:gd name="connsiteX143" fmla="*/ 575733 w 7196666"/>
                  <a:gd name="connsiteY143" fmla="*/ 2418080 h 7196666"/>
                  <a:gd name="connsiteX144" fmla="*/ 575733 w 7196666"/>
                  <a:gd name="connsiteY144" fmla="*/ 2475654 h 7196666"/>
                  <a:gd name="connsiteX145" fmla="*/ 460587 w 7196666"/>
                  <a:gd name="connsiteY145" fmla="*/ 2590800 h 7196666"/>
                  <a:gd name="connsiteX146" fmla="*/ 115147 w 7196666"/>
                  <a:gd name="connsiteY146" fmla="*/ 2590800 h 7196666"/>
                  <a:gd name="connsiteX147" fmla="*/ 0 w 7196666"/>
                  <a:gd name="connsiteY147" fmla="*/ 2475654 h 7196666"/>
                  <a:gd name="connsiteX148" fmla="*/ 1151467 w 7196666"/>
                  <a:gd name="connsiteY148" fmla="*/ 2418080 h 7196666"/>
                  <a:gd name="connsiteX149" fmla="*/ 1266613 w 7196666"/>
                  <a:gd name="connsiteY149" fmla="*/ 2302933 h 7196666"/>
                  <a:gd name="connsiteX150" fmla="*/ 1899920 w 7196666"/>
                  <a:gd name="connsiteY150" fmla="*/ 2302933 h 7196666"/>
                  <a:gd name="connsiteX151" fmla="*/ 2015067 w 7196666"/>
                  <a:gd name="connsiteY151" fmla="*/ 2418080 h 7196666"/>
                  <a:gd name="connsiteX152" fmla="*/ 2015067 w 7196666"/>
                  <a:gd name="connsiteY152" fmla="*/ 2475654 h 7196666"/>
                  <a:gd name="connsiteX153" fmla="*/ 1899920 w 7196666"/>
                  <a:gd name="connsiteY153" fmla="*/ 2590800 h 7196666"/>
                  <a:gd name="connsiteX154" fmla="*/ 1554480 w 7196666"/>
                  <a:gd name="connsiteY154" fmla="*/ 2590800 h 7196666"/>
                  <a:gd name="connsiteX155" fmla="*/ 1439333 w 7196666"/>
                  <a:gd name="connsiteY155" fmla="*/ 2705947 h 7196666"/>
                  <a:gd name="connsiteX156" fmla="*/ 1439333 w 7196666"/>
                  <a:gd name="connsiteY156" fmla="*/ 2763520 h 7196666"/>
                  <a:gd name="connsiteX157" fmla="*/ 1554480 w 7196666"/>
                  <a:gd name="connsiteY157" fmla="*/ 2878667 h 7196666"/>
                  <a:gd name="connsiteX158" fmla="*/ 3051387 w 7196666"/>
                  <a:gd name="connsiteY158" fmla="*/ 2878667 h 7196666"/>
                  <a:gd name="connsiteX159" fmla="*/ 3166533 w 7196666"/>
                  <a:gd name="connsiteY159" fmla="*/ 2993813 h 7196666"/>
                  <a:gd name="connsiteX160" fmla="*/ 3166533 w 7196666"/>
                  <a:gd name="connsiteY160" fmla="*/ 3051387 h 7196666"/>
                  <a:gd name="connsiteX161" fmla="*/ 3051387 w 7196666"/>
                  <a:gd name="connsiteY161" fmla="*/ 3166533 h 7196666"/>
                  <a:gd name="connsiteX162" fmla="*/ 2993813 w 7196666"/>
                  <a:gd name="connsiteY162" fmla="*/ 3166533 h 7196666"/>
                  <a:gd name="connsiteX163" fmla="*/ 2878667 w 7196666"/>
                  <a:gd name="connsiteY163" fmla="*/ 3281680 h 7196666"/>
                  <a:gd name="connsiteX164" fmla="*/ 2878667 w 7196666"/>
                  <a:gd name="connsiteY164" fmla="*/ 3339254 h 7196666"/>
                  <a:gd name="connsiteX165" fmla="*/ 2763520 w 7196666"/>
                  <a:gd name="connsiteY165" fmla="*/ 3454400 h 7196666"/>
                  <a:gd name="connsiteX166" fmla="*/ 2705947 w 7196666"/>
                  <a:gd name="connsiteY166" fmla="*/ 3454400 h 7196666"/>
                  <a:gd name="connsiteX167" fmla="*/ 2590800 w 7196666"/>
                  <a:gd name="connsiteY167" fmla="*/ 3339254 h 7196666"/>
                  <a:gd name="connsiteX168" fmla="*/ 2590800 w 7196666"/>
                  <a:gd name="connsiteY168" fmla="*/ 3281680 h 7196666"/>
                  <a:gd name="connsiteX169" fmla="*/ 2475654 w 7196666"/>
                  <a:gd name="connsiteY169" fmla="*/ 3166533 h 7196666"/>
                  <a:gd name="connsiteX170" fmla="*/ 1554480 w 7196666"/>
                  <a:gd name="connsiteY170" fmla="*/ 3166533 h 7196666"/>
                  <a:gd name="connsiteX171" fmla="*/ 1439333 w 7196666"/>
                  <a:gd name="connsiteY171" fmla="*/ 3281680 h 7196666"/>
                  <a:gd name="connsiteX172" fmla="*/ 1439333 w 7196666"/>
                  <a:gd name="connsiteY172" fmla="*/ 3339254 h 7196666"/>
                  <a:gd name="connsiteX173" fmla="*/ 1324187 w 7196666"/>
                  <a:gd name="connsiteY173" fmla="*/ 3454400 h 7196666"/>
                  <a:gd name="connsiteX174" fmla="*/ 690880 w 7196666"/>
                  <a:gd name="connsiteY174" fmla="*/ 3454400 h 7196666"/>
                  <a:gd name="connsiteX175" fmla="*/ 575733 w 7196666"/>
                  <a:gd name="connsiteY175" fmla="*/ 3569547 h 7196666"/>
                  <a:gd name="connsiteX176" fmla="*/ 575733 w 7196666"/>
                  <a:gd name="connsiteY176" fmla="*/ 3914987 h 7196666"/>
                  <a:gd name="connsiteX177" fmla="*/ 460587 w 7196666"/>
                  <a:gd name="connsiteY177" fmla="*/ 4030133 h 7196666"/>
                  <a:gd name="connsiteX178" fmla="*/ 115147 w 7196666"/>
                  <a:gd name="connsiteY178" fmla="*/ 4030133 h 7196666"/>
                  <a:gd name="connsiteX179" fmla="*/ 0 w 7196666"/>
                  <a:gd name="connsiteY179" fmla="*/ 3914987 h 7196666"/>
                  <a:gd name="connsiteX180" fmla="*/ 0 w 7196666"/>
                  <a:gd name="connsiteY180" fmla="*/ 3857413 h 7196666"/>
                  <a:gd name="connsiteX181" fmla="*/ 115147 w 7196666"/>
                  <a:gd name="connsiteY181" fmla="*/ 3742267 h 7196666"/>
                  <a:gd name="connsiteX182" fmla="*/ 172720 w 7196666"/>
                  <a:gd name="connsiteY182" fmla="*/ 3742267 h 7196666"/>
                  <a:gd name="connsiteX183" fmla="*/ 287867 w 7196666"/>
                  <a:gd name="connsiteY183" fmla="*/ 3627120 h 7196666"/>
                  <a:gd name="connsiteX184" fmla="*/ 287867 w 7196666"/>
                  <a:gd name="connsiteY184" fmla="*/ 3569547 h 7196666"/>
                  <a:gd name="connsiteX185" fmla="*/ 172720 w 7196666"/>
                  <a:gd name="connsiteY185" fmla="*/ 3454400 h 7196666"/>
                  <a:gd name="connsiteX186" fmla="*/ 115147 w 7196666"/>
                  <a:gd name="connsiteY186" fmla="*/ 3454400 h 7196666"/>
                  <a:gd name="connsiteX187" fmla="*/ 0 w 7196666"/>
                  <a:gd name="connsiteY187" fmla="*/ 3339254 h 7196666"/>
                  <a:gd name="connsiteX188" fmla="*/ 0 w 7196666"/>
                  <a:gd name="connsiteY188" fmla="*/ 2993813 h 7196666"/>
                  <a:gd name="connsiteX189" fmla="*/ 115147 w 7196666"/>
                  <a:gd name="connsiteY189" fmla="*/ 2878667 h 7196666"/>
                  <a:gd name="connsiteX190" fmla="*/ 748453 w 7196666"/>
                  <a:gd name="connsiteY190" fmla="*/ 2878667 h 7196666"/>
                  <a:gd name="connsiteX191" fmla="*/ 863600 w 7196666"/>
                  <a:gd name="connsiteY191" fmla="*/ 2993813 h 7196666"/>
                  <a:gd name="connsiteX192" fmla="*/ 863600 w 7196666"/>
                  <a:gd name="connsiteY192" fmla="*/ 3051387 h 7196666"/>
                  <a:gd name="connsiteX193" fmla="*/ 978747 w 7196666"/>
                  <a:gd name="connsiteY193" fmla="*/ 3166533 h 7196666"/>
                  <a:gd name="connsiteX194" fmla="*/ 1036320 w 7196666"/>
                  <a:gd name="connsiteY194" fmla="*/ 3166533 h 7196666"/>
                  <a:gd name="connsiteX195" fmla="*/ 1151467 w 7196666"/>
                  <a:gd name="connsiteY195" fmla="*/ 3051387 h 7196666"/>
                  <a:gd name="connsiteX196" fmla="*/ 3454400 w 7196666"/>
                  <a:gd name="connsiteY196" fmla="*/ 2418080 h 7196666"/>
                  <a:gd name="connsiteX197" fmla="*/ 3569547 w 7196666"/>
                  <a:gd name="connsiteY197" fmla="*/ 2302933 h 7196666"/>
                  <a:gd name="connsiteX198" fmla="*/ 3627120 w 7196666"/>
                  <a:gd name="connsiteY198" fmla="*/ 2302933 h 7196666"/>
                  <a:gd name="connsiteX199" fmla="*/ 3742267 w 7196666"/>
                  <a:gd name="connsiteY199" fmla="*/ 2418080 h 7196666"/>
                  <a:gd name="connsiteX200" fmla="*/ 3742267 w 7196666"/>
                  <a:gd name="connsiteY200" fmla="*/ 2475654 h 7196666"/>
                  <a:gd name="connsiteX201" fmla="*/ 3627120 w 7196666"/>
                  <a:gd name="connsiteY201" fmla="*/ 2590800 h 7196666"/>
                  <a:gd name="connsiteX202" fmla="*/ 3569547 w 7196666"/>
                  <a:gd name="connsiteY202" fmla="*/ 2590800 h 7196666"/>
                  <a:gd name="connsiteX203" fmla="*/ 3454400 w 7196666"/>
                  <a:gd name="connsiteY203" fmla="*/ 2475654 h 7196666"/>
                  <a:gd name="connsiteX204" fmla="*/ 5469467 w 7196666"/>
                  <a:gd name="connsiteY204" fmla="*/ 2418080 h 7196666"/>
                  <a:gd name="connsiteX205" fmla="*/ 5584613 w 7196666"/>
                  <a:gd name="connsiteY205" fmla="*/ 2302933 h 7196666"/>
                  <a:gd name="connsiteX206" fmla="*/ 5642187 w 7196666"/>
                  <a:gd name="connsiteY206" fmla="*/ 2302933 h 7196666"/>
                  <a:gd name="connsiteX207" fmla="*/ 5757334 w 7196666"/>
                  <a:gd name="connsiteY207" fmla="*/ 2418080 h 7196666"/>
                  <a:gd name="connsiteX208" fmla="*/ 5757334 w 7196666"/>
                  <a:gd name="connsiteY208" fmla="*/ 2475654 h 7196666"/>
                  <a:gd name="connsiteX209" fmla="*/ 5642187 w 7196666"/>
                  <a:gd name="connsiteY209" fmla="*/ 2590800 h 7196666"/>
                  <a:gd name="connsiteX210" fmla="*/ 5584613 w 7196666"/>
                  <a:gd name="connsiteY210" fmla="*/ 2590800 h 7196666"/>
                  <a:gd name="connsiteX211" fmla="*/ 5469467 w 7196666"/>
                  <a:gd name="connsiteY211" fmla="*/ 2475654 h 7196666"/>
                  <a:gd name="connsiteX212" fmla="*/ 6045200 w 7196666"/>
                  <a:gd name="connsiteY212" fmla="*/ 2418080 h 7196666"/>
                  <a:gd name="connsiteX213" fmla="*/ 6160347 w 7196666"/>
                  <a:gd name="connsiteY213" fmla="*/ 2302933 h 7196666"/>
                  <a:gd name="connsiteX214" fmla="*/ 7081520 w 7196666"/>
                  <a:gd name="connsiteY214" fmla="*/ 2302933 h 7196666"/>
                  <a:gd name="connsiteX215" fmla="*/ 7196667 w 7196666"/>
                  <a:gd name="connsiteY215" fmla="*/ 2418080 h 7196666"/>
                  <a:gd name="connsiteX216" fmla="*/ 7196667 w 7196666"/>
                  <a:gd name="connsiteY216" fmla="*/ 2475654 h 7196666"/>
                  <a:gd name="connsiteX217" fmla="*/ 7081520 w 7196666"/>
                  <a:gd name="connsiteY217" fmla="*/ 2590800 h 7196666"/>
                  <a:gd name="connsiteX218" fmla="*/ 7023947 w 7196666"/>
                  <a:gd name="connsiteY218" fmla="*/ 2590800 h 7196666"/>
                  <a:gd name="connsiteX219" fmla="*/ 6908800 w 7196666"/>
                  <a:gd name="connsiteY219" fmla="*/ 2705947 h 7196666"/>
                  <a:gd name="connsiteX220" fmla="*/ 6908800 w 7196666"/>
                  <a:gd name="connsiteY220" fmla="*/ 2763520 h 7196666"/>
                  <a:gd name="connsiteX221" fmla="*/ 6793654 w 7196666"/>
                  <a:gd name="connsiteY221" fmla="*/ 2878667 h 7196666"/>
                  <a:gd name="connsiteX222" fmla="*/ 6736080 w 7196666"/>
                  <a:gd name="connsiteY222" fmla="*/ 2878667 h 7196666"/>
                  <a:gd name="connsiteX223" fmla="*/ 6620934 w 7196666"/>
                  <a:gd name="connsiteY223" fmla="*/ 2763520 h 7196666"/>
                  <a:gd name="connsiteX224" fmla="*/ 6620934 w 7196666"/>
                  <a:gd name="connsiteY224" fmla="*/ 2705947 h 7196666"/>
                  <a:gd name="connsiteX225" fmla="*/ 6505787 w 7196666"/>
                  <a:gd name="connsiteY225" fmla="*/ 2590800 h 7196666"/>
                  <a:gd name="connsiteX226" fmla="*/ 6448213 w 7196666"/>
                  <a:gd name="connsiteY226" fmla="*/ 2590800 h 7196666"/>
                  <a:gd name="connsiteX227" fmla="*/ 6333067 w 7196666"/>
                  <a:gd name="connsiteY227" fmla="*/ 2705947 h 7196666"/>
                  <a:gd name="connsiteX228" fmla="*/ 6333067 w 7196666"/>
                  <a:gd name="connsiteY228" fmla="*/ 2763520 h 7196666"/>
                  <a:gd name="connsiteX229" fmla="*/ 6448213 w 7196666"/>
                  <a:gd name="connsiteY229" fmla="*/ 2878667 h 7196666"/>
                  <a:gd name="connsiteX230" fmla="*/ 6505787 w 7196666"/>
                  <a:gd name="connsiteY230" fmla="*/ 2878667 h 7196666"/>
                  <a:gd name="connsiteX231" fmla="*/ 6620934 w 7196666"/>
                  <a:gd name="connsiteY231" fmla="*/ 2993813 h 7196666"/>
                  <a:gd name="connsiteX232" fmla="*/ 6620934 w 7196666"/>
                  <a:gd name="connsiteY232" fmla="*/ 3051387 h 7196666"/>
                  <a:gd name="connsiteX233" fmla="*/ 6736080 w 7196666"/>
                  <a:gd name="connsiteY233" fmla="*/ 3166533 h 7196666"/>
                  <a:gd name="connsiteX234" fmla="*/ 6793654 w 7196666"/>
                  <a:gd name="connsiteY234" fmla="*/ 3166533 h 7196666"/>
                  <a:gd name="connsiteX235" fmla="*/ 6908800 w 7196666"/>
                  <a:gd name="connsiteY235" fmla="*/ 3281680 h 7196666"/>
                  <a:gd name="connsiteX236" fmla="*/ 6908800 w 7196666"/>
                  <a:gd name="connsiteY236" fmla="*/ 3339254 h 7196666"/>
                  <a:gd name="connsiteX237" fmla="*/ 7023947 w 7196666"/>
                  <a:gd name="connsiteY237" fmla="*/ 3454400 h 7196666"/>
                  <a:gd name="connsiteX238" fmla="*/ 7081520 w 7196666"/>
                  <a:gd name="connsiteY238" fmla="*/ 3454400 h 7196666"/>
                  <a:gd name="connsiteX239" fmla="*/ 7196667 w 7196666"/>
                  <a:gd name="connsiteY239" fmla="*/ 3569547 h 7196666"/>
                  <a:gd name="connsiteX240" fmla="*/ 7196667 w 7196666"/>
                  <a:gd name="connsiteY240" fmla="*/ 3627120 h 7196666"/>
                  <a:gd name="connsiteX241" fmla="*/ 7081520 w 7196666"/>
                  <a:gd name="connsiteY241" fmla="*/ 3742267 h 7196666"/>
                  <a:gd name="connsiteX242" fmla="*/ 7023947 w 7196666"/>
                  <a:gd name="connsiteY242" fmla="*/ 3742267 h 7196666"/>
                  <a:gd name="connsiteX243" fmla="*/ 6908800 w 7196666"/>
                  <a:gd name="connsiteY243" fmla="*/ 3857413 h 7196666"/>
                  <a:gd name="connsiteX244" fmla="*/ 6908800 w 7196666"/>
                  <a:gd name="connsiteY244" fmla="*/ 3914987 h 7196666"/>
                  <a:gd name="connsiteX245" fmla="*/ 6793654 w 7196666"/>
                  <a:gd name="connsiteY245" fmla="*/ 4030133 h 7196666"/>
                  <a:gd name="connsiteX246" fmla="*/ 6736080 w 7196666"/>
                  <a:gd name="connsiteY246" fmla="*/ 4030133 h 7196666"/>
                  <a:gd name="connsiteX247" fmla="*/ 6620934 w 7196666"/>
                  <a:gd name="connsiteY247" fmla="*/ 3914987 h 7196666"/>
                  <a:gd name="connsiteX248" fmla="*/ 6620934 w 7196666"/>
                  <a:gd name="connsiteY248" fmla="*/ 3857413 h 7196666"/>
                  <a:gd name="connsiteX249" fmla="*/ 6505787 w 7196666"/>
                  <a:gd name="connsiteY249" fmla="*/ 3742267 h 7196666"/>
                  <a:gd name="connsiteX250" fmla="*/ 6160347 w 7196666"/>
                  <a:gd name="connsiteY250" fmla="*/ 3742267 h 7196666"/>
                  <a:gd name="connsiteX251" fmla="*/ 6045200 w 7196666"/>
                  <a:gd name="connsiteY251" fmla="*/ 3627120 h 7196666"/>
                  <a:gd name="connsiteX252" fmla="*/ 6045200 w 7196666"/>
                  <a:gd name="connsiteY252" fmla="*/ 3569547 h 7196666"/>
                  <a:gd name="connsiteX253" fmla="*/ 6160347 w 7196666"/>
                  <a:gd name="connsiteY253" fmla="*/ 3454400 h 7196666"/>
                  <a:gd name="connsiteX254" fmla="*/ 6217920 w 7196666"/>
                  <a:gd name="connsiteY254" fmla="*/ 3454400 h 7196666"/>
                  <a:gd name="connsiteX255" fmla="*/ 6333067 w 7196666"/>
                  <a:gd name="connsiteY255" fmla="*/ 3339254 h 7196666"/>
                  <a:gd name="connsiteX256" fmla="*/ 6333067 w 7196666"/>
                  <a:gd name="connsiteY256" fmla="*/ 3281680 h 7196666"/>
                  <a:gd name="connsiteX257" fmla="*/ 6217920 w 7196666"/>
                  <a:gd name="connsiteY257" fmla="*/ 3166533 h 7196666"/>
                  <a:gd name="connsiteX258" fmla="*/ 6160347 w 7196666"/>
                  <a:gd name="connsiteY258" fmla="*/ 3166533 h 7196666"/>
                  <a:gd name="connsiteX259" fmla="*/ 6045200 w 7196666"/>
                  <a:gd name="connsiteY259" fmla="*/ 3051387 h 7196666"/>
                  <a:gd name="connsiteX260" fmla="*/ 6045200 w 7196666"/>
                  <a:gd name="connsiteY260" fmla="*/ 2993813 h 7196666"/>
                  <a:gd name="connsiteX261" fmla="*/ 5930054 w 7196666"/>
                  <a:gd name="connsiteY261" fmla="*/ 2878667 h 7196666"/>
                  <a:gd name="connsiteX262" fmla="*/ 5872480 w 7196666"/>
                  <a:gd name="connsiteY262" fmla="*/ 2878667 h 7196666"/>
                  <a:gd name="connsiteX263" fmla="*/ 5757334 w 7196666"/>
                  <a:gd name="connsiteY263" fmla="*/ 2763520 h 7196666"/>
                  <a:gd name="connsiteX264" fmla="*/ 5757334 w 7196666"/>
                  <a:gd name="connsiteY264" fmla="*/ 2705947 h 7196666"/>
                  <a:gd name="connsiteX265" fmla="*/ 5872480 w 7196666"/>
                  <a:gd name="connsiteY265" fmla="*/ 2590800 h 7196666"/>
                  <a:gd name="connsiteX266" fmla="*/ 5930054 w 7196666"/>
                  <a:gd name="connsiteY266" fmla="*/ 2590800 h 7196666"/>
                  <a:gd name="connsiteX267" fmla="*/ 6045200 w 7196666"/>
                  <a:gd name="connsiteY267" fmla="*/ 2475654 h 7196666"/>
                  <a:gd name="connsiteX268" fmla="*/ 5469467 w 7196666"/>
                  <a:gd name="connsiteY268" fmla="*/ 2993813 h 7196666"/>
                  <a:gd name="connsiteX269" fmla="*/ 5584613 w 7196666"/>
                  <a:gd name="connsiteY269" fmla="*/ 2878667 h 7196666"/>
                  <a:gd name="connsiteX270" fmla="*/ 5642187 w 7196666"/>
                  <a:gd name="connsiteY270" fmla="*/ 2878667 h 7196666"/>
                  <a:gd name="connsiteX271" fmla="*/ 5757334 w 7196666"/>
                  <a:gd name="connsiteY271" fmla="*/ 2993813 h 7196666"/>
                  <a:gd name="connsiteX272" fmla="*/ 5757334 w 7196666"/>
                  <a:gd name="connsiteY272" fmla="*/ 3051387 h 7196666"/>
                  <a:gd name="connsiteX273" fmla="*/ 5642187 w 7196666"/>
                  <a:gd name="connsiteY273" fmla="*/ 3166533 h 7196666"/>
                  <a:gd name="connsiteX274" fmla="*/ 5584613 w 7196666"/>
                  <a:gd name="connsiteY274" fmla="*/ 3166533 h 7196666"/>
                  <a:gd name="connsiteX275" fmla="*/ 5469467 w 7196666"/>
                  <a:gd name="connsiteY275" fmla="*/ 3051387 h 7196666"/>
                  <a:gd name="connsiteX276" fmla="*/ 3454400 w 7196666"/>
                  <a:gd name="connsiteY276" fmla="*/ 3281680 h 7196666"/>
                  <a:gd name="connsiteX277" fmla="*/ 3569547 w 7196666"/>
                  <a:gd name="connsiteY277" fmla="*/ 3166533 h 7196666"/>
                  <a:gd name="connsiteX278" fmla="*/ 3627120 w 7196666"/>
                  <a:gd name="connsiteY278" fmla="*/ 3166533 h 7196666"/>
                  <a:gd name="connsiteX279" fmla="*/ 3742267 w 7196666"/>
                  <a:gd name="connsiteY279" fmla="*/ 3281680 h 7196666"/>
                  <a:gd name="connsiteX280" fmla="*/ 3742267 w 7196666"/>
                  <a:gd name="connsiteY280" fmla="*/ 3914987 h 7196666"/>
                  <a:gd name="connsiteX281" fmla="*/ 3627120 w 7196666"/>
                  <a:gd name="connsiteY281" fmla="*/ 4030133 h 7196666"/>
                  <a:gd name="connsiteX282" fmla="*/ 3569547 w 7196666"/>
                  <a:gd name="connsiteY282" fmla="*/ 4030133 h 7196666"/>
                  <a:gd name="connsiteX283" fmla="*/ 3454400 w 7196666"/>
                  <a:gd name="connsiteY283" fmla="*/ 3914987 h 7196666"/>
                  <a:gd name="connsiteX284" fmla="*/ 3454400 w 7196666"/>
                  <a:gd name="connsiteY284" fmla="*/ 3857413 h 7196666"/>
                  <a:gd name="connsiteX285" fmla="*/ 3339254 w 7196666"/>
                  <a:gd name="connsiteY285" fmla="*/ 3742267 h 7196666"/>
                  <a:gd name="connsiteX286" fmla="*/ 3281680 w 7196666"/>
                  <a:gd name="connsiteY286" fmla="*/ 3742267 h 7196666"/>
                  <a:gd name="connsiteX287" fmla="*/ 3166533 w 7196666"/>
                  <a:gd name="connsiteY287" fmla="*/ 3627120 h 7196666"/>
                  <a:gd name="connsiteX288" fmla="*/ 3166533 w 7196666"/>
                  <a:gd name="connsiteY288" fmla="*/ 3569547 h 7196666"/>
                  <a:gd name="connsiteX289" fmla="*/ 3281680 w 7196666"/>
                  <a:gd name="connsiteY289" fmla="*/ 3454400 h 7196666"/>
                  <a:gd name="connsiteX290" fmla="*/ 3339254 w 7196666"/>
                  <a:gd name="connsiteY290" fmla="*/ 3454400 h 7196666"/>
                  <a:gd name="connsiteX291" fmla="*/ 3454400 w 7196666"/>
                  <a:gd name="connsiteY291" fmla="*/ 3339254 h 7196666"/>
                  <a:gd name="connsiteX292" fmla="*/ 1439333 w 7196666"/>
                  <a:gd name="connsiteY292" fmla="*/ 3569547 h 7196666"/>
                  <a:gd name="connsiteX293" fmla="*/ 1554480 w 7196666"/>
                  <a:gd name="connsiteY293" fmla="*/ 3454400 h 7196666"/>
                  <a:gd name="connsiteX294" fmla="*/ 1899920 w 7196666"/>
                  <a:gd name="connsiteY294" fmla="*/ 3454400 h 7196666"/>
                  <a:gd name="connsiteX295" fmla="*/ 2015067 w 7196666"/>
                  <a:gd name="connsiteY295" fmla="*/ 3569547 h 7196666"/>
                  <a:gd name="connsiteX296" fmla="*/ 2015067 w 7196666"/>
                  <a:gd name="connsiteY296" fmla="*/ 3627120 h 7196666"/>
                  <a:gd name="connsiteX297" fmla="*/ 1899920 w 7196666"/>
                  <a:gd name="connsiteY297" fmla="*/ 3742267 h 7196666"/>
                  <a:gd name="connsiteX298" fmla="*/ 1842347 w 7196666"/>
                  <a:gd name="connsiteY298" fmla="*/ 3742267 h 7196666"/>
                  <a:gd name="connsiteX299" fmla="*/ 1727200 w 7196666"/>
                  <a:gd name="connsiteY299" fmla="*/ 3857413 h 7196666"/>
                  <a:gd name="connsiteX300" fmla="*/ 1727200 w 7196666"/>
                  <a:gd name="connsiteY300" fmla="*/ 3914987 h 7196666"/>
                  <a:gd name="connsiteX301" fmla="*/ 1842347 w 7196666"/>
                  <a:gd name="connsiteY301" fmla="*/ 4030133 h 7196666"/>
                  <a:gd name="connsiteX302" fmla="*/ 1899920 w 7196666"/>
                  <a:gd name="connsiteY302" fmla="*/ 4030133 h 7196666"/>
                  <a:gd name="connsiteX303" fmla="*/ 2015067 w 7196666"/>
                  <a:gd name="connsiteY303" fmla="*/ 4145280 h 7196666"/>
                  <a:gd name="connsiteX304" fmla="*/ 2015067 w 7196666"/>
                  <a:gd name="connsiteY304" fmla="*/ 4202854 h 7196666"/>
                  <a:gd name="connsiteX305" fmla="*/ 1899920 w 7196666"/>
                  <a:gd name="connsiteY305" fmla="*/ 4318000 h 7196666"/>
                  <a:gd name="connsiteX306" fmla="*/ 1842347 w 7196666"/>
                  <a:gd name="connsiteY306" fmla="*/ 4318000 h 7196666"/>
                  <a:gd name="connsiteX307" fmla="*/ 1727200 w 7196666"/>
                  <a:gd name="connsiteY307" fmla="*/ 4433147 h 7196666"/>
                  <a:gd name="connsiteX308" fmla="*/ 1727200 w 7196666"/>
                  <a:gd name="connsiteY308" fmla="*/ 4490720 h 7196666"/>
                  <a:gd name="connsiteX309" fmla="*/ 1842347 w 7196666"/>
                  <a:gd name="connsiteY309" fmla="*/ 4605867 h 7196666"/>
                  <a:gd name="connsiteX310" fmla="*/ 1899920 w 7196666"/>
                  <a:gd name="connsiteY310" fmla="*/ 4605867 h 7196666"/>
                  <a:gd name="connsiteX311" fmla="*/ 2015067 w 7196666"/>
                  <a:gd name="connsiteY311" fmla="*/ 4490720 h 7196666"/>
                  <a:gd name="connsiteX312" fmla="*/ 2015067 w 7196666"/>
                  <a:gd name="connsiteY312" fmla="*/ 4433147 h 7196666"/>
                  <a:gd name="connsiteX313" fmla="*/ 2130213 w 7196666"/>
                  <a:gd name="connsiteY313" fmla="*/ 4318000 h 7196666"/>
                  <a:gd name="connsiteX314" fmla="*/ 2475654 w 7196666"/>
                  <a:gd name="connsiteY314" fmla="*/ 4318000 h 7196666"/>
                  <a:gd name="connsiteX315" fmla="*/ 2590800 w 7196666"/>
                  <a:gd name="connsiteY315" fmla="*/ 4433147 h 7196666"/>
                  <a:gd name="connsiteX316" fmla="*/ 2590800 w 7196666"/>
                  <a:gd name="connsiteY316" fmla="*/ 5066454 h 7196666"/>
                  <a:gd name="connsiteX317" fmla="*/ 2475654 w 7196666"/>
                  <a:gd name="connsiteY317" fmla="*/ 5181600 h 7196666"/>
                  <a:gd name="connsiteX318" fmla="*/ 2418080 w 7196666"/>
                  <a:gd name="connsiteY318" fmla="*/ 5181600 h 7196666"/>
                  <a:gd name="connsiteX319" fmla="*/ 2302933 w 7196666"/>
                  <a:gd name="connsiteY319" fmla="*/ 5066454 h 7196666"/>
                  <a:gd name="connsiteX320" fmla="*/ 2302933 w 7196666"/>
                  <a:gd name="connsiteY320" fmla="*/ 5008880 h 7196666"/>
                  <a:gd name="connsiteX321" fmla="*/ 2187787 w 7196666"/>
                  <a:gd name="connsiteY321" fmla="*/ 4893734 h 7196666"/>
                  <a:gd name="connsiteX322" fmla="*/ 1554480 w 7196666"/>
                  <a:gd name="connsiteY322" fmla="*/ 4893734 h 7196666"/>
                  <a:gd name="connsiteX323" fmla="*/ 1439333 w 7196666"/>
                  <a:gd name="connsiteY323" fmla="*/ 4778587 h 7196666"/>
                  <a:gd name="connsiteX324" fmla="*/ 1439333 w 7196666"/>
                  <a:gd name="connsiteY324" fmla="*/ 4145280 h 7196666"/>
                  <a:gd name="connsiteX325" fmla="*/ 1324187 w 7196666"/>
                  <a:gd name="connsiteY325" fmla="*/ 4030133 h 7196666"/>
                  <a:gd name="connsiteX326" fmla="*/ 1266613 w 7196666"/>
                  <a:gd name="connsiteY326" fmla="*/ 4030133 h 7196666"/>
                  <a:gd name="connsiteX327" fmla="*/ 1151467 w 7196666"/>
                  <a:gd name="connsiteY327" fmla="*/ 3914987 h 7196666"/>
                  <a:gd name="connsiteX328" fmla="*/ 1151467 w 7196666"/>
                  <a:gd name="connsiteY328" fmla="*/ 3857413 h 7196666"/>
                  <a:gd name="connsiteX329" fmla="*/ 1266613 w 7196666"/>
                  <a:gd name="connsiteY329" fmla="*/ 3742267 h 7196666"/>
                  <a:gd name="connsiteX330" fmla="*/ 1324187 w 7196666"/>
                  <a:gd name="connsiteY330" fmla="*/ 3742267 h 7196666"/>
                  <a:gd name="connsiteX331" fmla="*/ 1439333 w 7196666"/>
                  <a:gd name="connsiteY331" fmla="*/ 3627120 h 7196666"/>
                  <a:gd name="connsiteX332" fmla="*/ 2302933 w 7196666"/>
                  <a:gd name="connsiteY332" fmla="*/ 3569547 h 7196666"/>
                  <a:gd name="connsiteX333" fmla="*/ 2418080 w 7196666"/>
                  <a:gd name="connsiteY333" fmla="*/ 3454400 h 7196666"/>
                  <a:gd name="connsiteX334" fmla="*/ 2475654 w 7196666"/>
                  <a:gd name="connsiteY334" fmla="*/ 3454400 h 7196666"/>
                  <a:gd name="connsiteX335" fmla="*/ 2590800 w 7196666"/>
                  <a:gd name="connsiteY335" fmla="*/ 3569547 h 7196666"/>
                  <a:gd name="connsiteX336" fmla="*/ 2590800 w 7196666"/>
                  <a:gd name="connsiteY336" fmla="*/ 3627120 h 7196666"/>
                  <a:gd name="connsiteX337" fmla="*/ 2475654 w 7196666"/>
                  <a:gd name="connsiteY337" fmla="*/ 3742267 h 7196666"/>
                  <a:gd name="connsiteX338" fmla="*/ 2418080 w 7196666"/>
                  <a:gd name="connsiteY338" fmla="*/ 3742267 h 7196666"/>
                  <a:gd name="connsiteX339" fmla="*/ 2302933 w 7196666"/>
                  <a:gd name="connsiteY339" fmla="*/ 3627120 h 7196666"/>
                  <a:gd name="connsiteX340" fmla="*/ 2878667 w 7196666"/>
                  <a:gd name="connsiteY340" fmla="*/ 3857413 h 7196666"/>
                  <a:gd name="connsiteX341" fmla="*/ 2993813 w 7196666"/>
                  <a:gd name="connsiteY341" fmla="*/ 3742267 h 7196666"/>
                  <a:gd name="connsiteX342" fmla="*/ 3051387 w 7196666"/>
                  <a:gd name="connsiteY342" fmla="*/ 3742267 h 7196666"/>
                  <a:gd name="connsiteX343" fmla="*/ 3166533 w 7196666"/>
                  <a:gd name="connsiteY343" fmla="*/ 3857413 h 7196666"/>
                  <a:gd name="connsiteX344" fmla="*/ 3166533 w 7196666"/>
                  <a:gd name="connsiteY344" fmla="*/ 3914987 h 7196666"/>
                  <a:gd name="connsiteX345" fmla="*/ 3051387 w 7196666"/>
                  <a:gd name="connsiteY345" fmla="*/ 4030133 h 7196666"/>
                  <a:gd name="connsiteX346" fmla="*/ 2993813 w 7196666"/>
                  <a:gd name="connsiteY346" fmla="*/ 4030133 h 7196666"/>
                  <a:gd name="connsiteX347" fmla="*/ 2878667 w 7196666"/>
                  <a:gd name="connsiteY347" fmla="*/ 3914987 h 7196666"/>
                  <a:gd name="connsiteX348" fmla="*/ 4030133 w 7196666"/>
                  <a:gd name="connsiteY348" fmla="*/ 3857413 h 7196666"/>
                  <a:gd name="connsiteX349" fmla="*/ 4145280 w 7196666"/>
                  <a:gd name="connsiteY349" fmla="*/ 3742267 h 7196666"/>
                  <a:gd name="connsiteX350" fmla="*/ 4778587 w 7196666"/>
                  <a:gd name="connsiteY350" fmla="*/ 3742267 h 7196666"/>
                  <a:gd name="connsiteX351" fmla="*/ 4893734 w 7196666"/>
                  <a:gd name="connsiteY351" fmla="*/ 3857413 h 7196666"/>
                  <a:gd name="connsiteX352" fmla="*/ 4893734 w 7196666"/>
                  <a:gd name="connsiteY352" fmla="*/ 4202854 h 7196666"/>
                  <a:gd name="connsiteX353" fmla="*/ 4778587 w 7196666"/>
                  <a:gd name="connsiteY353" fmla="*/ 4318000 h 7196666"/>
                  <a:gd name="connsiteX354" fmla="*/ 4721013 w 7196666"/>
                  <a:gd name="connsiteY354" fmla="*/ 4318000 h 7196666"/>
                  <a:gd name="connsiteX355" fmla="*/ 4605867 w 7196666"/>
                  <a:gd name="connsiteY355" fmla="*/ 4433147 h 7196666"/>
                  <a:gd name="connsiteX356" fmla="*/ 4605867 w 7196666"/>
                  <a:gd name="connsiteY356" fmla="*/ 4490720 h 7196666"/>
                  <a:gd name="connsiteX357" fmla="*/ 4490720 w 7196666"/>
                  <a:gd name="connsiteY357" fmla="*/ 4605867 h 7196666"/>
                  <a:gd name="connsiteX358" fmla="*/ 4433147 w 7196666"/>
                  <a:gd name="connsiteY358" fmla="*/ 4605867 h 7196666"/>
                  <a:gd name="connsiteX359" fmla="*/ 4318000 w 7196666"/>
                  <a:gd name="connsiteY359" fmla="*/ 4490720 h 7196666"/>
                  <a:gd name="connsiteX360" fmla="*/ 4318000 w 7196666"/>
                  <a:gd name="connsiteY360" fmla="*/ 4433147 h 7196666"/>
                  <a:gd name="connsiteX361" fmla="*/ 4202854 w 7196666"/>
                  <a:gd name="connsiteY361" fmla="*/ 4318000 h 7196666"/>
                  <a:gd name="connsiteX362" fmla="*/ 3857413 w 7196666"/>
                  <a:gd name="connsiteY362" fmla="*/ 4318000 h 7196666"/>
                  <a:gd name="connsiteX363" fmla="*/ 3742267 w 7196666"/>
                  <a:gd name="connsiteY363" fmla="*/ 4202854 h 7196666"/>
                  <a:gd name="connsiteX364" fmla="*/ 3742267 w 7196666"/>
                  <a:gd name="connsiteY364" fmla="*/ 4145280 h 7196666"/>
                  <a:gd name="connsiteX365" fmla="*/ 3857413 w 7196666"/>
                  <a:gd name="connsiteY365" fmla="*/ 4030133 h 7196666"/>
                  <a:gd name="connsiteX366" fmla="*/ 3914987 w 7196666"/>
                  <a:gd name="connsiteY366" fmla="*/ 4030133 h 7196666"/>
                  <a:gd name="connsiteX367" fmla="*/ 4030133 w 7196666"/>
                  <a:gd name="connsiteY367" fmla="*/ 3914987 h 7196666"/>
                  <a:gd name="connsiteX368" fmla="*/ 5757334 w 7196666"/>
                  <a:gd name="connsiteY368" fmla="*/ 3857413 h 7196666"/>
                  <a:gd name="connsiteX369" fmla="*/ 5872480 w 7196666"/>
                  <a:gd name="connsiteY369" fmla="*/ 3742267 h 7196666"/>
                  <a:gd name="connsiteX370" fmla="*/ 5930054 w 7196666"/>
                  <a:gd name="connsiteY370" fmla="*/ 3742267 h 7196666"/>
                  <a:gd name="connsiteX371" fmla="*/ 6045200 w 7196666"/>
                  <a:gd name="connsiteY371" fmla="*/ 3857413 h 7196666"/>
                  <a:gd name="connsiteX372" fmla="*/ 6045200 w 7196666"/>
                  <a:gd name="connsiteY372" fmla="*/ 3914987 h 7196666"/>
                  <a:gd name="connsiteX373" fmla="*/ 6160347 w 7196666"/>
                  <a:gd name="connsiteY373" fmla="*/ 4030133 h 7196666"/>
                  <a:gd name="connsiteX374" fmla="*/ 6505787 w 7196666"/>
                  <a:gd name="connsiteY374" fmla="*/ 4030133 h 7196666"/>
                  <a:gd name="connsiteX375" fmla="*/ 6620934 w 7196666"/>
                  <a:gd name="connsiteY375" fmla="*/ 4145280 h 7196666"/>
                  <a:gd name="connsiteX376" fmla="*/ 6620934 w 7196666"/>
                  <a:gd name="connsiteY376" fmla="*/ 4202854 h 7196666"/>
                  <a:gd name="connsiteX377" fmla="*/ 6736080 w 7196666"/>
                  <a:gd name="connsiteY377" fmla="*/ 4318000 h 7196666"/>
                  <a:gd name="connsiteX378" fmla="*/ 6793654 w 7196666"/>
                  <a:gd name="connsiteY378" fmla="*/ 4318000 h 7196666"/>
                  <a:gd name="connsiteX379" fmla="*/ 6908800 w 7196666"/>
                  <a:gd name="connsiteY379" fmla="*/ 4433147 h 7196666"/>
                  <a:gd name="connsiteX380" fmla="*/ 6908800 w 7196666"/>
                  <a:gd name="connsiteY380" fmla="*/ 4490720 h 7196666"/>
                  <a:gd name="connsiteX381" fmla="*/ 6793654 w 7196666"/>
                  <a:gd name="connsiteY381" fmla="*/ 4605867 h 7196666"/>
                  <a:gd name="connsiteX382" fmla="*/ 6736080 w 7196666"/>
                  <a:gd name="connsiteY382" fmla="*/ 4605867 h 7196666"/>
                  <a:gd name="connsiteX383" fmla="*/ 6620934 w 7196666"/>
                  <a:gd name="connsiteY383" fmla="*/ 4721013 h 7196666"/>
                  <a:gd name="connsiteX384" fmla="*/ 6620934 w 7196666"/>
                  <a:gd name="connsiteY384" fmla="*/ 4778587 h 7196666"/>
                  <a:gd name="connsiteX385" fmla="*/ 6505787 w 7196666"/>
                  <a:gd name="connsiteY385" fmla="*/ 4893734 h 7196666"/>
                  <a:gd name="connsiteX386" fmla="*/ 6160347 w 7196666"/>
                  <a:gd name="connsiteY386" fmla="*/ 4893734 h 7196666"/>
                  <a:gd name="connsiteX387" fmla="*/ 6045200 w 7196666"/>
                  <a:gd name="connsiteY387" fmla="*/ 5008880 h 7196666"/>
                  <a:gd name="connsiteX388" fmla="*/ 6045200 w 7196666"/>
                  <a:gd name="connsiteY388" fmla="*/ 5354320 h 7196666"/>
                  <a:gd name="connsiteX389" fmla="*/ 6160347 w 7196666"/>
                  <a:gd name="connsiteY389" fmla="*/ 5469467 h 7196666"/>
                  <a:gd name="connsiteX390" fmla="*/ 7081520 w 7196666"/>
                  <a:gd name="connsiteY390" fmla="*/ 5469467 h 7196666"/>
                  <a:gd name="connsiteX391" fmla="*/ 7196667 w 7196666"/>
                  <a:gd name="connsiteY391" fmla="*/ 5584613 h 7196666"/>
                  <a:gd name="connsiteX392" fmla="*/ 7196667 w 7196666"/>
                  <a:gd name="connsiteY392" fmla="*/ 5642187 h 7196666"/>
                  <a:gd name="connsiteX393" fmla="*/ 7081520 w 7196666"/>
                  <a:gd name="connsiteY393" fmla="*/ 5757334 h 7196666"/>
                  <a:gd name="connsiteX394" fmla="*/ 6736080 w 7196666"/>
                  <a:gd name="connsiteY394" fmla="*/ 5757334 h 7196666"/>
                  <a:gd name="connsiteX395" fmla="*/ 6620934 w 7196666"/>
                  <a:gd name="connsiteY395" fmla="*/ 5872480 h 7196666"/>
                  <a:gd name="connsiteX396" fmla="*/ 6620934 w 7196666"/>
                  <a:gd name="connsiteY396" fmla="*/ 5930054 h 7196666"/>
                  <a:gd name="connsiteX397" fmla="*/ 6736080 w 7196666"/>
                  <a:gd name="connsiteY397" fmla="*/ 6045200 h 7196666"/>
                  <a:gd name="connsiteX398" fmla="*/ 7081520 w 7196666"/>
                  <a:gd name="connsiteY398" fmla="*/ 6045200 h 7196666"/>
                  <a:gd name="connsiteX399" fmla="*/ 7196667 w 7196666"/>
                  <a:gd name="connsiteY399" fmla="*/ 6160347 h 7196666"/>
                  <a:gd name="connsiteX400" fmla="*/ 7196667 w 7196666"/>
                  <a:gd name="connsiteY400" fmla="*/ 6217920 h 7196666"/>
                  <a:gd name="connsiteX401" fmla="*/ 7081520 w 7196666"/>
                  <a:gd name="connsiteY401" fmla="*/ 6333067 h 7196666"/>
                  <a:gd name="connsiteX402" fmla="*/ 7023947 w 7196666"/>
                  <a:gd name="connsiteY402" fmla="*/ 6333067 h 7196666"/>
                  <a:gd name="connsiteX403" fmla="*/ 6908800 w 7196666"/>
                  <a:gd name="connsiteY403" fmla="*/ 6448213 h 7196666"/>
                  <a:gd name="connsiteX404" fmla="*/ 6908800 w 7196666"/>
                  <a:gd name="connsiteY404" fmla="*/ 6793654 h 7196666"/>
                  <a:gd name="connsiteX405" fmla="*/ 7023947 w 7196666"/>
                  <a:gd name="connsiteY405" fmla="*/ 6908800 h 7196666"/>
                  <a:gd name="connsiteX406" fmla="*/ 7081520 w 7196666"/>
                  <a:gd name="connsiteY406" fmla="*/ 6908800 h 7196666"/>
                  <a:gd name="connsiteX407" fmla="*/ 7196667 w 7196666"/>
                  <a:gd name="connsiteY407" fmla="*/ 7023947 h 7196666"/>
                  <a:gd name="connsiteX408" fmla="*/ 7196667 w 7196666"/>
                  <a:gd name="connsiteY408" fmla="*/ 7081520 h 7196666"/>
                  <a:gd name="connsiteX409" fmla="*/ 7081520 w 7196666"/>
                  <a:gd name="connsiteY409" fmla="*/ 7196667 h 7196666"/>
                  <a:gd name="connsiteX410" fmla="*/ 6448213 w 7196666"/>
                  <a:gd name="connsiteY410" fmla="*/ 7196667 h 7196666"/>
                  <a:gd name="connsiteX411" fmla="*/ 6333067 w 7196666"/>
                  <a:gd name="connsiteY411" fmla="*/ 7081520 h 7196666"/>
                  <a:gd name="connsiteX412" fmla="*/ 6333067 w 7196666"/>
                  <a:gd name="connsiteY412" fmla="*/ 7023947 h 7196666"/>
                  <a:gd name="connsiteX413" fmla="*/ 6217920 w 7196666"/>
                  <a:gd name="connsiteY413" fmla="*/ 6908800 h 7196666"/>
                  <a:gd name="connsiteX414" fmla="*/ 5584613 w 7196666"/>
                  <a:gd name="connsiteY414" fmla="*/ 6908800 h 7196666"/>
                  <a:gd name="connsiteX415" fmla="*/ 5469467 w 7196666"/>
                  <a:gd name="connsiteY415" fmla="*/ 6793654 h 7196666"/>
                  <a:gd name="connsiteX416" fmla="*/ 5469467 w 7196666"/>
                  <a:gd name="connsiteY416" fmla="*/ 6736080 h 7196666"/>
                  <a:gd name="connsiteX417" fmla="*/ 5584613 w 7196666"/>
                  <a:gd name="connsiteY417" fmla="*/ 6620934 h 7196666"/>
                  <a:gd name="connsiteX418" fmla="*/ 5930054 w 7196666"/>
                  <a:gd name="connsiteY418" fmla="*/ 6620934 h 7196666"/>
                  <a:gd name="connsiteX419" fmla="*/ 6045200 w 7196666"/>
                  <a:gd name="connsiteY419" fmla="*/ 6505787 h 7196666"/>
                  <a:gd name="connsiteX420" fmla="*/ 6045200 w 7196666"/>
                  <a:gd name="connsiteY420" fmla="*/ 6448213 h 7196666"/>
                  <a:gd name="connsiteX421" fmla="*/ 6160347 w 7196666"/>
                  <a:gd name="connsiteY421" fmla="*/ 6333067 h 7196666"/>
                  <a:gd name="connsiteX422" fmla="*/ 6217920 w 7196666"/>
                  <a:gd name="connsiteY422" fmla="*/ 6333067 h 7196666"/>
                  <a:gd name="connsiteX423" fmla="*/ 6333067 w 7196666"/>
                  <a:gd name="connsiteY423" fmla="*/ 6448213 h 7196666"/>
                  <a:gd name="connsiteX424" fmla="*/ 6333067 w 7196666"/>
                  <a:gd name="connsiteY424" fmla="*/ 6505787 h 7196666"/>
                  <a:gd name="connsiteX425" fmla="*/ 6448213 w 7196666"/>
                  <a:gd name="connsiteY425" fmla="*/ 6620934 h 7196666"/>
                  <a:gd name="connsiteX426" fmla="*/ 6505787 w 7196666"/>
                  <a:gd name="connsiteY426" fmla="*/ 6620934 h 7196666"/>
                  <a:gd name="connsiteX427" fmla="*/ 6620934 w 7196666"/>
                  <a:gd name="connsiteY427" fmla="*/ 6505787 h 7196666"/>
                  <a:gd name="connsiteX428" fmla="*/ 6620934 w 7196666"/>
                  <a:gd name="connsiteY428" fmla="*/ 6448213 h 7196666"/>
                  <a:gd name="connsiteX429" fmla="*/ 6505787 w 7196666"/>
                  <a:gd name="connsiteY429" fmla="*/ 6333067 h 7196666"/>
                  <a:gd name="connsiteX430" fmla="*/ 6448213 w 7196666"/>
                  <a:gd name="connsiteY430" fmla="*/ 6333067 h 7196666"/>
                  <a:gd name="connsiteX431" fmla="*/ 6333067 w 7196666"/>
                  <a:gd name="connsiteY431" fmla="*/ 6217920 h 7196666"/>
                  <a:gd name="connsiteX432" fmla="*/ 6333067 w 7196666"/>
                  <a:gd name="connsiteY432" fmla="*/ 6160347 h 7196666"/>
                  <a:gd name="connsiteX433" fmla="*/ 6217920 w 7196666"/>
                  <a:gd name="connsiteY433" fmla="*/ 6045200 h 7196666"/>
                  <a:gd name="connsiteX434" fmla="*/ 5872480 w 7196666"/>
                  <a:gd name="connsiteY434" fmla="*/ 6045200 h 7196666"/>
                  <a:gd name="connsiteX435" fmla="*/ 5757334 w 7196666"/>
                  <a:gd name="connsiteY435" fmla="*/ 6160347 h 7196666"/>
                  <a:gd name="connsiteX436" fmla="*/ 5757334 w 7196666"/>
                  <a:gd name="connsiteY436" fmla="*/ 6217920 h 7196666"/>
                  <a:gd name="connsiteX437" fmla="*/ 5642187 w 7196666"/>
                  <a:gd name="connsiteY437" fmla="*/ 6333067 h 7196666"/>
                  <a:gd name="connsiteX438" fmla="*/ 5584613 w 7196666"/>
                  <a:gd name="connsiteY438" fmla="*/ 6333067 h 7196666"/>
                  <a:gd name="connsiteX439" fmla="*/ 5469467 w 7196666"/>
                  <a:gd name="connsiteY439" fmla="*/ 6448213 h 7196666"/>
                  <a:gd name="connsiteX440" fmla="*/ 5469467 w 7196666"/>
                  <a:gd name="connsiteY440" fmla="*/ 6505787 h 7196666"/>
                  <a:gd name="connsiteX441" fmla="*/ 5354320 w 7196666"/>
                  <a:gd name="connsiteY441" fmla="*/ 6620934 h 7196666"/>
                  <a:gd name="connsiteX442" fmla="*/ 5296747 w 7196666"/>
                  <a:gd name="connsiteY442" fmla="*/ 6620934 h 7196666"/>
                  <a:gd name="connsiteX443" fmla="*/ 5181600 w 7196666"/>
                  <a:gd name="connsiteY443" fmla="*/ 6736080 h 7196666"/>
                  <a:gd name="connsiteX444" fmla="*/ 5181600 w 7196666"/>
                  <a:gd name="connsiteY444" fmla="*/ 7081520 h 7196666"/>
                  <a:gd name="connsiteX445" fmla="*/ 5066454 w 7196666"/>
                  <a:gd name="connsiteY445" fmla="*/ 7196667 h 7196666"/>
                  <a:gd name="connsiteX446" fmla="*/ 5008880 w 7196666"/>
                  <a:gd name="connsiteY446" fmla="*/ 7196667 h 7196666"/>
                  <a:gd name="connsiteX447" fmla="*/ 4893734 w 7196666"/>
                  <a:gd name="connsiteY447" fmla="*/ 7081520 h 7196666"/>
                  <a:gd name="connsiteX448" fmla="*/ 4893734 w 7196666"/>
                  <a:gd name="connsiteY448" fmla="*/ 6448213 h 7196666"/>
                  <a:gd name="connsiteX449" fmla="*/ 4778587 w 7196666"/>
                  <a:gd name="connsiteY449" fmla="*/ 6333067 h 7196666"/>
                  <a:gd name="connsiteX450" fmla="*/ 4433147 w 7196666"/>
                  <a:gd name="connsiteY450" fmla="*/ 6333067 h 7196666"/>
                  <a:gd name="connsiteX451" fmla="*/ 4318000 w 7196666"/>
                  <a:gd name="connsiteY451" fmla="*/ 6448213 h 7196666"/>
                  <a:gd name="connsiteX452" fmla="*/ 4318000 w 7196666"/>
                  <a:gd name="connsiteY452" fmla="*/ 6505787 h 7196666"/>
                  <a:gd name="connsiteX453" fmla="*/ 4433147 w 7196666"/>
                  <a:gd name="connsiteY453" fmla="*/ 6620934 h 7196666"/>
                  <a:gd name="connsiteX454" fmla="*/ 4490720 w 7196666"/>
                  <a:gd name="connsiteY454" fmla="*/ 6620934 h 7196666"/>
                  <a:gd name="connsiteX455" fmla="*/ 4605867 w 7196666"/>
                  <a:gd name="connsiteY455" fmla="*/ 6736080 h 7196666"/>
                  <a:gd name="connsiteX456" fmla="*/ 4605867 w 7196666"/>
                  <a:gd name="connsiteY456" fmla="*/ 7081520 h 7196666"/>
                  <a:gd name="connsiteX457" fmla="*/ 4490720 w 7196666"/>
                  <a:gd name="connsiteY457" fmla="*/ 7196667 h 7196666"/>
                  <a:gd name="connsiteX458" fmla="*/ 4433147 w 7196666"/>
                  <a:gd name="connsiteY458" fmla="*/ 7196667 h 7196666"/>
                  <a:gd name="connsiteX459" fmla="*/ 4318000 w 7196666"/>
                  <a:gd name="connsiteY459" fmla="*/ 7081520 h 7196666"/>
                  <a:gd name="connsiteX460" fmla="*/ 4318000 w 7196666"/>
                  <a:gd name="connsiteY460" fmla="*/ 7023947 h 7196666"/>
                  <a:gd name="connsiteX461" fmla="*/ 4202854 w 7196666"/>
                  <a:gd name="connsiteY461" fmla="*/ 6908800 h 7196666"/>
                  <a:gd name="connsiteX462" fmla="*/ 4145280 w 7196666"/>
                  <a:gd name="connsiteY462" fmla="*/ 6908800 h 7196666"/>
                  <a:gd name="connsiteX463" fmla="*/ 4030133 w 7196666"/>
                  <a:gd name="connsiteY463" fmla="*/ 6793654 h 7196666"/>
                  <a:gd name="connsiteX464" fmla="*/ 4030133 w 7196666"/>
                  <a:gd name="connsiteY464" fmla="*/ 6448213 h 7196666"/>
                  <a:gd name="connsiteX465" fmla="*/ 3914987 w 7196666"/>
                  <a:gd name="connsiteY465" fmla="*/ 6333067 h 7196666"/>
                  <a:gd name="connsiteX466" fmla="*/ 3857413 w 7196666"/>
                  <a:gd name="connsiteY466" fmla="*/ 6333067 h 7196666"/>
                  <a:gd name="connsiteX467" fmla="*/ 3742267 w 7196666"/>
                  <a:gd name="connsiteY467" fmla="*/ 6217920 h 7196666"/>
                  <a:gd name="connsiteX468" fmla="*/ 3742267 w 7196666"/>
                  <a:gd name="connsiteY468" fmla="*/ 5872480 h 7196666"/>
                  <a:gd name="connsiteX469" fmla="*/ 3857413 w 7196666"/>
                  <a:gd name="connsiteY469" fmla="*/ 5757334 h 7196666"/>
                  <a:gd name="connsiteX470" fmla="*/ 3914987 w 7196666"/>
                  <a:gd name="connsiteY470" fmla="*/ 5757334 h 7196666"/>
                  <a:gd name="connsiteX471" fmla="*/ 4030133 w 7196666"/>
                  <a:gd name="connsiteY471" fmla="*/ 5872480 h 7196666"/>
                  <a:gd name="connsiteX472" fmla="*/ 4030133 w 7196666"/>
                  <a:gd name="connsiteY472" fmla="*/ 5930054 h 7196666"/>
                  <a:gd name="connsiteX473" fmla="*/ 4145280 w 7196666"/>
                  <a:gd name="connsiteY473" fmla="*/ 6045200 h 7196666"/>
                  <a:gd name="connsiteX474" fmla="*/ 4490720 w 7196666"/>
                  <a:gd name="connsiteY474" fmla="*/ 6045200 h 7196666"/>
                  <a:gd name="connsiteX475" fmla="*/ 4605867 w 7196666"/>
                  <a:gd name="connsiteY475" fmla="*/ 5930054 h 7196666"/>
                  <a:gd name="connsiteX476" fmla="*/ 4605867 w 7196666"/>
                  <a:gd name="connsiteY476" fmla="*/ 4721013 h 7196666"/>
                  <a:gd name="connsiteX477" fmla="*/ 4721013 w 7196666"/>
                  <a:gd name="connsiteY477" fmla="*/ 4605867 h 7196666"/>
                  <a:gd name="connsiteX478" fmla="*/ 5354320 w 7196666"/>
                  <a:gd name="connsiteY478" fmla="*/ 4605867 h 7196666"/>
                  <a:gd name="connsiteX479" fmla="*/ 5469467 w 7196666"/>
                  <a:gd name="connsiteY479" fmla="*/ 4490720 h 7196666"/>
                  <a:gd name="connsiteX480" fmla="*/ 5469467 w 7196666"/>
                  <a:gd name="connsiteY480" fmla="*/ 4433147 h 7196666"/>
                  <a:gd name="connsiteX481" fmla="*/ 5354320 w 7196666"/>
                  <a:gd name="connsiteY481" fmla="*/ 4318000 h 7196666"/>
                  <a:gd name="connsiteX482" fmla="*/ 5296747 w 7196666"/>
                  <a:gd name="connsiteY482" fmla="*/ 4318000 h 7196666"/>
                  <a:gd name="connsiteX483" fmla="*/ 5181600 w 7196666"/>
                  <a:gd name="connsiteY483" fmla="*/ 4202854 h 7196666"/>
                  <a:gd name="connsiteX484" fmla="*/ 5181600 w 7196666"/>
                  <a:gd name="connsiteY484" fmla="*/ 4145280 h 7196666"/>
                  <a:gd name="connsiteX485" fmla="*/ 5296747 w 7196666"/>
                  <a:gd name="connsiteY485" fmla="*/ 4030133 h 7196666"/>
                  <a:gd name="connsiteX486" fmla="*/ 5642187 w 7196666"/>
                  <a:gd name="connsiteY486" fmla="*/ 4030133 h 7196666"/>
                  <a:gd name="connsiteX487" fmla="*/ 5757334 w 7196666"/>
                  <a:gd name="connsiteY487" fmla="*/ 3914987 h 7196666"/>
                  <a:gd name="connsiteX488" fmla="*/ 6045200 w 7196666"/>
                  <a:gd name="connsiteY488" fmla="*/ 4433147 h 7196666"/>
                  <a:gd name="connsiteX489" fmla="*/ 6160347 w 7196666"/>
                  <a:gd name="connsiteY489" fmla="*/ 4318000 h 7196666"/>
                  <a:gd name="connsiteX490" fmla="*/ 6217920 w 7196666"/>
                  <a:gd name="connsiteY490" fmla="*/ 4318000 h 7196666"/>
                  <a:gd name="connsiteX491" fmla="*/ 6333067 w 7196666"/>
                  <a:gd name="connsiteY491" fmla="*/ 4433147 h 7196666"/>
                  <a:gd name="connsiteX492" fmla="*/ 6333067 w 7196666"/>
                  <a:gd name="connsiteY492" fmla="*/ 4490720 h 7196666"/>
                  <a:gd name="connsiteX493" fmla="*/ 6217920 w 7196666"/>
                  <a:gd name="connsiteY493" fmla="*/ 4605867 h 7196666"/>
                  <a:gd name="connsiteX494" fmla="*/ 6160347 w 7196666"/>
                  <a:gd name="connsiteY494" fmla="*/ 4605867 h 7196666"/>
                  <a:gd name="connsiteX495" fmla="*/ 6045200 w 7196666"/>
                  <a:gd name="connsiteY495" fmla="*/ 4490720 h 7196666"/>
                  <a:gd name="connsiteX496" fmla="*/ 4893734 w 7196666"/>
                  <a:gd name="connsiteY496" fmla="*/ 5008880 h 7196666"/>
                  <a:gd name="connsiteX497" fmla="*/ 5008880 w 7196666"/>
                  <a:gd name="connsiteY497" fmla="*/ 4893734 h 7196666"/>
                  <a:gd name="connsiteX498" fmla="*/ 5642187 w 7196666"/>
                  <a:gd name="connsiteY498" fmla="*/ 4893734 h 7196666"/>
                  <a:gd name="connsiteX499" fmla="*/ 5757334 w 7196666"/>
                  <a:gd name="connsiteY499" fmla="*/ 5008880 h 7196666"/>
                  <a:gd name="connsiteX500" fmla="*/ 5757334 w 7196666"/>
                  <a:gd name="connsiteY500" fmla="*/ 5642187 h 7196666"/>
                  <a:gd name="connsiteX501" fmla="*/ 5642187 w 7196666"/>
                  <a:gd name="connsiteY501" fmla="*/ 5757334 h 7196666"/>
                  <a:gd name="connsiteX502" fmla="*/ 5008880 w 7196666"/>
                  <a:gd name="connsiteY502" fmla="*/ 5757334 h 7196666"/>
                  <a:gd name="connsiteX503" fmla="*/ 4893734 w 7196666"/>
                  <a:gd name="connsiteY503" fmla="*/ 5642187 h 7196666"/>
                  <a:gd name="connsiteX504" fmla="*/ 863600 w 7196666"/>
                  <a:gd name="connsiteY504" fmla="*/ 4145280 h 7196666"/>
                  <a:gd name="connsiteX505" fmla="*/ 978747 w 7196666"/>
                  <a:gd name="connsiteY505" fmla="*/ 4030133 h 7196666"/>
                  <a:gd name="connsiteX506" fmla="*/ 1036320 w 7196666"/>
                  <a:gd name="connsiteY506" fmla="*/ 4030133 h 7196666"/>
                  <a:gd name="connsiteX507" fmla="*/ 1151467 w 7196666"/>
                  <a:gd name="connsiteY507" fmla="*/ 4145280 h 7196666"/>
                  <a:gd name="connsiteX508" fmla="*/ 1151467 w 7196666"/>
                  <a:gd name="connsiteY508" fmla="*/ 4490720 h 7196666"/>
                  <a:gd name="connsiteX509" fmla="*/ 1036320 w 7196666"/>
                  <a:gd name="connsiteY509" fmla="*/ 4605867 h 7196666"/>
                  <a:gd name="connsiteX510" fmla="*/ 690880 w 7196666"/>
                  <a:gd name="connsiteY510" fmla="*/ 4605867 h 7196666"/>
                  <a:gd name="connsiteX511" fmla="*/ 575733 w 7196666"/>
                  <a:gd name="connsiteY511" fmla="*/ 4490720 h 7196666"/>
                  <a:gd name="connsiteX512" fmla="*/ 575733 w 7196666"/>
                  <a:gd name="connsiteY512" fmla="*/ 4433147 h 7196666"/>
                  <a:gd name="connsiteX513" fmla="*/ 690880 w 7196666"/>
                  <a:gd name="connsiteY513" fmla="*/ 4318000 h 7196666"/>
                  <a:gd name="connsiteX514" fmla="*/ 748453 w 7196666"/>
                  <a:gd name="connsiteY514" fmla="*/ 4318000 h 7196666"/>
                  <a:gd name="connsiteX515" fmla="*/ 863600 w 7196666"/>
                  <a:gd name="connsiteY515" fmla="*/ 4202854 h 7196666"/>
                  <a:gd name="connsiteX516" fmla="*/ 2590800 w 7196666"/>
                  <a:gd name="connsiteY516" fmla="*/ 4145280 h 7196666"/>
                  <a:gd name="connsiteX517" fmla="*/ 2705947 w 7196666"/>
                  <a:gd name="connsiteY517" fmla="*/ 4030133 h 7196666"/>
                  <a:gd name="connsiteX518" fmla="*/ 2763520 w 7196666"/>
                  <a:gd name="connsiteY518" fmla="*/ 4030133 h 7196666"/>
                  <a:gd name="connsiteX519" fmla="*/ 2878667 w 7196666"/>
                  <a:gd name="connsiteY519" fmla="*/ 4145280 h 7196666"/>
                  <a:gd name="connsiteX520" fmla="*/ 2878667 w 7196666"/>
                  <a:gd name="connsiteY520" fmla="*/ 4202854 h 7196666"/>
                  <a:gd name="connsiteX521" fmla="*/ 2763520 w 7196666"/>
                  <a:gd name="connsiteY521" fmla="*/ 4318000 h 7196666"/>
                  <a:gd name="connsiteX522" fmla="*/ 2705947 w 7196666"/>
                  <a:gd name="connsiteY522" fmla="*/ 4318000 h 7196666"/>
                  <a:gd name="connsiteX523" fmla="*/ 2590800 w 7196666"/>
                  <a:gd name="connsiteY523" fmla="*/ 4202854 h 7196666"/>
                  <a:gd name="connsiteX524" fmla="*/ 3166533 w 7196666"/>
                  <a:gd name="connsiteY524" fmla="*/ 4145280 h 7196666"/>
                  <a:gd name="connsiteX525" fmla="*/ 3281680 w 7196666"/>
                  <a:gd name="connsiteY525" fmla="*/ 4030133 h 7196666"/>
                  <a:gd name="connsiteX526" fmla="*/ 3339254 w 7196666"/>
                  <a:gd name="connsiteY526" fmla="*/ 4030133 h 7196666"/>
                  <a:gd name="connsiteX527" fmla="*/ 3454400 w 7196666"/>
                  <a:gd name="connsiteY527" fmla="*/ 4145280 h 7196666"/>
                  <a:gd name="connsiteX528" fmla="*/ 3454400 w 7196666"/>
                  <a:gd name="connsiteY528" fmla="*/ 4490720 h 7196666"/>
                  <a:gd name="connsiteX529" fmla="*/ 3339254 w 7196666"/>
                  <a:gd name="connsiteY529" fmla="*/ 4605867 h 7196666"/>
                  <a:gd name="connsiteX530" fmla="*/ 3281680 w 7196666"/>
                  <a:gd name="connsiteY530" fmla="*/ 4605867 h 7196666"/>
                  <a:gd name="connsiteX531" fmla="*/ 3166533 w 7196666"/>
                  <a:gd name="connsiteY531" fmla="*/ 4490720 h 7196666"/>
                  <a:gd name="connsiteX532" fmla="*/ 0 w 7196666"/>
                  <a:gd name="connsiteY532" fmla="*/ 4721013 h 7196666"/>
                  <a:gd name="connsiteX533" fmla="*/ 115147 w 7196666"/>
                  <a:gd name="connsiteY533" fmla="*/ 4605867 h 7196666"/>
                  <a:gd name="connsiteX534" fmla="*/ 460587 w 7196666"/>
                  <a:gd name="connsiteY534" fmla="*/ 4605867 h 7196666"/>
                  <a:gd name="connsiteX535" fmla="*/ 575733 w 7196666"/>
                  <a:gd name="connsiteY535" fmla="*/ 4721013 h 7196666"/>
                  <a:gd name="connsiteX536" fmla="*/ 575733 w 7196666"/>
                  <a:gd name="connsiteY536" fmla="*/ 4778587 h 7196666"/>
                  <a:gd name="connsiteX537" fmla="*/ 460587 w 7196666"/>
                  <a:gd name="connsiteY537" fmla="*/ 4893734 h 7196666"/>
                  <a:gd name="connsiteX538" fmla="*/ 115147 w 7196666"/>
                  <a:gd name="connsiteY538" fmla="*/ 4893734 h 7196666"/>
                  <a:gd name="connsiteX539" fmla="*/ 0 w 7196666"/>
                  <a:gd name="connsiteY539" fmla="*/ 4778587 h 7196666"/>
                  <a:gd name="connsiteX540" fmla="*/ 4030133 w 7196666"/>
                  <a:gd name="connsiteY540" fmla="*/ 5008880 h 7196666"/>
                  <a:gd name="connsiteX541" fmla="*/ 4145280 w 7196666"/>
                  <a:gd name="connsiteY541" fmla="*/ 4893734 h 7196666"/>
                  <a:gd name="connsiteX542" fmla="*/ 4202854 w 7196666"/>
                  <a:gd name="connsiteY542" fmla="*/ 4893734 h 7196666"/>
                  <a:gd name="connsiteX543" fmla="*/ 4318000 w 7196666"/>
                  <a:gd name="connsiteY543" fmla="*/ 5008880 h 7196666"/>
                  <a:gd name="connsiteX544" fmla="*/ 4318000 w 7196666"/>
                  <a:gd name="connsiteY544" fmla="*/ 5354320 h 7196666"/>
                  <a:gd name="connsiteX545" fmla="*/ 4202854 w 7196666"/>
                  <a:gd name="connsiteY545" fmla="*/ 5469467 h 7196666"/>
                  <a:gd name="connsiteX546" fmla="*/ 3857413 w 7196666"/>
                  <a:gd name="connsiteY546" fmla="*/ 5469467 h 7196666"/>
                  <a:gd name="connsiteX547" fmla="*/ 3742267 w 7196666"/>
                  <a:gd name="connsiteY547" fmla="*/ 5354320 h 7196666"/>
                  <a:gd name="connsiteX548" fmla="*/ 3742267 w 7196666"/>
                  <a:gd name="connsiteY548" fmla="*/ 5296747 h 7196666"/>
                  <a:gd name="connsiteX549" fmla="*/ 3857413 w 7196666"/>
                  <a:gd name="connsiteY549" fmla="*/ 5181600 h 7196666"/>
                  <a:gd name="connsiteX550" fmla="*/ 3914987 w 7196666"/>
                  <a:gd name="connsiteY550" fmla="*/ 5181600 h 7196666"/>
                  <a:gd name="connsiteX551" fmla="*/ 4030133 w 7196666"/>
                  <a:gd name="connsiteY551" fmla="*/ 5066454 h 7196666"/>
                  <a:gd name="connsiteX552" fmla="*/ 2878667 w 7196666"/>
                  <a:gd name="connsiteY552" fmla="*/ 5296747 h 7196666"/>
                  <a:gd name="connsiteX553" fmla="*/ 2993813 w 7196666"/>
                  <a:gd name="connsiteY553" fmla="*/ 5181600 h 7196666"/>
                  <a:gd name="connsiteX554" fmla="*/ 3339254 w 7196666"/>
                  <a:gd name="connsiteY554" fmla="*/ 5181600 h 7196666"/>
                  <a:gd name="connsiteX555" fmla="*/ 3454400 w 7196666"/>
                  <a:gd name="connsiteY555" fmla="*/ 5296747 h 7196666"/>
                  <a:gd name="connsiteX556" fmla="*/ 3454400 w 7196666"/>
                  <a:gd name="connsiteY556" fmla="*/ 5354320 h 7196666"/>
                  <a:gd name="connsiteX557" fmla="*/ 3339254 w 7196666"/>
                  <a:gd name="connsiteY557" fmla="*/ 5469467 h 7196666"/>
                  <a:gd name="connsiteX558" fmla="*/ 2993813 w 7196666"/>
                  <a:gd name="connsiteY558" fmla="*/ 5469467 h 7196666"/>
                  <a:gd name="connsiteX559" fmla="*/ 2878667 w 7196666"/>
                  <a:gd name="connsiteY559" fmla="*/ 5354320 h 7196666"/>
                  <a:gd name="connsiteX560" fmla="*/ 5181600 w 7196666"/>
                  <a:gd name="connsiteY560" fmla="*/ 5296747 h 7196666"/>
                  <a:gd name="connsiteX561" fmla="*/ 5296747 w 7196666"/>
                  <a:gd name="connsiteY561" fmla="*/ 5181600 h 7196666"/>
                  <a:gd name="connsiteX562" fmla="*/ 5354320 w 7196666"/>
                  <a:gd name="connsiteY562" fmla="*/ 5181600 h 7196666"/>
                  <a:gd name="connsiteX563" fmla="*/ 5469467 w 7196666"/>
                  <a:gd name="connsiteY563" fmla="*/ 5296747 h 7196666"/>
                  <a:gd name="connsiteX564" fmla="*/ 5469467 w 7196666"/>
                  <a:gd name="connsiteY564" fmla="*/ 5354320 h 7196666"/>
                  <a:gd name="connsiteX565" fmla="*/ 5354320 w 7196666"/>
                  <a:gd name="connsiteY565" fmla="*/ 5469467 h 7196666"/>
                  <a:gd name="connsiteX566" fmla="*/ 5296747 w 7196666"/>
                  <a:gd name="connsiteY566" fmla="*/ 5469467 h 7196666"/>
                  <a:gd name="connsiteX567" fmla="*/ 5181600 w 7196666"/>
                  <a:gd name="connsiteY567" fmla="*/ 5354320 h 7196666"/>
                  <a:gd name="connsiteX568" fmla="*/ 2302933 w 7196666"/>
                  <a:gd name="connsiteY568" fmla="*/ 5584613 h 7196666"/>
                  <a:gd name="connsiteX569" fmla="*/ 2418080 w 7196666"/>
                  <a:gd name="connsiteY569" fmla="*/ 5469467 h 7196666"/>
                  <a:gd name="connsiteX570" fmla="*/ 2763520 w 7196666"/>
                  <a:gd name="connsiteY570" fmla="*/ 5469467 h 7196666"/>
                  <a:gd name="connsiteX571" fmla="*/ 2878667 w 7196666"/>
                  <a:gd name="connsiteY571" fmla="*/ 5584613 h 7196666"/>
                  <a:gd name="connsiteX572" fmla="*/ 2878667 w 7196666"/>
                  <a:gd name="connsiteY572" fmla="*/ 5642187 h 7196666"/>
                  <a:gd name="connsiteX573" fmla="*/ 2763520 w 7196666"/>
                  <a:gd name="connsiteY573" fmla="*/ 5757334 h 7196666"/>
                  <a:gd name="connsiteX574" fmla="*/ 2705947 w 7196666"/>
                  <a:gd name="connsiteY574" fmla="*/ 5757334 h 7196666"/>
                  <a:gd name="connsiteX575" fmla="*/ 2590800 w 7196666"/>
                  <a:gd name="connsiteY575" fmla="*/ 5872480 h 7196666"/>
                  <a:gd name="connsiteX576" fmla="*/ 2590800 w 7196666"/>
                  <a:gd name="connsiteY576" fmla="*/ 5930054 h 7196666"/>
                  <a:gd name="connsiteX577" fmla="*/ 2475654 w 7196666"/>
                  <a:gd name="connsiteY577" fmla="*/ 6045200 h 7196666"/>
                  <a:gd name="connsiteX578" fmla="*/ 2418080 w 7196666"/>
                  <a:gd name="connsiteY578" fmla="*/ 6045200 h 7196666"/>
                  <a:gd name="connsiteX579" fmla="*/ 2302933 w 7196666"/>
                  <a:gd name="connsiteY579" fmla="*/ 5930054 h 7196666"/>
                  <a:gd name="connsiteX580" fmla="*/ 3454400 w 7196666"/>
                  <a:gd name="connsiteY580" fmla="*/ 5584613 h 7196666"/>
                  <a:gd name="connsiteX581" fmla="*/ 3569547 w 7196666"/>
                  <a:gd name="connsiteY581" fmla="*/ 5469467 h 7196666"/>
                  <a:gd name="connsiteX582" fmla="*/ 3627120 w 7196666"/>
                  <a:gd name="connsiteY582" fmla="*/ 5469467 h 7196666"/>
                  <a:gd name="connsiteX583" fmla="*/ 3742267 w 7196666"/>
                  <a:gd name="connsiteY583" fmla="*/ 5584613 h 7196666"/>
                  <a:gd name="connsiteX584" fmla="*/ 3742267 w 7196666"/>
                  <a:gd name="connsiteY584" fmla="*/ 5642187 h 7196666"/>
                  <a:gd name="connsiteX585" fmla="*/ 3627120 w 7196666"/>
                  <a:gd name="connsiteY585" fmla="*/ 5757334 h 7196666"/>
                  <a:gd name="connsiteX586" fmla="*/ 3569547 w 7196666"/>
                  <a:gd name="connsiteY586" fmla="*/ 5757334 h 7196666"/>
                  <a:gd name="connsiteX587" fmla="*/ 3454400 w 7196666"/>
                  <a:gd name="connsiteY587" fmla="*/ 5642187 h 7196666"/>
                  <a:gd name="connsiteX588" fmla="*/ 2878667 w 7196666"/>
                  <a:gd name="connsiteY588" fmla="*/ 6160347 h 7196666"/>
                  <a:gd name="connsiteX589" fmla="*/ 2993813 w 7196666"/>
                  <a:gd name="connsiteY589" fmla="*/ 6045200 h 7196666"/>
                  <a:gd name="connsiteX590" fmla="*/ 3051387 w 7196666"/>
                  <a:gd name="connsiteY590" fmla="*/ 6045200 h 7196666"/>
                  <a:gd name="connsiteX591" fmla="*/ 3166533 w 7196666"/>
                  <a:gd name="connsiteY591" fmla="*/ 6160347 h 7196666"/>
                  <a:gd name="connsiteX592" fmla="*/ 3166533 w 7196666"/>
                  <a:gd name="connsiteY592" fmla="*/ 6217920 h 7196666"/>
                  <a:gd name="connsiteX593" fmla="*/ 3281680 w 7196666"/>
                  <a:gd name="connsiteY593" fmla="*/ 6333067 h 7196666"/>
                  <a:gd name="connsiteX594" fmla="*/ 3339254 w 7196666"/>
                  <a:gd name="connsiteY594" fmla="*/ 6333067 h 7196666"/>
                  <a:gd name="connsiteX595" fmla="*/ 3454400 w 7196666"/>
                  <a:gd name="connsiteY595" fmla="*/ 6448213 h 7196666"/>
                  <a:gd name="connsiteX596" fmla="*/ 3454400 w 7196666"/>
                  <a:gd name="connsiteY596" fmla="*/ 6793654 h 7196666"/>
                  <a:gd name="connsiteX597" fmla="*/ 3339254 w 7196666"/>
                  <a:gd name="connsiteY597" fmla="*/ 6908800 h 7196666"/>
                  <a:gd name="connsiteX598" fmla="*/ 3281680 w 7196666"/>
                  <a:gd name="connsiteY598" fmla="*/ 6908800 h 7196666"/>
                  <a:gd name="connsiteX599" fmla="*/ 3166533 w 7196666"/>
                  <a:gd name="connsiteY599" fmla="*/ 7023947 h 7196666"/>
                  <a:gd name="connsiteX600" fmla="*/ 3166533 w 7196666"/>
                  <a:gd name="connsiteY600" fmla="*/ 7081520 h 7196666"/>
                  <a:gd name="connsiteX601" fmla="*/ 3051387 w 7196666"/>
                  <a:gd name="connsiteY601" fmla="*/ 7196667 h 7196666"/>
                  <a:gd name="connsiteX602" fmla="*/ 2418080 w 7196666"/>
                  <a:gd name="connsiteY602" fmla="*/ 7196667 h 7196666"/>
                  <a:gd name="connsiteX603" fmla="*/ 2302933 w 7196666"/>
                  <a:gd name="connsiteY603" fmla="*/ 7081520 h 7196666"/>
                  <a:gd name="connsiteX604" fmla="*/ 2302933 w 7196666"/>
                  <a:gd name="connsiteY604" fmla="*/ 6736080 h 7196666"/>
                  <a:gd name="connsiteX605" fmla="*/ 2418080 w 7196666"/>
                  <a:gd name="connsiteY605" fmla="*/ 6620934 h 7196666"/>
                  <a:gd name="connsiteX606" fmla="*/ 2475654 w 7196666"/>
                  <a:gd name="connsiteY606" fmla="*/ 6620934 h 7196666"/>
                  <a:gd name="connsiteX607" fmla="*/ 2590800 w 7196666"/>
                  <a:gd name="connsiteY607" fmla="*/ 6505787 h 7196666"/>
                  <a:gd name="connsiteX608" fmla="*/ 2590800 w 7196666"/>
                  <a:gd name="connsiteY608" fmla="*/ 6448213 h 7196666"/>
                  <a:gd name="connsiteX609" fmla="*/ 2705947 w 7196666"/>
                  <a:gd name="connsiteY609" fmla="*/ 6333067 h 7196666"/>
                  <a:gd name="connsiteX610" fmla="*/ 2763520 w 7196666"/>
                  <a:gd name="connsiteY610" fmla="*/ 6333067 h 7196666"/>
                  <a:gd name="connsiteX611" fmla="*/ 2878667 w 7196666"/>
                  <a:gd name="connsiteY611" fmla="*/ 6217920 h 7196666"/>
                  <a:gd name="connsiteX612" fmla="*/ 3742267 w 7196666"/>
                  <a:gd name="connsiteY612" fmla="*/ 7023947 h 7196666"/>
                  <a:gd name="connsiteX613" fmla="*/ 3857413 w 7196666"/>
                  <a:gd name="connsiteY613" fmla="*/ 6908800 h 7196666"/>
                  <a:gd name="connsiteX614" fmla="*/ 3914987 w 7196666"/>
                  <a:gd name="connsiteY614" fmla="*/ 6908800 h 7196666"/>
                  <a:gd name="connsiteX615" fmla="*/ 4030133 w 7196666"/>
                  <a:gd name="connsiteY615" fmla="*/ 7023947 h 7196666"/>
                  <a:gd name="connsiteX616" fmla="*/ 4030133 w 7196666"/>
                  <a:gd name="connsiteY616" fmla="*/ 7081520 h 7196666"/>
                  <a:gd name="connsiteX617" fmla="*/ 3914987 w 7196666"/>
                  <a:gd name="connsiteY617" fmla="*/ 7196667 h 7196666"/>
                  <a:gd name="connsiteX618" fmla="*/ 3857413 w 7196666"/>
                  <a:gd name="connsiteY618" fmla="*/ 7196667 h 7196666"/>
                  <a:gd name="connsiteX619" fmla="*/ 3742267 w 7196666"/>
                  <a:gd name="connsiteY619" fmla="*/ 7081520 h 7196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Lst>
                <a:rect l="l" t="t" r="r" b="b"/>
                <a:pathLst>
                  <a:path w="7196666" h="7196666">
                    <a:moveTo>
                      <a:pt x="2302933" y="115147"/>
                    </a:moveTo>
                    <a:cubicBezTo>
                      <a:pt x="2302933" y="51553"/>
                      <a:pt x="2354487" y="0"/>
                      <a:pt x="2418080" y="0"/>
                    </a:cubicBezTo>
                    <a:lnTo>
                      <a:pt x="2475654" y="0"/>
                    </a:lnTo>
                    <a:cubicBezTo>
                      <a:pt x="2539246" y="0"/>
                      <a:pt x="2590800" y="51553"/>
                      <a:pt x="2590800" y="115147"/>
                    </a:cubicBezTo>
                    <a:lnTo>
                      <a:pt x="2590800" y="460587"/>
                    </a:lnTo>
                    <a:cubicBezTo>
                      <a:pt x="2590800" y="524179"/>
                      <a:pt x="2642354" y="575733"/>
                      <a:pt x="2705947" y="575733"/>
                    </a:cubicBezTo>
                    <a:lnTo>
                      <a:pt x="2763520" y="575733"/>
                    </a:lnTo>
                    <a:cubicBezTo>
                      <a:pt x="2827113" y="575733"/>
                      <a:pt x="2878667" y="627287"/>
                      <a:pt x="2878667" y="690880"/>
                    </a:cubicBezTo>
                    <a:lnTo>
                      <a:pt x="2878667" y="748453"/>
                    </a:lnTo>
                    <a:cubicBezTo>
                      <a:pt x="2878667" y="812046"/>
                      <a:pt x="2930224" y="863600"/>
                      <a:pt x="2993813" y="863600"/>
                    </a:cubicBezTo>
                    <a:lnTo>
                      <a:pt x="3051387" y="863600"/>
                    </a:lnTo>
                    <a:cubicBezTo>
                      <a:pt x="3114977" y="863600"/>
                      <a:pt x="3166533" y="915154"/>
                      <a:pt x="3166533" y="978747"/>
                    </a:cubicBezTo>
                    <a:lnTo>
                      <a:pt x="3166533" y="1899920"/>
                    </a:lnTo>
                    <a:cubicBezTo>
                      <a:pt x="3166533" y="1963513"/>
                      <a:pt x="3218090" y="2015067"/>
                      <a:pt x="3281680" y="2015067"/>
                    </a:cubicBezTo>
                    <a:lnTo>
                      <a:pt x="3339254" y="2015067"/>
                    </a:lnTo>
                    <a:cubicBezTo>
                      <a:pt x="3402843" y="2015067"/>
                      <a:pt x="3454400" y="2066621"/>
                      <a:pt x="3454400" y="2130213"/>
                    </a:cubicBezTo>
                    <a:lnTo>
                      <a:pt x="3454400" y="2187787"/>
                    </a:lnTo>
                    <a:cubicBezTo>
                      <a:pt x="3454400" y="2251379"/>
                      <a:pt x="3402843" y="2302933"/>
                      <a:pt x="3339254" y="2302933"/>
                    </a:cubicBezTo>
                    <a:lnTo>
                      <a:pt x="3281680" y="2302933"/>
                    </a:lnTo>
                    <a:cubicBezTo>
                      <a:pt x="3218090" y="2302933"/>
                      <a:pt x="3166533" y="2354487"/>
                      <a:pt x="3166533" y="2418080"/>
                    </a:cubicBezTo>
                    <a:lnTo>
                      <a:pt x="3166533" y="2475654"/>
                    </a:lnTo>
                    <a:cubicBezTo>
                      <a:pt x="3166533" y="2539246"/>
                      <a:pt x="3114977" y="2590800"/>
                      <a:pt x="3051387" y="2590800"/>
                    </a:cubicBezTo>
                    <a:lnTo>
                      <a:pt x="2993813" y="2590800"/>
                    </a:lnTo>
                    <a:cubicBezTo>
                      <a:pt x="2930224" y="2590800"/>
                      <a:pt x="2878667" y="2539246"/>
                      <a:pt x="2878667" y="2475654"/>
                    </a:cubicBezTo>
                    <a:lnTo>
                      <a:pt x="2878667" y="1842347"/>
                    </a:lnTo>
                    <a:cubicBezTo>
                      <a:pt x="2878667" y="1778754"/>
                      <a:pt x="2827113" y="1727200"/>
                      <a:pt x="2763520" y="1727200"/>
                    </a:cubicBezTo>
                    <a:lnTo>
                      <a:pt x="2705947" y="1727200"/>
                    </a:lnTo>
                    <a:cubicBezTo>
                      <a:pt x="2642354" y="1727200"/>
                      <a:pt x="2590800" y="1778754"/>
                      <a:pt x="2590800" y="1842347"/>
                    </a:cubicBezTo>
                    <a:lnTo>
                      <a:pt x="2590800" y="1899920"/>
                    </a:lnTo>
                    <a:cubicBezTo>
                      <a:pt x="2590800" y="1963513"/>
                      <a:pt x="2539246" y="2015067"/>
                      <a:pt x="2475654" y="2015067"/>
                    </a:cubicBezTo>
                    <a:lnTo>
                      <a:pt x="2418080" y="2015067"/>
                    </a:lnTo>
                    <a:cubicBezTo>
                      <a:pt x="2354487" y="2015067"/>
                      <a:pt x="2302933" y="1963513"/>
                      <a:pt x="2302933" y="1899920"/>
                    </a:cubicBezTo>
                    <a:lnTo>
                      <a:pt x="2302933" y="1554480"/>
                    </a:lnTo>
                    <a:cubicBezTo>
                      <a:pt x="2302933" y="1490887"/>
                      <a:pt x="2354487" y="1439333"/>
                      <a:pt x="2418080" y="1439333"/>
                    </a:cubicBezTo>
                    <a:lnTo>
                      <a:pt x="2475654" y="1439333"/>
                    </a:lnTo>
                    <a:cubicBezTo>
                      <a:pt x="2539246" y="1439333"/>
                      <a:pt x="2590800" y="1387779"/>
                      <a:pt x="2590800" y="1324187"/>
                    </a:cubicBezTo>
                    <a:lnTo>
                      <a:pt x="2590800" y="1266613"/>
                    </a:lnTo>
                    <a:cubicBezTo>
                      <a:pt x="2590800" y="1203021"/>
                      <a:pt x="2539246" y="1151467"/>
                      <a:pt x="2475654" y="1151467"/>
                    </a:cubicBezTo>
                    <a:lnTo>
                      <a:pt x="2418080" y="1151467"/>
                    </a:lnTo>
                    <a:cubicBezTo>
                      <a:pt x="2354487" y="1151467"/>
                      <a:pt x="2302933" y="1099913"/>
                      <a:pt x="2302933" y="1036320"/>
                    </a:cubicBezTo>
                    <a:close/>
                    <a:moveTo>
                      <a:pt x="4030133" y="115147"/>
                    </a:moveTo>
                    <a:cubicBezTo>
                      <a:pt x="4030133" y="51553"/>
                      <a:pt x="4081690" y="0"/>
                      <a:pt x="4145280" y="0"/>
                    </a:cubicBezTo>
                    <a:lnTo>
                      <a:pt x="4778587" y="0"/>
                    </a:lnTo>
                    <a:cubicBezTo>
                      <a:pt x="4842177" y="0"/>
                      <a:pt x="4893734" y="51553"/>
                      <a:pt x="4893734" y="115147"/>
                    </a:cubicBezTo>
                    <a:lnTo>
                      <a:pt x="4893734" y="172720"/>
                    </a:lnTo>
                    <a:cubicBezTo>
                      <a:pt x="4893734" y="236314"/>
                      <a:pt x="4842177" y="287867"/>
                      <a:pt x="4778587" y="287867"/>
                    </a:cubicBezTo>
                    <a:lnTo>
                      <a:pt x="4433147" y="287867"/>
                    </a:lnTo>
                    <a:cubicBezTo>
                      <a:pt x="4369557" y="287867"/>
                      <a:pt x="4318000" y="339421"/>
                      <a:pt x="4318000" y="403013"/>
                    </a:cubicBezTo>
                    <a:lnTo>
                      <a:pt x="4318000" y="1036320"/>
                    </a:lnTo>
                    <a:cubicBezTo>
                      <a:pt x="4318000" y="1099913"/>
                      <a:pt x="4369557" y="1151467"/>
                      <a:pt x="4433147" y="1151467"/>
                    </a:cubicBezTo>
                    <a:lnTo>
                      <a:pt x="4490720" y="1151467"/>
                    </a:lnTo>
                    <a:cubicBezTo>
                      <a:pt x="4554310" y="1151467"/>
                      <a:pt x="4605867" y="1203021"/>
                      <a:pt x="4605867" y="1266613"/>
                    </a:cubicBezTo>
                    <a:lnTo>
                      <a:pt x="4605867" y="1324187"/>
                    </a:lnTo>
                    <a:cubicBezTo>
                      <a:pt x="4605867" y="1387779"/>
                      <a:pt x="4554310" y="1439333"/>
                      <a:pt x="4490720" y="1439333"/>
                    </a:cubicBezTo>
                    <a:lnTo>
                      <a:pt x="4145280" y="1439333"/>
                    </a:lnTo>
                    <a:cubicBezTo>
                      <a:pt x="4081690" y="1439333"/>
                      <a:pt x="4030133" y="1387779"/>
                      <a:pt x="4030133" y="1324187"/>
                    </a:cubicBezTo>
                    <a:lnTo>
                      <a:pt x="4030133" y="1266613"/>
                    </a:lnTo>
                    <a:cubicBezTo>
                      <a:pt x="4030133" y="1203021"/>
                      <a:pt x="3978577" y="1151467"/>
                      <a:pt x="3914987" y="1151467"/>
                    </a:cubicBezTo>
                    <a:lnTo>
                      <a:pt x="3857413" y="1151467"/>
                    </a:lnTo>
                    <a:cubicBezTo>
                      <a:pt x="3793824" y="1151467"/>
                      <a:pt x="3742267" y="1203021"/>
                      <a:pt x="3742267" y="1266613"/>
                    </a:cubicBezTo>
                    <a:lnTo>
                      <a:pt x="3742267" y="1324187"/>
                    </a:lnTo>
                    <a:cubicBezTo>
                      <a:pt x="3742267" y="1387779"/>
                      <a:pt x="3690710" y="1439333"/>
                      <a:pt x="3627120" y="1439333"/>
                    </a:cubicBezTo>
                    <a:lnTo>
                      <a:pt x="3569547" y="1439333"/>
                    </a:lnTo>
                    <a:cubicBezTo>
                      <a:pt x="3505957" y="1439333"/>
                      <a:pt x="3454400" y="1387779"/>
                      <a:pt x="3454400" y="1324187"/>
                    </a:cubicBezTo>
                    <a:lnTo>
                      <a:pt x="3454400" y="690880"/>
                    </a:lnTo>
                    <a:cubicBezTo>
                      <a:pt x="3454400" y="627287"/>
                      <a:pt x="3402843" y="575733"/>
                      <a:pt x="3339254" y="575733"/>
                    </a:cubicBezTo>
                    <a:lnTo>
                      <a:pt x="3281680" y="575733"/>
                    </a:lnTo>
                    <a:cubicBezTo>
                      <a:pt x="3218090" y="575733"/>
                      <a:pt x="3166533" y="524179"/>
                      <a:pt x="3166533" y="460587"/>
                    </a:cubicBezTo>
                    <a:lnTo>
                      <a:pt x="3166533" y="403013"/>
                    </a:lnTo>
                    <a:cubicBezTo>
                      <a:pt x="3166533" y="339421"/>
                      <a:pt x="3218090" y="287867"/>
                      <a:pt x="3281680" y="287867"/>
                    </a:cubicBezTo>
                    <a:lnTo>
                      <a:pt x="3914987" y="287867"/>
                    </a:lnTo>
                    <a:cubicBezTo>
                      <a:pt x="3978577" y="287867"/>
                      <a:pt x="4030133" y="236314"/>
                      <a:pt x="4030133" y="172720"/>
                    </a:cubicBezTo>
                    <a:close/>
                    <a:moveTo>
                      <a:pt x="3742267" y="690880"/>
                    </a:moveTo>
                    <a:cubicBezTo>
                      <a:pt x="3742267" y="627287"/>
                      <a:pt x="3793824" y="575733"/>
                      <a:pt x="3857413" y="575733"/>
                    </a:cubicBezTo>
                    <a:lnTo>
                      <a:pt x="3914987" y="575733"/>
                    </a:lnTo>
                    <a:cubicBezTo>
                      <a:pt x="3978577" y="575733"/>
                      <a:pt x="4030133" y="627287"/>
                      <a:pt x="4030133" y="690880"/>
                    </a:cubicBezTo>
                    <a:lnTo>
                      <a:pt x="4030133" y="748453"/>
                    </a:lnTo>
                    <a:cubicBezTo>
                      <a:pt x="4030133" y="812046"/>
                      <a:pt x="3978577" y="863600"/>
                      <a:pt x="3914987" y="863600"/>
                    </a:cubicBezTo>
                    <a:lnTo>
                      <a:pt x="3857413" y="863600"/>
                    </a:lnTo>
                    <a:cubicBezTo>
                      <a:pt x="3793824" y="863600"/>
                      <a:pt x="3742267" y="812046"/>
                      <a:pt x="3742267" y="748453"/>
                    </a:cubicBezTo>
                    <a:close/>
                    <a:moveTo>
                      <a:pt x="4605867" y="978747"/>
                    </a:moveTo>
                    <a:cubicBezTo>
                      <a:pt x="4605867" y="915154"/>
                      <a:pt x="4657424" y="863600"/>
                      <a:pt x="4721013" y="863600"/>
                    </a:cubicBezTo>
                    <a:lnTo>
                      <a:pt x="4778587" y="863600"/>
                    </a:lnTo>
                    <a:cubicBezTo>
                      <a:pt x="4842177" y="863600"/>
                      <a:pt x="4893734" y="915154"/>
                      <a:pt x="4893734" y="978747"/>
                    </a:cubicBezTo>
                    <a:lnTo>
                      <a:pt x="4893734" y="1036320"/>
                    </a:lnTo>
                    <a:cubicBezTo>
                      <a:pt x="4893734" y="1099913"/>
                      <a:pt x="4842177" y="1151467"/>
                      <a:pt x="4778587" y="1151467"/>
                    </a:cubicBezTo>
                    <a:lnTo>
                      <a:pt x="4721013" y="1151467"/>
                    </a:lnTo>
                    <a:cubicBezTo>
                      <a:pt x="4657424" y="1151467"/>
                      <a:pt x="4605867" y="1099913"/>
                      <a:pt x="4605867" y="1036320"/>
                    </a:cubicBezTo>
                    <a:close/>
                    <a:moveTo>
                      <a:pt x="4605867" y="1554480"/>
                    </a:moveTo>
                    <a:cubicBezTo>
                      <a:pt x="4605867" y="1490887"/>
                      <a:pt x="4657424" y="1439333"/>
                      <a:pt x="4721013" y="1439333"/>
                    </a:cubicBezTo>
                    <a:lnTo>
                      <a:pt x="4778587" y="1439333"/>
                    </a:lnTo>
                    <a:cubicBezTo>
                      <a:pt x="4842177" y="1439333"/>
                      <a:pt x="4893734" y="1490887"/>
                      <a:pt x="4893734" y="1554480"/>
                    </a:cubicBezTo>
                    <a:lnTo>
                      <a:pt x="4893734" y="2475654"/>
                    </a:lnTo>
                    <a:cubicBezTo>
                      <a:pt x="4893734" y="2539246"/>
                      <a:pt x="4945291" y="2590800"/>
                      <a:pt x="5008880" y="2590800"/>
                    </a:cubicBezTo>
                    <a:lnTo>
                      <a:pt x="5066454" y="2590800"/>
                    </a:lnTo>
                    <a:cubicBezTo>
                      <a:pt x="5130043" y="2590800"/>
                      <a:pt x="5181600" y="2642354"/>
                      <a:pt x="5181600" y="2705947"/>
                    </a:cubicBezTo>
                    <a:lnTo>
                      <a:pt x="5181600" y="3051387"/>
                    </a:lnTo>
                    <a:cubicBezTo>
                      <a:pt x="5181600" y="3114977"/>
                      <a:pt x="5233157" y="3166533"/>
                      <a:pt x="5296747" y="3166533"/>
                    </a:cubicBezTo>
                    <a:lnTo>
                      <a:pt x="5354320" y="3166533"/>
                    </a:lnTo>
                    <a:cubicBezTo>
                      <a:pt x="5417910" y="3166533"/>
                      <a:pt x="5469467" y="3218090"/>
                      <a:pt x="5469467" y="3281680"/>
                    </a:cubicBezTo>
                    <a:lnTo>
                      <a:pt x="5469467" y="3627120"/>
                    </a:lnTo>
                    <a:cubicBezTo>
                      <a:pt x="5469467" y="3690710"/>
                      <a:pt x="5417910" y="3742267"/>
                      <a:pt x="5354320" y="3742267"/>
                    </a:cubicBezTo>
                    <a:lnTo>
                      <a:pt x="5296747" y="3742267"/>
                    </a:lnTo>
                    <a:cubicBezTo>
                      <a:pt x="5233157" y="3742267"/>
                      <a:pt x="5181600" y="3690710"/>
                      <a:pt x="5181600" y="3627120"/>
                    </a:cubicBezTo>
                    <a:lnTo>
                      <a:pt x="5181600" y="3569547"/>
                    </a:lnTo>
                    <a:cubicBezTo>
                      <a:pt x="5181600" y="3505957"/>
                      <a:pt x="5130043" y="3454400"/>
                      <a:pt x="5066454" y="3454400"/>
                    </a:cubicBezTo>
                    <a:lnTo>
                      <a:pt x="5008880" y="3454400"/>
                    </a:lnTo>
                    <a:cubicBezTo>
                      <a:pt x="4945291" y="3454400"/>
                      <a:pt x="4893734" y="3402843"/>
                      <a:pt x="4893734" y="3339254"/>
                    </a:cubicBezTo>
                    <a:lnTo>
                      <a:pt x="4893734" y="2993813"/>
                    </a:lnTo>
                    <a:cubicBezTo>
                      <a:pt x="4893734" y="2930224"/>
                      <a:pt x="4842177" y="2878667"/>
                      <a:pt x="4778587" y="2878667"/>
                    </a:cubicBezTo>
                    <a:lnTo>
                      <a:pt x="4721013" y="2878667"/>
                    </a:lnTo>
                    <a:cubicBezTo>
                      <a:pt x="4657424" y="2878667"/>
                      <a:pt x="4605867" y="2930224"/>
                      <a:pt x="4605867" y="2993813"/>
                    </a:cubicBezTo>
                    <a:lnTo>
                      <a:pt x="4605867" y="3339254"/>
                    </a:lnTo>
                    <a:cubicBezTo>
                      <a:pt x="4605867" y="3402843"/>
                      <a:pt x="4554310" y="3454400"/>
                      <a:pt x="4490720" y="3454400"/>
                    </a:cubicBezTo>
                    <a:lnTo>
                      <a:pt x="4145280" y="3454400"/>
                    </a:lnTo>
                    <a:cubicBezTo>
                      <a:pt x="4081690" y="3454400"/>
                      <a:pt x="4030133" y="3402843"/>
                      <a:pt x="4030133" y="3339254"/>
                    </a:cubicBezTo>
                    <a:lnTo>
                      <a:pt x="4030133" y="3281680"/>
                    </a:lnTo>
                    <a:cubicBezTo>
                      <a:pt x="4030133" y="3218090"/>
                      <a:pt x="3978577" y="3166533"/>
                      <a:pt x="3914987" y="3166533"/>
                    </a:cubicBezTo>
                    <a:lnTo>
                      <a:pt x="3857413" y="3166533"/>
                    </a:lnTo>
                    <a:cubicBezTo>
                      <a:pt x="3793824" y="3166533"/>
                      <a:pt x="3742267" y="3114977"/>
                      <a:pt x="3742267" y="3051387"/>
                    </a:cubicBezTo>
                    <a:lnTo>
                      <a:pt x="3742267" y="2993813"/>
                    </a:lnTo>
                    <a:cubicBezTo>
                      <a:pt x="3742267" y="2930224"/>
                      <a:pt x="3793824" y="2878667"/>
                      <a:pt x="3857413" y="2878667"/>
                    </a:cubicBezTo>
                    <a:lnTo>
                      <a:pt x="3914987" y="2878667"/>
                    </a:lnTo>
                    <a:cubicBezTo>
                      <a:pt x="3978577" y="2878667"/>
                      <a:pt x="4030133" y="2827113"/>
                      <a:pt x="4030133" y="2763520"/>
                    </a:cubicBezTo>
                    <a:lnTo>
                      <a:pt x="4030133" y="1842347"/>
                    </a:lnTo>
                    <a:cubicBezTo>
                      <a:pt x="4030133" y="1778754"/>
                      <a:pt x="4081690" y="1727200"/>
                      <a:pt x="4145280" y="1727200"/>
                    </a:cubicBezTo>
                    <a:lnTo>
                      <a:pt x="4202854" y="1727200"/>
                    </a:lnTo>
                    <a:cubicBezTo>
                      <a:pt x="4266443" y="1727200"/>
                      <a:pt x="4318000" y="1778754"/>
                      <a:pt x="4318000" y="1842347"/>
                    </a:cubicBezTo>
                    <a:lnTo>
                      <a:pt x="4318000" y="2475654"/>
                    </a:lnTo>
                    <a:cubicBezTo>
                      <a:pt x="4318000" y="2539246"/>
                      <a:pt x="4369557" y="2590800"/>
                      <a:pt x="4433147" y="2590800"/>
                    </a:cubicBezTo>
                    <a:lnTo>
                      <a:pt x="4490720" y="2590800"/>
                    </a:lnTo>
                    <a:cubicBezTo>
                      <a:pt x="4554310" y="2590800"/>
                      <a:pt x="4605867" y="2539246"/>
                      <a:pt x="4605867" y="2475654"/>
                    </a:cubicBezTo>
                    <a:close/>
                    <a:moveTo>
                      <a:pt x="3454400" y="1842347"/>
                    </a:moveTo>
                    <a:cubicBezTo>
                      <a:pt x="3454400" y="1778754"/>
                      <a:pt x="3505957" y="1727200"/>
                      <a:pt x="3569547" y="1727200"/>
                    </a:cubicBezTo>
                    <a:lnTo>
                      <a:pt x="3627120" y="1727200"/>
                    </a:lnTo>
                    <a:cubicBezTo>
                      <a:pt x="3690710" y="1727200"/>
                      <a:pt x="3742267" y="1778754"/>
                      <a:pt x="3742267" y="1842347"/>
                    </a:cubicBezTo>
                    <a:lnTo>
                      <a:pt x="3742267" y="1899920"/>
                    </a:lnTo>
                    <a:cubicBezTo>
                      <a:pt x="3742267" y="1963513"/>
                      <a:pt x="3690710" y="2015067"/>
                      <a:pt x="3627120" y="2015067"/>
                    </a:cubicBezTo>
                    <a:lnTo>
                      <a:pt x="3569547" y="2015067"/>
                    </a:lnTo>
                    <a:cubicBezTo>
                      <a:pt x="3505957" y="2015067"/>
                      <a:pt x="3454400" y="1963513"/>
                      <a:pt x="3454400" y="1899920"/>
                    </a:cubicBezTo>
                    <a:close/>
                    <a:moveTo>
                      <a:pt x="0" y="2418080"/>
                    </a:moveTo>
                    <a:cubicBezTo>
                      <a:pt x="0" y="2354487"/>
                      <a:pt x="51553" y="2302933"/>
                      <a:pt x="115147" y="2302933"/>
                    </a:cubicBezTo>
                    <a:lnTo>
                      <a:pt x="460587" y="2302933"/>
                    </a:lnTo>
                    <a:cubicBezTo>
                      <a:pt x="524179" y="2302933"/>
                      <a:pt x="575733" y="2354487"/>
                      <a:pt x="575733" y="2418080"/>
                    </a:cubicBezTo>
                    <a:lnTo>
                      <a:pt x="575733" y="2475654"/>
                    </a:lnTo>
                    <a:cubicBezTo>
                      <a:pt x="575733" y="2539246"/>
                      <a:pt x="524179" y="2590800"/>
                      <a:pt x="460587" y="2590800"/>
                    </a:cubicBezTo>
                    <a:lnTo>
                      <a:pt x="115147" y="2590800"/>
                    </a:lnTo>
                    <a:cubicBezTo>
                      <a:pt x="51553" y="2590800"/>
                      <a:pt x="0" y="2539246"/>
                      <a:pt x="0" y="2475654"/>
                    </a:cubicBezTo>
                    <a:close/>
                    <a:moveTo>
                      <a:pt x="1151467" y="2418080"/>
                    </a:moveTo>
                    <a:cubicBezTo>
                      <a:pt x="1151467" y="2354487"/>
                      <a:pt x="1203021" y="2302933"/>
                      <a:pt x="1266613" y="2302933"/>
                    </a:cubicBezTo>
                    <a:lnTo>
                      <a:pt x="1899920" y="2302933"/>
                    </a:lnTo>
                    <a:cubicBezTo>
                      <a:pt x="1963513" y="2302933"/>
                      <a:pt x="2015067" y="2354487"/>
                      <a:pt x="2015067" y="2418080"/>
                    </a:cubicBezTo>
                    <a:lnTo>
                      <a:pt x="2015067" y="2475654"/>
                    </a:lnTo>
                    <a:cubicBezTo>
                      <a:pt x="2015067" y="2539246"/>
                      <a:pt x="1963513" y="2590800"/>
                      <a:pt x="1899920" y="2590800"/>
                    </a:cubicBezTo>
                    <a:lnTo>
                      <a:pt x="1554480" y="2590800"/>
                    </a:lnTo>
                    <a:cubicBezTo>
                      <a:pt x="1490887" y="2590800"/>
                      <a:pt x="1439333" y="2642354"/>
                      <a:pt x="1439333" y="2705947"/>
                    </a:cubicBezTo>
                    <a:lnTo>
                      <a:pt x="1439333" y="2763520"/>
                    </a:lnTo>
                    <a:cubicBezTo>
                      <a:pt x="1439333" y="2827113"/>
                      <a:pt x="1490887" y="2878667"/>
                      <a:pt x="1554480" y="2878667"/>
                    </a:cubicBezTo>
                    <a:lnTo>
                      <a:pt x="3051387" y="2878667"/>
                    </a:lnTo>
                    <a:cubicBezTo>
                      <a:pt x="3114977" y="2878667"/>
                      <a:pt x="3166533" y="2930224"/>
                      <a:pt x="3166533" y="2993813"/>
                    </a:cubicBezTo>
                    <a:lnTo>
                      <a:pt x="3166533" y="3051387"/>
                    </a:lnTo>
                    <a:cubicBezTo>
                      <a:pt x="3166533" y="3114977"/>
                      <a:pt x="3114977" y="3166533"/>
                      <a:pt x="3051387" y="3166533"/>
                    </a:cubicBezTo>
                    <a:lnTo>
                      <a:pt x="2993813" y="3166533"/>
                    </a:lnTo>
                    <a:cubicBezTo>
                      <a:pt x="2930224" y="3166533"/>
                      <a:pt x="2878667" y="3218090"/>
                      <a:pt x="2878667" y="3281680"/>
                    </a:cubicBezTo>
                    <a:lnTo>
                      <a:pt x="2878667" y="3339254"/>
                    </a:lnTo>
                    <a:cubicBezTo>
                      <a:pt x="2878667" y="3402843"/>
                      <a:pt x="2827113" y="3454400"/>
                      <a:pt x="2763520" y="3454400"/>
                    </a:cubicBezTo>
                    <a:lnTo>
                      <a:pt x="2705947" y="3454400"/>
                    </a:lnTo>
                    <a:cubicBezTo>
                      <a:pt x="2642354" y="3454400"/>
                      <a:pt x="2590800" y="3402843"/>
                      <a:pt x="2590800" y="3339254"/>
                    </a:cubicBezTo>
                    <a:lnTo>
                      <a:pt x="2590800" y="3281680"/>
                    </a:lnTo>
                    <a:cubicBezTo>
                      <a:pt x="2590800" y="3218090"/>
                      <a:pt x="2539246" y="3166533"/>
                      <a:pt x="2475654" y="3166533"/>
                    </a:cubicBezTo>
                    <a:lnTo>
                      <a:pt x="1554480" y="3166533"/>
                    </a:lnTo>
                    <a:cubicBezTo>
                      <a:pt x="1490887" y="3166533"/>
                      <a:pt x="1439333" y="3218090"/>
                      <a:pt x="1439333" y="3281680"/>
                    </a:cubicBezTo>
                    <a:lnTo>
                      <a:pt x="1439333" y="3339254"/>
                    </a:lnTo>
                    <a:cubicBezTo>
                      <a:pt x="1439333" y="3402843"/>
                      <a:pt x="1387779" y="3454400"/>
                      <a:pt x="1324187" y="3454400"/>
                    </a:cubicBezTo>
                    <a:lnTo>
                      <a:pt x="690880" y="3454400"/>
                    </a:lnTo>
                    <a:cubicBezTo>
                      <a:pt x="627287" y="3454400"/>
                      <a:pt x="575733" y="3505957"/>
                      <a:pt x="575733" y="3569547"/>
                    </a:cubicBezTo>
                    <a:lnTo>
                      <a:pt x="575733" y="3914987"/>
                    </a:lnTo>
                    <a:cubicBezTo>
                      <a:pt x="575733" y="3978577"/>
                      <a:pt x="524179" y="4030133"/>
                      <a:pt x="460587" y="4030133"/>
                    </a:cubicBezTo>
                    <a:lnTo>
                      <a:pt x="115147" y="4030133"/>
                    </a:lnTo>
                    <a:cubicBezTo>
                      <a:pt x="51553" y="4030133"/>
                      <a:pt x="0" y="3978577"/>
                      <a:pt x="0" y="3914987"/>
                    </a:cubicBezTo>
                    <a:lnTo>
                      <a:pt x="0" y="3857413"/>
                    </a:lnTo>
                    <a:cubicBezTo>
                      <a:pt x="0" y="3793824"/>
                      <a:pt x="51553" y="3742267"/>
                      <a:pt x="115147" y="3742267"/>
                    </a:cubicBezTo>
                    <a:lnTo>
                      <a:pt x="172720" y="3742267"/>
                    </a:lnTo>
                    <a:cubicBezTo>
                      <a:pt x="236314" y="3742267"/>
                      <a:pt x="287867" y="3690710"/>
                      <a:pt x="287867" y="3627120"/>
                    </a:cubicBezTo>
                    <a:lnTo>
                      <a:pt x="287867" y="3569547"/>
                    </a:lnTo>
                    <a:cubicBezTo>
                      <a:pt x="287867" y="3505957"/>
                      <a:pt x="236314" y="3454400"/>
                      <a:pt x="172720" y="3454400"/>
                    </a:cubicBezTo>
                    <a:lnTo>
                      <a:pt x="115147" y="3454400"/>
                    </a:lnTo>
                    <a:cubicBezTo>
                      <a:pt x="51553" y="3454400"/>
                      <a:pt x="0" y="3402843"/>
                      <a:pt x="0" y="3339254"/>
                    </a:cubicBezTo>
                    <a:lnTo>
                      <a:pt x="0" y="2993813"/>
                    </a:lnTo>
                    <a:cubicBezTo>
                      <a:pt x="0" y="2930224"/>
                      <a:pt x="51553" y="2878667"/>
                      <a:pt x="115147" y="2878667"/>
                    </a:cubicBezTo>
                    <a:lnTo>
                      <a:pt x="748453" y="2878667"/>
                    </a:lnTo>
                    <a:cubicBezTo>
                      <a:pt x="812046" y="2878667"/>
                      <a:pt x="863600" y="2930224"/>
                      <a:pt x="863600" y="2993813"/>
                    </a:cubicBezTo>
                    <a:lnTo>
                      <a:pt x="863600" y="3051387"/>
                    </a:lnTo>
                    <a:cubicBezTo>
                      <a:pt x="863600" y="3114977"/>
                      <a:pt x="915154" y="3166533"/>
                      <a:pt x="978747" y="3166533"/>
                    </a:cubicBezTo>
                    <a:lnTo>
                      <a:pt x="1036320" y="3166533"/>
                    </a:lnTo>
                    <a:cubicBezTo>
                      <a:pt x="1099913" y="3166533"/>
                      <a:pt x="1151467" y="3114977"/>
                      <a:pt x="1151467" y="3051387"/>
                    </a:cubicBezTo>
                    <a:close/>
                    <a:moveTo>
                      <a:pt x="3454400" y="2418080"/>
                    </a:moveTo>
                    <a:cubicBezTo>
                      <a:pt x="3454400" y="2354487"/>
                      <a:pt x="3505957" y="2302933"/>
                      <a:pt x="3569547" y="2302933"/>
                    </a:cubicBezTo>
                    <a:lnTo>
                      <a:pt x="3627120" y="2302933"/>
                    </a:lnTo>
                    <a:cubicBezTo>
                      <a:pt x="3690710" y="2302933"/>
                      <a:pt x="3742267" y="2354487"/>
                      <a:pt x="3742267" y="2418080"/>
                    </a:cubicBezTo>
                    <a:lnTo>
                      <a:pt x="3742267" y="2475654"/>
                    </a:lnTo>
                    <a:cubicBezTo>
                      <a:pt x="3742267" y="2539246"/>
                      <a:pt x="3690710" y="2590800"/>
                      <a:pt x="3627120" y="2590800"/>
                    </a:cubicBezTo>
                    <a:lnTo>
                      <a:pt x="3569547" y="2590800"/>
                    </a:lnTo>
                    <a:cubicBezTo>
                      <a:pt x="3505957" y="2590800"/>
                      <a:pt x="3454400" y="2539246"/>
                      <a:pt x="3454400" y="2475654"/>
                    </a:cubicBezTo>
                    <a:close/>
                    <a:moveTo>
                      <a:pt x="5469467" y="2418080"/>
                    </a:moveTo>
                    <a:cubicBezTo>
                      <a:pt x="5469467" y="2354487"/>
                      <a:pt x="5521024" y="2302933"/>
                      <a:pt x="5584613" y="2302933"/>
                    </a:cubicBezTo>
                    <a:lnTo>
                      <a:pt x="5642187" y="2302933"/>
                    </a:lnTo>
                    <a:cubicBezTo>
                      <a:pt x="5705777" y="2302933"/>
                      <a:pt x="5757334" y="2354487"/>
                      <a:pt x="5757334" y="2418080"/>
                    </a:cubicBezTo>
                    <a:lnTo>
                      <a:pt x="5757334" y="2475654"/>
                    </a:lnTo>
                    <a:cubicBezTo>
                      <a:pt x="5757334" y="2539246"/>
                      <a:pt x="5705777" y="2590800"/>
                      <a:pt x="5642187" y="2590800"/>
                    </a:cubicBezTo>
                    <a:lnTo>
                      <a:pt x="5584613" y="2590800"/>
                    </a:lnTo>
                    <a:cubicBezTo>
                      <a:pt x="5521024" y="2590800"/>
                      <a:pt x="5469467" y="2539246"/>
                      <a:pt x="5469467" y="2475654"/>
                    </a:cubicBezTo>
                    <a:close/>
                    <a:moveTo>
                      <a:pt x="6045200" y="2418080"/>
                    </a:moveTo>
                    <a:cubicBezTo>
                      <a:pt x="6045200" y="2354487"/>
                      <a:pt x="6096757" y="2302933"/>
                      <a:pt x="6160347" y="2302933"/>
                    </a:cubicBezTo>
                    <a:lnTo>
                      <a:pt x="7081520" y="2302933"/>
                    </a:lnTo>
                    <a:cubicBezTo>
                      <a:pt x="7145110" y="2302933"/>
                      <a:pt x="7196667" y="2354487"/>
                      <a:pt x="7196667" y="2418080"/>
                    </a:cubicBezTo>
                    <a:lnTo>
                      <a:pt x="7196667" y="2475654"/>
                    </a:lnTo>
                    <a:cubicBezTo>
                      <a:pt x="7196667" y="2539246"/>
                      <a:pt x="7145110" y="2590800"/>
                      <a:pt x="7081520" y="2590800"/>
                    </a:cubicBezTo>
                    <a:lnTo>
                      <a:pt x="7023947" y="2590800"/>
                    </a:lnTo>
                    <a:cubicBezTo>
                      <a:pt x="6960357" y="2590800"/>
                      <a:pt x="6908800" y="2642354"/>
                      <a:pt x="6908800" y="2705947"/>
                    </a:cubicBezTo>
                    <a:lnTo>
                      <a:pt x="6908800" y="2763520"/>
                    </a:lnTo>
                    <a:cubicBezTo>
                      <a:pt x="6908800" y="2827113"/>
                      <a:pt x="6857243" y="2878667"/>
                      <a:pt x="6793654" y="2878667"/>
                    </a:cubicBezTo>
                    <a:lnTo>
                      <a:pt x="6736080" y="2878667"/>
                    </a:lnTo>
                    <a:cubicBezTo>
                      <a:pt x="6672491" y="2878667"/>
                      <a:pt x="6620934" y="2827113"/>
                      <a:pt x="6620934" y="2763520"/>
                    </a:cubicBezTo>
                    <a:lnTo>
                      <a:pt x="6620934" y="2705947"/>
                    </a:lnTo>
                    <a:cubicBezTo>
                      <a:pt x="6620934" y="2642354"/>
                      <a:pt x="6569377" y="2590800"/>
                      <a:pt x="6505787" y="2590800"/>
                    </a:cubicBezTo>
                    <a:lnTo>
                      <a:pt x="6448213" y="2590800"/>
                    </a:lnTo>
                    <a:cubicBezTo>
                      <a:pt x="6384624" y="2590800"/>
                      <a:pt x="6333067" y="2642354"/>
                      <a:pt x="6333067" y="2705947"/>
                    </a:cubicBezTo>
                    <a:lnTo>
                      <a:pt x="6333067" y="2763520"/>
                    </a:lnTo>
                    <a:cubicBezTo>
                      <a:pt x="6333067" y="2827113"/>
                      <a:pt x="6384624" y="2878667"/>
                      <a:pt x="6448213" y="2878667"/>
                    </a:cubicBezTo>
                    <a:lnTo>
                      <a:pt x="6505787" y="2878667"/>
                    </a:lnTo>
                    <a:cubicBezTo>
                      <a:pt x="6569377" y="2878667"/>
                      <a:pt x="6620934" y="2930224"/>
                      <a:pt x="6620934" y="2993813"/>
                    </a:cubicBezTo>
                    <a:lnTo>
                      <a:pt x="6620934" y="3051387"/>
                    </a:lnTo>
                    <a:cubicBezTo>
                      <a:pt x="6620934" y="3114977"/>
                      <a:pt x="6672491" y="3166533"/>
                      <a:pt x="6736080" y="3166533"/>
                    </a:cubicBezTo>
                    <a:lnTo>
                      <a:pt x="6793654" y="3166533"/>
                    </a:lnTo>
                    <a:cubicBezTo>
                      <a:pt x="6857243" y="3166533"/>
                      <a:pt x="6908800" y="3218090"/>
                      <a:pt x="6908800" y="3281680"/>
                    </a:cubicBezTo>
                    <a:lnTo>
                      <a:pt x="6908800" y="3339254"/>
                    </a:lnTo>
                    <a:cubicBezTo>
                      <a:pt x="6908800" y="3402843"/>
                      <a:pt x="6960357" y="3454400"/>
                      <a:pt x="7023947" y="3454400"/>
                    </a:cubicBezTo>
                    <a:lnTo>
                      <a:pt x="7081520" y="3454400"/>
                    </a:lnTo>
                    <a:cubicBezTo>
                      <a:pt x="7145110" y="3454400"/>
                      <a:pt x="7196667" y="3505957"/>
                      <a:pt x="7196667" y="3569547"/>
                    </a:cubicBezTo>
                    <a:lnTo>
                      <a:pt x="7196667" y="3627120"/>
                    </a:lnTo>
                    <a:cubicBezTo>
                      <a:pt x="7196667" y="3690710"/>
                      <a:pt x="7145110" y="3742267"/>
                      <a:pt x="7081520" y="3742267"/>
                    </a:cubicBezTo>
                    <a:lnTo>
                      <a:pt x="7023947" y="3742267"/>
                    </a:lnTo>
                    <a:cubicBezTo>
                      <a:pt x="6960357" y="3742267"/>
                      <a:pt x="6908800" y="3793824"/>
                      <a:pt x="6908800" y="3857413"/>
                    </a:cubicBezTo>
                    <a:lnTo>
                      <a:pt x="6908800" y="3914987"/>
                    </a:lnTo>
                    <a:cubicBezTo>
                      <a:pt x="6908800" y="3978577"/>
                      <a:pt x="6857243" y="4030133"/>
                      <a:pt x="6793654" y="4030133"/>
                    </a:cubicBezTo>
                    <a:lnTo>
                      <a:pt x="6736080" y="4030133"/>
                    </a:lnTo>
                    <a:cubicBezTo>
                      <a:pt x="6672491" y="4030133"/>
                      <a:pt x="6620934" y="3978577"/>
                      <a:pt x="6620934" y="3914987"/>
                    </a:cubicBezTo>
                    <a:lnTo>
                      <a:pt x="6620934" y="3857413"/>
                    </a:lnTo>
                    <a:cubicBezTo>
                      <a:pt x="6620934" y="3793824"/>
                      <a:pt x="6569377" y="3742267"/>
                      <a:pt x="6505787" y="3742267"/>
                    </a:cubicBezTo>
                    <a:lnTo>
                      <a:pt x="6160347" y="3742267"/>
                    </a:lnTo>
                    <a:cubicBezTo>
                      <a:pt x="6096757" y="3742267"/>
                      <a:pt x="6045200" y="3690710"/>
                      <a:pt x="6045200" y="3627120"/>
                    </a:cubicBezTo>
                    <a:lnTo>
                      <a:pt x="6045200" y="3569547"/>
                    </a:lnTo>
                    <a:cubicBezTo>
                      <a:pt x="6045200" y="3505957"/>
                      <a:pt x="6096757" y="3454400"/>
                      <a:pt x="6160347" y="3454400"/>
                    </a:cubicBezTo>
                    <a:lnTo>
                      <a:pt x="6217920" y="3454400"/>
                    </a:lnTo>
                    <a:cubicBezTo>
                      <a:pt x="6281510" y="3454400"/>
                      <a:pt x="6333067" y="3402843"/>
                      <a:pt x="6333067" y="3339254"/>
                    </a:cubicBezTo>
                    <a:lnTo>
                      <a:pt x="6333067" y="3281680"/>
                    </a:lnTo>
                    <a:cubicBezTo>
                      <a:pt x="6333067" y="3218090"/>
                      <a:pt x="6281510" y="3166533"/>
                      <a:pt x="6217920" y="3166533"/>
                    </a:cubicBezTo>
                    <a:lnTo>
                      <a:pt x="6160347" y="3166533"/>
                    </a:lnTo>
                    <a:cubicBezTo>
                      <a:pt x="6096757" y="3166533"/>
                      <a:pt x="6045200" y="3114977"/>
                      <a:pt x="6045200" y="3051387"/>
                    </a:cubicBezTo>
                    <a:lnTo>
                      <a:pt x="6045200" y="2993813"/>
                    </a:lnTo>
                    <a:cubicBezTo>
                      <a:pt x="6045200" y="2930224"/>
                      <a:pt x="5993643" y="2878667"/>
                      <a:pt x="5930054" y="2878667"/>
                    </a:cubicBezTo>
                    <a:lnTo>
                      <a:pt x="5872480" y="2878667"/>
                    </a:lnTo>
                    <a:cubicBezTo>
                      <a:pt x="5808891" y="2878667"/>
                      <a:pt x="5757334" y="2827113"/>
                      <a:pt x="5757334" y="2763520"/>
                    </a:cubicBezTo>
                    <a:lnTo>
                      <a:pt x="5757334" y="2705947"/>
                    </a:lnTo>
                    <a:cubicBezTo>
                      <a:pt x="5757334" y="2642354"/>
                      <a:pt x="5808891" y="2590800"/>
                      <a:pt x="5872480" y="2590800"/>
                    </a:cubicBezTo>
                    <a:lnTo>
                      <a:pt x="5930054" y="2590800"/>
                    </a:lnTo>
                    <a:cubicBezTo>
                      <a:pt x="5993643" y="2590800"/>
                      <a:pt x="6045200" y="2539246"/>
                      <a:pt x="6045200" y="2475654"/>
                    </a:cubicBezTo>
                    <a:close/>
                    <a:moveTo>
                      <a:pt x="5469467" y="2993813"/>
                    </a:moveTo>
                    <a:cubicBezTo>
                      <a:pt x="5469467" y="2930224"/>
                      <a:pt x="5521024" y="2878667"/>
                      <a:pt x="5584613" y="2878667"/>
                    </a:cubicBezTo>
                    <a:lnTo>
                      <a:pt x="5642187" y="2878667"/>
                    </a:lnTo>
                    <a:cubicBezTo>
                      <a:pt x="5705777" y="2878667"/>
                      <a:pt x="5757334" y="2930224"/>
                      <a:pt x="5757334" y="2993813"/>
                    </a:cubicBezTo>
                    <a:lnTo>
                      <a:pt x="5757334" y="3051387"/>
                    </a:lnTo>
                    <a:cubicBezTo>
                      <a:pt x="5757334" y="3114977"/>
                      <a:pt x="5705777" y="3166533"/>
                      <a:pt x="5642187" y="3166533"/>
                    </a:cubicBezTo>
                    <a:lnTo>
                      <a:pt x="5584613" y="3166533"/>
                    </a:lnTo>
                    <a:cubicBezTo>
                      <a:pt x="5521024" y="3166533"/>
                      <a:pt x="5469467" y="3114977"/>
                      <a:pt x="5469467" y="3051387"/>
                    </a:cubicBezTo>
                    <a:close/>
                    <a:moveTo>
                      <a:pt x="3454400" y="3281680"/>
                    </a:moveTo>
                    <a:cubicBezTo>
                      <a:pt x="3454400" y="3218090"/>
                      <a:pt x="3505957" y="3166533"/>
                      <a:pt x="3569547" y="3166533"/>
                    </a:cubicBezTo>
                    <a:lnTo>
                      <a:pt x="3627120" y="3166533"/>
                    </a:lnTo>
                    <a:cubicBezTo>
                      <a:pt x="3690710" y="3166533"/>
                      <a:pt x="3742267" y="3218090"/>
                      <a:pt x="3742267" y="3281680"/>
                    </a:cubicBezTo>
                    <a:lnTo>
                      <a:pt x="3742267" y="3914987"/>
                    </a:lnTo>
                    <a:cubicBezTo>
                      <a:pt x="3742267" y="3978577"/>
                      <a:pt x="3690710" y="4030133"/>
                      <a:pt x="3627120" y="4030133"/>
                    </a:cubicBezTo>
                    <a:lnTo>
                      <a:pt x="3569547" y="4030133"/>
                    </a:lnTo>
                    <a:cubicBezTo>
                      <a:pt x="3505957" y="4030133"/>
                      <a:pt x="3454400" y="3978577"/>
                      <a:pt x="3454400" y="3914987"/>
                    </a:cubicBezTo>
                    <a:lnTo>
                      <a:pt x="3454400" y="3857413"/>
                    </a:lnTo>
                    <a:cubicBezTo>
                      <a:pt x="3454400" y="3793824"/>
                      <a:pt x="3402843" y="3742267"/>
                      <a:pt x="3339254" y="3742267"/>
                    </a:cubicBezTo>
                    <a:lnTo>
                      <a:pt x="3281680" y="3742267"/>
                    </a:lnTo>
                    <a:cubicBezTo>
                      <a:pt x="3218090" y="3742267"/>
                      <a:pt x="3166533" y="3690710"/>
                      <a:pt x="3166533" y="3627120"/>
                    </a:cubicBezTo>
                    <a:lnTo>
                      <a:pt x="3166533" y="3569547"/>
                    </a:lnTo>
                    <a:cubicBezTo>
                      <a:pt x="3166533" y="3505957"/>
                      <a:pt x="3218090" y="3454400"/>
                      <a:pt x="3281680" y="3454400"/>
                    </a:cubicBezTo>
                    <a:lnTo>
                      <a:pt x="3339254" y="3454400"/>
                    </a:lnTo>
                    <a:cubicBezTo>
                      <a:pt x="3402843" y="3454400"/>
                      <a:pt x="3454400" y="3402843"/>
                      <a:pt x="3454400" y="3339254"/>
                    </a:cubicBezTo>
                    <a:close/>
                    <a:moveTo>
                      <a:pt x="1439333" y="3569547"/>
                    </a:moveTo>
                    <a:cubicBezTo>
                      <a:pt x="1439333" y="3505957"/>
                      <a:pt x="1490887" y="3454400"/>
                      <a:pt x="1554480" y="3454400"/>
                    </a:cubicBezTo>
                    <a:lnTo>
                      <a:pt x="1899920" y="3454400"/>
                    </a:lnTo>
                    <a:cubicBezTo>
                      <a:pt x="1963513" y="3454400"/>
                      <a:pt x="2015067" y="3505957"/>
                      <a:pt x="2015067" y="3569547"/>
                    </a:cubicBezTo>
                    <a:lnTo>
                      <a:pt x="2015067" y="3627120"/>
                    </a:lnTo>
                    <a:cubicBezTo>
                      <a:pt x="2015067" y="3690710"/>
                      <a:pt x="1963513" y="3742267"/>
                      <a:pt x="1899920" y="3742267"/>
                    </a:cubicBezTo>
                    <a:lnTo>
                      <a:pt x="1842347" y="3742267"/>
                    </a:lnTo>
                    <a:cubicBezTo>
                      <a:pt x="1778754" y="3742267"/>
                      <a:pt x="1727200" y="3793824"/>
                      <a:pt x="1727200" y="3857413"/>
                    </a:cubicBezTo>
                    <a:lnTo>
                      <a:pt x="1727200" y="3914987"/>
                    </a:lnTo>
                    <a:cubicBezTo>
                      <a:pt x="1727200" y="3978577"/>
                      <a:pt x="1778754" y="4030133"/>
                      <a:pt x="1842347" y="4030133"/>
                    </a:cubicBezTo>
                    <a:lnTo>
                      <a:pt x="1899920" y="4030133"/>
                    </a:lnTo>
                    <a:cubicBezTo>
                      <a:pt x="1963513" y="4030133"/>
                      <a:pt x="2015067" y="4081690"/>
                      <a:pt x="2015067" y="4145280"/>
                    </a:cubicBezTo>
                    <a:lnTo>
                      <a:pt x="2015067" y="4202854"/>
                    </a:lnTo>
                    <a:cubicBezTo>
                      <a:pt x="2015067" y="4266443"/>
                      <a:pt x="1963513" y="4318000"/>
                      <a:pt x="1899920" y="4318000"/>
                    </a:cubicBezTo>
                    <a:lnTo>
                      <a:pt x="1842347" y="4318000"/>
                    </a:lnTo>
                    <a:cubicBezTo>
                      <a:pt x="1778754" y="4318000"/>
                      <a:pt x="1727200" y="4369557"/>
                      <a:pt x="1727200" y="4433147"/>
                    </a:cubicBezTo>
                    <a:lnTo>
                      <a:pt x="1727200" y="4490720"/>
                    </a:lnTo>
                    <a:cubicBezTo>
                      <a:pt x="1727200" y="4554310"/>
                      <a:pt x="1778754" y="4605867"/>
                      <a:pt x="1842347" y="4605867"/>
                    </a:cubicBezTo>
                    <a:lnTo>
                      <a:pt x="1899920" y="4605867"/>
                    </a:lnTo>
                    <a:cubicBezTo>
                      <a:pt x="1963513" y="4605867"/>
                      <a:pt x="2015067" y="4554310"/>
                      <a:pt x="2015067" y="4490720"/>
                    </a:cubicBezTo>
                    <a:lnTo>
                      <a:pt x="2015067" y="4433147"/>
                    </a:lnTo>
                    <a:cubicBezTo>
                      <a:pt x="2015067" y="4369557"/>
                      <a:pt x="2066621" y="4318000"/>
                      <a:pt x="2130213" y="4318000"/>
                    </a:cubicBezTo>
                    <a:lnTo>
                      <a:pt x="2475654" y="4318000"/>
                    </a:lnTo>
                    <a:cubicBezTo>
                      <a:pt x="2539246" y="4318000"/>
                      <a:pt x="2590800" y="4369557"/>
                      <a:pt x="2590800" y="4433147"/>
                    </a:cubicBezTo>
                    <a:lnTo>
                      <a:pt x="2590800" y="5066454"/>
                    </a:lnTo>
                    <a:cubicBezTo>
                      <a:pt x="2590800" y="5130043"/>
                      <a:pt x="2539246" y="5181600"/>
                      <a:pt x="2475654" y="5181600"/>
                    </a:cubicBezTo>
                    <a:lnTo>
                      <a:pt x="2418080" y="5181600"/>
                    </a:lnTo>
                    <a:cubicBezTo>
                      <a:pt x="2354487" y="5181600"/>
                      <a:pt x="2302933" y="5130043"/>
                      <a:pt x="2302933" y="5066454"/>
                    </a:cubicBezTo>
                    <a:lnTo>
                      <a:pt x="2302933" y="5008880"/>
                    </a:lnTo>
                    <a:cubicBezTo>
                      <a:pt x="2302933" y="4945291"/>
                      <a:pt x="2251379" y="4893734"/>
                      <a:pt x="2187787" y="4893734"/>
                    </a:cubicBezTo>
                    <a:lnTo>
                      <a:pt x="1554480" y="4893734"/>
                    </a:lnTo>
                    <a:cubicBezTo>
                      <a:pt x="1490887" y="4893734"/>
                      <a:pt x="1439333" y="4842177"/>
                      <a:pt x="1439333" y="4778587"/>
                    </a:cubicBezTo>
                    <a:lnTo>
                      <a:pt x="1439333" y="4145280"/>
                    </a:lnTo>
                    <a:cubicBezTo>
                      <a:pt x="1439333" y="4081690"/>
                      <a:pt x="1387779" y="4030133"/>
                      <a:pt x="1324187" y="4030133"/>
                    </a:cubicBezTo>
                    <a:lnTo>
                      <a:pt x="1266613" y="4030133"/>
                    </a:lnTo>
                    <a:cubicBezTo>
                      <a:pt x="1203021" y="4030133"/>
                      <a:pt x="1151467" y="3978577"/>
                      <a:pt x="1151467" y="3914987"/>
                    </a:cubicBezTo>
                    <a:lnTo>
                      <a:pt x="1151467" y="3857413"/>
                    </a:lnTo>
                    <a:cubicBezTo>
                      <a:pt x="1151467" y="3793824"/>
                      <a:pt x="1203021" y="3742267"/>
                      <a:pt x="1266613" y="3742267"/>
                    </a:cubicBezTo>
                    <a:lnTo>
                      <a:pt x="1324187" y="3742267"/>
                    </a:lnTo>
                    <a:cubicBezTo>
                      <a:pt x="1387779" y="3742267"/>
                      <a:pt x="1439333" y="3690710"/>
                      <a:pt x="1439333" y="3627120"/>
                    </a:cubicBezTo>
                    <a:close/>
                    <a:moveTo>
                      <a:pt x="2302933" y="3569547"/>
                    </a:moveTo>
                    <a:cubicBezTo>
                      <a:pt x="2302933" y="3505957"/>
                      <a:pt x="2354487" y="3454400"/>
                      <a:pt x="2418080" y="3454400"/>
                    </a:cubicBezTo>
                    <a:lnTo>
                      <a:pt x="2475654" y="3454400"/>
                    </a:lnTo>
                    <a:cubicBezTo>
                      <a:pt x="2539246" y="3454400"/>
                      <a:pt x="2590800" y="3505957"/>
                      <a:pt x="2590800" y="3569547"/>
                    </a:cubicBezTo>
                    <a:lnTo>
                      <a:pt x="2590800" y="3627120"/>
                    </a:lnTo>
                    <a:cubicBezTo>
                      <a:pt x="2590800" y="3690710"/>
                      <a:pt x="2539246" y="3742267"/>
                      <a:pt x="2475654" y="3742267"/>
                    </a:cubicBezTo>
                    <a:lnTo>
                      <a:pt x="2418080" y="3742267"/>
                    </a:lnTo>
                    <a:cubicBezTo>
                      <a:pt x="2354487" y="3742267"/>
                      <a:pt x="2302933" y="3690710"/>
                      <a:pt x="2302933" y="3627120"/>
                    </a:cubicBezTo>
                    <a:close/>
                    <a:moveTo>
                      <a:pt x="2878667" y="3857413"/>
                    </a:moveTo>
                    <a:cubicBezTo>
                      <a:pt x="2878667" y="3793824"/>
                      <a:pt x="2930224" y="3742267"/>
                      <a:pt x="2993813" y="3742267"/>
                    </a:cubicBezTo>
                    <a:lnTo>
                      <a:pt x="3051387" y="3742267"/>
                    </a:lnTo>
                    <a:cubicBezTo>
                      <a:pt x="3114977" y="3742267"/>
                      <a:pt x="3166533" y="3793824"/>
                      <a:pt x="3166533" y="3857413"/>
                    </a:cubicBezTo>
                    <a:lnTo>
                      <a:pt x="3166533" y="3914987"/>
                    </a:lnTo>
                    <a:cubicBezTo>
                      <a:pt x="3166533" y="3978577"/>
                      <a:pt x="3114977" y="4030133"/>
                      <a:pt x="3051387" y="4030133"/>
                    </a:cubicBezTo>
                    <a:lnTo>
                      <a:pt x="2993813" y="4030133"/>
                    </a:lnTo>
                    <a:cubicBezTo>
                      <a:pt x="2930224" y="4030133"/>
                      <a:pt x="2878667" y="3978577"/>
                      <a:pt x="2878667" y="3914987"/>
                    </a:cubicBezTo>
                    <a:close/>
                    <a:moveTo>
                      <a:pt x="4030133" y="3857413"/>
                    </a:moveTo>
                    <a:cubicBezTo>
                      <a:pt x="4030133" y="3793824"/>
                      <a:pt x="4081690" y="3742267"/>
                      <a:pt x="4145280" y="3742267"/>
                    </a:cubicBezTo>
                    <a:lnTo>
                      <a:pt x="4778587" y="3742267"/>
                    </a:lnTo>
                    <a:cubicBezTo>
                      <a:pt x="4842177" y="3742267"/>
                      <a:pt x="4893734" y="3793824"/>
                      <a:pt x="4893734" y="3857413"/>
                    </a:cubicBezTo>
                    <a:lnTo>
                      <a:pt x="4893734" y="4202854"/>
                    </a:lnTo>
                    <a:cubicBezTo>
                      <a:pt x="4893734" y="4266443"/>
                      <a:pt x="4842177" y="4318000"/>
                      <a:pt x="4778587" y="4318000"/>
                    </a:cubicBezTo>
                    <a:lnTo>
                      <a:pt x="4721013" y="4318000"/>
                    </a:lnTo>
                    <a:cubicBezTo>
                      <a:pt x="4657424" y="4318000"/>
                      <a:pt x="4605867" y="4369557"/>
                      <a:pt x="4605867" y="4433147"/>
                    </a:cubicBezTo>
                    <a:lnTo>
                      <a:pt x="4605867" y="4490720"/>
                    </a:lnTo>
                    <a:cubicBezTo>
                      <a:pt x="4605867" y="4554310"/>
                      <a:pt x="4554310" y="4605867"/>
                      <a:pt x="4490720" y="4605867"/>
                    </a:cubicBezTo>
                    <a:lnTo>
                      <a:pt x="4433147" y="4605867"/>
                    </a:lnTo>
                    <a:cubicBezTo>
                      <a:pt x="4369557" y="4605867"/>
                      <a:pt x="4318000" y="4554310"/>
                      <a:pt x="4318000" y="4490720"/>
                    </a:cubicBezTo>
                    <a:lnTo>
                      <a:pt x="4318000" y="4433147"/>
                    </a:lnTo>
                    <a:cubicBezTo>
                      <a:pt x="4318000" y="4369557"/>
                      <a:pt x="4266443" y="4318000"/>
                      <a:pt x="4202854" y="4318000"/>
                    </a:cubicBezTo>
                    <a:lnTo>
                      <a:pt x="3857413" y="4318000"/>
                    </a:lnTo>
                    <a:cubicBezTo>
                      <a:pt x="3793824" y="4318000"/>
                      <a:pt x="3742267" y="4266443"/>
                      <a:pt x="3742267" y="4202854"/>
                    </a:cubicBezTo>
                    <a:lnTo>
                      <a:pt x="3742267" y="4145280"/>
                    </a:lnTo>
                    <a:cubicBezTo>
                      <a:pt x="3742267" y="4081690"/>
                      <a:pt x="3793824" y="4030133"/>
                      <a:pt x="3857413" y="4030133"/>
                    </a:cubicBezTo>
                    <a:lnTo>
                      <a:pt x="3914987" y="4030133"/>
                    </a:lnTo>
                    <a:cubicBezTo>
                      <a:pt x="3978577" y="4030133"/>
                      <a:pt x="4030133" y="3978577"/>
                      <a:pt x="4030133" y="3914987"/>
                    </a:cubicBezTo>
                    <a:close/>
                    <a:moveTo>
                      <a:pt x="5757334" y="3857413"/>
                    </a:moveTo>
                    <a:cubicBezTo>
                      <a:pt x="5757334" y="3793824"/>
                      <a:pt x="5808891" y="3742267"/>
                      <a:pt x="5872480" y="3742267"/>
                    </a:cubicBezTo>
                    <a:lnTo>
                      <a:pt x="5930054" y="3742267"/>
                    </a:lnTo>
                    <a:cubicBezTo>
                      <a:pt x="5993643" y="3742267"/>
                      <a:pt x="6045200" y="3793824"/>
                      <a:pt x="6045200" y="3857413"/>
                    </a:cubicBezTo>
                    <a:lnTo>
                      <a:pt x="6045200" y="3914987"/>
                    </a:lnTo>
                    <a:cubicBezTo>
                      <a:pt x="6045200" y="3978577"/>
                      <a:pt x="6096757" y="4030133"/>
                      <a:pt x="6160347" y="4030133"/>
                    </a:cubicBezTo>
                    <a:lnTo>
                      <a:pt x="6505787" y="4030133"/>
                    </a:lnTo>
                    <a:cubicBezTo>
                      <a:pt x="6569377" y="4030133"/>
                      <a:pt x="6620934" y="4081690"/>
                      <a:pt x="6620934" y="4145280"/>
                    </a:cubicBezTo>
                    <a:lnTo>
                      <a:pt x="6620934" y="4202854"/>
                    </a:lnTo>
                    <a:cubicBezTo>
                      <a:pt x="6620934" y="4266443"/>
                      <a:pt x="6672491" y="4318000"/>
                      <a:pt x="6736080" y="4318000"/>
                    </a:cubicBezTo>
                    <a:lnTo>
                      <a:pt x="6793654" y="4318000"/>
                    </a:lnTo>
                    <a:cubicBezTo>
                      <a:pt x="6857243" y="4318000"/>
                      <a:pt x="6908800" y="4369557"/>
                      <a:pt x="6908800" y="4433147"/>
                    </a:cubicBezTo>
                    <a:lnTo>
                      <a:pt x="6908800" y="4490720"/>
                    </a:lnTo>
                    <a:cubicBezTo>
                      <a:pt x="6908800" y="4554310"/>
                      <a:pt x="6857243" y="4605867"/>
                      <a:pt x="6793654" y="4605867"/>
                    </a:cubicBezTo>
                    <a:lnTo>
                      <a:pt x="6736080" y="4605867"/>
                    </a:lnTo>
                    <a:cubicBezTo>
                      <a:pt x="6672491" y="4605867"/>
                      <a:pt x="6620934" y="4657424"/>
                      <a:pt x="6620934" y="4721013"/>
                    </a:cubicBezTo>
                    <a:lnTo>
                      <a:pt x="6620934" y="4778587"/>
                    </a:lnTo>
                    <a:cubicBezTo>
                      <a:pt x="6620934" y="4842177"/>
                      <a:pt x="6569377" y="4893734"/>
                      <a:pt x="6505787" y="4893734"/>
                    </a:cubicBezTo>
                    <a:lnTo>
                      <a:pt x="6160347" y="4893734"/>
                    </a:lnTo>
                    <a:cubicBezTo>
                      <a:pt x="6096757" y="4893734"/>
                      <a:pt x="6045200" y="4945291"/>
                      <a:pt x="6045200" y="5008880"/>
                    </a:cubicBezTo>
                    <a:lnTo>
                      <a:pt x="6045200" y="5354320"/>
                    </a:lnTo>
                    <a:cubicBezTo>
                      <a:pt x="6045200" y="5417910"/>
                      <a:pt x="6096757" y="5469467"/>
                      <a:pt x="6160347" y="5469467"/>
                    </a:cubicBezTo>
                    <a:lnTo>
                      <a:pt x="7081520" y="5469467"/>
                    </a:lnTo>
                    <a:cubicBezTo>
                      <a:pt x="7145110" y="5469467"/>
                      <a:pt x="7196667" y="5521024"/>
                      <a:pt x="7196667" y="5584613"/>
                    </a:cubicBezTo>
                    <a:lnTo>
                      <a:pt x="7196667" y="5642187"/>
                    </a:lnTo>
                    <a:cubicBezTo>
                      <a:pt x="7196667" y="5705777"/>
                      <a:pt x="7145110" y="5757334"/>
                      <a:pt x="7081520" y="5757334"/>
                    </a:cubicBezTo>
                    <a:lnTo>
                      <a:pt x="6736080" y="5757334"/>
                    </a:lnTo>
                    <a:cubicBezTo>
                      <a:pt x="6672491" y="5757334"/>
                      <a:pt x="6620934" y="5808891"/>
                      <a:pt x="6620934" y="5872480"/>
                    </a:cubicBezTo>
                    <a:lnTo>
                      <a:pt x="6620934" y="5930054"/>
                    </a:lnTo>
                    <a:cubicBezTo>
                      <a:pt x="6620934" y="5993643"/>
                      <a:pt x="6672491" y="6045200"/>
                      <a:pt x="6736080" y="6045200"/>
                    </a:cubicBezTo>
                    <a:lnTo>
                      <a:pt x="7081520" y="6045200"/>
                    </a:lnTo>
                    <a:cubicBezTo>
                      <a:pt x="7145110" y="6045200"/>
                      <a:pt x="7196667" y="6096757"/>
                      <a:pt x="7196667" y="6160347"/>
                    </a:cubicBezTo>
                    <a:lnTo>
                      <a:pt x="7196667" y="6217920"/>
                    </a:lnTo>
                    <a:cubicBezTo>
                      <a:pt x="7196667" y="6281510"/>
                      <a:pt x="7145110" y="6333067"/>
                      <a:pt x="7081520" y="6333067"/>
                    </a:cubicBezTo>
                    <a:lnTo>
                      <a:pt x="7023947" y="6333067"/>
                    </a:lnTo>
                    <a:cubicBezTo>
                      <a:pt x="6960357" y="6333067"/>
                      <a:pt x="6908800" y="6384624"/>
                      <a:pt x="6908800" y="6448213"/>
                    </a:cubicBezTo>
                    <a:lnTo>
                      <a:pt x="6908800" y="6793654"/>
                    </a:lnTo>
                    <a:cubicBezTo>
                      <a:pt x="6908800" y="6857243"/>
                      <a:pt x="6960357" y="6908800"/>
                      <a:pt x="7023947" y="6908800"/>
                    </a:cubicBezTo>
                    <a:lnTo>
                      <a:pt x="7081520" y="6908800"/>
                    </a:lnTo>
                    <a:cubicBezTo>
                      <a:pt x="7145110" y="6908800"/>
                      <a:pt x="7196667" y="6960357"/>
                      <a:pt x="7196667" y="7023947"/>
                    </a:cubicBezTo>
                    <a:lnTo>
                      <a:pt x="7196667" y="7081520"/>
                    </a:lnTo>
                    <a:cubicBezTo>
                      <a:pt x="7196667" y="7145110"/>
                      <a:pt x="7145110" y="7196667"/>
                      <a:pt x="7081520" y="7196667"/>
                    </a:cubicBezTo>
                    <a:lnTo>
                      <a:pt x="6448213" y="7196667"/>
                    </a:lnTo>
                    <a:cubicBezTo>
                      <a:pt x="6384624" y="7196667"/>
                      <a:pt x="6333067" y="7145110"/>
                      <a:pt x="6333067" y="7081520"/>
                    </a:cubicBezTo>
                    <a:lnTo>
                      <a:pt x="6333067" y="7023947"/>
                    </a:lnTo>
                    <a:cubicBezTo>
                      <a:pt x="6333067" y="6960357"/>
                      <a:pt x="6281510" y="6908800"/>
                      <a:pt x="6217920" y="6908800"/>
                    </a:cubicBezTo>
                    <a:lnTo>
                      <a:pt x="5584613" y="6908800"/>
                    </a:lnTo>
                    <a:cubicBezTo>
                      <a:pt x="5521024" y="6908800"/>
                      <a:pt x="5469467" y="6857243"/>
                      <a:pt x="5469467" y="6793654"/>
                    </a:cubicBezTo>
                    <a:lnTo>
                      <a:pt x="5469467" y="6736080"/>
                    </a:lnTo>
                    <a:cubicBezTo>
                      <a:pt x="5469467" y="6672491"/>
                      <a:pt x="5521024" y="6620934"/>
                      <a:pt x="5584613" y="6620934"/>
                    </a:cubicBezTo>
                    <a:lnTo>
                      <a:pt x="5930054" y="6620934"/>
                    </a:lnTo>
                    <a:cubicBezTo>
                      <a:pt x="5993643" y="6620934"/>
                      <a:pt x="6045200" y="6569377"/>
                      <a:pt x="6045200" y="6505787"/>
                    </a:cubicBezTo>
                    <a:lnTo>
                      <a:pt x="6045200" y="6448213"/>
                    </a:lnTo>
                    <a:cubicBezTo>
                      <a:pt x="6045200" y="6384624"/>
                      <a:pt x="6096757" y="6333067"/>
                      <a:pt x="6160347" y="6333067"/>
                    </a:cubicBezTo>
                    <a:lnTo>
                      <a:pt x="6217920" y="6333067"/>
                    </a:lnTo>
                    <a:cubicBezTo>
                      <a:pt x="6281510" y="6333067"/>
                      <a:pt x="6333067" y="6384624"/>
                      <a:pt x="6333067" y="6448213"/>
                    </a:cubicBezTo>
                    <a:lnTo>
                      <a:pt x="6333067" y="6505787"/>
                    </a:lnTo>
                    <a:cubicBezTo>
                      <a:pt x="6333067" y="6569377"/>
                      <a:pt x="6384624" y="6620934"/>
                      <a:pt x="6448213" y="6620934"/>
                    </a:cubicBezTo>
                    <a:lnTo>
                      <a:pt x="6505787" y="6620934"/>
                    </a:lnTo>
                    <a:cubicBezTo>
                      <a:pt x="6569377" y="6620934"/>
                      <a:pt x="6620934" y="6569377"/>
                      <a:pt x="6620934" y="6505787"/>
                    </a:cubicBezTo>
                    <a:lnTo>
                      <a:pt x="6620934" y="6448213"/>
                    </a:lnTo>
                    <a:cubicBezTo>
                      <a:pt x="6620934" y="6384624"/>
                      <a:pt x="6569377" y="6333067"/>
                      <a:pt x="6505787" y="6333067"/>
                    </a:cubicBezTo>
                    <a:lnTo>
                      <a:pt x="6448213" y="6333067"/>
                    </a:lnTo>
                    <a:cubicBezTo>
                      <a:pt x="6384624" y="6333067"/>
                      <a:pt x="6333067" y="6281510"/>
                      <a:pt x="6333067" y="6217920"/>
                    </a:cubicBezTo>
                    <a:lnTo>
                      <a:pt x="6333067" y="6160347"/>
                    </a:lnTo>
                    <a:cubicBezTo>
                      <a:pt x="6333067" y="6096757"/>
                      <a:pt x="6281510" y="6045200"/>
                      <a:pt x="6217920" y="6045200"/>
                    </a:cubicBezTo>
                    <a:lnTo>
                      <a:pt x="5872480" y="6045200"/>
                    </a:lnTo>
                    <a:cubicBezTo>
                      <a:pt x="5808891" y="6045200"/>
                      <a:pt x="5757334" y="6096757"/>
                      <a:pt x="5757334" y="6160347"/>
                    </a:cubicBezTo>
                    <a:lnTo>
                      <a:pt x="5757334" y="6217920"/>
                    </a:lnTo>
                    <a:cubicBezTo>
                      <a:pt x="5757334" y="6281510"/>
                      <a:pt x="5705777" y="6333067"/>
                      <a:pt x="5642187" y="6333067"/>
                    </a:cubicBezTo>
                    <a:lnTo>
                      <a:pt x="5584613" y="6333067"/>
                    </a:lnTo>
                    <a:cubicBezTo>
                      <a:pt x="5521024" y="6333067"/>
                      <a:pt x="5469467" y="6384624"/>
                      <a:pt x="5469467" y="6448213"/>
                    </a:cubicBezTo>
                    <a:lnTo>
                      <a:pt x="5469467" y="6505787"/>
                    </a:lnTo>
                    <a:cubicBezTo>
                      <a:pt x="5469467" y="6569377"/>
                      <a:pt x="5417910" y="6620934"/>
                      <a:pt x="5354320" y="6620934"/>
                    </a:cubicBezTo>
                    <a:lnTo>
                      <a:pt x="5296747" y="6620934"/>
                    </a:lnTo>
                    <a:cubicBezTo>
                      <a:pt x="5233157" y="6620934"/>
                      <a:pt x="5181600" y="6672491"/>
                      <a:pt x="5181600" y="6736080"/>
                    </a:cubicBezTo>
                    <a:lnTo>
                      <a:pt x="5181600" y="7081520"/>
                    </a:lnTo>
                    <a:cubicBezTo>
                      <a:pt x="5181600" y="7145110"/>
                      <a:pt x="5130043" y="7196667"/>
                      <a:pt x="5066454" y="7196667"/>
                    </a:cubicBezTo>
                    <a:lnTo>
                      <a:pt x="5008880" y="7196667"/>
                    </a:lnTo>
                    <a:cubicBezTo>
                      <a:pt x="4945291" y="7196667"/>
                      <a:pt x="4893734" y="7145110"/>
                      <a:pt x="4893734" y="7081520"/>
                    </a:cubicBezTo>
                    <a:lnTo>
                      <a:pt x="4893734" y="6448213"/>
                    </a:lnTo>
                    <a:cubicBezTo>
                      <a:pt x="4893734" y="6384624"/>
                      <a:pt x="4842177" y="6333067"/>
                      <a:pt x="4778587" y="6333067"/>
                    </a:cubicBezTo>
                    <a:lnTo>
                      <a:pt x="4433147" y="6333067"/>
                    </a:lnTo>
                    <a:cubicBezTo>
                      <a:pt x="4369557" y="6333067"/>
                      <a:pt x="4318000" y="6384624"/>
                      <a:pt x="4318000" y="6448213"/>
                    </a:cubicBezTo>
                    <a:lnTo>
                      <a:pt x="4318000" y="6505787"/>
                    </a:lnTo>
                    <a:cubicBezTo>
                      <a:pt x="4318000" y="6569377"/>
                      <a:pt x="4369557" y="6620934"/>
                      <a:pt x="4433147" y="6620934"/>
                    </a:cubicBezTo>
                    <a:lnTo>
                      <a:pt x="4490720" y="6620934"/>
                    </a:lnTo>
                    <a:cubicBezTo>
                      <a:pt x="4554310" y="6620934"/>
                      <a:pt x="4605867" y="6672491"/>
                      <a:pt x="4605867" y="6736080"/>
                    </a:cubicBezTo>
                    <a:lnTo>
                      <a:pt x="4605867" y="7081520"/>
                    </a:lnTo>
                    <a:cubicBezTo>
                      <a:pt x="4605867" y="7145110"/>
                      <a:pt x="4554310" y="7196667"/>
                      <a:pt x="4490720" y="7196667"/>
                    </a:cubicBezTo>
                    <a:lnTo>
                      <a:pt x="4433147" y="7196667"/>
                    </a:lnTo>
                    <a:cubicBezTo>
                      <a:pt x="4369557" y="7196667"/>
                      <a:pt x="4318000" y="7145110"/>
                      <a:pt x="4318000" y="7081520"/>
                    </a:cubicBezTo>
                    <a:lnTo>
                      <a:pt x="4318000" y="7023947"/>
                    </a:lnTo>
                    <a:cubicBezTo>
                      <a:pt x="4318000" y="6960357"/>
                      <a:pt x="4266443" y="6908800"/>
                      <a:pt x="4202854" y="6908800"/>
                    </a:cubicBezTo>
                    <a:lnTo>
                      <a:pt x="4145280" y="6908800"/>
                    </a:lnTo>
                    <a:cubicBezTo>
                      <a:pt x="4081690" y="6908800"/>
                      <a:pt x="4030133" y="6857243"/>
                      <a:pt x="4030133" y="6793654"/>
                    </a:cubicBezTo>
                    <a:lnTo>
                      <a:pt x="4030133" y="6448213"/>
                    </a:lnTo>
                    <a:cubicBezTo>
                      <a:pt x="4030133" y="6384624"/>
                      <a:pt x="3978577" y="6333067"/>
                      <a:pt x="3914987" y="6333067"/>
                    </a:cubicBezTo>
                    <a:lnTo>
                      <a:pt x="3857413" y="6333067"/>
                    </a:lnTo>
                    <a:cubicBezTo>
                      <a:pt x="3793824" y="6333067"/>
                      <a:pt x="3742267" y="6281510"/>
                      <a:pt x="3742267" y="6217920"/>
                    </a:cubicBezTo>
                    <a:lnTo>
                      <a:pt x="3742267" y="5872480"/>
                    </a:lnTo>
                    <a:cubicBezTo>
                      <a:pt x="3742267" y="5808891"/>
                      <a:pt x="3793824" y="5757334"/>
                      <a:pt x="3857413" y="5757334"/>
                    </a:cubicBezTo>
                    <a:lnTo>
                      <a:pt x="3914987" y="5757334"/>
                    </a:lnTo>
                    <a:cubicBezTo>
                      <a:pt x="3978577" y="5757334"/>
                      <a:pt x="4030133" y="5808891"/>
                      <a:pt x="4030133" y="5872480"/>
                    </a:cubicBezTo>
                    <a:lnTo>
                      <a:pt x="4030133" y="5930054"/>
                    </a:lnTo>
                    <a:cubicBezTo>
                      <a:pt x="4030133" y="5993643"/>
                      <a:pt x="4081690" y="6045200"/>
                      <a:pt x="4145280" y="6045200"/>
                    </a:cubicBezTo>
                    <a:lnTo>
                      <a:pt x="4490720" y="6045200"/>
                    </a:lnTo>
                    <a:cubicBezTo>
                      <a:pt x="4554310" y="6045200"/>
                      <a:pt x="4605867" y="5993643"/>
                      <a:pt x="4605867" y="5930054"/>
                    </a:cubicBezTo>
                    <a:lnTo>
                      <a:pt x="4605867" y="4721013"/>
                    </a:lnTo>
                    <a:cubicBezTo>
                      <a:pt x="4605867" y="4657424"/>
                      <a:pt x="4657424" y="4605867"/>
                      <a:pt x="4721013" y="4605867"/>
                    </a:cubicBezTo>
                    <a:lnTo>
                      <a:pt x="5354320" y="4605867"/>
                    </a:lnTo>
                    <a:cubicBezTo>
                      <a:pt x="5417910" y="4605867"/>
                      <a:pt x="5469467" y="4554310"/>
                      <a:pt x="5469467" y="4490720"/>
                    </a:cubicBezTo>
                    <a:lnTo>
                      <a:pt x="5469467" y="4433147"/>
                    </a:lnTo>
                    <a:cubicBezTo>
                      <a:pt x="5469467" y="4369557"/>
                      <a:pt x="5417910" y="4318000"/>
                      <a:pt x="5354320" y="4318000"/>
                    </a:cubicBezTo>
                    <a:lnTo>
                      <a:pt x="5296747" y="4318000"/>
                    </a:lnTo>
                    <a:cubicBezTo>
                      <a:pt x="5233157" y="4318000"/>
                      <a:pt x="5181600" y="4266443"/>
                      <a:pt x="5181600" y="4202854"/>
                    </a:cubicBezTo>
                    <a:lnTo>
                      <a:pt x="5181600" y="4145280"/>
                    </a:lnTo>
                    <a:cubicBezTo>
                      <a:pt x="5181600" y="4081690"/>
                      <a:pt x="5233157" y="4030133"/>
                      <a:pt x="5296747" y="4030133"/>
                    </a:cubicBezTo>
                    <a:lnTo>
                      <a:pt x="5642187" y="4030133"/>
                    </a:lnTo>
                    <a:cubicBezTo>
                      <a:pt x="5705777" y="4030133"/>
                      <a:pt x="5757334" y="3978577"/>
                      <a:pt x="5757334" y="3914987"/>
                    </a:cubicBezTo>
                    <a:close/>
                    <a:moveTo>
                      <a:pt x="6045200" y="4433147"/>
                    </a:moveTo>
                    <a:cubicBezTo>
                      <a:pt x="6045200" y="4369557"/>
                      <a:pt x="6096757" y="4318000"/>
                      <a:pt x="6160347" y="4318000"/>
                    </a:cubicBezTo>
                    <a:lnTo>
                      <a:pt x="6217920" y="4318000"/>
                    </a:lnTo>
                    <a:cubicBezTo>
                      <a:pt x="6281510" y="4318000"/>
                      <a:pt x="6333067" y="4369557"/>
                      <a:pt x="6333067" y="4433147"/>
                    </a:cubicBezTo>
                    <a:lnTo>
                      <a:pt x="6333067" y="4490720"/>
                    </a:lnTo>
                    <a:cubicBezTo>
                      <a:pt x="6333067" y="4554310"/>
                      <a:pt x="6281510" y="4605867"/>
                      <a:pt x="6217920" y="4605867"/>
                    </a:cubicBezTo>
                    <a:lnTo>
                      <a:pt x="6160347" y="4605867"/>
                    </a:lnTo>
                    <a:cubicBezTo>
                      <a:pt x="6096757" y="4605867"/>
                      <a:pt x="6045200" y="4554310"/>
                      <a:pt x="6045200" y="4490720"/>
                    </a:cubicBezTo>
                    <a:close/>
                    <a:moveTo>
                      <a:pt x="4893734" y="5008880"/>
                    </a:moveTo>
                    <a:cubicBezTo>
                      <a:pt x="4893734" y="4945291"/>
                      <a:pt x="4945291" y="4893734"/>
                      <a:pt x="5008880" y="4893734"/>
                    </a:cubicBezTo>
                    <a:lnTo>
                      <a:pt x="5642187" y="4893734"/>
                    </a:lnTo>
                    <a:cubicBezTo>
                      <a:pt x="5705777" y="4893734"/>
                      <a:pt x="5757334" y="4945291"/>
                      <a:pt x="5757334" y="5008880"/>
                    </a:cubicBezTo>
                    <a:lnTo>
                      <a:pt x="5757334" y="5642187"/>
                    </a:lnTo>
                    <a:cubicBezTo>
                      <a:pt x="5757334" y="5705777"/>
                      <a:pt x="5705777" y="5757334"/>
                      <a:pt x="5642187" y="5757334"/>
                    </a:cubicBezTo>
                    <a:lnTo>
                      <a:pt x="5008880" y="5757334"/>
                    </a:lnTo>
                    <a:cubicBezTo>
                      <a:pt x="4945291" y="5757334"/>
                      <a:pt x="4893734" y="5705777"/>
                      <a:pt x="4893734" y="5642187"/>
                    </a:cubicBezTo>
                    <a:close/>
                    <a:moveTo>
                      <a:pt x="863600" y="4145280"/>
                    </a:moveTo>
                    <a:cubicBezTo>
                      <a:pt x="863600" y="4081690"/>
                      <a:pt x="915154" y="4030133"/>
                      <a:pt x="978747" y="4030133"/>
                    </a:cubicBezTo>
                    <a:lnTo>
                      <a:pt x="1036320" y="4030133"/>
                    </a:lnTo>
                    <a:cubicBezTo>
                      <a:pt x="1099913" y="4030133"/>
                      <a:pt x="1151467" y="4081690"/>
                      <a:pt x="1151467" y="4145280"/>
                    </a:cubicBezTo>
                    <a:lnTo>
                      <a:pt x="1151467" y="4490720"/>
                    </a:lnTo>
                    <a:cubicBezTo>
                      <a:pt x="1151467" y="4554310"/>
                      <a:pt x="1099913" y="4605867"/>
                      <a:pt x="1036320" y="4605867"/>
                    </a:cubicBezTo>
                    <a:lnTo>
                      <a:pt x="690880" y="4605867"/>
                    </a:lnTo>
                    <a:cubicBezTo>
                      <a:pt x="627287" y="4605867"/>
                      <a:pt x="575733" y="4554310"/>
                      <a:pt x="575733" y="4490720"/>
                    </a:cubicBezTo>
                    <a:lnTo>
                      <a:pt x="575733" y="4433147"/>
                    </a:lnTo>
                    <a:cubicBezTo>
                      <a:pt x="575733" y="4369557"/>
                      <a:pt x="627287" y="4318000"/>
                      <a:pt x="690880" y="4318000"/>
                    </a:cubicBezTo>
                    <a:lnTo>
                      <a:pt x="748453" y="4318000"/>
                    </a:lnTo>
                    <a:cubicBezTo>
                      <a:pt x="812046" y="4318000"/>
                      <a:pt x="863600" y="4266443"/>
                      <a:pt x="863600" y="4202854"/>
                    </a:cubicBezTo>
                    <a:close/>
                    <a:moveTo>
                      <a:pt x="2590800" y="4145280"/>
                    </a:moveTo>
                    <a:cubicBezTo>
                      <a:pt x="2590800" y="4081690"/>
                      <a:pt x="2642354" y="4030133"/>
                      <a:pt x="2705947" y="4030133"/>
                    </a:cubicBezTo>
                    <a:lnTo>
                      <a:pt x="2763520" y="4030133"/>
                    </a:lnTo>
                    <a:cubicBezTo>
                      <a:pt x="2827113" y="4030133"/>
                      <a:pt x="2878667" y="4081690"/>
                      <a:pt x="2878667" y="4145280"/>
                    </a:cubicBezTo>
                    <a:lnTo>
                      <a:pt x="2878667" y="4202854"/>
                    </a:lnTo>
                    <a:cubicBezTo>
                      <a:pt x="2878667" y="4266443"/>
                      <a:pt x="2827113" y="4318000"/>
                      <a:pt x="2763520" y="4318000"/>
                    </a:cubicBezTo>
                    <a:lnTo>
                      <a:pt x="2705947" y="4318000"/>
                    </a:lnTo>
                    <a:cubicBezTo>
                      <a:pt x="2642354" y="4318000"/>
                      <a:pt x="2590800" y="4266443"/>
                      <a:pt x="2590800" y="4202854"/>
                    </a:cubicBezTo>
                    <a:close/>
                    <a:moveTo>
                      <a:pt x="3166533" y="4145280"/>
                    </a:moveTo>
                    <a:cubicBezTo>
                      <a:pt x="3166533" y="4081690"/>
                      <a:pt x="3218090" y="4030133"/>
                      <a:pt x="3281680" y="4030133"/>
                    </a:cubicBezTo>
                    <a:lnTo>
                      <a:pt x="3339254" y="4030133"/>
                    </a:lnTo>
                    <a:cubicBezTo>
                      <a:pt x="3402843" y="4030133"/>
                      <a:pt x="3454400" y="4081690"/>
                      <a:pt x="3454400" y="4145280"/>
                    </a:cubicBezTo>
                    <a:lnTo>
                      <a:pt x="3454400" y="4490720"/>
                    </a:lnTo>
                    <a:cubicBezTo>
                      <a:pt x="3454400" y="4554310"/>
                      <a:pt x="3402843" y="4605867"/>
                      <a:pt x="3339254" y="4605867"/>
                    </a:cubicBezTo>
                    <a:lnTo>
                      <a:pt x="3281680" y="4605867"/>
                    </a:lnTo>
                    <a:cubicBezTo>
                      <a:pt x="3218090" y="4605867"/>
                      <a:pt x="3166533" y="4554310"/>
                      <a:pt x="3166533" y="4490720"/>
                    </a:cubicBezTo>
                    <a:close/>
                    <a:moveTo>
                      <a:pt x="0" y="4721013"/>
                    </a:moveTo>
                    <a:cubicBezTo>
                      <a:pt x="0" y="4657424"/>
                      <a:pt x="51553" y="4605867"/>
                      <a:pt x="115147" y="4605867"/>
                    </a:cubicBezTo>
                    <a:lnTo>
                      <a:pt x="460587" y="4605867"/>
                    </a:lnTo>
                    <a:cubicBezTo>
                      <a:pt x="524179" y="4605867"/>
                      <a:pt x="575733" y="4657424"/>
                      <a:pt x="575733" y="4721013"/>
                    </a:cubicBezTo>
                    <a:lnTo>
                      <a:pt x="575733" y="4778587"/>
                    </a:lnTo>
                    <a:cubicBezTo>
                      <a:pt x="575733" y="4842177"/>
                      <a:pt x="524179" y="4893734"/>
                      <a:pt x="460587" y="4893734"/>
                    </a:cubicBezTo>
                    <a:lnTo>
                      <a:pt x="115147" y="4893734"/>
                    </a:lnTo>
                    <a:cubicBezTo>
                      <a:pt x="51553" y="4893734"/>
                      <a:pt x="0" y="4842177"/>
                      <a:pt x="0" y="4778587"/>
                    </a:cubicBezTo>
                    <a:close/>
                    <a:moveTo>
                      <a:pt x="4030133" y="5008880"/>
                    </a:moveTo>
                    <a:cubicBezTo>
                      <a:pt x="4030133" y="4945291"/>
                      <a:pt x="4081690" y="4893734"/>
                      <a:pt x="4145280" y="4893734"/>
                    </a:cubicBezTo>
                    <a:lnTo>
                      <a:pt x="4202854" y="4893734"/>
                    </a:lnTo>
                    <a:cubicBezTo>
                      <a:pt x="4266443" y="4893734"/>
                      <a:pt x="4318000" y="4945291"/>
                      <a:pt x="4318000" y="5008880"/>
                    </a:cubicBezTo>
                    <a:lnTo>
                      <a:pt x="4318000" y="5354320"/>
                    </a:lnTo>
                    <a:cubicBezTo>
                      <a:pt x="4318000" y="5417910"/>
                      <a:pt x="4266443" y="5469467"/>
                      <a:pt x="4202854" y="5469467"/>
                    </a:cubicBezTo>
                    <a:lnTo>
                      <a:pt x="3857413" y="5469467"/>
                    </a:lnTo>
                    <a:cubicBezTo>
                      <a:pt x="3793824" y="5469467"/>
                      <a:pt x="3742267" y="5417910"/>
                      <a:pt x="3742267" y="5354320"/>
                    </a:cubicBezTo>
                    <a:lnTo>
                      <a:pt x="3742267" y="5296747"/>
                    </a:lnTo>
                    <a:cubicBezTo>
                      <a:pt x="3742267" y="5233157"/>
                      <a:pt x="3793824" y="5181600"/>
                      <a:pt x="3857413" y="5181600"/>
                    </a:cubicBezTo>
                    <a:lnTo>
                      <a:pt x="3914987" y="5181600"/>
                    </a:lnTo>
                    <a:cubicBezTo>
                      <a:pt x="3978577" y="5181600"/>
                      <a:pt x="4030133" y="5130043"/>
                      <a:pt x="4030133" y="5066454"/>
                    </a:cubicBezTo>
                    <a:close/>
                    <a:moveTo>
                      <a:pt x="2878667" y="5296747"/>
                    </a:moveTo>
                    <a:cubicBezTo>
                      <a:pt x="2878667" y="5233157"/>
                      <a:pt x="2930224" y="5181600"/>
                      <a:pt x="2993813" y="5181600"/>
                    </a:cubicBezTo>
                    <a:lnTo>
                      <a:pt x="3339254" y="5181600"/>
                    </a:lnTo>
                    <a:cubicBezTo>
                      <a:pt x="3402843" y="5181600"/>
                      <a:pt x="3454400" y="5233157"/>
                      <a:pt x="3454400" y="5296747"/>
                    </a:cubicBezTo>
                    <a:lnTo>
                      <a:pt x="3454400" y="5354320"/>
                    </a:lnTo>
                    <a:cubicBezTo>
                      <a:pt x="3454400" y="5417910"/>
                      <a:pt x="3402843" y="5469467"/>
                      <a:pt x="3339254" y="5469467"/>
                    </a:cubicBezTo>
                    <a:lnTo>
                      <a:pt x="2993813" y="5469467"/>
                    </a:lnTo>
                    <a:cubicBezTo>
                      <a:pt x="2930224" y="5469467"/>
                      <a:pt x="2878667" y="5417910"/>
                      <a:pt x="2878667" y="5354320"/>
                    </a:cubicBezTo>
                    <a:close/>
                    <a:moveTo>
                      <a:pt x="5181600" y="5296747"/>
                    </a:moveTo>
                    <a:cubicBezTo>
                      <a:pt x="5181600" y="5233157"/>
                      <a:pt x="5233157" y="5181600"/>
                      <a:pt x="5296747" y="5181600"/>
                    </a:cubicBezTo>
                    <a:lnTo>
                      <a:pt x="5354320" y="5181600"/>
                    </a:lnTo>
                    <a:cubicBezTo>
                      <a:pt x="5417910" y="5181600"/>
                      <a:pt x="5469467" y="5233157"/>
                      <a:pt x="5469467" y="5296747"/>
                    </a:cubicBezTo>
                    <a:lnTo>
                      <a:pt x="5469467" y="5354320"/>
                    </a:lnTo>
                    <a:cubicBezTo>
                      <a:pt x="5469467" y="5417910"/>
                      <a:pt x="5417910" y="5469467"/>
                      <a:pt x="5354320" y="5469467"/>
                    </a:cubicBezTo>
                    <a:lnTo>
                      <a:pt x="5296747" y="5469467"/>
                    </a:lnTo>
                    <a:cubicBezTo>
                      <a:pt x="5233157" y="5469467"/>
                      <a:pt x="5181600" y="5417910"/>
                      <a:pt x="5181600" y="5354320"/>
                    </a:cubicBezTo>
                    <a:close/>
                    <a:moveTo>
                      <a:pt x="2302933" y="5584613"/>
                    </a:moveTo>
                    <a:cubicBezTo>
                      <a:pt x="2302933" y="5521024"/>
                      <a:pt x="2354487" y="5469467"/>
                      <a:pt x="2418080" y="5469467"/>
                    </a:cubicBezTo>
                    <a:lnTo>
                      <a:pt x="2763520" y="5469467"/>
                    </a:lnTo>
                    <a:cubicBezTo>
                      <a:pt x="2827113" y="5469467"/>
                      <a:pt x="2878667" y="5521024"/>
                      <a:pt x="2878667" y="5584613"/>
                    </a:cubicBezTo>
                    <a:lnTo>
                      <a:pt x="2878667" y="5642187"/>
                    </a:lnTo>
                    <a:cubicBezTo>
                      <a:pt x="2878667" y="5705777"/>
                      <a:pt x="2827113" y="5757334"/>
                      <a:pt x="2763520" y="5757334"/>
                    </a:cubicBezTo>
                    <a:lnTo>
                      <a:pt x="2705947" y="5757334"/>
                    </a:lnTo>
                    <a:cubicBezTo>
                      <a:pt x="2642354" y="5757334"/>
                      <a:pt x="2590800" y="5808891"/>
                      <a:pt x="2590800" y="5872480"/>
                    </a:cubicBezTo>
                    <a:lnTo>
                      <a:pt x="2590800" y="5930054"/>
                    </a:lnTo>
                    <a:cubicBezTo>
                      <a:pt x="2590800" y="5993643"/>
                      <a:pt x="2539246" y="6045200"/>
                      <a:pt x="2475654" y="6045200"/>
                    </a:cubicBezTo>
                    <a:lnTo>
                      <a:pt x="2418080" y="6045200"/>
                    </a:lnTo>
                    <a:cubicBezTo>
                      <a:pt x="2354487" y="6045200"/>
                      <a:pt x="2302933" y="5993643"/>
                      <a:pt x="2302933" y="5930054"/>
                    </a:cubicBezTo>
                    <a:close/>
                    <a:moveTo>
                      <a:pt x="3454400" y="5584613"/>
                    </a:moveTo>
                    <a:cubicBezTo>
                      <a:pt x="3454400" y="5521024"/>
                      <a:pt x="3505957" y="5469467"/>
                      <a:pt x="3569547" y="5469467"/>
                    </a:cubicBezTo>
                    <a:lnTo>
                      <a:pt x="3627120" y="5469467"/>
                    </a:lnTo>
                    <a:cubicBezTo>
                      <a:pt x="3690710" y="5469467"/>
                      <a:pt x="3742267" y="5521024"/>
                      <a:pt x="3742267" y="5584613"/>
                    </a:cubicBezTo>
                    <a:lnTo>
                      <a:pt x="3742267" y="5642187"/>
                    </a:lnTo>
                    <a:cubicBezTo>
                      <a:pt x="3742267" y="5705777"/>
                      <a:pt x="3690710" y="5757334"/>
                      <a:pt x="3627120" y="5757334"/>
                    </a:cubicBezTo>
                    <a:lnTo>
                      <a:pt x="3569547" y="5757334"/>
                    </a:lnTo>
                    <a:cubicBezTo>
                      <a:pt x="3505957" y="5757334"/>
                      <a:pt x="3454400" y="5705777"/>
                      <a:pt x="3454400" y="5642187"/>
                    </a:cubicBezTo>
                    <a:close/>
                    <a:moveTo>
                      <a:pt x="2878667" y="6160347"/>
                    </a:moveTo>
                    <a:cubicBezTo>
                      <a:pt x="2878667" y="6096757"/>
                      <a:pt x="2930224" y="6045200"/>
                      <a:pt x="2993813" y="6045200"/>
                    </a:cubicBezTo>
                    <a:lnTo>
                      <a:pt x="3051387" y="6045200"/>
                    </a:lnTo>
                    <a:cubicBezTo>
                      <a:pt x="3114977" y="6045200"/>
                      <a:pt x="3166533" y="6096757"/>
                      <a:pt x="3166533" y="6160347"/>
                    </a:cubicBezTo>
                    <a:lnTo>
                      <a:pt x="3166533" y="6217920"/>
                    </a:lnTo>
                    <a:cubicBezTo>
                      <a:pt x="3166533" y="6281510"/>
                      <a:pt x="3218090" y="6333067"/>
                      <a:pt x="3281680" y="6333067"/>
                    </a:cubicBezTo>
                    <a:lnTo>
                      <a:pt x="3339254" y="6333067"/>
                    </a:lnTo>
                    <a:cubicBezTo>
                      <a:pt x="3402843" y="6333067"/>
                      <a:pt x="3454400" y="6384624"/>
                      <a:pt x="3454400" y="6448213"/>
                    </a:cubicBezTo>
                    <a:lnTo>
                      <a:pt x="3454400" y="6793654"/>
                    </a:lnTo>
                    <a:cubicBezTo>
                      <a:pt x="3454400" y="6857243"/>
                      <a:pt x="3402843" y="6908800"/>
                      <a:pt x="3339254" y="6908800"/>
                    </a:cubicBezTo>
                    <a:lnTo>
                      <a:pt x="3281680" y="6908800"/>
                    </a:lnTo>
                    <a:cubicBezTo>
                      <a:pt x="3218090" y="6908800"/>
                      <a:pt x="3166533" y="6960357"/>
                      <a:pt x="3166533" y="7023947"/>
                    </a:cubicBezTo>
                    <a:lnTo>
                      <a:pt x="3166533" y="7081520"/>
                    </a:lnTo>
                    <a:cubicBezTo>
                      <a:pt x="3166533" y="7145110"/>
                      <a:pt x="3114977" y="7196667"/>
                      <a:pt x="3051387" y="7196667"/>
                    </a:cubicBezTo>
                    <a:lnTo>
                      <a:pt x="2418080" y="7196667"/>
                    </a:lnTo>
                    <a:cubicBezTo>
                      <a:pt x="2354487" y="7196667"/>
                      <a:pt x="2302933" y="7145110"/>
                      <a:pt x="2302933" y="7081520"/>
                    </a:cubicBezTo>
                    <a:lnTo>
                      <a:pt x="2302933" y="6736080"/>
                    </a:lnTo>
                    <a:cubicBezTo>
                      <a:pt x="2302933" y="6672491"/>
                      <a:pt x="2354487" y="6620934"/>
                      <a:pt x="2418080" y="6620934"/>
                    </a:cubicBezTo>
                    <a:lnTo>
                      <a:pt x="2475654" y="6620934"/>
                    </a:lnTo>
                    <a:cubicBezTo>
                      <a:pt x="2539246" y="6620934"/>
                      <a:pt x="2590800" y="6569377"/>
                      <a:pt x="2590800" y="6505787"/>
                    </a:cubicBezTo>
                    <a:lnTo>
                      <a:pt x="2590800" y="6448213"/>
                    </a:lnTo>
                    <a:cubicBezTo>
                      <a:pt x="2590800" y="6384624"/>
                      <a:pt x="2642354" y="6333067"/>
                      <a:pt x="2705947" y="6333067"/>
                    </a:cubicBezTo>
                    <a:lnTo>
                      <a:pt x="2763520" y="6333067"/>
                    </a:lnTo>
                    <a:cubicBezTo>
                      <a:pt x="2827113" y="6333067"/>
                      <a:pt x="2878667" y="6281510"/>
                      <a:pt x="2878667" y="6217920"/>
                    </a:cubicBezTo>
                    <a:close/>
                    <a:moveTo>
                      <a:pt x="3742267" y="7023947"/>
                    </a:moveTo>
                    <a:cubicBezTo>
                      <a:pt x="3742267" y="6960357"/>
                      <a:pt x="3793824" y="6908800"/>
                      <a:pt x="3857413" y="6908800"/>
                    </a:cubicBezTo>
                    <a:lnTo>
                      <a:pt x="3914987" y="6908800"/>
                    </a:lnTo>
                    <a:cubicBezTo>
                      <a:pt x="3978577" y="6908800"/>
                      <a:pt x="4030133" y="6960357"/>
                      <a:pt x="4030133" y="7023947"/>
                    </a:cubicBezTo>
                    <a:lnTo>
                      <a:pt x="4030133" y="7081520"/>
                    </a:lnTo>
                    <a:cubicBezTo>
                      <a:pt x="4030133" y="7145110"/>
                      <a:pt x="3978577" y="7196667"/>
                      <a:pt x="3914987" y="7196667"/>
                    </a:cubicBezTo>
                    <a:lnTo>
                      <a:pt x="3857413" y="7196667"/>
                    </a:lnTo>
                    <a:cubicBezTo>
                      <a:pt x="3793824" y="7196667"/>
                      <a:pt x="3742267" y="7145110"/>
                      <a:pt x="3742267" y="7081520"/>
                    </a:cubicBezTo>
                    <a:close/>
                  </a:path>
                </a:pathLst>
              </a:custGeom>
              <a:solidFill>
                <a:srgbClr val="002B49"/>
              </a:solidFill>
              <a:ln w="287867"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DABC4312-DFC1-D76A-12C3-FD9C6699966D}"/>
                  </a:ext>
                </a:extLst>
              </p:cNvPr>
              <p:cNvSpPr/>
              <p:nvPr/>
            </p:nvSpPr>
            <p:spPr>
              <a:xfrm>
                <a:off x="15579571" y="1904999"/>
                <a:ext cx="7196666" cy="7196666"/>
              </a:xfrm>
              <a:custGeom>
                <a:avLst/>
                <a:gdLst>
                  <a:gd name="connsiteX0" fmla="*/ 302260 w 7196666"/>
                  <a:gd name="connsiteY0" fmla="*/ 0 h 7196666"/>
                  <a:gd name="connsiteX1" fmla="*/ 1712807 w 7196666"/>
                  <a:gd name="connsiteY1" fmla="*/ 0 h 7196666"/>
                  <a:gd name="connsiteX2" fmla="*/ 2015067 w 7196666"/>
                  <a:gd name="connsiteY2" fmla="*/ 302260 h 7196666"/>
                  <a:gd name="connsiteX3" fmla="*/ 2015067 w 7196666"/>
                  <a:gd name="connsiteY3" fmla="*/ 1712807 h 7196666"/>
                  <a:gd name="connsiteX4" fmla="*/ 1712807 w 7196666"/>
                  <a:gd name="connsiteY4" fmla="*/ 2015067 h 7196666"/>
                  <a:gd name="connsiteX5" fmla="*/ 302260 w 7196666"/>
                  <a:gd name="connsiteY5" fmla="*/ 2015067 h 7196666"/>
                  <a:gd name="connsiteX6" fmla="*/ 0 w 7196666"/>
                  <a:gd name="connsiteY6" fmla="*/ 1712807 h 7196666"/>
                  <a:gd name="connsiteX7" fmla="*/ 0 w 7196666"/>
                  <a:gd name="connsiteY7" fmla="*/ 302260 h 7196666"/>
                  <a:gd name="connsiteX8" fmla="*/ 302260 w 7196666"/>
                  <a:gd name="connsiteY8" fmla="*/ 0 h 7196666"/>
                  <a:gd name="connsiteX9" fmla="*/ 503767 w 7196666"/>
                  <a:gd name="connsiteY9" fmla="*/ 287867 h 7196666"/>
                  <a:gd name="connsiteX10" fmla="*/ 1511300 w 7196666"/>
                  <a:gd name="connsiteY10" fmla="*/ 287867 h 7196666"/>
                  <a:gd name="connsiteX11" fmla="*/ 1727200 w 7196666"/>
                  <a:gd name="connsiteY11" fmla="*/ 503767 h 7196666"/>
                  <a:gd name="connsiteX12" fmla="*/ 1727200 w 7196666"/>
                  <a:gd name="connsiteY12" fmla="*/ 1511300 h 7196666"/>
                  <a:gd name="connsiteX13" fmla="*/ 1511300 w 7196666"/>
                  <a:gd name="connsiteY13" fmla="*/ 1727200 h 7196666"/>
                  <a:gd name="connsiteX14" fmla="*/ 503767 w 7196666"/>
                  <a:gd name="connsiteY14" fmla="*/ 1727200 h 7196666"/>
                  <a:gd name="connsiteX15" fmla="*/ 287867 w 7196666"/>
                  <a:gd name="connsiteY15" fmla="*/ 1511300 h 7196666"/>
                  <a:gd name="connsiteX16" fmla="*/ 287867 w 7196666"/>
                  <a:gd name="connsiteY16" fmla="*/ 503767 h 7196666"/>
                  <a:gd name="connsiteX17" fmla="*/ 503767 w 7196666"/>
                  <a:gd name="connsiteY17" fmla="*/ 287867 h 7196666"/>
                  <a:gd name="connsiteX18" fmla="*/ 705273 w 7196666"/>
                  <a:gd name="connsiteY18" fmla="*/ 575733 h 7196666"/>
                  <a:gd name="connsiteX19" fmla="*/ 1309793 w 7196666"/>
                  <a:gd name="connsiteY19" fmla="*/ 575733 h 7196666"/>
                  <a:gd name="connsiteX20" fmla="*/ 1439333 w 7196666"/>
                  <a:gd name="connsiteY20" fmla="*/ 705273 h 7196666"/>
                  <a:gd name="connsiteX21" fmla="*/ 1439333 w 7196666"/>
                  <a:gd name="connsiteY21" fmla="*/ 1309793 h 7196666"/>
                  <a:gd name="connsiteX22" fmla="*/ 1309793 w 7196666"/>
                  <a:gd name="connsiteY22" fmla="*/ 1439333 h 7196666"/>
                  <a:gd name="connsiteX23" fmla="*/ 705273 w 7196666"/>
                  <a:gd name="connsiteY23" fmla="*/ 1439333 h 7196666"/>
                  <a:gd name="connsiteX24" fmla="*/ 575733 w 7196666"/>
                  <a:gd name="connsiteY24" fmla="*/ 1309793 h 7196666"/>
                  <a:gd name="connsiteX25" fmla="*/ 575733 w 7196666"/>
                  <a:gd name="connsiteY25" fmla="*/ 705273 h 7196666"/>
                  <a:gd name="connsiteX26" fmla="*/ 705273 w 7196666"/>
                  <a:gd name="connsiteY26" fmla="*/ 575733 h 7196666"/>
                  <a:gd name="connsiteX27" fmla="*/ 5483860 w 7196666"/>
                  <a:gd name="connsiteY27" fmla="*/ 0 h 7196666"/>
                  <a:gd name="connsiteX28" fmla="*/ 6894407 w 7196666"/>
                  <a:gd name="connsiteY28" fmla="*/ 0 h 7196666"/>
                  <a:gd name="connsiteX29" fmla="*/ 7196667 w 7196666"/>
                  <a:gd name="connsiteY29" fmla="*/ 302260 h 7196666"/>
                  <a:gd name="connsiteX30" fmla="*/ 7196667 w 7196666"/>
                  <a:gd name="connsiteY30" fmla="*/ 1712807 h 7196666"/>
                  <a:gd name="connsiteX31" fmla="*/ 6894407 w 7196666"/>
                  <a:gd name="connsiteY31" fmla="*/ 2015067 h 7196666"/>
                  <a:gd name="connsiteX32" fmla="*/ 5483860 w 7196666"/>
                  <a:gd name="connsiteY32" fmla="*/ 2015067 h 7196666"/>
                  <a:gd name="connsiteX33" fmla="*/ 5181600 w 7196666"/>
                  <a:gd name="connsiteY33" fmla="*/ 1712807 h 7196666"/>
                  <a:gd name="connsiteX34" fmla="*/ 5181600 w 7196666"/>
                  <a:gd name="connsiteY34" fmla="*/ 302260 h 7196666"/>
                  <a:gd name="connsiteX35" fmla="*/ 5483860 w 7196666"/>
                  <a:gd name="connsiteY35" fmla="*/ 0 h 7196666"/>
                  <a:gd name="connsiteX36" fmla="*/ 5685367 w 7196666"/>
                  <a:gd name="connsiteY36" fmla="*/ 287867 h 7196666"/>
                  <a:gd name="connsiteX37" fmla="*/ 6692900 w 7196666"/>
                  <a:gd name="connsiteY37" fmla="*/ 287867 h 7196666"/>
                  <a:gd name="connsiteX38" fmla="*/ 6908800 w 7196666"/>
                  <a:gd name="connsiteY38" fmla="*/ 503767 h 7196666"/>
                  <a:gd name="connsiteX39" fmla="*/ 6908800 w 7196666"/>
                  <a:gd name="connsiteY39" fmla="*/ 1511300 h 7196666"/>
                  <a:gd name="connsiteX40" fmla="*/ 6692900 w 7196666"/>
                  <a:gd name="connsiteY40" fmla="*/ 1727200 h 7196666"/>
                  <a:gd name="connsiteX41" fmla="*/ 5685367 w 7196666"/>
                  <a:gd name="connsiteY41" fmla="*/ 1727200 h 7196666"/>
                  <a:gd name="connsiteX42" fmla="*/ 5469467 w 7196666"/>
                  <a:gd name="connsiteY42" fmla="*/ 1511300 h 7196666"/>
                  <a:gd name="connsiteX43" fmla="*/ 5469467 w 7196666"/>
                  <a:gd name="connsiteY43" fmla="*/ 503767 h 7196666"/>
                  <a:gd name="connsiteX44" fmla="*/ 5685367 w 7196666"/>
                  <a:gd name="connsiteY44" fmla="*/ 287867 h 7196666"/>
                  <a:gd name="connsiteX45" fmla="*/ 5886874 w 7196666"/>
                  <a:gd name="connsiteY45" fmla="*/ 575733 h 7196666"/>
                  <a:gd name="connsiteX46" fmla="*/ 6491393 w 7196666"/>
                  <a:gd name="connsiteY46" fmla="*/ 575733 h 7196666"/>
                  <a:gd name="connsiteX47" fmla="*/ 6620934 w 7196666"/>
                  <a:gd name="connsiteY47" fmla="*/ 705273 h 7196666"/>
                  <a:gd name="connsiteX48" fmla="*/ 6620934 w 7196666"/>
                  <a:gd name="connsiteY48" fmla="*/ 1309793 h 7196666"/>
                  <a:gd name="connsiteX49" fmla="*/ 6491393 w 7196666"/>
                  <a:gd name="connsiteY49" fmla="*/ 1439333 h 7196666"/>
                  <a:gd name="connsiteX50" fmla="*/ 5886874 w 7196666"/>
                  <a:gd name="connsiteY50" fmla="*/ 1439333 h 7196666"/>
                  <a:gd name="connsiteX51" fmla="*/ 5757334 w 7196666"/>
                  <a:gd name="connsiteY51" fmla="*/ 1309793 h 7196666"/>
                  <a:gd name="connsiteX52" fmla="*/ 5757334 w 7196666"/>
                  <a:gd name="connsiteY52" fmla="*/ 705273 h 7196666"/>
                  <a:gd name="connsiteX53" fmla="*/ 5886874 w 7196666"/>
                  <a:gd name="connsiteY53" fmla="*/ 575733 h 7196666"/>
                  <a:gd name="connsiteX54" fmla="*/ 302260 w 7196666"/>
                  <a:gd name="connsiteY54" fmla="*/ 5181600 h 7196666"/>
                  <a:gd name="connsiteX55" fmla="*/ 1712807 w 7196666"/>
                  <a:gd name="connsiteY55" fmla="*/ 5181600 h 7196666"/>
                  <a:gd name="connsiteX56" fmla="*/ 2015067 w 7196666"/>
                  <a:gd name="connsiteY56" fmla="*/ 5483860 h 7196666"/>
                  <a:gd name="connsiteX57" fmla="*/ 2015067 w 7196666"/>
                  <a:gd name="connsiteY57" fmla="*/ 6894407 h 7196666"/>
                  <a:gd name="connsiteX58" fmla="*/ 1712807 w 7196666"/>
                  <a:gd name="connsiteY58" fmla="*/ 7196667 h 7196666"/>
                  <a:gd name="connsiteX59" fmla="*/ 302260 w 7196666"/>
                  <a:gd name="connsiteY59" fmla="*/ 7196667 h 7196666"/>
                  <a:gd name="connsiteX60" fmla="*/ 0 w 7196666"/>
                  <a:gd name="connsiteY60" fmla="*/ 6894407 h 7196666"/>
                  <a:gd name="connsiteX61" fmla="*/ 0 w 7196666"/>
                  <a:gd name="connsiteY61" fmla="*/ 5483860 h 7196666"/>
                  <a:gd name="connsiteX62" fmla="*/ 302260 w 7196666"/>
                  <a:gd name="connsiteY62" fmla="*/ 5181600 h 7196666"/>
                  <a:gd name="connsiteX63" fmla="*/ 503767 w 7196666"/>
                  <a:gd name="connsiteY63" fmla="*/ 5469467 h 7196666"/>
                  <a:gd name="connsiteX64" fmla="*/ 1511300 w 7196666"/>
                  <a:gd name="connsiteY64" fmla="*/ 5469467 h 7196666"/>
                  <a:gd name="connsiteX65" fmla="*/ 1727200 w 7196666"/>
                  <a:gd name="connsiteY65" fmla="*/ 5685367 h 7196666"/>
                  <a:gd name="connsiteX66" fmla="*/ 1727200 w 7196666"/>
                  <a:gd name="connsiteY66" fmla="*/ 6692900 h 7196666"/>
                  <a:gd name="connsiteX67" fmla="*/ 1511300 w 7196666"/>
                  <a:gd name="connsiteY67" fmla="*/ 6908800 h 7196666"/>
                  <a:gd name="connsiteX68" fmla="*/ 503767 w 7196666"/>
                  <a:gd name="connsiteY68" fmla="*/ 6908800 h 7196666"/>
                  <a:gd name="connsiteX69" fmla="*/ 287867 w 7196666"/>
                  <a:gd name="connsiteY69" fmla="*/ 6692900 h 7196666"/>
                  <a:gd name="connsiteX70" fmla="*/ 287867 w 7196666"/>
                  <a:gd name="connsiteY70" fmla="*/ 5685367 h 7196666"/>
                  <a:gd name="connsiteX71" fmla="*/ 503767 w 7196666"/>
                  <a:gd name="connsiteY71" fmla="*/ 5469467 h 7196666"/>
                  <a:gd name="connsiteX72" fmla="*/ 705273 w 7196666"/>
                  <a:gd name="connsiteY72" fmla="*/ 5757334 h 7196666"/>
                  <a:gd name="connsiteX73" fmla="*/ 1309793 w 7196666"/>
                  <a:gd name="connsiteY73" fmla="*/ 5757334 h 7196666"/>
                  <a:gd name="connsiteX74" fmla="*/ 1439333 w 7196666"/>
                  <a:gd name="connsiteY74" fmla="*/ 5886874 h 7196666"/>
                  <a:gd name="connsiteX75" fmla="*/ 1439333 w 7196666"/>
                  <a:gd name="connsiteY75" fmla="*/ 6491393 h 7196666"/>
                  <a:gd name="connsiteX76" fmla="*/ 1309793 w 7196666"/>
                  <a:gd name="connsiteY76" fmla="*/ 6620934 h 7196666"/>
                  <a:gd name="connsiteX77" fmla="*/ 705273 w 7196666"/>
                  <a:gd name="connsiteY77" fmla="*/ 6620934 h 7196666"/>
                  <a:gd name="connsiteX78" fmla="*/ 575733 w 7196666"/>
                  <a:gd name="connsiteY78" fmla="*/ 6491393 h 7196666"/>
                  <a:gd name="connsiteX79" fmla="*/ 575733 w 7196666"/>
                  <a:gd name="connsiteY79" fmla="*/ 5886874 h 7196666"/>
                  <a:gd name="connsiteX80" fmla="*/ 705273 w 7196666"/>
                  <a:gd name="connsiteY80" fmla="*/ 5757334 h 7196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7196666" h="7196666">
                    <a:moveTo>
                      <a:pt x="302260" y="0"/>
                    </a:moveTo>
                    <a:lnTo>
                      <a:pt x="1712807" y="0"/>
                    </a:lnTo>
                    <a:cubicBezTo>
                      <a:pt x="1879741" y="0"/>
                      <a:pt x="2015067" y="135326"/>
                      <a:pt x="2015067" y="302260"/>
                    </a:cubicBezTo>
                    <a:lnTo>
                      <a:pt x="2015067" y="1712807"/>
                    </a:lnTo>
                    <a:cubicBezTo>
                      <a:pt x="2015067" y="1879741"/>
                      <a:pt x="1879741" y="2015067"/>
                      <a:pt x="1712807" y="2015067"/>
                    </a:cubicBezTo>
                    <a:lnTo>
                      <a:pt x="302260" y="2015067"/>
                    </a:lnTo>
                    <a:cubicBezTo>
                      <a:pt x="135326" y="2015067"/>
                      <a:pt x="0" y="1879741"/>
                      <a:pt x="0" y="1712807"/>
                    </a:cubicBezTo>
                    <a:lnTo>
                      <a:pt x="0" y="302260"/>
                    </a:lnTo>
                    <a:cubicBezTo>
                      <a:pt x="0" y="135326"/>
                      <a:pt x="135326" y="0"/>
                      <a:pt x="302260" y="0"/>
                    </a:cubicBezTo>
                    <a:close/>
                    <a:moveTo>
                      <a:pt x="503767" y="287867"/>
                    </a:moveTo>
                    <a:lnTo>
                      <a:pt x="1511300" y="287867"/>
                    </a:lnTo>
                    <a:cubicBezTo>
                      <a:pt x="1630537" y="287867"/>
                      <a:pt x="1727200" y="384529"/>
                      <a:pt x="1727200" y="503767"/>
                    </a:cubicBezTo>
                    <a:lnTo>
                      <a:pt x="1727200" y="1511300"/>
                    </a:lnTo>
                    <a:cubicBezTo>
                      <a:pt x="1727200" y="1630537"/>
                      <a:pt x="1630537" y="1727200"/>
                      <a:pt x="1511300" y="1727200"/>
                    </a:cubicBezTo>
                    <a:lnTo>
                      <a:pt x="503767" y="1727200"/>
                    </a:lnTo>
                    <a:cubicBezTo>
                      <a:pt x="384529" y="1727200"/>
                      <a:pt x="287867" y="1630537"/>
                      <a:pt x="287867" y="1511300"/>
                    </a:cubicBezTo>
                    <a:lnTo>
                      <a:pt x="287867" y="503767"/>
                    </a:lnTo>
                    <a:cubicBezTo>
                      <a:pt x="287867" y="384529"/>
                      <a:pt x="384529" y="287867"/>
                      <a:pt x="503767" y="287867"/>
                    </a:cubicBezTo>
                    <a:close/>
                    <a:moveTo>
                      <a:pt x="705273" y="575733"/>
                    </a:moveTo>
                    <a:lnTo>
                      <a:pt x="1309793" y="575733"/>
                    </a:lnTo>
                    <a:cubicBezTo>
                      <a:pt x="1381337" y="575733"/>
                      <a:pt x="1439333" y="633730"/>
                      <a:pt x="1439333" y="705273"/>
                    </a:cubicBezTo>
                    <a:lnTo>
                      <a:pt x="1439333" y="1309793"/>
                    </a:lnTo>
                    <a:cubicBezTo>
                      <a:pt x="1439333" y="1381337"/>
                      <a:pt x="1381337" y="1439333"/>
                      <a:pt x="1309793" y="1439333"/>
                    </a:cubicBezTo>
                    <a:lnTo>
                      <a:pt x="705273" y="1439333"/>
                    </a:lnTo>
                    <a:cubicBezTo>
                      <a:pt x="633730" y="1439333"/>
                      <a:pt x="575733" y="1381337"/>
                      <a:pt x="575733" y="1309793"/>
                    </a:cubicBezTo>
                    <a:lnTo>
                      <a:pt x="575733" y="705273"/>
                    </a:lnTo>
                    <a:cubicBezTo>
                      <a:pt x="575733" y="633730"/>
                      <a:pt x="633730" y="575733"/>
                      <a:pt x="705273" y="575733"/>
                    </a:cubicBezTo>
                    <a:close/>
                    <a:moveTo>
                      <a:pt x="5483860" y="0"/>
                    </a:moveTo>
                    <a:lnTo>
                      <a:pt x="6894407" y="0"/>
                    </a:lnTo>
                    <a:cubicBezTo>
                      <a:pt x="7061341" y="0"/>
                      <a:pt x="7196667" y="135326"/>
                      <a:pt x="7196667" y="302260"/>
                    </a:cubicBezTo>
                    <a:lnTo>
                      <a:pt x="7196667" y="1712807"/>
                    </a:lnTo>
                    <a:cubicBezTo>
                      <a:pt x="7196667" y="1879741"/>
                      <a:pt x="7061341" y="2015067"/>
                      <a:pt x="6894407" y="2015067"/>
                    </a:cubicBezTo>
                    <a:lnTo>
                      <a:pt x="5483860" y="2015067"/>
                    </a:lnTo>
                    <a:cubicBezTo>
                      <a:pt x="5316926" y="2015067"/>
                      <a:pt x="5181600" y="1879741"/>
                      <a:pt x="5181600" y="1712807"/>
                    </a:cubicBezTo>
                    <a:lnTo>
                      <a:pt x="5181600" y="302260"/>
                    </a:lnTo>
                    <a:cubicBezTo>
                      <a:pt x="5181600" y="135326"/>
                      <a:pt x="5316926" y="0"/>
                      <a:pt x="5483860" y="0"/>
                    </a:cubicBezTo>
                    <a:close/>
                    <a:moveTo>
                      <a:pt x="5685367" y="287867"/>
                    </a:moveTo>
                    <a:lnTo>
                      <a:pt x="6692900" y="287867"/>
                    </a:lnTo>
                    <a:cubicBezTo>
                      <a:pt x="6812135" y="287867"/>
                      <a:pt x="6908800" y="384529"/>
                      <a:pt x="6908800" y="503767"/>
                    </a:cubicBezTo>
                    <a:lnTo>
                      <a:pt x="6908800" y="1511300"/>
                    </a:lnTo>
                    <a:cubicBezTo>
                      <a:pt x="6908800" y="1630537"/>
                      <a:pt x="6812135" y="1727200"/>
                      <a:pt x="6692900" y="1727200"/>
                    </a:cubicBezTo>
                    <a:lnTo>
                      <a:pt x="5685367" y="1727200"/>
                    </a:lnTo>
                    <a:cubicBezTo>
                      <a:pt x="5566133" y="1727200"/>
                      <a:pt x="5469467" y="1630537"/>
                      <a:pt x="5469467" y="1511300"/>
                    </a:cubicBezTo>
                    <a:lnTo>
                      <a:pt x="5469467" y="503767"/>
                    </a:lnTo>
                    <a:cubicBezTo>
                      <a:pt x="5469467" y="384529"/>
                      <a:pt x="5566133" y="287867"/>
                      <a:pt x="5685367" y="287867"/>
                    </a:cubicBezTo>
                    <a:close/>
                    <a:moveTo>
                      <a:pt x="5886874" y="575733"/>
                    </a:moveTo>
                    <a:lnTo>
                      <a:pt x="6491393" y="575733"/>
                    </a:lnTo>
                    <a:cubicBezTo>
                      <a:pt x="6562928" y="575733"/>
                      <a:pt x="6620934" y="633730"/>
                      <a:pt x="6620934" y="705273"/>
                    </a:cubicBezTo>
                    <a:lnTo>
                      <a:pt x="6620934" y="1309793"/>
                    </a:lnTo>
                    <a:cubicBezTo>
                      <a:pt x="6620934" y="1381337"/>
                      <a:pt x="6562928" y="1439333"/>
                      <a:pt x="6491393" y="1439333"/>
                    </a:cubicBezTo>
                    <a:lnTo>
                      <a:pt x="5886874" y="1439333"/>
                    </a:lnTo>
                    <a:cubicBezTo>
                      <a:pt x="5815339" y="1439333"/>
                      <a:pt x="5757334" y="1381337"/>
                      <a:pt x="5757334" y="1309793"/>
                    </a:cubicBezTo>
                    <a:lnTo>
                      <a:pt x="5757334" y="705273"/>
                    </a:lnTo>
                    <a:cubicBezTo>
                      <a:pt x="5757334" y="633730"/>
                      <a:pt x="5815339" y="575733"/>
                      <a:pt x="5886874" y="575733"/>
                    </a:cubicBezTo>
                    <a:close/>
                    <a:moveTo>
                      <a:pt x="302260" y="5181600"/>
                    </a:moveTo>
                    <a:lnTo>
                      <a:pt x="1712807" y="5181600"/>
                    </a:lnTo>
                    <a:cubicBezTo>
                      <a:pt x="1879741" y="5181600"/>
                      <a:pt x="2015067" y="5316926"/>
                      <a:pt x="2015067" y="5483860"/>
                    </a:cubicBezTo>
                    <a:lnTo>
                      <a:pt x="2015067" y="6894407"/>
                    </a:lnTo>
                    <a:cubicBezTo>
                      <a:pt x="2015067" y="7061341"/>
                      <a:pt x="1879741" y="7196667"/>
                      <a:pt x="1712807" y="7196667"/>
                    </a:cubicBezTo>
                    <a:lnTo>
                      <a:pt x="302260" y="7196667"/>
                    </a:lnTo>
                    <a:cubicBezTo>
                      <a:pt x="135326" y="7196667"/>
                      <a:pt x="0" y="7061341"/>
                      <a:pt x="0" y="6894407"/>
                    </a:cubicBezTo>
                    <a:lnTo>
                      <a:pt x="0" y="5483860"/>
                    </a:lnTo>
                    <a:cubicBezTo>
                      <a:pt x="0" y="5316926"/>
                      <a:pt x="135326" y="5181600"/>
                      <a:pt x="302260" y="5181600"/>
                    </a:cubicBezTo>
                    <a:close/>
                    <a:moveTo>
                      <a:pt x="503767" y="5469467"/>
                    </a:moveTo>
                    <a:lnTo>
                      <a:pt x="1511300" y="5469467"/>
                    </a:lnTo>
                    <a:cubicBezTo>
                      <a:pt x="1630537" y="5469467"/>
                      <a:pt x="1727200" y="5566133"/>
                      <a:pt x="1727200" y="5685367"/>
                    </a:cubicBezTo>
                    <a:lnTo>
                      <a:pt x="1727200" y="6692900"/>
                    </a:lnTo>
                    <a:cubicBezTo>
                      <a:pt x="1727200" y="6812135"/>
                      <a:pt x="1630537" y="6908800"/>
                      <a:pt x="1511300" y="6908800"/>
                    </a:cubicBezTo>
                    <a:lnTo>
                      <a:pt x="503767" y="6908800"/>
                    </a:lnTo>
                    <a:cubicBezTo>
                      <a:pt x="384529" y="6908800"/>
                      <a:pt x="287867" y="6812135"/>
                      <a:pt x="287867" y="6692900"/>
                    </a:cubicBezTo>
                    <a:lnTo>
                      <a:pt x="287867" y="5685367"/>
                    </a:lnTo>
                    <a:cubicBezTo>
                      <a:pt x="287867" y="5566133"/>
                      <a:pt x="384529" y="5469467"/>
                      <a:pt x="503767" y="5469467"/>
                    </a:cubicBezTo>
                    <a:close/>
                    <a:moveTo>
                      <a:pt x="705273" y="5757334"/>
                    </a:moveTo>
                    <a:lnTo>
                      <a:pt x="1309793" y="5757334"/>
                    </a:lnTo>
                    <a:cubicBezTo>
                      <a:pt x="1381337" y="5757334"/>
                      <a:pt x="1439333" y="5815339"/>
                      <a:pt x="1439333" y="5886874"/>
                    </a:cubicBezTo>
                    <a:lnTo>
                      <a:pt x="1439333" y="6491393"/>
                    </a:lnTo>
                    <a:cubicBezTo>
                      <a:pt x="1439333" y="6562928"/>
                      <a:pt x="1381337" y="6620934"/>
                      <a:pt x="1309793" y="6620934"/>
                    </a:cubicBezTo>
                    <a:lnTo>
                      <a:pt x="705273" y="6620934"/>
                    </a:lnTo>
                    <a:cubicBezTo>
                      <a:pt x="633730" y="6620934"/>
                      <a:pt x="575733" y="6562928"/>
                      <a:pt x="575733" y="6491393"/>
                    </a:cubicBezTo>
                    <a:lnTo>
                      <a:pt x="575733" y="5886874"/>
                    </a:lnTo>
                    <a:cubicBezTo>
                      <a:pt x="575733" y="5815339"/>
                      <a:pt x="633730" y="5757334"/>
                      <a:pt x="705273" y="5757334"/>
                    </a:cubicBezTo>
                    <a:close/>
                  </a:path>
                </a:pathLst>
              </a:custGeom>
              <a:solidFill>
                <a:srgbClr val="32657E"/>
              </a:solidFill>
              <a:ln w="287867" cap="flat">
                <a:noFill/>
                <a:prstDash val="solid"/>
                <a:miter/>
              </a:ln>
            </p:spPr>
            <p:txBody>
              <a:bodyPr rtlCol="0" anchor="ctr"/>
              <a:lstStyle/>
              <a:p>
                <a:endParaRPr lang="en-US"/>
              </a:p>
            </p:txBody>
          </p:sp>
        </p:grpSp>
      </p:grpSp>
      <p:pic>
        <p:nvPicPr>
          <p:cNvPr id="40" name="Anglepoint Logo">
            <a:hlinkClick r:id="" action="ppaction://noaction"/>
            <a:extLst>
              <a:ext uri="{FF2B5EF4-FFF2-40B4-BE49-F238E27FC236}">
                <a16:creationId xmlns:a16="http://schemas.microsoft.com/office/drawing/2014/main" id="{F6D2CBAF-26A5-0E2C-D0B7-04E27E859526}"/>
              </a:ext>
            </a:extLst>
          </p:cNvPr>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710590" y="1370715"/>
            <a:ext cx="3390585" cy="730904"/>
          </a:xfrm>
          <a:prstGeom prst="rect">
            <a:avLst/>
          </a:prstGeom>
        </p:spPr>
      </p:pic>
    </p:spTree>
    <p:extLst>
      <p:ext uri="{BB962C8B-B14F-4D97-AF65-F5344CB8AC3E}">
        <p14:creationId xmlns:p14="http://schemas.microsoft.com/office/powerpoint/2010/main" val="3098452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D47F15-B47B-F14A-76D7-9739E9B64739}"/>
              </a:ext>
            </a:extLst>
          </p:cNvPr>
          <p:cNvSpPr>
            <a:spLocks noGrp="1"/>
          </p:cNvSpPr>
          <p:nvPr>
            <p:ph type="title"/>
          </p:nvPr>
        </p:nvSpPr>
        <p:spPr/>
        <p:txBody>
          <a:bodyPr/>
          <a:lstStyle/>
          <a:p>
            <a:r>
              <a:rPr lang="en-US"/>
              <a:t>Appendix</a:t>
            </a:r>
          </a:p>
        </p:txBody>
      </p:sp>
      <p:sp>
        <p:nvSpPr>
          <p:cNvPr id="4" name="Text Placeholder 3">
            <a:extLst>
              <a:ext uri="{FF2B5EF4-FFF2-40B4-BE49-F238E27FC236}">
                <a16:creationId xmlns:a16="http://schemas.microsoft.com/office/drawing/2014/main" id="{95F1CBAC-E9E8-704B-A63D-2287E75467A0}"/>
              </a:ext>
            </a:extLst>
          </p:cNvPr>
          <p:cNvSpPr>
            <a:spLocks noGrp="1"/>
          </p:cNvSpPr>
          <p:nvPr>
            <p:ph type="body" sz="quarter" idx="20"/>
          </p:nvPr>
        </p:nvSpPr>
        <p:spPr/>
        <p:txBody>
          <a:bodyPr/>
          <a:lstStyle/>
          <a:p>
            <a:r>
              <a:rPr lang="en-US"/>
              <a:t>06</a:t>
            </a:r>
          </a:p>
        </p:txBody>
      </p:sp>
    </p:spTree>
    <p:extLst>
      <p:ext uri="{BB962C8B-B14F-4D97-AF65-F5344CB8AC3E}">
        <p14:creationId xmlns:p14="http://schemas.microsoft.com/office/powerpoint/2010/main" val="3361057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9F1158A-C14A-C950-2244-21745ECFAD34}"/>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Slide Number Placeholder 2">
            <a:extLst>
              <a:ext uri="{FF2B5EF4-FFF2-40B4-BE49-F238E27FC236}">
                <a16:creationId xmlns:a16="http://schemas.microsoft.com/office/drawing/2014/main" id="{42CEF20F-B812-7FC4-56B5-DBEA6D4A1793}"/>
              </a:ext>
            </a:extLst>
          </p:cNvPr>
          <p:cNvSpPr>
            <a:spLocks noGrp="1"/>
          </p:cNvSpPr>
          <p:nvPr>
            <p:ph type="sldNum" sz="quarter" idx="16"/>
          </p:nvPr>
        </p:nvSpPr>
        <p:spPr/>
        <p:txBody>
          <a:bodyPr/>
          <a:lstStyle/>
          <a:p>
            <a:fld id="{65CC2327-6B8B-47BD-B581-B21CDA88CCFB}" type="slidenum">
              <a:rPr lang="en-US" smtClean="0"/>
              <a:pPr/>
              <a:t>18</a:t>
            </a:fld>
            <a:endParaRPr lang="en-US"/>
          </a:p>
        </p:txBody>
      </p:sp>
      <p:sp>
        <p:nvSpPr>
          <p:cNvPr id="6" name="Title 5">
            <a:extLst>
              <a:ext uri="{FF2B5EF4-FFF2-40B4-BE49-F238E27FC236}">
                <a16:creationId xmlns:a16="http://schemas.microsoft.com/office/drawing/2014/main" id="{2DFBB7E3-6366-7CDF-6089-51172FE1F3F0}"/>
              </a:ext>
            </a:extLst>
          </p:cNvPr>
          <p:cNvSpPr>
            <a:spLocks noGrp="1"/>
          </p:cNvSpPr>
          <p:nvPr>
            <p:ph type="title"/>
          </p:nvPr>
        </p:nvSpPr>
        <p:spPr/>
        <p:txBody>
          <a:bodyPr/>
          <a:lstStyle/>
          <a:p>
            <a:r>
              <a:rPr lang="en-US"/>
              <a:t>Definitions:  EEP, ELP and ROAR</a:t>
            </a:r>
          </a:p>
        </p:txBody>
      </p:sp>
      <p:sp>
        <p:nvSpPr>
          <p:cNvPr id="7" name="Text Placeholder 6">
            <a:extLst>
              <a:ext uri="{FF2B5EF4-FFF2-40B4-BE49-F238E27FC236}">
                <a16:creationId xmlns:a16="http://schemas.microsoft.com/office/drawing/2014/main" id="{FB663A53-AFD2-912B-F15C-55FD5A0AE344}"/>
              </a:ext>
            </a:extLst>
          </p:cNvPr>
          <p:cNvSpPr>
            <a:spLocks noGrp="1"/>
          </p:cNvSpPr>
          <p:nvPr>
            <p:ph type="body" sz="quarter" idx="12"/>
          </p:nvPr>
        </p:nvSpPr>
        <p:spPr/>
        <p:txBody>
          <a:bodyPr/>
          <a:lstStyle/>
          <a:p>
            <a:pPr marL="456565"/>
            <a:r>
              <a:rPr lang="en-US">
                <a:latin typeface="TT Norms Pro Light"/>
              </a:rPr>
              <a:t>KEY DELIVERABLES</a:t>
            </a:r>
            <a:endParaRPr lang="en-US"/>
          </a:p>
        </p:txBody>
      </p:sp>
      <p:sp>
        <p:nvSpPr>
          <p:cNvPr id="8" name="Content Placeholder 2">
            <a:extLst>
              <a:ext uri="{FF2B5EF4-FFF2-40B4-BE49-F238E27FC236}">
                <a16:creationId xmlns:a16="http://schemas.microsoft.com/office/drawing/2014/main" id="{F12740BE-E424-34B5-F540-0BBC684DDCCA}"/>
              </a:ext>
            </a:extLst>
          </p:cNvPr>
          <p:cNvSpPr txBox="1">
            <a:spLocks/>
          </p:cNvSpPr>
          <p:nvPr/>
        </p:nvSpPr>
        <p:spPr>
          <a:xfrm>
            <a:off x="1397920" y="5876129"/>
            <a:ext cx="6497440" cy="1031051"/>
          </a:xfrm>
          <a:prstGeom prst="rect">
            <a:avLst/>
          </a:prstGeom>
        </p:spPr>
        <p:txBody>
          <a:bodyPr wrap="square" tIns="0">
            <a:sp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00000"/>
              </a:lnSpc>
              <a:buNone/>
            </a:pPr>
            <a:r>
              <a:rPr lang="en-GB" sz="3200" b="1">
                <a:solidFill>
                  <a:schemeClr val="tx2"/>
                </a:solidFill>
                <a:latin typeface="TT Norms Pro" panose="02000503030000020003" pitchFamily="50" charset="0"/>
                <a:cs typeface="Calibri"/>
              </a:rPr>
              <a:t>Effective Entitlement </a:t>
            </a:r>
            <a:br>
              <a:rPr lang="en-GB" sz="3200" b="1">
                <a:solidFill>
                  <a:schemeClr val="tx2"/>
                </a:solidFill>
                <a:latin typeface="TT Norms Pro" panose="02000503030000020003" pitchFamily="50" charset="0"/>
                <a:cs typeface="Calibri"/>
              </a:rPr>
            </a:br>
            <a:r>
              <a:rPr lang="en-GB" sz="3200" b="1">
                <a:solidFill>
                  <a:schemeClr val="tx2"/>
                </a:solidFill>
                <a:latin typeface="TT Norms Pro" panose="02000503030000020003" pitchFamily="50" charset="0"/>
                <a:cs typeface="Calibri"/>
              </a:rPr>
              <a:t>Position:</a:t>
            </a:r>
          </a:p>
        </p:txBody>
      </p:sp>
      <p:sp>
        <p:nvSpPr>
          <p:cNvPr id="9" name="Content Placeholder 2">
            <a:extLst>
              <a:ext uri="{FF2B5EF4-FFF2-40B4-BE49-F238E27FC236}">
                <a16:creationId xmlns:a16="http://schemas.microsoft.com/office/drawing/2014/main" id="{9E5FAA5D-5103-2F9F-90E8-7CB2FC6C4C74}"/>
              </a:ext>
            </a:extLst>
          </p:cNvPr>
          <p:cNvSpPr txBox="1">
            <a:spLocks/>
          </p:cNvSpPr>
          <p:nvPr/>
        </p:nvSpPr>
        <p:spPr>
          <a:xfrm>
            <a:off x="16917172" y="5876129"/>
            <a:ext cx="6435840" cy="1031051"/>
          </a:xfrm>
          <a:prstGeom prst="rect">
            <a:avLst/>
          </a:prstGeom>
        </p:spPr>
        <p:txBody>
          <a:bodyPr wrap="square" tIns="0">
            <a:sp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00000"/>
              </a:lnSpc>
              <a:buNone/>
            </a:pPr>
            <a:r>
              <a:rPr lang="en-GB" sz="3200" b="1">
                <a:solidFill>
                  <a:schemeClr val="tx2"/>
                </a:solidFill>
                <a:latin typeface="TT Norms Pro" panose="02000503030000020003" pitchFamily="50" charset="0"/>
                <a:cs typeface="Calibri"/>
              </a:rPr>
              <a:t>Risk &amp; Opportunity </a:t>
            </a:r>
            <a:br>
              <a:rPr lang="en-GB" sz="3200" b="1">
                <a:solidFill>
                  <a:schemeClr val="tx2"/>
                </a:solidFill>
                <a:latin typeface="TT Norms Pro" panose="02000503030000020003" pitchFamily="50" charset="0"/>
                <a:cs typeface="Calibri"/>
              </a:rPr>
            </a:br>
            <a:r>
              <a:rPr lang="en-GB" sz="3200" b="1">
                <a:solidFill>
                  <a:schemeClr val="tx2"/>
                </a:solidFill>
                <a:latin typeface="TT Norms Pro" panose="02000503030000020003" pitchFamily="50" charset="0"/>
                <a:cs typeface="Calibri"/>
              </a:rPr>
              <a:t>Assessment Report:</a:t>
            </a:r>
            <a:endParaRPr lang="en-AU" sz="4000" b="1">
              <a:solidFill>
                <a:schemeClr val="tx2"/>
              </a:solidFill>
              <a:latin typeface="TT Norms Pro" panose="02000503030000020003" pitchFamily="50" charset="0"/>
              <a:cs typeface="Calibri"/>
            </a:endParaRPr>
          </a:p>
        </p:txBody>
      </p:sp>
      <p:grpSp>
        <p:nvGrpSpPr>
          <p:cNvPr id="10" name="Group 9">
            <a:extLst>
              <a:ext uri="{FF2B5EF4-FFF2-40B4-BE49-F238E27FC236}">
                <a16:creationId xmlns:a16="http://schemas.microsoft.com/office/drawing/2014/main" id="{7FC439A1-B349-50A4-D144-985609AA37E6}"/>
              </a:ext>
            </a:extLst>
          </p:cNvPr>
          <p:cNvGrpSpPr/>
          <p:nvPr/>
        </p:nvGrpSpPr>
        <p:grpSpPr>
          <a:xfrm>
            <a:off x="17012422" y="3677270"/>
            <a:ext cx="2545184" cy="1384901"/>
            <a:chOff x="13041962" y="3813402"/>
            <a:chExt cx="2362601" cy="1285553"/>
          </a:xfrm>
        </p:grpSpPr>
        <p:sp>
          <p:nvSpPr>
            <p:cNvPr id="11" name="Freeform 10">
              <a:extLst>
                <a:ext uri="{FF2B5EF4-FFF2-40B4-BE49-F238E27FC236}">
                  <a16:creationId xmlns:a16="http://schemas.microsoft.com/office/drawing/2014/main" id="{40F23C7D-B123-3B79-3802-8D474FB69BB3}"/>
                </a:ext>
              </a:extLst>
            </p:cNvPr>
            <p:cNvSpPr/>
            <p:nvPr/>
          </p:nvSpPr>
          <p:spPr>
            <a:xfrm>
              <a:off x="13440311" y="4349526"/>
              <a:ext cx="401898" cy="484514"/>
            </a:xfrm>
            <a:custGeom>
              <a:avLst/>
              <a:gdLst>
                <a:gd name="connsiteX0" fmla="*/ 0 w 401898"/>
                <a:gd name="connsiteY0" fmla="*/ 0 h 484514"/>
                <a:gd name="connsiteX1" fmla="*/ 214865 w 401898"/>
                <a:gd name="connsiteY1" fmla="*/ 0 h 484514"/>
                <a:gd name="connsiteX2" fmla="*/ 384604 w 401898"/>
                <a:gd name="connsiteY2" fmla="*/ 162611 h 484514"/>
                <a:gd name="connsiteX3" fmla="*/ 301453 w 401898"/>
                <a:gd name="connsiteY3" fmla="*/ 304509 h 484514"/>
                <a:gd name="connsiteX4" fmla="*/ 401899 w 401898"/>
                <a:gd name="connsiteY4" fmla="*/ 484514 h 484514"/>
                <a:gd name="connsiteX5" fmla="*/ 287365 w 401898"/>
                <a:gd name="connsiteY5" fmla="*/ 484514 h 484514"/>
                <a:gd name="connsiteX6" fmla="*/ 201007 w 401898"/>
                <a:gd name="connsiteY6" fmla="*/ 325336 h 484514"/>
                <a:gd name="connsiteX7" fmla="*/ 103997 w 401898"/>
                <a:gd name="connsiteY7" fmla="*/ 325336 h 484514"/>
                <a:gd name="connsiteX8" fmla="*/ 103997 w 401898"/>
                <a:gd name="connsiteY8" fmla="*/ 484514 h 484514"/>
                <a:gd name="connsiteX9" fmla="*/ 0 w 401898"/>
                <a:gd name="connsiteY9" fmla="*/ 484514 h 484514"/>
                <a:gd name="connsiteX10" fmla="*/ 211315 w 401898"/>
                <a:gd name="connsiteY10" fmla="*/ 228868 h 484514"/>
                <a:gd name="connsiteX11" fmla="*/ 279860 w 401898"/>
                <a:gd name="connsiteY11" fmla="*/ 165869 h 484514"/>
                <a:gd name="connsiteX12" fmla="*/ 216807 w 401898"/>
                <a:gd name="connsiteY12" fmla="*/ 97383 h 484514"/>
                <a:gd name="connsiteX13" fmla="*/ 211315 w 401898"/>
                <a:gd name="connsiteY13" fmla="*/ 97383 h 484514"/>
                <a:gd name="connsiteX14" fmla="*/ 103997 w 401898"/>
                <a:gd name="connsiteY14" fmla="*/ 97383 h 484514"/>
                <a:gd name="connsiteX15" fmla="*/ 103997 w 401898"/>
                <a:gd name="connsiteY15" fmla="*/ 228411 h 48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1898" h="484514">
                  <a:moveTo>
                    <a:pt x="0" y="0"/>
                  </a:moveTo>
                  <a:lnTo>
                    <a:pt x="214865" y="0"/>
                  </a:lnTo>
                  <a:cubicBezTo>
                    <a:pt x="318747" y="0"/>
                    <a:pt x="384604" y="65685"/>
                    <a:pt x="384604" y="162611"/>
                  </a:cubicBezTo>
                  <a:cubicBezTo>
                    <a:pt x="384604" y="273383"/>
                    <a:pt x="301453" y="304509"/>
                    <a:pt x="301453" y="304509"/>
                  </a:cubicBezTo>
                  <a:lnTo>
                    <a:pt x="401899" y="484514"/>
                  </a:lnTo>
                  <a:lnTo>
                    <a:pt x="287365" y="484514"/>
                  </a:lnTo>
                  <a:lnTo>
                    <a:pt x="201007" y="325336"/>
                  </a:lnTo>
                  <a:lnTo>
                    <a:pt x="103997" y="325336"/>
                  </a:lnTo>
                  <a:lnTo>
                    <a:pt x="103997" y="484514"/>
                  </a:lnTo>
                  <a:lnTo>
                    <a:pt x="0" y="484514"/>
                  </a:lnTo>
                  <a:close/>
                  <a:moveTo>
                    <a:pt x="211315" y="228868"/>
                  </a:moveTo>
                  <a:cubicBezTo>
                    <a:pt x="247655" y="230383"/>
                    <a:pt x="278343" y="202178"/>
                    <a:pt x="279860" y="165869"/>
                  </a:cubicBezTo>
                  <a:cubicBezTo>
                    <a:pt x="281376" y="129561"/>
                    <a:pt x="253147" y="98899"/>
                    <a:pt x="216807" y="97383"/>
                  </a:cubicBezTo>
                  <a:cubicBezTo>
                    <a:pt x="214976" y="97307"/>
                    <a:pt x="213145" y="97307"/>
                    <a:pt x="211315" y="97383"/>
                  </a:cubicBezTo>
                  <a:lnTo>
                    <a:pt x="103997" y="97383"/>
                  </a:lnTo>
                  <a:lnTo>
                    <a:pt x="103997" y="228411"/>
                  </a:lnTo>
                  <a:close/>
                </a:path>
              </a:pathLst>
            </a:custGeom>
            <a:solidFill>
              <a:schemeClr val="tx2"/>
            </a:solidFill>
            <a:ln w="11439"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97A6DAC7-07E4-E6B8-83A6-DA7B0A84EC76}"/>
                </a:ext>
              </a:extLst>
            </p:cNvPr>
            <p:cNvSpPr/>
            <p:nvPr/>
          </p:nvSpPr>
          <p:spPr>
            <a:xfrm>
              <a:off x="13897644" y="4339341"/>
              <a:ext cx="526854" cy="505341"/>
            </a:xfrm>
            <a:custGeom>
              <a:avLst/>
              <a:gdLst>
                <a:gd name="connsiteX0" fmla="*/ 0 w 526854"/>
                <a:gd name="connsiteY0" fmla="*/ 252671 h 505341"/>
                <a:gd name="connsiteX1" fmla="*/ 263427 w 526854"/>
                <a:gd name="connsiteY1" fmla="*/ 0 h 505341"/>
                <a:gd name="connsiteX2" fmla="*/ 526855 w 526854"/>
                <a:gd name="connsiteY2" fmla="*/ 252671 h 505341"/>
                <a:gd name="connsiteX3" fmla="*/ 263427 w 526854"/>
                <a:gd name="connsiteY3" fmla="*/ 505341 h 505341"/>
                <a:gd name="connsiteX4" fmla="*/ 0 w 526854"/>
                <a:gd name="connsiteY4" fmla="*/ 252671 h 505341"/>
                <a:gd name="connsiteX5" fmla="*/ 419193 w 526854"/>
                <a:gd name="connsiteY5" fmla="*/ 252671 h 505341"/>
                <a:gd name="connsiteX6" fmla="*/ 263313 w 526854"/>
                <a:gd name="connsiteY6" fmla="*/ 96926 h 505341"/>
                <a:gd name="connsiteX7" fmla="*/ 107433 w 526854"/>
                <a:gd name="connsiteY7" fmla="*/ 252671 h 505341"/>
                <a:gd name="connsiteX8" fmla="*/ 263313 w 526854"/>
                <a:gd name="connsiteY8" fmla="*/ 408416 h 505341"/>
                <a:gd name="connsiteX9" fmla="*/ 419193 w 526854"/>
                <a:gd name="connsiteY9" fmla="*/ 254047 h 505341"/>
                <a:gd name="connsiteX10" fmla="*/ 419193 w 526854"/>
                <a:gd name="connsiteY10" fmla="*/ 252671 h 5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854" h="505341">
                  <a:moveTo>
                    <a:pt x="0" y="252671"/>
                  </a:moveTo>
                  <a:cubicBezTo>
                    <a:pt x="0" y="114205"/>
                    <a:pt x="114534" y="0"/>
                    <a:pt x="263427" y="0"/>
                  </a:cubicBezTo>
                  <a:cubicBezTo>
                    <a:pt x="412321" y="0"/>
                    <a:pt x="526855" y="114434"/>
                    <a:pt x="526855" y="252671"/>
                  </a:cubicBezTo>
                  <a:cubicBezTo>
                    <a:pt x="526855" y="390907"/>
                    <a:pt x="412321" y="505341"/>
                    <a:pt x="263427" y="505341"/>
                  </a:cubicBezTo>
                  <a:cubicBezTo>
                    <a:pt x="114534" y="505341"/>
                    <a:pt x="0" y="390907"/>
                    <a:pt x="0" y="252671"/>
                  </a:cubicBezTo>
                  <a:close/>
                  <a:moveTo>
                    <a:pt x="419193" y="252671"/>
                  </a:moveTo>
                  <a:cubicBezTo>
                    <a:pt x="419193" y="166655"/>
                    <a:pt x="349408" y="96926"/>
                    <a:pt x="263313" y="96926"/>
                  </a:cubicBezTo>
                  <a:cubicBezTo>
                    <a:pt x="177223" y="96926"/>
                    <a:pt x="107433" y="166655"/>
                    <a:pt x="107433" y="252671"/>
                  </a:cubicBezTo>
                  <a:cubicBezTo>
                    <a:pt x="107433" y="338686"/>
                    <a:pt x="177223" y="408416"/>
                    <a:pt x="263313" y="408416"/>
                  </a:cubicBezTo>
                  <a:cubicBezTo>
                    <a:pt x="349019" y="408795"/>
                    <a:pt x="418815" y="339683"/>
                    <a:pt x="419193" y="254047"/>
                  </a:cubicBezTo>
                  <a:cubicBezTo>
                    <a:pt x="419193" y="253588"/>
                    <a:pt x="419193" y="253130"/>
                    <a:pt x="419193" y="252671"/>
                  </a:cubicBezTo>
                  <a:close/>
                </a:path>
              </a:pathLst>
            </a:custGeom>
            <a:solidFill>
              <a:schemeClr val="tx2"/>
            </a:solidFill>
            <a:ln w="11439"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2CFB2ACD-C1F8-A107-44FF-2737309BD919}"/>
                </a:ext>
              </a:extLst>
            </p:cNvPr>
            <p:cNvSpPr/>
            <p:nvPr/>
          </p:nvSpPr>
          <p:spPr>
            <a:xfrm>
              <a:off x="14445000" y="4349526"/>
              <a:ext cx="491922" cy="484514"/>
            </a:xfrm>
            <a:custGeom>
              <a:avLst/>
              <a:gdLst>
                <a:gd name="connsiteX0" fmla="*/ 187033 w 491922"/>
                <a:gd name="connsiteY0" fmla="*/ 0 h 484514"/>
                <a:gd name="connsiteX1" fmla="*/ 304889 w 491922"/>
                <a:gd name="connsiteY1" fmla="*/ 0 h 484514"/>
                <a:gd name="connsiteX2" fmla="*/ 491922 w 491922"/>
                <a:gd name="connsiteY2" fmla="*/ 484514 h 484514"/>
                <a:gd name="connsiteX3" fmla="*/ 381054 w 491922"/>
                <a:gd name="connsiteY3" fmla="*/ 484514 h 484514"/>
                <a:gd name="connsiteX4" fmla="*/ 339478 w 491922"/>
                <a:gd name="connsiteY4" fmla="*/ 373742 h 484514"/>
                <a:gd name="connsiteX5" fmla="*/ 152444 w 491922"/>
                <a:gd name="connsiteY5" fmla="*/ 373742 h 484514"/>
                <a:gd name="connsiteX6" fmla="*/ 110869 w 491922"/>
                <a:gd name="connsiteY6" fmla="*/ 484514 h 484514"/>
                <a:gd name="connsiteX7" fmla="*/ 0 w 491922"/>
                <a:gd name="connsiteY7" fmla="*/ 484514 h 484514"/>
                <a:gd name="connsiteX8" fmla="*/ 304889 w 491922"/>
                <a:gd name="connsiteY8" fmla="*/ 280364 h 484514"/>
                <a:gd name="connsiteX9" fmla="*/ 247622 w 491922"/>
                <a:gd name="connsiteY9" fmla="*/ 121071 h 484514"/>
                <a:gd name="connsiteX10" fmla="*/ 244873 w 491922"/>
                <a:gd name="connsiteY10" fmla="*/ 121071 h 484514"/>
                <a:gd name="connsiteX11" fmla="*/ 187606 w 491922"/>
                <a:gd name="connsiteY11" fmla="*/ 280364 h 48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922" h="484514">
                  <a:moveTo>
                    <a:pt x="187033" y="0"/>
                  </a:moveTo>
                  <a:lnTo>
                    <a:pt x="304889" y="0"/>
                  </a:lnTo>
                  <a:lnTo>
                    <a:pt x="491922" y="484514"/>
                  </a:lnTo>
                  <a:lnTo>
                    <a:pt x="381054" y="484514"/>
                  </a:lnTo>
                  <a:lnTo>
                    <a:pt x="339478" y="373742"/>
                  </a:lnTo>
                  <a:lnTo>
                    <a:pt x="152444" y="373742"/>
                  </a:lnTo>
                  <a:lnTo>
                    <a:pt x="110869" y="484514"/>
                  </a:lnTo>
                  <a:lnTo>
                    <a:pt x="0" y="484514"/>
                  </a:lnTo>
                  <a:close/>
                  <a:moveTo>
                    <a:pt x="304889" y="280364"/>
                  </a:moveTo>
                  <a:lnTo>
                    <a:pt x="247622" y="121071"/>
                  </a:lnTo>
                  <a:lnTo>
                    <a:pt x="244873" y="121071"/>
                  </a:lnTo>
                  <a:lnTo>
                    <a:pt x="187606" y="280364"/>
                  </a:lnTo>
                  <a:close/>
                </a:path>
              </a:pathLst>
            </a:custGeom>
            <a:solidFill>
              <a:schemeClr val="tx2"/>
            </a:solidFill>
            <a:ln w="1143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7571D0A6-FE84-AECC-8BD9-26FF87ACD8E5}"/>
                </a:ext>
              </a:extLst>
            </p:cNvPr>
            <p:cNvSpPr/>
            <p:nvPr/>
          </p:nvSpPr>
          <p:spPr>
            <a:xfrm>
              <a:off x="15002779" y="4349526"/>
              <a:ext cx="401784" cy="484514"/>
            </a:xfrm>
            <a:custGeom>
              <a:avLst/>
              <a:gdLst>
                <a:gd name="connsiteX0" fmla="*/ 0 w 401784"/>
                <a:gd name="connsiteY0" fmla="*/ 0 h 484514"/>
                <a:gd name="connsiteX1" fmla="*/ 214751 w 401784"/>
                <a:gd name="connsiteY1" fmla="*/ 0 h 484514"/>
                <a:gd name="connsiteX2" fmla="*/ 384490 w 401784"/>
                <a:gd name="connsiteY2" fmla="*/ 162611 h 484514"/>
                <a:gd name="connsiteX3" fmla="*/ 301338 w 401784"/>
                <a:gd name="connsiteY3" fmla="*/ 304509 h 484514"/>
                <a:gd name="connsiteX4" fmla="*/ 401784 w 401784"/>
                <a:gd name="connsiteY4" fmla="*/ 484514 h 484514"/>
                <a:gd name="connsiteX5" fmla="*/ 287251 w 401784"/>
                <a:gd name="connsiteY5" fmla="*/ 484514 h 484514"/>
                <a:gd name="connsiteX6" fmla="*/ 200892 w 401784"/>
                <a:gd name="connsiteY6" fmla="*/ 325336 h 484514"/>
                <a:gd name="connsiteX7" fmla="*/ 103882 w 401784"/>
                <a:gd name="connsiteY7" fmla="*/ 325336 h 484514"/>
                <a:gd name="connsiteX8" fmla="*/ 103882 w 401784"/>
                <a:gd name="connsiteY8" fmla="*/ 484514 h 484514"/>
                <a:gd name="connsiteX9" fmla="*/ 0 w 401784"/>
                <a:gd name="connsiteY9" fmla="*/ 484514 h 484514"/>
                <a:gd name="connsiteX10" fmla="*/ 211315 w 401784"/>
                <a:gd name="connsiteY10" fmla="*/ 228868 h 484514"/>
                <a:gd name="connsiteX11" fmla="*/ 274365 w 401784"/>
                <a:gd name="connsiteY11" fmla="*/ 160383 h 484514"/>
                <a:gd name="connsiteX12" fmla="*/ 211315 w 401784"/>
                <a:gd name="connsiteY12" fmla="*/ 97383 h 484514"/>
                <a:gd name="connsiteX13" fmla="*/ 103882 w 401784"/>
                <a:gd name="connsiteY13" fmla="*/ 97383 h 484514"/>
                <a:gd name="connsiteX14" fmla="*/ 103882 w 401784"/>
                <a:gd name="connsiteY14" fmla="*/ 228411 h 48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1784" h="484514">
                  <a:moveTo>
                    <a:pt x="0" y="0"/>
                  </a:moveTo>
                  <a:lnTo>
                    <a:pt x="214751" y="0"/>
                  </a:lnTo>
                  <a:cubicBezTo>
                    <a:pt x="318633" y="0"/>
                    <a:pt x="384490" y="65685"/>
                    <a:pt x="384490" y="162611"/>
                  </a:cubicBezTo>
                  <a:cubicBezTo>
                    <a:pt x="384490" y="273383"/>
                    <a:pt x="301338" y="304509"/>
                    <a:pt x="301338" y="304509"/>
                  </a:cubicBezTo>
                  <a:lnTo>
                    <a:pt x="401784" y="484514"/>
                  </a:lnTo>
                  <a:lnTo>
                    <a:pt x="287251" y="484514"/>
                  </a:lnTo>
                  <a:lnTo>
                    <a:pt x="200892" y="325336"/>
                  </a:lnTo>
                  <a:lnTo>
                    <a:pt x="103882" y="325336"/>
                  </a:lnTo>
                  <a:lnTo>
                    <a:pt x="103882" y="484514"/>
                  </a:lnTo>
                  <a:lnTo>
                    <a:pt x="0" y="484514"/>
                  </a:lnTo>
                  <a:close/>
                  <a:moveTo>
                    <a:pt x="211315" y="228868"/>
                  </a:moveTo>
                  <a:cubicBezTo>
                    <a:pt x="247656" y="227353"/>
                    <a:pt x="275889" y="196691"/>
                    <a:pt x="274365" y="160383"/>
                  </a:cubicBezTo>
                  <a:cubicBezTo>
                    <a:pt x="272945" y="126197"/>
                    <a:pt x="245526" y="98810"/>
                    <a:pt x="211315" y="97383"/>
                  </a:cubicBezTo>
                  <a:lnTo>
                    <a:pt x="103882" y="97383"/>
                  </a:lnTo>
                  <a:lnTo>
                    <a:pt x="103882" y="228411"/>
                  </a:lnTo>
                  <a:close/>
                </a:path>
              </a:pathLst>
            </a:custGeom>
            <a:solidFill>
              <a:schemeClr val="tx2"/>
            </a:solidFill>
            <a:ln w="11439"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E7FABEA5-C921-37CD-078D-DE765C4F91CA}"/>
                </a:ext>
              </a:extLst>
            </p:cNvPr>
            <p:cNvSpPr/>
            <p:nvPr/>
          </p:nvSpPr>
          <p:spPr>
            <a:xfrm>
              <a:off x="13041962" y="3813402"/>
              <a:ext cx="892217" cy="1285553"/>
            </a:xfrm>
            <a:custGeom>
              <a:avLst/>
              <a:gdLst>
                <a:gd name="connsiteX0" fmla="*/ 892217 w 892217"/>
                <a:gd name="connsiteY0" fmla="*/ 1085294 h 1285553"/>
                <a:gd name="connsiteX1" fmla="*/ 892217 w 892217"/>
                <a:gd name="connsiteY1" fmla="*/ 1285553 h 1285553"/>
                <a:gd name="connsiteX2" fmla="*/ 0 w 892217"/>
                <a:gd name="connsiteY2" fmla="*/ 1285553 h 1285553"/>
                <a:gd name="connsiteX3" fmla="*/ 0 w 892217"/>
                <a:gd name="connsiteY3" fmla="*/ 0 h 1285553"/>
                <a:gd name="connsiteX4" fmla="*/ 617909 w 892217"/>
                <a:gd name="connsiteY4" fmla="*/ 0 h 128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2217" h="1285553">
                  <a:moveTo>
                    <a:pt x="892217" y="1085294"/>
                  </a:moveTo>
                  <a:lnTo>
                    <a:pt x="892217" y="1285553"/>
                  </a:lnTo>
                  <a:lnTo>
                    <a:pt x="0" y="1285553"/>
                  </a:lnTo>
                  <a:lnTo>
                    <a:pt x="0" y="0"/>
                  </a:lnTo>
                  <a:lnTo>
                    <a:pt x="617909" y="0"/>
                  </a:lnTo>
                </a:path>
              </a:pathLst>
            </a:custGeom>
            <a:noFill/>
            <a:ln w="76200" cap="flat">
              <a:solidFill>
                <a:schemeClr val="tx2"/>
              </a:solidFill>
              <a:prstDash val="solid"/>
              <a:round/>
            </a:ln>
          </p:spPr>
          <p:txBody>
            <a:bodyPr rtlCol="0" anchor="ctr"/>
            <a:lstStyle/>
            <a:p>
              <a:endParaRPr lang="en-US"/>
            </a:p>
          </p:txBody>
        </p:sp>
        <p:sp>
          <p:nvSpPr>
            <p:cNvPr id="16" name="Freeform 15">
              <a:extLst>
                <a:ext uri="{FF2B5EF4-FFF2-40B4-BE49-F238E27FC236}">
                  <a16:creationId xmlns:a16="http://schemas.microsoft.com/office/drawing/2014/main" id="{5BBF248B-0D1F-C1FA-8B51-175B62F755CF}"/>
                </a:ext>
              </a:extLst>
            </p:cNvPr>
            <p:cNvSpPr/>
            <p:nvPr/>
          </p:nvSpPr>
          <p:spPr>
            <a:xfrm>
              <a:off x="13659872" y="3813402"/>
              <a:ext cx="274537" cy="274298"/>
            </a:xfrm>
            <a:custGeom>
              <a:avLst/>
              <a:gdLst>
                <a:gd name="connsiteX0" fmla="*/ 274537 w 274537"/>
                <a:gd name="connsiteY0" fmla="*/ 274299 h 274298"/>
                <a:gd name="connsiteX1" fmla="*/ 0 w 274537"/>
                <a:gd name="connsiteY1" fmla="*/ 274299 h 274298"/>
                <a:gd name="connsiteX2" fmla="*/ 0 w 274537"/>
                <a:gd name="connsiteY2" fmla="*/ 0 h 274298"/>
                <a:gd name="connsiteX3" fmla="*/ 274537 w 274537"/>
                <a:gd name="connsiteY3" fmla="*/ 274299 h 274298"/>
              </a:gdLst>
              <a:ahLst/>
              <a:cxnLst>
                <a:cxn ang="0">
                  <a:pos x="connsiteX0" y="connsiteY0"/>
                </a:cxn>
                <a:cxn ang="0">
                  <a:pos x="connsiteX1" y="connsiteY1"/>
                </a:cxn>
                <a:cxn ang="0">
                  <a:pos x="connsiteX2" y="connsiteY2"/>
                </a:cxn>
                <a:cxn ang="0">
                  <a:pos x="connsiteX3" y="connsiteY3"/>
                </a:cxn>
              </a:cxnLst>
              <a:rect l="l" t="t" r="r" b="b"/>
              <a:pathLst>
                <a:path w="274537" h="274298">
                  <a:moveTo>
                    <a:pt x="274537" y="274299"/>
                  </a:moveTo>
                  <a:lnTo>
                    <a:pt x="0" y="274299"/>
                  </a:lnTo>
                  <a:lnTo>
                    <a:pt x="0" y="0"/>
                  </a:lnTo>
                  <a:lnTo>
                    <a:pt x="274537" y="274299"/>
                  </a:lnTo>
                  <a:close/>
                </a:path>
              </a:pathLst>
            </a:custGeom>
            <a:solidFill>
              <a:schemeClr val="accent4"/>
            </a:solidFill>
            <a:ln w="76200" cap="flat">
              <a:solidFill>
                <a:schemeClr val="tx2"/>
              </a:solidFill>
              <a:prstDash val="solid"/>
              <a:round/>
            </a:ln>
          </p:spPr>
          <p:txBody>
            <a:bodyPr rtlCol="0" anchor="ctr"/>
            <a:lstStyle/>
            <a:p>
              <a:endParaRPr lang="en-US"/>
            </a:p>
          </p:txBody>
        </p:sp>
        <p:sp>
          <p:nvSpPr>
            <p:cNvPr id="17" name="Freeform 16">
              <a:extLst>
                <a:ext uri="{FF2B5EF4-FFF2-40B4-BE49-F238E27FC236}">
                  <a16:creationId xmlns:a16="http://schemas.microsoft.com/office/drawing/2014/main" id="{9C367C78-A68E-2DE7-DC12-1BFB3600EAF0}"/>
                </a:ext>
              </a:extLst>
            </p:cNvPr>
            <p:cNvSpPr/>
            <p:nvPr/>
          </p:nvSpPr>
          <p:spPr>
            <a:xfrm>
              <a:off x="13174936" y="4105781"/>
              <a:ext cx="365591" cy="11443"/>
            </a:xfrm>
            <a:custGeom>
              <a:avLst/>
              <a:gdLst>
                <a:gd name="connsiteX0" fmla="*/ 0 w 365591"/>
                <a:gd name="connsiteY0" fmla="*/ 0 h 11443"/>
                <a:gd name="connsiteX1" fmla="*/ 365592 w 365591"/>
                <a:gd name="connsiteY1" fmla="*/ 0 h 11443"/>
              </a:gdLst>
              <a:ahLst/>
              <a:cxnLst>
                <a:cxn ang="0">
                  <a:pos x="connsiteX0" y="connsiteY0"/>
                </a:cxn>
                <a:cxn ang="0">
                  <a:pos x="connsiteX1" y="connsiteY1"/>
                </a:cxn>
              </a:cxnLst>
              <a:rect l="l" t="t" r="r" b="b"/>
              <a:pathLst>
                <a:path w="365591" h="11443">
                  <a:moveTo>
                    <a:pt x="0" y="0"/>
                  </a:moveTo>
                  <a:lnTo>
                    <a:pt x="365592" y="0"/>
                  </a:lnTo>
                </a:path>
              </a:pathLst>
            </a:custGeom>
            <a:ln w="45185" cap="flat">
              <a:solidFill>
                <a:schemeClr val="tx2"/>
              </a:solid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A1915D2-7DE2-A625-FC32-29003486A975}"/>
                </a:ext>
              </a:extLst>
            </p:cNvPr>
            <p:cNvSpPr/>
            <p:nvPr/>
          </p:nvSpPr>
          <p:spPr>
            <a:xfrm>
              <a:off x="13174936" y="4244475"/>
              <a:ext cx="622146" cy="11443"/>
            </a:xfrm>
            <a:custGeom>
              <a:avLst/>
              <a:gdLst>
                <a:gd name="connsiteX0" fmla="*/ 0 w 622146"/>
                <a:gd name="connsiteY0" fmla="*/ 0 h 11443"/>
                <a:gd name="connsiteX1" fmla="*/ 622147 w 622146"/>
                <a:gd name="connsiteY1" fmla="*/ 0 h 11443"/>
              </a:gdLst>
              <a:ahLst/>
              <a:cxnLst>
                <a:cxn ang="0">
                  <a:pos x="connsiteX0" y="connsiteY0"/>
                </a:cxn>
                <a:cxn ang="0">
                  <a:pos x="connsiteX1" y="connsiteY1"/>
                </a:cxn>
              </a:cxnLst>
              <a:rect l="l" t="t" r="r" b="b"/>
              <a:pathLst>
                <a:path w="622146" h="11443">
                  <a:moveTo>
                    <a:pt x="0" y="0"/>
                  </a:moveTo>
                  <a:lnTo>
                    <a:pt x="622147" y="0"/>
                  </a:lnTo>
                </a:path>
              </a:pathLst>
            </a:custGeom>
            <a:ln w="45185" cap="flat">
              <a:solidFill>
                <a:schemeClr val="tx2"/>
              </a:solid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38D03743-0070-81DA-E96A-031822926B84}"/>
                </a:ext>
              </a:extLst>
            </p:cNvPr>
            <p:cNvSpPr/>
            <p:nvPr/>
          </p:nvSpPr>
          <p:spPr>
            <a:xfrm>
              <a:off x="13174936" y="3967087"/>
              <a:ext cx="365591" cy="11443"/>
            </a:xfrm>
            <a:custGeom>
              <a:avLst/>
              <a:gdLst>
                <a:gd name="connsiteX0" fmla="*/ 0 w 365591"/>
                <a:gd name="connsiteY0" fmla="*/ 0 h 11443"/>
                <a:gd name="connsiteX1" fmla="*/ 365592 w 365591"/>
                <a:gd name="connsiteY1" fmla="*/ 0 h 11443"/>
              </a:gdLst>
              <a:ahLst/>
              <a:cxnLst>
                <a:cxn ang="0">
                  <a:pos x="connsiteX0" y="connsiteY0"/>
                </a:cxn>
                <a:cxn ang="0">
                  <a:pos x="connsiteX1" y="connsiteY1"/>
                </a:cxn>
              </a:cxnLst>
              <a:rect l="l" t="t" r="r" b="b"/>
              <a:pathLst>
                <a:path w="365591" h="11443">
                  <a:moveTo>
                    <a:pt x="0" y="0"/>
                  </a:moveTo>
                  <a:lnTo>
                    <a:pt x="365592" y="0"/>
                  </a:lnTo>
                </a:path>
              </a:pathLst>
            </a:custGeom>
            <a:ln w="45185" cap="flat">
              <a:solidFill>
                <a:schemeClr val="tx2"/>
              </a:solid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0650CD57-7EAE-DA30-E253-4D3E63969CAF}"/>
                </a:ext>
              </a:extLst>
            </p:cNvPr>
            <p:cNvSpPr/>
            <p:nvPr/>
          </p:nvSpPr>
          <p:spPr>
            <a:xfrm>
              <a:off x="13174936" y="4383170"/>
              <a:ext cx="193218" cy="11443"/>
            </a:xfrm>
            <a:custGeom>
              <a:avLst/>
              <a:gdLst>
                <a:gd name="connsiteX0" fmla="*/ 0 w 193218"/>
                <a:gd name="connsiteY0" fmla="*/ 0 h 11443"/>
                <a:gd name="connsiteX1" fmla="*/ 193218 w 193218"/>
                <a:gd name="connsiteY1" fmla="*/ 0 h 11443"/>
              </a:gdLst>
              <a:ahLst/>
              <a:cxnLst>
                <a:cxn ang="0">
                  <a:pos x="connsiteX0" y="connsiteY0"/>
                </a:cxn>
                <a:cxn ang="0">
                  <a:pos x="connsiteX1" y="connsiteY1"/>
                </a:cxn>
              </a:cxnLst>
              <a:rect l="l" t="t" r="r" b="b"/>
              <a:pathLst>
                <a:path w="193218" h="11443">
                  <a:moveTo>
                    <a:pt x="0" y="0"/>
                  </a:moveTo>
                  <a:lnTo>
                    <a:pt x="193218" y="0"/>
                  </a:lnTo>
                </a:path>
              </a:pathLst>
            </a:custGeom>
            <a:ln w="45185" cap="flat">
              <a:solidFill>
                <a:schemeClr val="tx2"/>
              </a:solid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90E13149-5EE7-189C-8E3A-7A853FEC41F3}"/>
                </a:ext>
              </a:extLst>
            </p:cNvPr>
            <p:cNvSpPr/>
            <p:nvPr/>
          </p:nvSpPr>
          <p:spPr>
            <a:xfrm>
              <a:off x="13174936" y="4521749"/>
              <a:ext cx="193218" cy="11443"/>
            </a:xfrm>
            <a:custGeom>
              <a:avLst/>
              <a:gdLst>
                <a:gd name="connsiteX0" fmla="*/ 0 w 193218"/>
                <a:gd name="connsiteY0" fmla="*/ 0 h 11443"/>
                <a:gd name="connsiteX1" fmla="*/ 193218 w 193218"/>
                <a:gd name="connsiteY1" fmla="*/ 0 h 11443"/>
              </a:gdLst>
              <a:ahLst/>
              <a:cxnLst>
                <a:cxn ang="0">
                  <a:pos x="connsiteX0" y="connsiteY0"/>
                </a:cxn>
                <a:cxn ang="0">
                  <a:pos x="connsiteX1" y="connsiteY1"/>
                </a:cxn>
              </a:cxnLst>
              <a:rect l="l" t="t" r="r" b="b"/>
              <a:pathLst>
                <a:path w="193218" h="11443">
                  <a:moveTo>
                    <a:pt x="0" y="0"/>
                  </a:moveTo>
                  <a:lnTo>
                    <a:pt x="193218" y="0"/>
                  </a:lnTo>
                </a:path>
              </a:pathLst>
            </a:custGeom>
            <a:ln w="45185" cap="flat">
              <a:solidFill>
                <a:schemeClr val="tx2"/>
              </a:solid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37DBCC9-0305-983B-0E82-64189A403512}"/>
                </a:ext>
              </a:extLst>
            </p:cNvPr>
            <p:cNvSpPr/>
            <p:nvPr/>
          </p:nvSpPr>
          <p:spPr>
            <a:xfrm>
              <a:off x="13174936" y="4660444"/>
              <a:ext cx="193218" cy="11443"/>
            </a:xfrm>
            <a:custGeom>
              <a:avLst/>
              <a:gdLst>
                <a:gd name="connsiteX0" fmla="*/ 0 w 193218"/>
                <a:gd name="connsiteY0" fmla="*/ 0 h 11443"/>
                <a:gd name="connsiteX1" fmla="*/ 193218 w 193218"/>
                <a:gd name="connsiteY1" fmla="*/ 0 h 11443"/>
              </a:gdLst>
              <a:ahLst/>
              <a:cxnLst>
                <a:cxn ang="0">
                  <a:pos x="connsiteX0" y="connsiteY0"/>
                </a:cxn>
                <a:cxn ang="0">
                  <a:pos x="connsiteX1" y="connsiteY1"/>
                </a:cxn>
              </a:cxnLst>
              <a:rect l="l" t="t" r="r" b="b"/>
              <a:pathLst>
                <a:path w="193218" h="11443">
                  <a:moveTo>
                    <a:pt x="0" y="0"/>
                  </a:moveTo>
                  <a:lnTo>
                    <a:pt x="193218" y="0"/>
                  </a:lnTo>
                </a:path>
              </a:pathLst>
            </a:custGeom>
            <a:ln w="45185" cap="flat">
              <a:solidFill>
                <a:schemeClr val="tx2"/>
              </a:solid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3D169D9E-38F2-98E3-E442-BBB9C7D2C2E7}"/>
                </a:ext>
              </a:extLst>
            </p:cNvPr>
            <p:cNvSpPr/>
            <p:nvPr/>
          </p:nvSpPr>
          <p:spPr>
            <a:xfrm>
              <a:off x="13174936" y="4799138"/>
              <a:ext cx="193218" cy="11443"/>
            </a:xfrm>
            <a:custGeom>
              <a:avLst/>
              <a:gdLst>
                <a:gd name="connsiteX0" fmla="*/ 0 w 193218"/>
                <a:gd name="connsiteY0" fmla="*/ 0 h 11443"/>
                <a:gd name="connsiteX1" fmla="*/ 193218 w 193218"/>
                <a:gd name="connsiteY1" fmla="*/ 0 h 11443"/>
              </a:gdLst>
              <a:ahLst/>
              <a:cxnLst>
                <a:cxn ang="0">
                  <a:pos x="connsiteX0" y="connsiteY0"/>
                </a:cxn>
                <a:cxn ang="0">
                  <a:pos x="connsiteX1" y="connsiteY1"/>
                </a:cxn>
              </a:cxnLst>
              <a:rect l="l" t="t" r="r" b="b"/>
              <a:pathLst>
                <a:path w="193218" h="11443">
                  <a:moveTo>
                    <a:pt x="0" y="0"/>
                  </a:moveTo>
                  <a:lnTo>
                    <a:pt x="193218" y="0"/>
                  </a:lnTo>
                </a:path>
              </a:pathLst>
            </a:custGeom>
            <a:ln w="45185" cap="flat">
              <a:solidFill>
                <a:schemeClr val="tx2"/>
              </a:solid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4397F5FF-6DDB-C7B6-A4D9-FBD01A7AC26E}"/>
                </a:ext>
              </a:extLst>
            </p:cNvPr>
            <p:cNvSpPr/>
            <p:nvPr/>
          </p:nvSpPr>
          <p:spPr>
            <a:xfrm>
              <a:off x="13174936" y="4937832"/>
              <a:ext cx="622146" cy="11443"/>
            </a:xfrm>
            <a:custGeom>
              <a:avLst/>
              <a:gdLst>
                <a:gd name="connsiteX0" fmla="*/ 0 w 622146"/>
                <a:gd name="connsiteY0" fmla="*/ 0 h 11443"/>
                <a:gd name="connsiteX1" fmla="*/ 622147 w 622146"/>
                <a:gd name="connsiteY1" fmla="*/ 0 h 11443"/>
              </a:gdLst>
              <a:ahLst/>
              <a:cxnLst>
                <a:cxn ang="0">
                  <a:pos x="connsiteX0" y="connsiteY0"/>
                </a:cxn>
                <a:cxn ang="0">
                  <a:pos x="connsiteX1" y="connsiteY1"/>
                </a:cxn>
              </a:cxnLst>
              <a:rect l="l" t="t" r="r" b="b"/>
              <a:pathLst>
                <a:path w="622146" h="11443">
                  <a:moveTo>
                    <a:pt x="0" y="0"/>
                  </a:moveTo>
                  <a:lnTo>
                    <a:pt x="622147" y="0"/>
                  </a:lnTo>
                </a:path>
              </a:pathLst>
            </a:custGeom>
            <a:ln w="45185" cap="flat">
              <a:solidFill>
                <a:schemeClr val="tx2"/>
              </a:solid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50D26160-3FBA-E2E4-9A6E-E087FB6AE9B2}"/>
                </a:ext>
              </a:extLst>
            </p:cNvPr>
            <p:cNvSpPr/>
            <p:nvPr/>
          </p:nvSpPr>
          <p:spPr>
            <a:xfrm>
              <a:off x="13934409" y="4087701"/>
              <a:ext cx="11453" cy="191448"/>
            </a:xfrm>
            <a:custGeom>
              <a:avLst/>
              <a:gdLst>
                <a:gd name="connsiteX0" fmla="*/ 0 w 11453"/>
                <a:gd name="connsiteY0" fmla="*/ 0 h 191448"/>
                <a:gd name="connsiteX1" fmla="*/ 0 w 11453"/>
                <a:gd name="connsiteY1" fmla="*/ 191448 h 191448"/>
              </a:gdLst>
              <a:ahLst/>
              <a:cxnLst>
                <a:cxn ang="0">
                  <a:pos x="connsiteX0" y="connsiteY0"/>
                </a:cxn>
                <a:cxn ang="0">
                  <a:pos x="connsiteX1" y="connsiteY1"/>
                </a:cxn>
              </a:cxnLst>
              <a:rect l="l" t="t" r="r" b="b"/>
              <a:pathLst>
                <a:path w="11453" h="191448">
                  <a:moveTo>
                    <a:pt x="0" y="0"/>
                  </a:moveTo>
                  <a:lnTo>
                    <a:pt x="0" y="191448"/>
                  </a:lnTo>
                </a:path>
              </a:pathLst>
            </a:custGeom>
            <a:ln w="67720" cap="flat">
              <a:solidFill>
                <a:schemeClr val="tx2"/>
              </a:solidFill>
              <a:prstDash val="solid"/>
              <a:miter/>
            </a:ln>
          </p:spPr>
          <p:txBody>
            <a:bodyPr rtlCol="0" anchor="ctr"/>
            <a:lstStyle/>
            <a:p>
              <a:endParaRPr lang="en-US"/>
            </a:p>
          </p:txBody>
        </p:sp>
      </p:grpSp>
      <p:sp>
        <p:nvSpPr>
          <p:cNvPr id="26" name="Content Placeholder 2">
            <a:extLst>
              <a:ext uri="{FF2B5EF4-FFF2-40B4-BE49-F238E27FC236}">
                <a16:creationId xmlns:a16="http://schemas.microsoft.com/office/drawing/2014/main" id="{2D5926AB-F631-937F-8167-C2CF904EEA36}"/>
              </a:ext>
            </a:extLst>
          </p:cNvPr>
          <p:cNvSpPr txBox="1">
            <a:spLocks/>
          </p:cNvSpPr>
          <p:nvPr/>
        </p:nvSpPr>
        <p:spPr>
          <a:xfrm>
            <a:off x="1397920" y="7323605"/>
            <a:ext cx="6400800" cy="4678204"/>
          </a:xfrm>
          <a:prstGeom prst="rect">
            <a:avLst/>
          </a:prstGeom>
        </p:spPr>
        <p:txBody>
          <a:bodyPr wrap="square" tIns="0">
            <a:sp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20000"/>
              </a:lnSpc>
              <a:spcBef>
                <a:spcPts val="2599"/>
              </a:spcBef>
              <a:buNone/>
            </a:pPr>
            <a:r>
              <a:rPr lang="en-GB" sz="2800">
                <a:solidFill>
                  <a:schemeClr val="tx2"/>
                </a:solidFill>
                <a:latin typeface="TT Norms Pro" panose="02000503030000020003" pitchFamily="50" charset="0"/>
                <a:cs typeface="Calibri"/>
              </a:rPr>
              <a:t>An accurate and up-to-date understanding of an organization's software license entitlements and their corresponding usage rights. A comprehensive record of the licenses owned, the terms and conditions associated with each license, and the rights granted to the organization for deploying and using the software.</a:t>
            </a:r>
            <a:endParaRPr lang="en-AU" sz="3600">
              <a:solidFill>
                <a:schemeClr val="tx2"/>
              </a:solidFill>
              <a:latin typeface="TT Norms Pro" panose="02000503030000020003" pitchFamily="50" charset="0"/>
              <a:cs typeface="Calibri"/>
            </a:endParaRPr>
          </a:p>
        </p:txBody>
      </p:sp>
      <p:sp>
        <p:nvSpPr>
          <p:cNvPr id="47" name="Content Placeholder 2">
            <a:extLst>
              <a:ext uri="{FF2B5EF4-FFF2-40B4-BE49-F238E27FC236}">
                <a16:creationId xmlns:a16="http://schemas.microsoft.com/office/drawing/2014/main" id="{B03C9247-95DC-AD96-7576-908B668F4D3D}"/>
              </a:ext>
            </a:extLst>
          </p:cNvPr>
          <p:cNvSpPr txBox="1">
            <a:spLocks/>
          </p:cNvSpPr>
          <p:nvPr/>
        </p:nvSpPr>
        <p:spPr>
          <a:xfrm>
            <a:off x="9950254" y="8758500"/>
            <a:ext cx="4180098" cy="2822680"/>
          </a:xfrm>
          <a:prstGeom prst="rect">
            <a:avLst/>
          </a:prstGeom>
        </p:spPr>
        <p:txBody>
          <a:bodyPr>
            <a:no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10000"/>
              </a:lnSpc>
              <a:buNone/>
            </a:pPr>
            <a:endParaRPr lang="en-AU" sz="3600">
              <a:solidFill>
                <a:schemeClr val="tx2"/>
              </a:solidFill>
              <a:latin typeface="TT Norms Pro" panose="02000503030000020003" pitchFamily="50" charset="0"/>
              <a:cs typeface="Calibri"/>
            </a:endParaRPr>
          </a:p>
        </p:txBody>
      </p:sp>
      <p:sp>
        <p:nvSpPr>
          <p:cNvPr id="49" name="Content Placeholder 2">
            <a:extLst>
              <a:ext uri="{FF2B5EF4-FFF2-40B4-BE49-F238E27FC236}">
                <a16:creationId xmlns:a16="http://schemas.microsoft.com/office/drawing/2014/main" id="{015437CA-9853-3968-F9D4-7F94305F1FCF}"/>
              </a:ext>
            </a:extLst>
          </p:cNvPr>
          <p:cNvSpPr txBox="1">
            <a:spLocks/>
          </p:cNvSpPr>
          <p:nvPr/>
        </p:nvSpPr>
        <p:spPr>
          <a:xfrm>
            <a:off x="16917171" y="7323605"/>
            <a:ext cx="6400800" cy="3301704"/>
          </a:xfrm>
          <a:prstGeom prst="rect">
            <a:avLst/>
          </a:prstGeom>
        </p:spPr>
        <p:txBody>
          <a:bodyPr>
            <a:no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10000"/>
              </a:lnSpc>
              <a:buNone/>
            </a:pPr>
            <a:r>
              <a:rPr lang="en-GB" sz="2800">
                <a:solidFill>
                  <a:schemeClr val="tx2"/>
                </a:solidFill>
                <a:latin typeface="TT Norms Pro" panose="02000503030000020003" pitchFamily="50" charset="0"/>
                <a:cs typeface="Calibri"/>
              </a:rPr>
              <a:t>Gleans findings from the ELP to outline license compliance risks &amp; </a:t>
            </a:r>
            <a:r>
              <a:rPr lang="en-US" sz="2800">
                <a:solidFill>
                  <a:schemeClr val="tx2"/>
                </a:solidFill>
                <a:latin typeface="TT Norms Pro" panose="02000503030000020003" pitchFamily="50" charset="0"/>
                <a:cs typeface="Calibri"/>
              </a:rPr>
              <a:t>areas of opportunities for optimization to reduce license consumption and g</a:t>
            </a:r>
            <a:r>
              <a:rPr lang="en-GB" sz="2800">
                <a:solidFill>
                  <a:schemeClr val="tx2"/>
                </a:solidFill>
                <a:latin typeface="TT Norms Pro" panose="02000503030000020003" pitchFamily="50" charset="0"/>
                <a:cs typeface="Calibri"/>
              </a:rPr>
              <a:t>ain better value from software contracts through improved license deployment and allocation.</a:t>
            </a:r>
          </a:p>
          <a:p>
            <a:pPr marL="0" indent="0">
              <a:lnSpc>
                <a:spcPct val="110000"/>
              </a:lnSpc>
              <a:buNone/>
            </a:pPr>
            <a:r>
              <a:rPr lang="en-GB" sz="2800">
                <a:solidFill>
                  <a:schemeClr val="tx2"/>
                </a:solidFill>
                <a:latin typeface="TT Norms Pro" panose="02000503030000020003" pitchFamily="50" charset="0"/>
                <a:cs typeface="Calibri"/>
              </a:rPr>
              <a:t>		</a:t>
            </a:r>
          </a:p>
          <a:p>
            <a:pPr marL="0" indent="0">
              <a:lnSpc>
                <a:spcPct val="110000"/>
              </a:lnSpc>
              <a:buNone/>
            </a:pPr>
            <a:endParaRPr lang="en-AU" sz="3600">
              <a:solidFill>
                <a:schemeClr val="tx2"/>
              </a:solidFill>
              <a:latin typeface="TT Norms Pro" panose="02000503030000020003" pitchFamily="50" charset="0"/>
              <a:cs typeface="Calibri"/>
            </a:endParaRPr>
          </a:p>
        </p:txBody>
      </p:sp>
      <p:grpSp>
        <p:nvGrpSpPr>
          <p:cNvPr id="4" name="Group 3">
            <a:extLst>
              <a:ext uri="{FF2B5EF4-FFF2-40B4-BE49-F238E27FC236}">
                <a16:creationId xmlns:a16="http://schemas.microsoft.com/office/drawing/2014/main" id="{D1E1EC87-FF49-C036-6368-96C30CD06D3C}"/>
              </a:ext>
            </a:extLst>
          </p:cNvPr>
          <p:cNvGrpSpPr/>
          <p:nvPr/>
        </p:nvGrpSpPr>
        <p:grpSpPr>
          <a:xfrm>
            <a:off x="9252795" y="3696666"/>
            <a:ext cx="1765866" cy="1384901"/>
            <a:chOff x="2707478" y="3779535"/>
            <a:chExt cx="1727042" cy="1354455"/>
          </a:xfrm>
        </p:grpSpPr>
        <p:sp>
          <p:nvSpPr>
            <p:cNvPr id="5" name="Freeform 30">
              <a:extLst>
                <a:ext uri="{FF2B5EF4-FFF2-40B4-BE49-F238E27FC236}">
                  <a16:creationId xmlns:a16="http://schemas.microsoft.com/office/drawing/2014/main" id="{7E5DF00A-A9D0-4BCE-EE94-767A5DD5CEC9}"/>
                </a:ext>
              </a:extLst>
            </p:cNvPr>
            <p:cNvSpPr/>
            <p:nvPr/>
          </p:nvSpPr>
          <p:spPr>
            <a:xfrm>
              <a:off x="3126528" y="4344361"/>
              <a:ext cx="386164" cy="510560"/>
            </a:xfrm>
            <a:custGeom>
              <a:avLst/>
              <a:gdLst>
                <a:gd name="connsiteX0" fmla="*/ 0 w 773306"/>
                <a:gd name="connsiteY0" fmla="*/ 0 h 1022413"/>
                <a:gd name="connsiteX1" fmla="*/ 758746 w 773306"/>
                <a:gd name="connsiteY1" fmla="*/ 0 h 1022413"/>
                <a:gd name="connsiteX2" fmla="*/ 758746 w 773306"/>
                <a:gd name="connsiteY2" fmla="*/ 204502 h 1022413"/>
                <a:gd name="connsiteX3" fmla="*/ 218878 w 773306"/>
                <a:gd name="connsiteY3" fmla="*/ 204502 h 1022413"/>
                <a:gd name="connsiteX4" fmla="*/ 218878 w 773306"/>
                <a:gd name="connsiteY4" fmla="*/ 401669 h 1022413"/>
                <a:gd name="connsiteX5" fmla="*/ 641979 w 773306"/>
                <a:gd name="connsiteY5" fmla="*/ 401669 h 1022413"/>
                <a:gd name="connsiteX6" fmla="*/ 641979 w 773306"/>
                <a:gd name="connsiteY6" fmla="*/ 598837 h 1022413"/>
                <a:gd name="connsiteX7" fmla="*/ 218878 w 773306"/>
                <a:gd name="connsiteY7" fmla="*/ 598837 h 1022413"/>
                <a:gd name="connsiteX8" fmla="*/ 218878 w 773306"/>
                <a:gd name="connsiteY8" fmla="*/ 817912 h 1022413"/>
                <a:gd name="connsiteX9" fmla="*/ 773306 w 773306"/>
                <a:gd name="connsiteY9" fmla="*/ 817912 h 1022413"/>
                <a:gd name="connsiteX10" fmla="*/ 773306 w 773306"/>
                <a:gd name="connsiteY10" fmla="*/ 1022413 h 1022413"/>
                <a:gd name="connsiteX11" fmla="*/ 0 w 773306"/>
                <a:gd name="connsiteY11" fmla="*/ 1022413 h 102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3306" h="1022413">
                  <a:moveTo>
                    <a:pt x="0" y="0"/>
                  </a:moveTo>
                  <a:lnTo>
                    <a:pt x="758746" y="0"/>
                  </a:lnTo>
                  <a:lnTo>
                    <a:pt x="758746" y="204502"/>
                  </a:lnTo>
                  <a:lnTo>
                    <a:pt x="218878" y="204502"/>
                  </a:lnTo>
                  <a:lnTo>
                    <a:pt x="218878" y="401669"/>
                  </a:lnTo>
                  <a:lnTo>
                    <a:pt x="641979" y="401669"/>
                  </a:lnTo>
                  <a:lnTo>
                    <a:pt x="641979" y="598837"/>
                  </a:lnTo>
                  <a:lnTo>
                    <a:pt x="218878" y="598837"/>
                  </a:lnTo>
                  <a:lnTo>
                    <a:pt x="218878" y="817912"/>
                  </a:lnTo>
                  <a:lnTo>
                    <a:pt x="773306" y="817912"/>
                  </a:lnTo>
                  <a:lnTo>
                    <a:pt x="773306" y="1022413"/>
                  </a:lnTo>
                  <a:lnTo>
                    <a:pt x="0" y="1022413"/>
                  </a:lnTo>
                  <a:close/>
                </a:path>
              </a:pathLst>
            </a:custGeom>
            <a:solidFill>
              <a:schemeClr val="tx2"/>
            </a:solidFill>
            <a:ln w="9499" cap="flat">
              <a:noFill/>
              <a:prstDash val="solid"/>
              <a:miter/>
            </a:ln>
          </p:spPr>
          <p:txBody>
            <a:bodyPr rtlCol="0" anchor="ctr"/>
            <a:lstStyle/>
            <a:p>
              <a:endParaRPr lang="en-US"/>
            </a:p>
          </p:txBody>
        </p:sp>
        <p:sp>
          <p:nvSpPr>
            <p:cNvPr id="46" name="Freeform 31">
              <a:extLst>
                <a:ext uri="{FF2B5EF4-FFF2-40B4-BE49-F238E27FC236}">
                  <a16:creationId xmlns:a16="http://schemas.microsoft.com/office/drawing/2014/main" id="{61ACA0D4-C756-59AF-8F43-A805F642FF1B}"/>
                </a:ext>
              </a:extLst>
            </p:cNvPr>
            <p:cNvSpPr/>
            <p:nvPr/>
          </p:nvSpPr>
          <p:spPr>
            <a:xfrm>
              <a:off x="3611109" y="4344361"/>
              <a:ext cx="346103" cy="510560"/>
            </a:xfrm>
            <a:custGeom>
              <a:avLst/>
              <a:gdLst>
                <a:gd name="connsiteX0" fmla="*/ 0 w 693082"/>
                <a:gd name="connsiteY0" fmla="*/ 0 h 1022413"/>
                <a:gd name="connsiteX1" fmla="*/ 218878 w 693082"/>
                <a:gd name="connsiteY1" fmla="*/ 0 h 1022413"/>
                <a:gd name="connsiteX2" fmla="*/ 218878 w 693082"/>
                <a:gd name="connsiteY2" fmla="*/ 817912 h 1022413"/>
                <a:gd name="connsiteX3" fmla="*/ 693083 w 693082"/>
                <a:gd name="connsiteY3" fmla="*/ 817912 h 1022413"/>
                <a:gd name="connsiteX4" fmla="*/ 693083 w 693082"/>
                <a:gd name="connsiteY4" fmla="*/ 1022413 h 1022413"/>
                <a:gd name="connsiteX5" fmla="*/ 0 w 693082"/>
                <a:gd name="connsiteY5" fmla="*/ 1022413 h 102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3082" h="1022413">
                  <a:moveTo>
                    <a:pt x="0" y="0"/>
                  </a:moveTo>
                  <a:lnTo>
                    <a:pt x="218878" y="0"/>
                  </a:lnTo>
                  <a:lnTo>
                    <a:pt x="218878" y="817912"/>
                  </a:lnTo>
                  <a:lnTo>
                    <a:pt x="693083" y="817912"/>
                  </a:lnTo>
                  <a:lnTo>
                    <a:pt x="693083" y="1022413"/>
                  </a:lnTo>
                  <a:lnTo>
                    <a:pt x="0" y="1022413"/>
                  </a:lnTo>
                  <a:close/>
                </a:path>
              </a:pathLst>
            </a:custGeom>
            <a:solidFill>
              <a:schemeClr val="tx2"/>
            </a:solidFill>
            <a:ln w="9499" cap="flat">
              <a:noFill/>
              <a:prstDash val="solid"/>
              <a:miter/>
            </a:ln>
          </p:spPr>
          <p:txBody>
            <a:bodyPr rtlCol="0" anchor="ctr"/>
            <a:lstStyle/>
            <a:p>
              <a:endParaRPr lang="en-US"/>
            </a:p>
          </p:txBody>
        </p:sp>
        <p:sp>
          <p:nvSpPr>
            <p:cNvPr id="50" name="Freeform 32">
              <a:extLst>
                <a:ext uri="{FF2B5EF4-FFF2-40B4-BE49-F238E27FC236}">
                  <a16:creationId xmlns:a16="http://schemas.microsoft.com/office/drawing/2014/main" id="{16458072-92BF-06A4-6614-598E99BD0DA4}"/>
                </a:ext>
              </a:extLst>
            </p:cNvPr>
            <p:cNvSpPr/>
            <p:nvPr/>
          </p:nvSpPr>
          <p:spPr>
            <a:xfrm>
              <a:off x="4037382" y="4344361"/>
              <a:ext cx="397141" cy="510226"/>
            </a:xfrm>
            <a:custGeom>
              <a:avLst/>
              <a:gdLst>
                <a:gd name="connsiteX0" fmla="*/ 0 w 795289"/>
                <a:gd name="connsiteY0" fmla="*/ 0 h 1021746"/>
                <a:gd name="connsiteX1" fmla="*/ 430429 w 795289"/>
                <a:gd name="connsiteY1" fmla="*/ 0 h 1021746"/>
                <a:gd name="connsiteX2" fmla="*/ 795289 w 795289"/>
                <a:gd name="connsiteY2" fmla="*/ 342900 h 1021746"/>
                <a:gd name="connsiteX3" fmla="*/ 430429 w 795289"/>
                <a:gd name="connsiteY3" fmla="*/ 685800 h 1021746"/>
                <a:gd name="connsiteX4" fmla="*/ 218878 w 795289"/>
                <a:gd name="connsiteY4" fmla="*/ 685800 h 1021746"/>
                <a:gd name="connsiteX5" fmla="*/ 218878 w 795289"/>
                <a:gd name="connsiteY5" fmla="*/ 1021747 h 1021746"/>
                <a:gd name="connsiteX6" fmla="*/ 0 w 795289"/>
                <a:gd name="connsiteY6" fmla="*/ 1021747 h 1021746"/>
                <a:gd name="connsiteX7" fmla="*/ 423196 w 795289"/>
                <a:gd name="connsiteY7" fmla="*/ 481965 h 1021746"/>
                <a:gd name="connsiteX8" fmla="*/ 569083 w 795289"/>
                <a:gd name="connsiteY8" fmla="*/ 343281 h 1021746"/>
                <a:gd name="connsiteX9" fmla="*/ 423196 w 795289"/>
                <a:gd name="connsiteY9" fmla="*/ 204502 h 1021746"/>
                <a:gd name="connsiteX10" fmla="*/ 218878 w 795289"/>
                <a:gd name="connsiteY10" fmla="*/ 204502 h 1021746"/>
                <a:gd name="connsiteX11" fmla="*/ 218878 w 795289"/>
                <a:gd name="connsiteY11" fmla="*/ 481965 h 1021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5289" h="1021746">
                  <a:moveTo>
                    <a:pt x="0" y="0"/>
                  </a:moveTo>
                  <a:lnTo>
                    <a:pt x="430429" y="0"/>
                  </a:lnTo>
                  <a:cubicBezTo>
                    <a:pt x="649307" y="0"/>
                    <a:pt x="795289" y="146113"/>
                    <a:pt x="795289" y="342900"/>
                  </a:cubicBezTo>
                  <a:cubicBezTo>
                    <a:pt x="795289" y="539687"/>
                    <a:pt x="649307" y="685800"/>
                    <a:pt x="430429" y="685800"/>
                  </a:cubicBezTo>
                  <a:lnTo>
                    <a:pt x="218878" y="685800"/>
                  </a:lnTo>
                  <a:lnTo>
                    <a:pt x="218878" y="1021747"/>
                  </a:lnTo>
                  <a:lnTo>
                    <a:pt x="0" y="1021747"/>
                  </a:lnTo>
                  <a:close/>
                  <a:moveTo>
                    <a:pt x="423196" y="481965"/>
                  </a:moveTo>
                  <a:cubicBezTo>
                    <a:pt x="510747" y="481965"/>
                    <a:pt x="569083" y="423577"/>
                    <a:pt x="569083" y="343281"/>
                  </a:cubicBezTo>
                  <a:cubicBezTo>
                    <a:pt x="569083" y="262985"/>
                    <a:pt x="510747" y="204502"/>
                    <a:pt x="423196" y="204502"/>
                  </a:cubicBezTo>
                  <a:lnTo>
                    <a:pt x="218878" y="204502"/>
                  </a:lnTo>
                  <a:lnTo>
                    <a:pt x="218878" y="481965"/>
                  </a:lnTo>
                  <a:close/>
                </a:path>
              </a:pathLst>
            </a:custGeom>
            <a:solidFill>
              <a:schemeClr val="tx2"/>
            </a:solidFill>
            <a:ln w="9499" cap="flat">
              <a:noFill/>
              <a:prstDash val="solid"/>
              <a:miter/>
            </a:ln>
          </p:spPr>
          <p:txBody>
            <a:bodyPr rtlCol="0" anchor="ctr"/>
            <a:lstStyle/>
            <a:p>
              <a:endParaRPr lang="en-US"/>
            </a:p>
          </p:txBody>
        </p:sp>
        <p:sp>
          <p:nvSpPr>
            <p:cNvPr id="51" name="Freeform 33">
              <a:extLst>
                <a:ext uri="{FF2B5EF4-FFF2-40B4-BE49-F238E27FC236}">
                  <a16:creationId xmlns:a16="http://schemas.microsoft.com/office/drawing/2014/main" id="{A897CE4A-CACC-DAE0-0AFB-66E9E02D2053}"/>
                </a:ext>
              </a:extLst>
            </p:cNvPr>
            <p:cNvSpPr/>
            <p:nvPr/>
          </p:nvSpPr>
          <p:spPr>
            <a:xfrm>
              <a:off x="2707479" y="3779530"/>
              <a:ext cx="938322" cy="1354453"/>
            </a:xfrm>
            <a:custGeom>
              <a:avLst/>
              <a:gdLst>
                <a:gd name="connsiteX0" fmla="*/ 1879022 w 1879021"/>
                <a:gd name="connsiteY0" fmla="*/ 2289715 h 2712339"/>
                <a:gd name="connsiteX1" fmla="*/ 1879022 w 1879021"/>
                <a:gd name="connsiteY1" fmla="*/ 2712339 h 2712339"/>
                <a:gd name="connsiteX2" fmla="*/ 0 w 1879021"/>
                <a:gd name="connsiteY2" fmla="*/ 2712339 h 2712339"/>
                <a:gd name="connsiteX3" fmla="*/ 0 w 1879021"/>
                <a:gd name="connsiteY3" fmla="*/ 0 h 2712339"/>
                <a:gd name="connsiteX4" fmla="*/ 1301374 w 1879021"/>
                <a:gd name="connsiteY4" fmla="*/ 0 h 2712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9021" h="2712339">
                  <a:moveTo>
                    <a:pt x="1879022" y="2289715"/>
                  </a:moveTo>
                  <a:lnTo>
                    <a:pt x="1879022" y="2712339"/>
                  </a:lnTo>
                  <a:lnTo>
                    <a:pt x="0" y="2712339"/>
                  </a:lnTo>
                  <a:lnTo>
                    <a:pt x="0" y="0"/>
                  </a:lnTo>
                  <a:lnTo>
                    <a:pt x="1301374" y="0"/>
                  </a:lnTo>
                </a:path>
              </a:pathLst>
            </a:custGeom>
            <a:noFill/>
            <a:ln w="76200" cap="flat">
              <a:solidFill>
                <a:schemeClr val="tx2"/>
              </a:solidFill>
              <a:prstDash val="solid"/>
              <a:round/>
            </a:ln>
          </p:spPr>
          <p:txBody>
            <a:bodyPr rtlCol="0" anchor="ctr"/>
            <a:lstStyle/>
            <a:p>
              <a:endParaRPr lang="en-US"/>
            </a:p>
          </p:txBody>
        </p:sp>
        <p:sp>
          <p:nvSpPr>
            <p:cNvPr id="52" name="Freeform 34">
              <a:extLst>
                <a:ext uri="{FF2B5EF4-FFF2-40B4-BE49-F238E27FC236}">
                  <a16:creationId xmlns:a16="http://schemas.microsoft.com/office/drawing/2014/main" id="{8F6FFF18-2D4F-4ED1-1430-878ADE15BA60}"/>
                </a:ext>
              </a:extLst>
            </p:cNvPr>
            <p:cNvSpPr/>
            <p:nvPr/>
          </p:nvSpPr>
          <p:spPr>
            <a:xfrm>
              <a:off x="3357342" y="3779530"/>
              <a:ext cx="288791" cy="289050"/>
            </a:xfrm>
            <a:custGeom>
              <a:avLst/>
              <a:gdLst>
                <a:gd name="connsiteX0" fmla="*/ 578314 w 578314"/>
                <a:gd name="connsiteY0" fmla="*/ 578834 h 578834"/>
                <a:gd name="connsiteX1" fmla="*/ 0 w 578314"/>
                <a:gd name="connsiteY1" fmla="*/ 578834 h 578834"/>
                <a:gd name="connsiteX2" fmla="*/ 0 w 578314"/>
                <a:gd name="connsiteY2" fmla="*/ 0 h 578834"/>
                <a:gd name="connsiteX3" fmla="*/ 578314 w 578314"/>
                <a:gd name="connsiteY3" fmla="*/ 578834 h 578834"/>
              </a:gdLst>
              <a:ahLst/>
              <a:cxnLst>
                <a:cxn ang="0">
                  <a:pos x="connsiteX0" y="connsiteY0"/>
                </a:cxn>
                <a:cxn ang="0">
                  <a:pos x="connsiteX1" y="connsiteY1"/>
                </a:cxn>
                <a:cxn ang="0">
                  <a:pos x="connsiteX2" y="connsiteY2"/>
                </a:cxn>
                <a:cxn ang="0">
                  <a:pos x="connsiteX3" y="connsiteY3"/>
                </a:cxn>
              </a:cxnLst>
              <a:rect l="l" t="t" r="r" b="b"/>
              <a:pathLst>
                <a:path w="578314" h="578834">
                  <a:moveTo>
                    <a:pt x="578314" y="578834"/>
                  </a:moveTo>
                  <a:lnTo>
                    <a:pt x="0" y="578834"/>
                  </a:lnTo>
                  <a:lnTo>
                    <a:pt x="0" y="0"/>
                  </a:lnTo>
                  <a:lnTo>
                    <a:pt x="578314" y="578834"/>
                  </a:lnTo>
                  <a:close/>
                </a:path>
              </a:pathLst>
            </a:custGeom>
            <a:solidFill>
              <a:srgbClr val="0789AA"/>
            </a:solidFill>
            <a:ln w="76200" cap="flat">
              <a:solidFill>
                <a:schemeClr val="tx2"/>
              </a:solidFill>
              <a:prstDash val="solid"/>
              <a:round/>
            </a:ln>
          </p:spPr>
          <p:txBody>
            <a:bodyPr rtlCol="0" anchor="ctr"/>
            <a:lstStyle/>
            <a:p>
              <a:endParaRPr lang="en-US"/>
            </a:p>
          </p:txBody>
        </p:sp>
        <p:sp>
          <p:nvSpPr>
            <p:cNvPr id="53" name="Freeform 35">
              <a:extLst>
                <a:ext uri="{FF2B5EF4-FFF2-40B4-BE49-F238E27FC236}">
                  <a16:creationId xmlns:a16="http://schemas.microsoft.com/office/drawing/2014/main" id="{35252C2A-513B-D7AB-AA37-E8ACD1B894E7}"/>
                </a:ext>
              </a:extLst>
            </p:cNvPr>
            <p:cNvSpPr/>
            <p:nvPr/>
          </p:nvSpPr>
          <p:spPr>
            <a:xfrm>
              <a:off x="2847289" y="4087607"/>
              <a:ext cx="384547" cy="4757"/>
            </a:xfrm>
            <a:custGeom>
              <a:avLst/>
              <a:gdLst>
                <a:gd name="connsiteX0" fmla="*/ 0 w 770070"/>
                <a:gd name="connsiteY0" fmla="*/ 0 h 9525"/>
                <a:gd name="connsiteX1" fmla="*/ 770070 w 770070"/>
                <a:gd name="connsiteY1" fmla="*/ 0 h 9525"/>
              </a:gdLst>
              <a:ahLst/>
              <a:cxnLst>
                <a:cxn ang="0">
                  <a:pos x="connsiteX0" y="connsiteY0"/>
                </a:cxn>
                <a:cxn ang="0">
                  <a:pos x="connsiteX1" y="connsiteY1"/>
                </a:cxn>
              </a:cxnLst>
              <a:rect l="l" t="t" r="r" b="b"/>
              <a:pathLst>
                <a:path w="770070" h="9525">
                  <a:moveTo>
                    <a:pt x="0" y="0"/>
                  </a:moveTo>
                  <a:lnTo>
                    <a:pt x="770070" y="0"/>
                  </a:lnTo>
                </a:path>
              </a:pathLst>
            </a:custGeom>
            <a:ln w="50800" cap="flat">
              <a:solidFill>
                <a:schemeClr val="tx2"/>
              </a:solidFill>
              <a:prstDash val="solid"/>
              <a:miter/>
            </a:ln>
          </p:spPr>
          <p:txBody>
            <a:bodyPr rtlCol="0" anchor="ctr"/>
            <a:lstStyle/>
            <a:p>
              <a:endParaRPr lang="en-US"/>
            </a:p>
          </p:txBody>
        </p:sp>
        <p:sp>
          <p:nvSpPr>
            <p:cNvPr id="54" name="Freeform 36">
              <a:extLst>
                <a:ext uri="{FF2B5EF4-FFF2-40B4-BE49-F238E27FC236}">
                  <a16:creationId xmlns:a16="http://schemas.microsoft.com/office/drawing/2014/main" id="{2E98B03C-A84E-A45A-8A6F-FEE0EE1F5520}"/>
                </a:ext>
              </a:extLst>
            </p:cNvPr>
            <p:cNvSpPr/>
            <p:nvPr/>
          </p:nvSpPr>
          <p:spPr>
            <a:xfrm>
              <a:off x="2847289" y="4233725"/>
              <a:ext cx="654425" cy="4757"/>
            </a:xfrm>
            <a:custGeom>
              <a:avLst/>
              <a:gdLst>
                <a:gd name="connsiteX0" fmla="*/ 0 w 1310509"/>
                <a:gd name="connsiteY0" fmla="*/ 0 h 9525"/>
                <a:gd name="connsiteX1" fmla="*/ 1310509 w 1310509"/>
                <a:gd name="connsiteY1" fmla="*/ 0 h 9525"/>
              </a:gdLst>
              <a:ahLst/>
              <a:cxnLst>
                <a:cxn ang="0">
                  <a:pos x="connsiteX0" y="connsiteY0"/>
                </a:cxn>
                <a:cxn ang="0">
                  <a:pos x="connsiteX1" y="connsiteY1"/>
                </a:cxn>
              </a:cxnLst>
              <a:rect l="l" t="t" r="r" b="b"/>
              <a:pathLst>
                <a:path w="1310509" h="9525">
                  <a:moveTo>
                    <a:pt x="0" y="0"/>
                  </a:moveTo>
                  <a:lnTo>
                    <a:pt x="1310509" y="0"/>
                  </a:lnTo>
                </a:path>
              </a:pathLst>
            </a:custGeom>
            <a:ln w="50800" cap="flat">
              <a:solidFill>
                <a:schemeClr val="tx2"/>
              </a:solidFill>
              <a:prstDash val="solid"/>
              <a:miter/>
            </a:ln>
          </p:spPr>
          <p:txBody>
            <a:bodyPr rtlCol="0" anchor="ctr"/>
            <a:lstStyle/>
            <a:p>
              <a:endParaRPr lang="en-US"/>
            </a:p>
          </p:txBody>
        </p:sp>
        <p:sp>
          <p:nvSpPr>
            <p:cNvPr id="55" name="Freeform 37">
              <a:extLst>
                <a:ext uri="{FF2B5EF4-FFF2-40B4-BE49-F238E27FC236}">
                  <a16:creationId xmlns:a16="http://schemas.microsoft.com/office/drawing/2014/main" id="{541A95CB-AD1D-3C51-4BAC-80AAF6A134CC}"/>
                </a:ext>
              </a:extLst>
            </p:cNvPr>
            <p:cNvSpPr/>
            <p:nvPr/>
          </p:nvSpPr>
          <p:spPr>
            <a:xfrm>
              <a:off x="2847289" y="3941488"/>
              <a:ext cx="384547" cy="4757"/>
            </a:xfrm>
            <a:custGeom>
              <a:avLst/>
              <a:gdLst>
                <a:gd name="connsiteX0" fmla="*/ 0 w 770070"/>
                <a:gd name="connsiteY0" fmla="*/ 0 h 9525"/>
                <a:gd name="connsiteX1" fmla="*/ 770070 w 770070"/>
                <a:gd name="connsiteY1" fmla="*/ 0 h 9525"/>
              </a:gdLst>
              <a:ahLst/>
              <a:cxnLst>
                <a:cxn ang="0">
                  <a:pos x="connsiteX0" y="connsiteY0"/>
                </a:cxn>
                <a:cxn ang="0">
                  <a:pos x="connsiteX1" y="connsiteY1"/>
                </a:cxn>
              </a:cxnLst>
              <a:rect l="l" t="t" r="r" b="b"/>
              <a:pathLst>
                <a:path w="770070" h="9525">
                  <a:moveTo>
                    <a:pt x="0" y="0"/>
                  </a:moveTo>
                  <a:lnTo>
                    <a:pt x="770070" y="0"/>
                  </a:lnTo>
                </a:path>
              </a:pathLst>
            </a:custGeom>
            <a:ln w="50800" cap="flat">
              <a:solidFill>
                <a:schemeClr val="tx2"/>
              </a:solidFill>
              <a:prstDash val="solid"/>
              <a:miter/>
            </a:ln>
          </p:spPr>
          <p:txBody>
            <a:bodyPr rtlCol="0" anchor="ctr"/>
            <a:lstStyle/>
            <a:p>
              <a:endParaRPr lang="en-US"/>
            </a:p>
          </p:txBody>
        </p:sp>
        <p:sp>
          <p:nvSpPr>
            <p:cNvPr id="56" name="Freeform 38">
              <a:extLst>
                <a:ext uri="{FF2B5EF4-FFF2-40B4-BE49-F238E27FC236}">
                  <a16:creationId xmlns:a16="http://schemas.microsoft.com/office/drawing/2014/main" id="{C0AB1084-CBDF-4C6A-EF10-134EFEB46945}"/>
                </a:ext>
              </a:extLst>
            </p:cNvPr>
            <p:cNvSpPr/>
            <p:nvPr/>
          </p:nvSpPr>
          <p:spPr>
            <a:xfrm>
              <a:off x="2847384" y="4379797"/>
              <a:ext cx="203204" cy="4757"/>
            </a:xfrm>
            <a:custGeom>
              <a:avLst/>
              <a:gdLst>
                <a:gd name="connsiteX0" fmla="*/ 0 w 406923"/>
                <a:gd name="connsiteY0" fmla="*/ 0 h 9525"/>
                <a:gd name="connsiteX1" fmla="*/ 406923 w 406923"/>
                <a:gd name="connsiteY1" fmla="*/ 0 h 9525"/>
              </a:gdLst>
              <a:ahLst/>
              <a:cxnLst>
                <a:cxn ang="0">
                  <a:pos x="connsiteX0" y="connsiteY0"/>
                </a:cxn>
                <a:cxn ang="0">
                  <a:pos x="connsiteX1" y="connsiteY1"/>
                </a:cxn>
              </a:cxnLst>
              <a:rect l="l" t="t" r="r" b="b"/>
              <a:pathLst>
                <a:path w="406923" h="9525">
                  <a:moveTo>
                    <a:pt x="0" y="0"/>
                  </a:moveTo>
                  <a:lnTo>
                    <a:pt x="406923" y="0"/>
                  </a:lnTo>
                </a:path>
              </a:pathLst>
            </a:custGeom>
            <a:ln w="50800" cap="flat">
              <a:solidFill>
                <a:schemeClr val="tx2"/>
              </a:solidFill>
              <a:prstDash val="solid"/>
              <a:miter/>
            </a:ln>
          </p:spPr>
          <p:txBody>
            <a:bodyPr rtlCol="0" anchor="ctr"/>
            <a:lstStyle/>
            <a:p>
              <a:endParaRPr lang="en-US"/>
            </a:p>
          </p:txBody>
        </p:sp>
        <p:sp>
          <p:nvSpPr>
            <p:cNvPr id="57" name="Freeform 39">
              <a:extLst>
                <a:ext uri="{FF2B5EF4-FFF2-40B4-BE49-F238E27FC236}">
                  <a16:creationId xmlns:a16="http://schemas.microsoft.com/office/drawing/2014/main" id="{6687296D-2143-F349-3926-DD7A6636F193}"/>
                </a:ext>
              </a:extLst>
            </p:cNvPr>
            <p:cNvSpPr/>
            <p:nvPr/>
          </p:nvSpPr>
          <p:spPr>
            <a:xfrm>
              <a:off x="2847384" y="4525916"/>
              <a:ext cx="203204" cy="4757"/>
            </a:xfrm>
            <a:custGeom>
              <a:avLst/>
              <a:gdLst>
                <a:gd name="connsiteX0" fmla="*/ 0 w 406923"/>
                <a:gd name="connsiteY0" fmla="*/ 0 h 9525"/>
                <a:gd name="connsiteX1" fmla="*/ 406923 w 406923"/>
                <a:gd name="connsiteY1" fmla="*/ 0 h 9525"/>
              </a:gdLst>
              <a:ahLst/>
              <a:cxnLst>
                <a:cxn ang="0">
                  <a:pos x="connsiteX0" y="connsiteY0"/>
                </a:cxn>
                <a:cxn ang="0">
                  <a:pos x="connsiteX1" y="connsiteY1"/>
                </a:cxn>
              </a:cxnLst>
              <a:rect l="l" t="t" r="r" b="b"/>
              <a:pathLst>
                <a:path w="406923" h="9525">
                  <a:moveTo>
                    <a:pt x="0" y="0"/>
                  </a:moveTo>
                  <a:lnTo>
                    <a:pt x="406923" y="0"/>
                  </a:lnTo>
                </a:path>
              </a:pathLst>
            </a:custGeom>
            <a:ln w="50800" cap="flat">
              <a:solidFill>
                <a:schemeClr val="tx2"/>
              </a:solidFill>
              <a:prstDash val="solid"/>
              <a:miter/>
            </a:ln>
          </p:spPr>
          <p:txBody>
            <a:bodyPr rtlCol="0" anchor="ctr"/>
            <a:lstStyle/>
            <a:p>
              <a:endParaRPr lang="en-US"/>
            </a:p>
          </p:txBody>
        </p:sp>
        <p:sp>
          <p:nvSpPr>
            <p:cNvPr id="58" name="Freeform 40">
              <a:extLst>
                <a:ext uri="{FF2B5EF4-FFF2-40B4-BE49-F238E27FC236}">
                  <a16:creationId xmlns:a16="http://schemas.microsoft.com/office/drawing/2014/main" id="{889065E1-5B00-2191-5B7B-5C967386ABE0}"/>
                </a:ext>
              </a:extLst>
            </p:cNvPr>
            <p:cNvSpPr/>
            <p:nvPr/>
          </p:nvSpPr>
          <p:spPr>
            <a:xfrm>
              <a:off x="2847384" y="4672034"/>
              <a:ext cx="203204" cy="4757"/>
            </a:xfrm>
            <a:custGeom>
              <a:avLst/>
              <a:gdLst>
                <a:gd name="connsiteX0" fmla="*/ 0 w 406923"/>
                <a:gd name="connsiteY0" fmla="*/ 0 h 9525"/>
                <a:gd name="connsiteX1" fmla="*/ 406923 w 406923"/>
                <a:gd name="connsiteY1" fmla="*/ 0 h 9525"/>
              </a:gdLst>
              <a:ahLst/>
              <a:cxnLst>
                <a:cxn ang="0">
                  <a:pos x="connsiteX0" y="connsiteY0"/>
                </a:cxn>
                <a:cxn ang="0">
                  <a:pos x="connsiteX1" y="connsiteY1"/>
                </a:cxn>
              </a:cxnLst>
              <a:rect l="l" t="t" r="r" b="b"/>
              <a:pathLst>
                <a:path w="406923" h="9525">
                  <a:moveTo>
                    <a:pt x="0" y="0"/>
                  </a:moveTo>
                  <a:lnTo>
                    <a:pt x="406923" y="0"/>
                  </a:lnTo>
                </a:path>
              </a:pathLst>
            </a:custGeom>
            <a:ln w="50800" cap="flat">
              <a:solidFill>
                <a:schemeClr val="tx2"/>
              </a:solidFill>
              <a:prstDash val="solid"/>
              <a:miter/>
            </a:ln>
          </p:spPr>
          <p:txBody>
            <a:bodyPr rtlCol="0" anchor="ctr"/>
            <a:lstStyle/>
            <a:p>
              <a:endParaRPr lang="en-US"/>
            </a:p>
          </p:txBody>
        </p:sp>
        <p:sp>
          <p:nvSpPr>
            <p:cNvPr id="59" name="Freeform 41">
              <a:extLst>
                <a:ext uri="{FF2B5EF4-FFF2-40B4-BE49-F238E27FC236}">
                  <a16:creationId xmlns:a16="http://schemas.microsoft.com/office/drawing/2014/main" id="{F04996DF-CAF0-5534-49F8-7313294D8112}"/>
                </a:ext>
              </a:extLst>
            </p:cNvPr>
            <p:cNvSpPr/>
            <p:nvPr/>
          </p:nvSpPr>
          <p:spPr>
            <a:xfrm>
              <a:off x="2847384" y="4818106"/>
              <a:ext cx="203204" cy="4757"/>
            </a:xfrm>
            <a:custGeom>
              <a:avLst/>
              <a:gdLst>
                <a:gd name="connsiteX0" fmla="*/ 0 w 406923"/>
                <a:gd name="connsiteY0" fmla="*/ 0 h 9525"/>
                <a:gd name="connsiteX1" fmla="*/ 406923 w 406923"/>
                <a:gd name="connsiteY1" fmla="*/ 0 h 9525"/>
              </a:gdLst>
              <a:ahLst/>
              <a:cxnLst>
                <a:cxn ang="0">
                  <a:pos x="connsiteX0" y="connsiteY0"/>
                </a:cxn>
                <a:cxn ang="0">
                  <a:pos x="connsiteX1" y="connsiteY1"/>
                </a:cxn>
              </a:cxnLst>
              <a:rect l="l" t="t" r="r" b="b"/>
              <a:pathLst>
                <a:path w="406923" h="9525">
                  <a:moveTo>
                    <a:pt x="0" y="0"/>
                  </a:moveTo>
                  <a:lnTo>
                    <a:pt x="406923" y="0"/>
                  </a:lnTo>
                </a:path>
              </a:pathLst>
            </a:custGeom>
            <a:ln w="50800" cap="flat">
              <a:solidFill>
                <a:schemeClr val="tx2"/>
              </a:solidFill>
              <a:prstDash val="solid"/>
              <a:miter/>
            </a:ln>
          </p:spPr>
          <p:txBody>
            <a:bodyPr rtlCol="0" anchor="ctr"/>
            <a:lstStyle/>
            <a:p>
              <a:endParaRPr lang="en-US"/>
            </a:p>
          </p:txBody>
        </p:sp>
        <p:sp>
          <p:nvSpPr>
            <p:cNvPr id="60" name="Freeform 42">
              <a:extLst>
                <a:ext uri="{FF2B5EF4-FFF2-40B4-BE49-F238E27FC236}">
                  <a16:creationId xmlns:a16="http://schemas.microsoft.com/office/drawing/2014/main" id="{D12B404D-0F2A-7CE2-A056-ED7E1ADF74E0}"/>
                </a:ext>
              </a:extLst>
            </p:cNvPr>
            <p:cNvSpPr/>
            <p:nvPr/>
          </p:nvSpPr>
          <p:spPr>
            <a:xfrm>
              <a:off x="2847384" y="4964225"/>
              <a:ext cx="654330" cy="4757"/>
            </a:xfrm>
            <a:custGeom>
              <a:avLst/>
              <a:gdLst>
                <a:gd name="connsiteX0" fmla="*/ 0 w 1310318"/>
                <a:gd name="connsiteY0" fmla="*/ 0 h 9525"/>
                <a:gd name="connsiteX1" fmla="*/ 1310319 w 1310318"/>
                <a:gd name="connsiteY1" fmla="*/ 0 h 9525"/>
              </a:gdLst>
              <a:ahLst/>
              <a:cxnLst>
                <a:cxn ang="0">
                  <a:pos x="connsiteX0" y="connsiteY0"/>
                </a:cxn>
                <a:cxn ang="0">
                  <a:pos x="connsiteX1" y="connsiteY1"/>
                </a:cxn>
              </a:cxnLst>
              <a:rect l="l" t="t" r="r" b="b"/>
              <a:pathLst>
                <a:path w="1310318" h="9525">
                  <a:moveTo>
                    <a:pt x="0" y="0"/>
                  </a:moveTo>
                  <a:lnTo>
                    <a:pt x="1310319" y="0"/>
                  </a:lnTo>
                </a:path>
              </a:pathLst>
            </a:custGeom>
            <a:ln w="50800" cap="flat">
              <a:solidFill>
                <a:schemeClr val="tx2"/>
              </a:solidFill>
              <a:prstDash val="solid"/>
              <a:miter/>
            </a:ln>
          </p:spPr>
          <p:txBody>
            <a:bodyPr rtlCol="0" anchor="ctr"/>
            <a:lstStyle/>
            <a:p>
              <a:endParaRPr lang="en-US"/>
            </a:p>
          </p:txBody>
        </p:sp>
        <p:sp>
          <p:nvSpPr>
            <p:cNvPr id="61" name="Freeform 43">
              <a:extLst>
                <a:ext uri="{FF2B5EF4-FFF2-40B4-BE49-F238E27FC236}">
                  <a16:creationId xmlns:a16="http://schemas.microsoft.com/office/drawing/2014/main" id="{5FC5C0B3-F091-6FF4-ED70-2A340F6FEBE2}"/>
                </a:ext>
              </a:extLst>
            </p:cNvPr>
            <p:cNvSpPr/>
            <p:nvPr/>
          </p:nvSpPr>
          <p:spPr>
            <a:xfrm>
              <a:off x="3646133" y="4068580"/>
              <a:ext cx="4752" cy="201722"/>
            </a:xfrm>
            <a:custGeom>
              <a:avLst/>
              <a:gdLst>
                <a:gd name="connsiteX0" fmla="*/ 0 w 9516"/>
                <a:gd name="connsiteY0" fmla="*/ 0 h 403955"/>
                <a:gd name="connsiteX1" fmla="*/ 0 w 9516"/>
                <a:gd name="connsiteY1" fmla="*/ 403955 h 403955"/>
              </a:gdLst>
              <a:ahLst/>
              <a:cxnLst>
                <a:cxn ang="0">
                  <a:pos x="connsiteX0" y="connsiteY0"/>
                </a:cxn>
                <a:cxn ang="0">
                  <a:pos x="connsiteX1" y="connsiteY1"/>
                </a:cxn>
              </a:cxnLst>
              <a:rect l="l" t="t" r="r" b="b"/>
              <a:pathLst>
                <a:path w="9516" h="403955">
                  <a:moveTo>
                    <a:pt x="0" y="0"/>
                  </a:moveTo>
                  <a:lnTo>
                    <a:pt x="0" y="403955"/>
                  </a:lnTo>
                </a:path>
              </a:pathLst>
            </a:custGeom>
            <a:ln w="76200" cap="flat">
              <a:solidFill>
                <a:schemeClr val="tx2"/>
              </a:solidFill>
              <a:prstDash val="solid"/>
              <a:miter/>
            </a:ln>
          </p:spPr>
          <p:txBody>
            <a:bodyPr rtlCol="0" anchor="ctr"/>
            <a:lstStyle/>
            <a:p>
              <a:endParaRPr lang="en-US"/>
            </a:p>
          </p:txBody>
        </p:sp>
      </p:grpSp>
      <p:grpSp>
        <p:nvGrpSpPr>
          <p:cNvPr id="78" name="Group 77">
            <a:extLst>
              <a:ext uri="{FF2B5EF4-FFF2-40B4-BE49-F238E27FC236}">
                <a16:creationId xmlns:a16="http://schemas.microsoft.com/office/drawing/2014/main" id="{FBB56FB6-6200-755C-2F21-FBF31C8267F8}"/>
              </a:ext>
            </a:extLst>
          </p:cNvPr>
          <p:cNvGrpSpPr/>
          <p:nvPr/>
        </p:nvGrpSpPr>
        <p:grpSpPr>
          <a:xfrm>
            <a:off x="8555760" y="3677270"/>
            <a:ext cx="7701011" cy="8324539"/>
            <a:chOff x="8658858" y="5876129"/>
            <a:chExt cx="7701011" cy="5014452"/>
          </a:xfrm>
        </p:grpSpPr>
        <p:cxnSp>
          <p:nvCxnSpPr>
            <p:cNvPr id="45" name="Straight Connector 44">
              <a:extLst>
                <a:ext uri="{FF2B5EF4-FFF2-40B4-BE49-F238E27FC236}">
                  <a16:creationId xmlns:a16="http://schemas.microsoft.com/office/drawing/2014/main" id="{4F621E7C-D57B-C4AA-E24D-9DF872A5490E}"/>
                </a:ext>
              </a:extLst>
            </p:cNvPr>
            <p:cNvCxnSpPr>
              <a:cxnSpLocks/>
            </p:cNvCxnSpPr>
            <p:nvPr/>
          </p:nvCxnSpPr>
          <p:spPr>
            <a:xfrm>
              <a:off x="8658858" y="5876129"/>
              <a:ext cx="0" cy="5014452"/>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9C583CD-9E07-CBBF-2F7C-87C5E6B09A35}"/>
                </a:ext>
              </a:extLst>
            </p:cNvPr>
            <p:cNvCxnSpPr>
              <a:cxnSpLocks/>
            </p:cNvCxnSpPr>
            <p:nvPr/>
          </p:nvCxnSpPr>
          <p:spPr>
            <a:xfrm>
              <a:off x="16359869" y="5876129"/>
              <a:ext cx="0" cy="5014452"/>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63" name="Content Placeholder 2">
            <a:extLst>
              <a:ext uri="{FF2B5EF4-FFF2-40B4-BE49-F238E27FC236}">
                <a16:creationId xmlns:a16="http://schemas.microsoft.com/office/drawing/2014/main" id="{941743E9-EEA8-1E07-59B7-E543D2B15F2B}"/>
              </a:ext>
            </a:extLst>
          </p:cNvPr>
          <p:cNvSpPr txBox="1">
            <a:spLocks/>
          </p:cNvSpPr>
          <p:nvPr/>
        </p:nvSpPr>
        <p:spPr>
          <a:xfrm>
            <a:off x="9157545" y="5876129"/>
            <a:ext cx="6380210" cy="1031051"/>
          </a:xfrm>
          <a:prstGeom prst="rect">
            <a:avLst/>
          </a:prstGeom>
        </p:spPr>
        <p:txBody>
          <a:bodyPr wrap="square" tIns="0">
            <a:sp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00000"/>
              </a:lnSpc>
              <a:buNone/>
            </a:pPr>
            <a:r>
              <a:rPr lang="en-GB" sz="3200" b="1">
                <a:solidFill>
                  <a:schemeClr val="tx2"/>
                </a:solidFill>
                <a:latin typeface="TT Norms Pro" panose="02000503030000020003" pitchFamily="50" charset="0"/>
                <a:cs typeface="Calibri"/>
              </a:rPr>
              <a:t>Effective License </a:t>
            </a:r>
            <a:br>
              <a:rPr lang="en-GB" sz="3200" b="1">
                <a:solidFill>
                  <a:schemeClr val="tx2"/>
                </a:solidFill>
                <a:latin typeface="TT Norms Pro" panose="02000503030000020003" pitchFamily="50" charset="0"/>
                <a:cs typeface="Calibri"/>
              </a:rPr>
            </a:br>
            <a:r>
              <a:rPr lang="en-GB" sz="3200" b="1">
                <a:solidFill>
                  <a:schemeClr val="tx2"/>
                </a:solidFill>
                <a:latin typeface="TT Norms Pro" panose="02000503030000020003" pitchFamily="50" charset="0"/>
                <a:cs typeface="Calibri"/>
              </a:rPr>
              <a:t>Position:</a:t>
            </a:r>
          </a:p>
        </p:txBody>
      </p:sp>
      <p:sp>
        <p:nvSpPr>
          <p:cNvPr id="64" name="Content Placeholder 2">
            <a:extLst>
              <a:ext uri="{FF2B5EF4-FFF2-40B4-BE49-F238E27FC236}">
                <a16:creationId xmlns:a16="http://schemas.microsoft.com/office/drawing/2014/main" id="{4CE1E742-E1F7-C0B9-B3E5-C8DF79CF283A}"/>
              </a:ext>
            </a:extLst>
          </p:cNvPr>
          <p:cNvSpPr txBox="1">
            <a:spLocks/>
          </p:cNvSpPr>
          <p:nvPr/>
        </p:nvSpPr>
        <p:spPr>
          <a:xfrm>
            <a:off x="9157545" y="7323605"/>
            <a:ext cx="6400800" cy="4161139"/>
          </a:xfrm>
          <a:prstGeom prst="rect">
            <a:avLst/>
          </a:prstGeom>
        </p:spPr>
        <p:txBody>
          <a:bodyPr wrap="square" tIns="0">
            <a:sp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20000"/>
              </a:lnSpc>
              <a:spcBef>
                <a:spcPts val="2599"/>
              </a:spcBef>
              <a:buNone/>
            </a:pPr>
            <a:r>
              <a:rPr lang="en-GB" sz="2800">
                <a:solidFill>
                  <a:schemeClr val="tx2"/>
                </a:solidFill>
                <a:latin typeface="TT Norms Pro" panose="02000503030000020003" pitchFamily="50" charset="0"/>
                <a:cs typeface="Calibri"/>
              </a:rPr>
              <a:t>A review and comparison of an organization’s software entitlements against the corresponding consumption, taking into account an organization’s software contracts and associated documentation. The ELP indicates a current compliance position at a particular point in time. </a:t>
            </a:r>
            <a:endParaRPr lang="en-AU" sz="3600">
              <a:solidFill>
                <a:schemeClr val="tx2"/>
              </a:solidFill>
              <a:latin typeface="TT Norms Pro" panose="02000503030000020003" pitchFamily="50" charset="0"/>
              <a:cs typeface="Calibri"/>
            </a:endParaRPr>
          </a:p>
        </p:txBody>
      </p:sp>
      <p:grpSp>
        <p:nvGrpSpPr>
          <p:cNvPr id="29" name="Graphic 27">
            <a:extLst>
              <a:ext uri="{FF2B5EF4-FFF2-40B4-BE49-F238E27FC236}">
                <a16:creationId xmlns:a16="http://schemas.microsoft.com/office/drawing/2014/main" id="{3BA5D03C-85F0-BC29-767D-77AB4068723E}"/>
              </a:ext>
            </a:extLst>
          </p:cNvPr>
          <p:cNvGrpSpPr/>
          <p:nvPr/>
        </p:nvGrpSpPr>
        <p:grpSpPr>
          <a:xfrm>
            <a:off x="1493170" y="3691109"/>
            <a:ext cx="1819095" cy="1394922"/>
            <a:chOff x="11530939" y="3928868"/>
            <a:chExt cx="1819095" cy="1394922"/>
          </a:xfrm>
        </p:grpSpPr>
        <p:sp>
          <p:nvSpPr>
            <p:cNvPr id="48" name="Freeform 47">
              <a:extLst>
                <a:ext uri="{FF2B5EF4-FFF2-40B4-BE49-F238E27FC236}">
                  <a16:creationId xmlns:a16="http://schemas.microsoft.com/office/drawing/2014/main" id="{548539D6-F4C2-5DC0-78EF-44D1B888767D}"/>
                </a:ext>
              </a:extLst>
            </p:cNvPr>
            <p:cNvSpPr/>
            <p:nvPr/>
          </p:nvSpPr>
          <p:spPr>
            <a:xfrm>
              <a:off x="11963256" y="4510459"/>
              <a:ext cx="398516" cy="525801"/>
            </a:xfrm>
            <a:custGeom>
              <a:avLst/>
              <a:gdLst>
                <a:gd name="connsiteX0" fmla="*/ 0 w 398516"/>
                <a:gd name="connsiteY0" fmla="*/ 0 h 525801"/>
                <a:gd name="connsiteX1" fmla="*/ 390860 w 398516"/>
                <a:gd name="connsiteY1" fmla="*/ 0 h 525801"/>
                <a:gd name="connsiteX2" fmla="*/ 390860 w 398516"/>
                <a:gd name="connsiteY2" fmla="*/ 105235 h 525801"/>
                <a:gd name="connsiteX3" fmla="*/ 112795 w 398516"/>
                <a:gd name="connsiteY3" fmla="*/ 105235 h 525801"/>
                <a:gd name="connsiteX4" fmla="*/ 112795 w 398516"/>
                <a:gd name="connsiteY4" fmla="*/ 206551 h 525801"/>
                <a:gd name="connsiteX5" fmla="*/ 330728 w 398516"/>
                <a:gd name="connsiteY5" fmla="*/ 206551 h 525801"/>
                <a:gd name="connsiteX6" fmla="*/ 330728 w 398516"/>
                <a:gd name="connsiteY6" fmla="*/ 307868 h 525801"/>
                <a:gd name="connsiteX7" fmla="*/ 112795 w 398516"/>
                <a:gd name="connsiteY7" fmla="*/ 307868 h 525801"/>
                <a:gd name="connsiteX8" fmla="*/ 112795 w 398516"/>
                <a:gd name="connsiteY8" fmla="*/ 420566 h 525801"/>
                <a:gd name="connsiteX9" fmla="*/ 398517 w 398516"/>
                <a:gd name="connsiteY9" fmla="*/ 420566 h 525801"/>
                <a:gd name="connsiteX10" fmla="*/ 398517 w 398516"/>
                <a:gd name="connsiteY10" fmla="*/ 525801 h 525801"/>
                <a:gd name="connsiteX11" fmla="*/ 0 w 398516"/>
                <a:gd name="connsiteY11" fmla="*/ 525801 h 525801"/>
                <a:gd name="connsiteX12" fmla="*/ 0 w 398516"/>
                <a:gd name="connsiteY12" fmla="*/ 0 h 525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8516" h="525801">
                  <a:moveTo>
                    <a:pt x="0" y="0"/>
                  </a:moveTo>
                  <a:lnTo>
                    <a:pt x="390860" y="0"/>
                  </a:lnTo>
                  <a:lnTo>
                    <a:pt x="390860" y="105235"/>
                  </a:lnTo>
                  <a:lnTo>
                    <a:pt x="112795" y="105235"/>
                  </a:lnTo>
                  <a:lnTo>
                    <a:pt x="112795" y="206551"/>
                  </a:lnTo>
                  <a:lnTo>
                    <a:pt x="330728" y="206551"/>
                  </a:lnTo>
                  <a:lnTo>
                    <a:pt x="330728" y="307868"/>
                  </a:lnTo>
                  <a:lnTo>
                    <a:pt x="112795" y="307868"/>
                  </a:lnTo>
                  <a:lnTo>
                    <a:pt x="112795" y="420566"/>
                  </a:lnTo>
                  <a:lnTo>
                    <a:pt x="398517" y="420566"/>
                  </a:lnTo>
                  <a:lnTo>
                    <a:pt x="398517" y="525801"/>
                  </a:lnTo>
                  <a:lnTo>
                    <a:pt x="0" y="525801"/>
                  </a:lnTo>
                  <a:lnTo>
                    <a:pt x="0" y="0"/>
                  </a:lnTo>
                  <a:close/>
                </a:path>
              </a:pathLst>
            </a:custGeom>
            <a:solidFill>
              <a:schemeClr val="tx2"/>
            </a:solidFill>
            <a:ln w="18665"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115F3CDA-28EA-81FF-D6DA-4A1CDDAADD8F}"/>
                </a:ext>
              </a:extLst>
            </p:cNvPr>
            <p:cNvSpPr/>
            <p:nvPr/>
          </p:nvSpPr>
          <p:spPr>
            <a:xfrm>
              <a:off x="12463176" y="4510459"/>
              <a:ext cx="398516" cy="525801"/>
            </a:xfrm>
            <a:custGeom>
              <a:avLst/>
              <a:gdLst>
                <a:gd name="connsiteX0" fmla="*/ 0 w 398516"/>
                <a:gd name="connsiteY0" fmla="*/ 0 h 525801"/>
                <a:gd name="connsiteX1" fmla="*/ 390860 w 398516"/>
                <a:gd name="connsiteY1" fmla="*/ 0 h 525801"/>
                <a:gd name="connsiteX2" fmla="*/ 390860 w 398516"/>
                <a:gd name="connsiteY2" fmla="*/ 105235 h 525801"/>
                <a:gd name="connsiteX3" fmla="*/ 112795 w 398516"/>
                <a:gd name="connsiteY3" fmla="*/ 105235 h 525801"/>
                <a:gd name="connsiteX4" fmla="*/ 112795 w 398516"/>
                <a:gd name="connsiteY4" fmla="*/ 206551 h 525801"/>
                <a:gd name="connsiteX5" fmla="*/ 330728 w 398516"/>
                <a:gd name="connsiteY5" fmla="*/ 206551 h 525801"/>
                <a:gd name="connsiteX6" fmla="*/ 330728 w 398516"/>
                <a:gd name="connsiteY6" fmla="*/ 307868 h 525801"/>
                <a:gd name="connsiteX7" fmla="*/ 112795 w 398516"/>
                <a:gd name="connsiteY7" fmla="*/ 307868 h 525801"/>
                <a:gd name="connsiteX8" fmla="*/ 112795 w 398516"/>
                <a:gd name="connsiteY8" fmla="*/ 420566 h 525801"/>
                <a:gd name="connsiteX9" fmla="*/ 398517 w 398516"/>
                <a:gd name="connsiteY9" fmla="*/ 420566 h 525801"/>
                <a:gd name="connsiteX10" fmla="*/ 398517 w 398516"/>
                <a:gd name="connsiteY10" fmla="*/ 525801 h 525801"/>
                <a:gd name="connsiteX11" fmla="*/ 0 w 398516"/>
                <a:gd name="connsiteY11" fmla="*/ 525801 h 525801"/>
                <a:gd name="connsiteX12" fmla="*/ 0 w 398516"/>
                <a:gd name="connsiteY12" fmla="*/ 0 h 525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8516" h="525801">
                  <a:moveTo>
                    <a:pt x="0" y="0"/>
                  </a:moveTo>
                  <a:lnTo>
                    <a:pt x="390860" y="0"/>
                  </a:lnTo>
                  <a:lnTo>
                    <a:pt x="390860" y="105235"/>
                  </a:lnTo>
                  <a:lnTo>
                    <a:pt x="112795" y="105235"/>
                  </a:lnTo>
                  <a:lnTo>
                    <a:pt x="112795" y="206551"/>
                  </a:lnTo>
                  <a:lnTo>
                    <a:pt x="330728" y="206551"/>
                  </a:lnTo>
                  <a:lnTo>
                    <a:pt x="330728" y="307868"/>
                  </a:lnTo>
                  <a:lnTo>
                    <a:pt x="112795" y="307868"/>
                  </a:lnTo>
                  <a:lnTo>
                    <a:pt x="112795" y="420566"/>
                  </a:lnTo>
                  <a:lnTo>
                    <a:pt x="398517" y="420566"/>
                  </a:lnTo>
                  <a:lnTo>
                    <a:pt x="398517" y="525801"/>
                  </a:lnTo>
                  <a:lnTo>
                    <a:pt x="0" y="525801"/>
                  </a:lnTo>
                  <a:lnTo>
                    <a:pt x="0" y="0"/>
                  </a:lnTo>
                  <a:close/>
                </a:path>
              </a:pathLst>
            </a:custGeom>
            <a:solidFill>
              <a:schemeClr val="tx2"/>
            </a:solidFill>
            <a:ln w="18665"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DB568F92-4475-0F23-CD67-B1BC851773A0}"/>
                </a:ext>
              </a:extLst>
            </p:cNvPr>
            <p:cNvSpPr/>
            <p:nvPr/>
          </p:nvSpPr>
          <p:spPr>
            <a:xfrm>
              <a:off x="12940313" y="4510459"/>
              <a:ext cx="409721" cy="525801"/>
            </a:xfrm>
            <a:custGeom>
              <a:avLst/>
              <a:gdLst>
                <a:gd name="connsiteX0" fmla="*/ 0 w 409721"/>
                <a:gd name="connsiteY0" fmla="*/ 0 h 525801"/>
                <a:gd name="connsiteX1" fmla="*/ 221855 w 409721"/>
                <a:gd name="connsiteY1" fmla="*/ 0 h 525801"/>
                <a:gd name="connsiteX2" fmla="*/ 409721 w 409721"/>
                <a:gd name="connsiteY2" fmla="*/ 176511 h 525801"/>
                <a:gd name="connsiteX3" fmla="*/ 221855 w 409721"/>
                <a:gd name="connsiteY3" fmla="*/ 353022 h 525801"/>
                <a:gd name="connsiteX4" fmla="*/ 112795 w 409721"/>
                <a:gd name="connsiteY4" fmla="*/ 353022 h 525801"/>
                <a:gd name="connsiteX5" fmla="*/ 112795 w 409721"/>
                <a:gd name="connsiteY5" fmla="*/ 525801 h 525801"/>
                <a:gd name="connsiteX6" fmla="*/ 0 w 409721"/>
                <a:gd name="connsiteY6" fmla="*/ 525801 h 525801"/>
                <a:gd name="connsiteX7" fmla="*/ 0 w 409721"/>
                <a:gd name="connsiteY7" fmla="*/ 0 h 525801"/>
                <a:gd name="connsiteX8" fmla="*/ 217933 w 409721"/>
                <a:gd name="connsiteY8" fmla="*/ 247787 h 525801"/>
                <a:gd name="connsiteX9" fmla="*/ 293192 w 409721"/>
                <a:gd name="connsiteY9" fmla="*/ 176511 h 525801"/>
                <a:gd name="connsiteX10" fmla="*/ 217933 w 409721"/>
                <a:gd name="connsiteY10" fmla="*/ 105235 h 525801"/>
                <a:gd name="connsiteX11" fmla="*/ 112608 w 409721"/>
                <a:gd name="connsiteY11" fmla="*/ 105235 h 525801"/>
                <a:gd name="connsiteX12" fmla="*/ 112608 w 409721"/>
                <a:gd name="connsiteY12" fmla="*/ 247974 h 525801"/>
                <a:gd name="connsiteX13" fmla="*/ 217933 w 409721"/>
                <a:gd name="connsiteY13" fmla="*/ 247974 h 525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721" h="525801">
                  <a:moveTo>
                    <a:pt x="0" y="0"/>
                  </a:moveTo>
                  <a:lnTo>
                    <a:pt x="221855" y="0"/>
                  </a:lnTo>
                  <a:cubicBezTo>
                    <a:pt x="334649" y="0"/>
                    <a:pt x="409721" y="75194"/>
                    <a:pt x="409721" y="176511"/>
                  </a:cubicBezTo>
                  <a:cubicBezTo>
                    <a:pt x="409721" y="277828"/>
                    <a:pt x="334463" y="353022"/>
                    <a:pt x="221855" y="353022"/>
                  </a:cubicBezTo>
                  <a:lnTo>
                    <a:pt x="112795" y="353022"/>
                  </a:lnTo>
                  <a:lnTo>
                    <a:pt x="112795" y="525801"/>
                  </a:lnTo>
                  <a:lnTo>
                    <a:pt x="0" y="525801"/>
                  </a:lnTo>
                  <a:lnTo>
                    <a:pt x="0" y="0"/>
                  </a:lnTo>
                  <a:close/>
                  <a:moveTo>
                    <a:pt x="217933" y="247787"/>
                  </a:moveTo>
                  <a:cubicBezTo>
                    <a:pt x="263126" y="247787"/>
                    <a:pt x="293192" y="217747"/>
                    <a:pt x="293192" y="176511"/>
                  </a:cubicBezTo>
                  <a:cubicBezTo>
                    <a:pt x="293192" y="135275"/>
                    <a:pt x="263126" y="105235"/>
                    <a:pt x="217933" y="105235"/>
                  </a:cubicBezTo>
                  <a:lnTo>
                    <a:pt x="112608" y="105235"/>
                  </a:lnTo>
                  <a:lnTo>
                    <a:pt x="112608" y="247974"/>
                  </a:lnTo>
                  <a:lnTo>
                    <a:pt x="217933" y="247974"/>
                  </a:lnTo>
                  <a:close/>
                </a:path>
              </a:pathLst>
            </a:custGeom>
            <a:solidFill>
              <a:schemeClr val="tx2"/>
            </a:solidFill>
            <a:ln w="18665"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1CD926B9-029F-7C58-B4BB-6C8907CE4499}"/>
                </a:ext>
              </a:extLst>
            </p:cNvPr>
            <p:cNvSpPr/>
            <p:nvPr/>
          </p:nvSpPr>
          <p:spPr>
            <a:xfrm>
              <a:off x="11530939" y="3928868"/>
              <a:ext cx="968093" cy="1394922"/>
            </a:xfrm>
            <a:custGeom>
              <a:avLst/>
              <a:gdLst>
                <a:gd name="connsiteX0" fmla="*/ 968093 w 968093"/>
                <a:gd name="connsiteY0" fmla="*/ 1177549 h 1394922"/>
                <a:gd name="connsiteX1" fmla="*/ 968093 w 968093"/>
                <a:gd name="connsiteY1" fmla="*/ 1394922 h 1394922"/>
                <a:gd name="connsiteX2" fmla="*/ 0 w 968093"/>
                <a:gd name="connsiteY2" fmla="*/ 1394922 h 1394922"/>
                <a:gd name="connsiteX3" fmla="*/ 0 w 968093"/>
                <a:gd name="connsiteY3" fmla="*/ 0 h 1394922"/>
                <a:gd name="connsiteX4" fmla="*/ 670419 w 968093"/>
                <a:gd name="connsiteY4" fmla="*/ 0 h 1394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93" h="1394922">
                  <a:moveTo>
                    <a:pt x="968093" y="1177549"/>
                  </a:moveTo>
                  <a:lnTo>
                    <a:pt x="968093" y="1394922"/>
                  </a:lnTo>
                  <a:lnTo>
                    <a:pt x="0" y="1394922"/>
                  </a:lnTo>
                  <a:lnTo>
                    <a:pt x="0" y="0"/>
                  </a:lnTo>
                  <a:lnTo>
                    <a:pt x="670419" y="0"/>
                  </a:lnTo>
                </a:path>
              </a:pathLst>
            </a:custGeom>
            <a:noFill/>
            <a:ln w="73541" cap="flat">
              <a:solidFill>
                <a:schemeClr val="tx2"/>
              </a:solidFill>
              <a:prstDash val="solid"/>
              <a:round/>
            </a:ln>
          </p:spPr>
          <p:txBody>
            <a:bodyPr rtlCol="0" anchor="ctr"/>
            <a:lstStyle/>
            <a:p>
              <a:endParaRPr lang="en-US"/>
            </a:p>
          </p:txBody>
        </p:sp>
        <p:sp>
          <p:nvSpPr>
            <p:cNvPr id="68" name="Freeform 67">
              <a:extLst>
                <a:ext uri="{FF2B5EF4-FFF2-40B4-BE49-F238E27FC236}">
                  <a16:creationId xmlns:a16="http://schemas.microsoft.com/office/drawing/2014/main" id="{569CEAE7-A5CD-A276-BD0D-4A593E73144D}"/>
                </a:ext>
              </a:extLst>
            </p:cNvPr>
            <p:cNvSpPr/>
            <p:nvPr/>
          </p:nvSpPr>
          <p:spPr>
            <a:xfrm>
              <a:off x="12201358" y="3928868"/>
              <a:ext cx="297860" cy="297605"/>
            </a:xfrm>
            <a:custGeom>
              <a:avLst/>
              <a:gdLst>
                <a:gd name="connsiteX0" fmla="*/ 297860 w 297860"/>
                <a:gd name="connsiteY0" fmla="*/ 297606 h 297605"/>
                <a:gd name="connsiteX1" fmla="*/ 0 w 297860"/>
                <a:gd name="connsiteY1" fmla="*/ 297606 h 297605"/>
                <a:gd name="connsiteX2" fmla="*/ 0 w 297860"/>
                <a:gd name="connsiteY2" fmla="*/ 0 h 297605"/>
                <a:gd name="connsiteX3" fmla="*/ 297860 w 297860"/>
                <a:gd name="connsiteY3" fmla="*/ 297606 h 297605"/>
              </a:gdLst>
              <a:ahLst/>
              <a:cxnLst>
                <a:cxn ang="0">
                  <a:pos x="connsiteX0" y="connsiteY0"/>
                </a:cxn>
                <a:cxn ang="0">
                  <a:pos x="connsiteX1" y="connsiteY1"/>
                </a:cxn>
                <a:cxn ang="0">
                  <a:pos x="connsiteX2" y="connsiteY2"/>
                </a:cxn>
                <a:cxn ang="0">
                  <a:pos x="connsiteX3" y="connsiteY3"/>
                </a:cxn>
              </a:cxnLst>
              <a:rect l="l" t="t" r="r" b="b"/>
              <a:pathLst>
                <a:path w="297860" h="297605">
                  <a:moveTo>
                    <a:pt x="297860" y="297606"/>
                  </a:moveTo>
                  <a:lnTo>
                    <a:pt x="0" y="297606"/>
                  </a:lnTo>
                  <a:lnTo>
                    <a:pt x="0" y="0"/>
                  </a:lnTo>
                  <a:lnTo>
                    <a:pt x="297860" y="297606"/>
                  </a:lnTo>
                  <a:close/>
                </a:path>
              </a:pathLst>
            </a:custGeom>
            <a:solidFill>
              <a:schemeClr val="accent2"/>
            </a:solidFill>
            <a:ln w="73541" cap="flat">
              <a:solidFill>
                <a:schemeClr val="tx2"/>
              </a:solidFill>
              <a:prstDash val="solid"/>
              <a:round/>
            </a:ln>
          </p:spPr>
          <p:txBody>
            <a:bodyPr rtlCol="0" anchor="ctr"/>
            <a:lstStyle/>
            <a:p>
              <a:endParaRPr lang="en-US"/>
            </a:p>
          </p:txBody>
        </p:sp>
        <p:sp>
          <p:nvSpPr>
            <p:cNvPr id="69" name="Freeform 68">
              <a:extLst>
                <a:ext uri="{FF2B5EF4-FFF2-40B4-BE49-F238E27FC236}">
                  <a16:creationId xmlns:a16="http://schemas.microsoft.com/office/drawing/2014/main" id="{30ABE472-FD48-C8F1-EA75-44D834A9AD52}"/>
                </a:ext>
              </a:extLst>
            </p:cNvPr>
            <p:cNvSpPr/>
            <p:nvPr/>
          </p:nvSpPr>
          <p:spPr>
            <a:xfrm>
              <a:off x="11675107" y="4246065"/>
              <a:ext cx="396836" cy="18658"/>
            </a:xfrm>
            <a:custGeom>
              <a:avLst/>
              <a:gdLst>
                <a:gd name="connsiteX0" fmla="*/ 0 w 396836"/>
                <a:gd name="connsiteY0" fmla="*/ 0 h 18658"/>
                <a:gd name="connsiteX1" fmla="*/ 396836 w 396836"/>
                <a:gd name="connsiteY1" fmla="*/ 0 h 18658"/>
              </a:gdLst>
              <a:ahLst/>
              <a:cxnLst>
                <a:cxn ang="0">
                  <a:pos x="connsiteX0" y="connsiteY0"/>
                </a:cxn>
                <a:cxn ang="0">
                  <a:pos x="connsiteX1" y="connsiteY1"/>
                </a:cxn>
              </a:cxnLst>
              <a:rect l="l" t="t" r="r" b="b"/>
              <a:pathLst>
                <a:path w="396836" h="18658">
                  <a:moveTo>
                    <a:pt x="0" y="0"/>
                  </a:moveTo>
                  <a:lnTo>
                    <a:pt x="396836" y="0"/>
                  </a:lnTo>
                </a:path>
              </a:pathLst>
            </a:custGeom>
            <a:ln w="49089" cap="flat">
              <a:solidFill>
                <a:schemeClr val="tx2"/>
              </a:solid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8489EE1F-D57C-09DB-E08C-EF670D3DBD93}"/>
                </a:ext>
              </a:extLst>
            </p:cNvPr>
            <p:cNvSpPr/>
            <p:nvPr/>
          </p:nvSpPr>
          <p:spPr>
            <a:xfrm>
              <a:off x="11675107" y="4396641"/>
              <a:ext cx="675274" cy="18658"/>
            </a:xfrm>
            <a:custGeom>
              <a:avLst/>
              <a:gdLst>
                <a:gd name="connsiteX0" fmla="*/ 0 w 675274"/>
                <a:gd name="connsiteY0" fmla="*/ 0 h 18658"/>
                <a:gd name="connsiteX1" fmla="*/ 675275 w 675274"/>
                <a:gd name="connsiteY1" fmla="*/ 0 h 18658"/>
              </a:gdLst>
              <a:ahLst/>
              <a:cxnLst>
                <a:cxn ang="0">
                  <a:pos x="connsiteX0" y="connsiteY0"/>
                </a:cxn>
                <a:cxn ang="0">
                  <a:pos x="connsiteX1" y="connsiteY1"/>
                </a:cxn>
              </a:cxnLst>
              <a:rect l="l" t="t" r="r" b="b"/>
              <a:pathLst>
                <a:path w="675274" h="18658">
                  <a:moveTo>
                    <a:pt x="0" y="0"/>
                  </a:moveTo>
                  <a:lnTo>
                    <a:pt x="675275" y="0"/>
                  </a:lnTo>
                </a:path>
              </a:pathLst>
            </a:custGeom>
            <a:ln w="49089" cap="flat">
              <a:solidFill>
                <a:schemeClr val="tx2"/>
              </a:solid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0CD80F9F-6234-ECD4-3857-1DD5D80D580B}"/>
                </a:ext>
              </a:extLst>
            </p:cNvPr>
            <p:cNvSpPr/>
            <p:nvPr/>
          </p:nvSpPr>
          <p:spPr>
            <a:xfrm>
              <a:off x="11675107" y="4095677"/>
              <a:ext cx="396836" cy="18658"/>
            </a:xfrm>
            <a:custGeom>
              <a:avLst/>
              <a:gdLst>
                <a:gd name="connsiteX0" fmla="*/ 0 w 396836"/>
                <a:gd name="connsiteY0" fmla="*/ 0 h 18658"/>
                <a:gd name="connsiteX1" fmla="*/ 396836 w 396836"/>
                <a:gd name="connsiteY1" fmla="*/ 0 h 18658"/>
              </a:gdLst>
              <a:ahLst/>
              <a:cxnLst>
                <a:cxn ang="0">
                  <a:pos x="connsiteX0" y="connsiteY0"/>
                </a:cxn>
                <a:cxn ang="0">
                  <a:pos x="connsiteX1" y="connsiteY1"/>
                </a:cxn>
              </a:cxnLst>
              <a:rect l="l" t="t" r="r" b="b"/>
              <a:pathLst>
                <a:path w="396836" h="18658">
                  <a:moveTo>
                    <a:pt x="0" y="0"/>
                  </a:moveTo>
                  <a:lnTo>
                    <a:pt x="396836" y="0"/>
                  </a:lnTo>
                </a:path>
              </a:pathLst>
            </a:custGeom>
            <a:ln w="49089" cap="flat">
              <a:solidFill>
                <a:schemeClr val="tx2"/>
              </a:solid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79F75214-8C92-004F-FC76-4E7C7DF89B91}"/>
                </a:ext>
              </a:extLst>
            </p:cNvPr>
            <p:cNvSpPr/>
            <p:nvPr/>
          </p:nvSpPr>
          <p:spPr>
            <a:xfrm>
              <a:off x="11675293" y="4547030"/>
              <a:ext cx="209529" cy="18658"/>
            </a:xfrm>
            <a:custGeom>
              <a:avLst/>
              <a:gdLst>
                <a:gd name="connsiteX0" fmla="*/ 0 w 209529"/>
                <a:gd name="connsiteY0" fmla="*/ 0 h 18658"/>
                <a:gd name="connsiteX1" fmla="*/ 209529 w 209529"/>
                <a:gd name="connsiteY1" fmla="*/ 0 h 18658"/>
              </a:gdLst>
              <a:ahLst/>
              <a:cxnLst>
                <a:cxn ang="0">
                  <a:pos x="connsiteX0" y="connsiteY0"/>
                </a:cxn>
                <a:cxn ang="0">
                  <a:pos x="connsiteX1" y="connsiteY1"/>
                </a:cxn>
              </a:cxnLst>
              <a:rect l="l" t="t" r="r" b="b"/>
              <a:pathLst>
                <a:path w="209529" h="18658">
                  <a:moveTo>
                    <a:pt x="0" y="0"/>
                  </a:moveTo>
                  <a:lnTo>
                    <a:pt x="209529" y="0"/>
                  </a:lnTo>
                </a:path>
              </a:pathLst>
            </a:custGeom>
            <a:ln w="49089" cap="flat">
              <a:solidFill>
                <a:schemeClr val="tx2"/>
              </a:solid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EB76B7CB-A6DD-E981-2D7F-BE497459E417}"/>
                </a:ext>
              </a:extLst>
            </p:cNvPr>
            <p:cNvSpPr/>
            <p:nvPr/>
          </p:nvSpPr>
          <p:spPr>
            <a:xfrm>
              <a:off x="11675293" y="4697419"/>
              <a:ext cx="209529" cy="18658"/>
            </a:xfrm>
            <a:custGeom>
              <a:avLst/>
              <a:gdLst>
                <a:gd name="connsiteX0" fmla="*/ 0 w 209529"/>
                <a:gd name="connsiteY0" fmla="*/ 0 h 18658"/>
                <a:gd name="connsiteX1" fmla="*/ 209529 w 209529"/>
                <a:gd name="connsiteY1" fmla="*/ 0 h 18658"/>
              </a:gdLst>
              <a:ahLst/>
              <a:cxnLst>
                <a:cxn ang="0">
                  <a:pos x="connsiteX0" y="connsiteY0"/>
                </a:cxn>
                <a:cxn ang="0">
                  <a:pos x="connsiteX1" y="connsiteY1"/>
                </a:cxn>
              </a:cxnLst>
              <a:rect l="l" t="t" r="r" b="b"/>
              <a:pathLst>
                <a:path w="209529" h="18658">
                  <a:moveTo>
                    <a:pt x="0" y="0"/>
                  </a:moveTo>
                  <a:lnTo>
                    <a:pt x="209529" y="0"/>
                  </a:lnTo>
                </a:path>
              </a:pathLst>
            </a:custGeom>
            <a:ln w="49089" cap="flat">
              <a:solidFill>
                <a:schemeClr val="tx2"/>
              </a:solid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091769A7-FC74-3F80-8190-38786B6A2F53}"/>
                </a:ext>
              </a:extLst>
            </p:cNvPr>
            <p:cNvSpPr/>
            <p:nvPr/>
          </p:nvSpPr>
          <p:spPr>
            <a:xfrm>
              <a:off x="11675293" y="4847994"/>
              <a:ext cx="209529" cy="18658"/>
            </a:xfrm>
            <a:custGeom>
              <a:avLst/>
              <a:gdLst>
                <a:gd name="connsiteX0" fmla="*/ 0 w 209529"/>
                <a:gd name="connsiteY0" fmla="*/ 0 h 18658"/>
                <a:gd name="connsiteX1" fmla="*/ 209529 w 209529"/>
                <a:gd name="connsiteY1" fmla="*/ 0 h 18658"/>
              </a:gdLst>
              <a:ahLst/>
              <a:cxnLst>
                <a:cxn ang="0">
                  <a:pos x="connsiteX0" y="connsiteY0"/>
                </a:cxn>
                <a:cxn ang="0">
                  <a:pos x="connsiteX1" y="connsiteY1"/>
                </a:cxn>
              </a:cxnLst>
              <a:rect l="l" t="t" r="r" b="b"/>
              <a:pathLst>
                <a:path w="209529" h="18658">
                  <a:moveTo>
                    <a:pt x="0" y="0"/>
                  </a:moveTo>
                  <a:lnTo>
                    <a:pt x="209529" y="0"/>
                  </a:lnTo>
                </a:path>
              </a:pathLst>
            </a:custGeom>
            <a:ln w="49089" cap="flat">
              <a:solidFill>
                <a:schemeClr val="tx2"/>
              </a:solid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E96BED0F-FC0F-AAF9-45E5-3EFDB9205546}"/>
                </a:ext>
              </a:extLst>
            </p:cNvPr>
            <p:cNvSpPr/>
            <p:nvPr/>
          </p:nvSpPr>
          <p:spPr>
            <a:xfrm>
              <a:off x="11675293" y="4998383"/>
              <a:ext cx="209529" cy="18658"/>
            </a:xfrm>
            <a:custGeom>
              <a:avLst/>
              <a:gdLst>
                <a:gd name="connsiteX0" fmla="*/ 0 w 209529"/>
                <a:gd name="connsiteY0" fmla="*/ 0 h 18658"/>
                <a:gd name="connsiteX1" fmla="*/ 209529 w 209529"/>
                <a:gd name="connsiteY1" fmla="*/ 0 h 18658"/>
              </a:gdLst>
              <a:ahLst/>
              <a:cxnLst>
                <a:cxn ang="0">
                  <a:pos x="connsiteX0" y="connsiteY0"/>
                </a:cxn>
                <a:cxn ang="0">
                  <a:pos x="connsiteX1" y="connsiteY1"/>
                </a:cxn>
              </a:cxnLst>
              <a:rect l="l" t="t" r="r" b="b"/>
              <a:pathLst>
                <a:path w="209529" h="18658">
                  <a:moveTo>
                    <a:pt x="0" y="0"/>
                  </a:moveTo>
                  <a:lnTo>
                    <a:pt x="209529" y="0"/>
                  </a:lnTo>
                </a:path>
              </a:pathLst>
            </a:custGeom>
            <a:ln w="49089" cap="flat">
              <a:solidFill>
                <a:schemeClr val="tx2"/>
              </a:solid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A82C5C9C-7DAD-C03C-6827-E0E0258E0353}"/>
                </a:ext>
              </a:extLst>
            </p:cNvPr>
            <p:cNvSpPr/>
            <p:nvPr/>
          </p:nvSpPr>
          <p:spPr>
            <a:xfrm>
              <a:off x="11675293" y="5148959"/>
              <a:ext cx="675088" cy="18658"/>
            </a:xfrm>
            <a:custGeom>
              <a:avLst/>
              <a:gdLst>
                <a:gd name="connsiteX0" fmla="*/ 0 w 675088"/>
                <a:gd name="connsiteY0" fmla="*/ 0 h 18658"/>
                <a:gd name="connsiteX1" fmla="*/ 675088 w 675088"/>
                <a:gd name="connsiteY1" fmla="*/ 0 h 18658"/>
              </a:gdLst>
              <a:ahLst/>
              <a:cxnLst>
                <a:cxn ang="0">
                  <a:pos x="connsiteX0" y="connsiteY0"/>
                </a:cxn>
                <a:cxn ang="0">
                  <a:pos x="connsiteX1" y="connsiteY1"/>
                </a:cxn>
              </a:cxnLst>
              <a:rect l="l" t="t" r="r" b="b"/>
              <a:pathLst>
                <a:path w="675088" h="18658">
                  <a:moveTo>
                    <a:pt x="0" y="0"/>
                  </a:moveTo>
                  <a:lnTo>
                    <a:pt x="675088" y="0"/>
                  </a:lnTo>
                </a:path>
              </a:pathLst>
            </a:custGeom>
            <a:ln w="49089" cap="flat">
              <a:solidFill>
                <a:schemeClr val="tx2"/>
              </a:solid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2D09F45F-FFDD-2CE6-4595-50CA17F8C9D0}"/>
                </a:ext>
              </a:extLst>
            </p:cNvPr>
            <p:cNvSpPr/>
            <p:nvPr/>
          </p:nvSpPr>
          <p:spPr>
            <a:xfrm>
              <a:off x="12499218" y="4226474"/>
              <a:ext cx="18674" cy="207857"/>
            </a:xfrm>
            <a:custGeom>
              <a:avLst/>
              <a:gdLst>
                <a:gd name="connsiteX0" fmla="*/ 0 w 18674"/>
                <a:gd name="connsiteY0" fmla="*/ 0 h 207857"/>
                <a:gd name="connsiteX1" fmla="*/ 0 w 18674"/>
                <a:gd name="connsiteY1" fmla="*/ 207858 h 207857"/>
              </a:gdLst>
              <a:ahLst/>
              <a:cxnLst>
                <a:cxn ang="0">
                  <a:pos x="connsiteX0" y="connsiteY0"/>
                </a:cxn>
                <a:cxn ang="0">
                  <a:pos x="connsiteX1" y="connsiteY1"/>
                </a:cxn>
              </a:cxnLst>
              <a:rect l="l" t="t" r="r" b="b"/>
              <a:pathLst>
                <a:path w="18674" h="207857">
                  <a:moveTo>
                    <a:pt x="0" y="0"/>
                  </a:moveTo>
                  <a:lnTo>
                    <a:pt x="0" y="207858"/>
                  </a:lnTo>
                </a:path>
              </a:pathLst>
            </a:custGeom>
            <a:ln w="73541" cap="flat">
              <a:solidFill>
                <a:srgbClr val="231F20"/>
              </a:solidFill>
              <a:prstDash val="solid"/>
              <a:miter/>
            </a:ln>
          </p:spPr>
          <p:txBody>
            <a:bodyPr rtlCol="0" anchor="ctr"/>
            <a:lstStyle/>
            <a:p>
              <a:endParaRPr lang="en-US"/>
            </a:p>
          </p:txBody>
        </p:sp>
      </p:grpSp>
      <mc:AlternateContent xmlns:mc="http://schemas.openxmlformats.org/markup-compatibility/2006" xmlns:pslz="http://schemas.microsoft.com/office/powerpoint/2016/slidezoom">
        <mc:Choice Requires="pslz">
          <p:graphicFrame>
            <p:nvGraphicFramePr>
              <p:cNvPr id="31" name="Slide Zoom 30">
                <a:extLst>
                  <a:ext uri="{FF2B5EF4-FFF2-40B4-BE49-F238E27FC236}">
                    <a16:creationId xmlns:a16="http://schemas.microsoft.com/office/drawing/2014/main" id="{E0EC6DBF-6C67-6D77-608C-E007763E663C}"/>
                  </a:ext>
                </a:extLst>
              </p:cNvPr>
              <p:cNvGraphicFramePr>
                <a:graphicFrameLocks noChangeAspect="1"/>
              </p:cNvGraphicFramePr>
              <p:nvPr>
                <p:extLst>
                  <p:ext uri="{D42A27DB-BD31-4B8C-83A1-F6EECF244321}">
                    <p14:modId xmlns:p14="http://schemas.microsoft.com/office/powerpoint/2010/main" val="4118179289"/>
                  </p:ext>
                </p:extLst>
              </p:nvPr>
            </p:nvGraphicFramePr>
            <p:xfrm>
              <a:off x="12818645" y="3685313"/>
              <a:ext cx="2665904" cy="1499375"/>
            </p:xfrm>
            <a:graphic>
              <a:graphicData uri="http://schemas.microsoft.com/office/powerpoint/2016/slidezoom">
                <pslz:sldZm>
                  <pslz:sldZmObj sldId="2145707532" cId="3719412124">
                    <pslz:zmPr id="{FCF78744-5EE7-144F-85BC-502DDE457184}" transitionDur="1000">
                      <p166:blipFill xmlns:p166="http://schemas.microsoft.com/office/powerpoint/2016/6/main">
                        <a:blip r:embed="rId2"/>
                        <a:stretch>
                          <a:fillRect/>
                        </a:stretch>
                      </p166:blipFill>
                      <p166:spPr xmlns:p166="http://schemas.microsoft.com/office/powerpoint/2016/6/main">
                        <a:xfrm>
                          <a:off x="0" y="0"/>
                          <a:ext cx="2665904" cy="1499375"/>
                        </a:xfrm>
                        <a:prstGeom prst="rect">
                          <a:avLst/>
                        </a:prstGeom>
                        <a:ln w="25400">
                          <a:solidFill>
                            <a:schemeClr val="tx2"/>
                          </a:solidFill>
                        </a:ln>
                        <a:effectLst>
                          <a:outerShdw dist="254000" dir="2700000" algn="tl" rotWithShape="0">
                            <a:schemeClr val="tx2">
                              <a:alpha val="10000"/>
                            </a:schemeClr>
                          </a:outerShdw>
                        </a:effectLst>
                      </p166:spPr>
                    </pslz:zmPr>
                  </pslz:sldZmObj>
                </pslz:sldZm>
              </a:graphicData>
            </a:graphic>
          </p:graphicFrame>
        </mc:Choice>
        <mc:Fallback xmlns="">
          <p:pic>
            <p:nvPicPr>
              <p:cNvPr id="31" name="Slide Zoom 30">
                <a:hlinkClick r:id="rId3" action="ppaction://hlinksldjump"/>
                <a:extLst>
                  <a:ext uri="{FF2B5EF4-FFF2-40B4-BE49-F238E27FC236}">
                    <a16:creationId xmlns:a16="http://schemas.microsoft.com/office/drawing/2014/main" id="{E0EC6DBF-6C67-6D77-608C-E007763E663C}"/>
                  </a:ext>
                </a:extLst>
              </p:cNvPr>
              <p:cNvPicPr>
                <a:picLocks noGrp="1" noRot="1" noChangeAspect="1" noMove="1" noResize="1" noEditPoints="1" noAdjustHandles="1" noChangeArrowheads="1" noChangeShapeType="1"/>
              </p:cNvPicPr>
              <p:nvPr/>
            </p:nvPicPr>
            <p:blipFill>
              <a:blip r:embed="rId4"/>
              <a:stretch>
                <a:fillRect/>
              </a:stretch>
            </p:blipFill>
            <p:spPr>
              <a:xfrm>
                <a:off x="12818645" y="3685313"/>
                <a:ext cx="2665904" cy="1499375"/>
              </a:xfrm>
              <a:prstGeom prst="rect">
                <a:avLst/>
              </a:prstGeom>
              <a:ln w="25400">
                <a:solidFill>
                  <a:schemeClr val="tx2"/>
                </a:solidFill>
              </a:ln>
              <a:effectLst>
                <a:outerShdw dist="254000" dir="2700000" algn="tl" rotWithShape="0">
                  <a:schemeClr val="tx2">
                    <a:alpha val="10000"/>
                  </a:schemeClr>
                </a:outerShdw>
              </a:effectLst>
            </p:spPr>
          </p:pic>
        </mc:Fallback>
      </mc:AlternateContent>
      <mc:AlternateContent xmlns:mc="http://schemas.openxmlformats.org/markup-compatibility/2006" xmlns:pslz="http://schemas.microsoft.com/office/powerpoint/2016/slidezoom">
        <mc:Choice Requires="pslz">
          <p:graphicFrame>
            <p:nvGraphicFramePr>
              <p:cNvPr id="30" name="Slide Zoom 29">
                <a:extLst>
                  <a:ext uri="{FF2B5EF4-FFF2-40B4-BE49-F238E27FC236}">
                    <a16:creationId xmlns:a16="http://schemas.microsoft.com/office/drawing/2014/main" id="{5D9D4298-4531-DC30-EE1E-53B62494B2FF}"/>
                  </a:ext>
                </a:extLst>
              </p:cNvPr>
              <p:cNvGraphicFramePr>
                <a:graphicFrameLocks noChangeAspect="1"/>
              </p:cNvGraphicFramePr>
              <p:nvPr>
                <p:extLst>
                  <p:ext uri="{D42A27DB-BD31-4B8C-83A1-F6EECF244321}">
                    <p14:modId xmlns:p14="http://schemas.microsoft.com/office/powerpoint/2010/main" val="1102346860"/>
                  </p:ext>
                </p:extLst>
              </p:nvPr>
            </p:nvGraphicFramePr>
            <p:xfrm>
              <a:off x="5145620" y="3759442"/>
              <a:ext cx="2669148" cy="1501200"/>
            </p:xfrm>
            <a:graphic>
              <a:graphicData uri="http://schemas.microsoft.com/office/powerpoint/2016/slidezoom">
                <pslz:sldZm>
                  <pslz:sldZmObj sldId="2145707531" cId="3388804942">
                    <pslz:zmPr id="{9DE60E83-7F29-4108-BEB3-9E1B20CC2E33}" transitionDur="1000">
                      <p166:blipFill xmlns:p166="http://schemas.microsoft.com/office/powerpoint/2016/6/main">
                        <a:blip r:embed="rId5"/>
                        <a:stretch>
                          <a:fillRect/>
                        </a:stretch>
                      </p166:blipFill>
                      <p166:spPr xmlns:p166="http://schemas.microsoft.com/office/powerpoint/2016/6/main">
                        <a:xfrm>
                          <a:off x="0" y="0"/>
                          <a:ext cx="2669148" cy="1501200"/>
                        </a:xfrm>
                        <a:prstGeom prst="rect">
                          <a:avLst/>
                        </a:prstGeom>
                        <a:ln w="28575">
                          <a:solidFill>
                            <a:schemeClr val="tx2"/>
                          </a:solidFill>
                        </a:ln>
                        <a:effectLst>
                          <a:outerShdw dist="254000" dir="2700000" algn="ctr" rotWithShape="0">
                            <a:srgbClr val="000000">
                              <a:alpha val="10000"/>
                            </a:srgbClr>
                          </a:outerShdw>
                        </a:effectLst>
                      </p166:spPr>
                    </pslz:zmPr>
                  </pslz:sldZmObj>
                </pslz:sldZm>
              </a:graphicData>
            </a:graphic>
          </p:graphicFrame>
        </mc:Choice>
        <mc:Fallback xmlns="">
          <p:pic>
            <p:nvPicPr>
              <p:cNvPr id="30" name="Slide Zoom 29">
                <a:hlinkClick r:id="rId6" action="ppaction://hlinksldjump"/>
                <a:extLst>
                  <a:ext uri="{FF2B5EF4-FFF2-40B4-BE49-F238E27FC236}">
                    <a16:creationId xmlns:a16="http://schemas.microsoft.com/office/drawing/2014/main" id="{5D9D4298-4531-DC30-EE1E-53B62494B2FF}"/>
                  </a:ext>
                </a:extLst>
              </p:cNvPr>
              <p:cNvPicPr>
                <a:picLocks noGrp="1" noRot="1" noChangeAspect="1" noMove="1" noResize="1" noEditPoints="1" noAdjustHandles="1" noChangeArrowheads="1" noChangeShapeType="1"/>
              </p:cNvPicPr>
              <p:nvPr/>
            </p:nvPicPr>
            <p:blipFill>
              <a:blip r:embed="rId7"/>
              <a:stretch>
                <a:fillRect/>
              </a:stretch>
            </p:blipFill>
            <p:spPr>
              <a:xfrm>
                <a:off x="5145620" y="3759442"/>
                <a:ext cx="2669148" cy="1501200"/>
              </a:xfrm>
              <a:prstGeom prst="rect">
                <a:avLst/>
              </a:prstGeom>
              <a:ln w="28575">
                <a:solidFill>
                  <a:schemeClr val="tx2"/>
                </a:solidFill>
              </a:ln>
              <a:effectLst>
                <a:outerShdw dist="254000" dir="2700000" algn="ctr" rotWithShape="0">
                  <a:srgbClr val="000000">
                    <a:alpha val="1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34" name="Slide Zoom 33">
                <a:extLst>
                  <a:ext uri="{FF2B5EF4-FFF2-40B4-BE49-F238E27FC236}">
                    <a16:creationId xmlns:a16="http://schemas.microsoft.com/office/drawing/2014/main" id="{6C0DA35D-D65E-CC37-4C6E-3AD0634EA5E5}"/>
                  </a:ext>
                </a:extLst>
              </p:cNvPr>
              <p:cNvGraphicFramePr>
                <a:graphicFrameLocks noChangeAspect="1"/>
              </p:cNvGraphicFramePr>
              <p:nvPr>
                <p:extLst>
                  <p:ext uri="{D42A27DB-BD31-4B8C-83A1-F6EECF244321}">
                    <p14:modId xmlns:p14="http://schemas.microsoft.com/office/powerpoint/2010/main" val="2445855451"/>
                  </p:ext>
                </p:extLst>
              </p:nvPr>
            </p:nvGraphicFramePr>
            <p:xfrm>
              <a:off x="20648823" y="3568000"/>
              <a:ext cx="2669148" cy="1501200"/>
            </p:xfrm>
            <a:graphic>
              <a:graphicData uri="http://schemas.microsoft.com/office/powerpoint/2016/slidezoom">
                <pslz:sldZm>
                  <pslz:sldZmObj sldId="2145707533" cId="896021497">
                    <pslz:zmPr id="{58AF44CD-861D-442B-837F-48F4D0FCF1A7}" transitionDur="1000">
                      <p166:blipFill xmlns:p166="http://schemas.microsoft.com/office/powerpoint/2016/6/main">
                        <a:blip r:embed="rId8"/>
                        <a:stretch>
                          <a:fillRect/>
                        </a:stretch>
                      </p166:blipFill>
                      <p166:spPr xmlns:p166="http://schemas.microsoft.com/office/powerpoint/2016/6/main">
                        <a:xfrm>
                          <a:off x="0" y="0"/>
                          <a:ext cx="2669148" cy="1501200"/>
                        </a:xfrm>
                        <a:prstGeom prst="rect">
                          <a:avLst/>
                        </a:prstGeom>
                        <a:ln w="28575">
                          <a:solidFill>
                            <a:schemeClr val="tx2"/>
                          </a:solidFill>
                        </a:ln>
                        <a:effectLst>
                          <a:outerShdw dist="254000" dir="2700000" algn="ctr" rotWithShape="0">
                            <a:schemeClr val="tx2">
                              <a:alpha val="10000"/>
                            </a:schemeClr>
                          </a:outerShdw>
                        </a:effectLst>
                      </p166:spPr>
                    </pslz:zmPr>
                  </pslz:sldZmObj>
                </pslz:sldZm>
              </a:graphicData>
            </a:graphic>
          </p:graphicFrame>
        </mc:Choice>
        <mc:Fallback xmlns="">
          <p:pic>
            <p:nvPicPr>
              <p:cNvPr id="34" name="Slide Zoom 33">
                <a:hlinkClick r:id="rId9" action="ppaction://hlinksldjump"/>
                <a:extLst>
                  <a:ext uri="{FF2B5EF4-FFF2-40B4-BE49-F238E27FC236}">
                    <a16:creationId xmlns:a16="http://schemas.microsoft.com/office/drawing/2014/main" id="{6C0DA35D-D65E-CC37-4C6E-3AD0634EA5E5}"/>
                  </a:ext>
                </a:extLst>
              </p:cNvPr>
              <p:cNvPicPr>
                <a:picLocks noGrp="1" noRot="1" noChangeAspect="1" noMove="1" noResize="1" noEditPoints="1" noAdjustHandles="1" noChangeArrowheads="1" noChangeShapeType="1"/>
              </p:cNvPicPr>
              <p:nvPr/>
            </p:nvPicPr>
            <p:blipFill>
              <a:blip r:embed="rId10"/>
              <a:stretch>
                <a:fillRect/>
              </a:stretch>
            </p:blipFill>
            <p:spPr>
              <a:xfrm>
                <a:off x="20648823" y="3568000"/>
                <a:ext cx="2669148" cy="1501200"/>
              </a:xfrm>
              <a:prstGeom prst="rect">
                <a:avLst/>
              </a:prstGeom>
              <a:ln w="28575">
                <a:solidFill>
                  <a:schemeClr val="tx2"/>
                </a:solidFill>
              </a:ln>
              <a:effectLst>
                <a:outerShdw dist="254000" dir="2700000" algn="ctr" rotWithShape="0">
                  <a:schemeClr val="tx2">
                    <a:alpha val="10000"/>
                  </a:schemeClr>
                </a:outerShdw>
              </a:effectLst>
            </p:spPr>
          </p:pic>
        </mc:Fallback>
      </mc:AlternateContent>
    </p:spTree>
    <p:extLst>
      <p:ext uri="{BB962C8B-B14F-4D97-AF65-F5344CB8AC3E}">
        <p14:creationId xmlns:p14="http://schemas.microsoft.com/office/powerpoint/2010/main" val="3418692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9E353A8-0A20-77E3-E72C-9C9A1E9A43E1}"/>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Slide Number Placeholder 2">
            <a:extLst>
              <a:ext uri="{FF2B5EF4-FFF2-40B4-BE49-F238E27FC236}">
                <a16:creationId xmlns:a16="http://schemas.microsoft.com/office/drawing/2014/main" id="{295CC477-4E67-FAB4-DDAC-3A9EAC5DE93E}"/>
              </a:ext>
            </a:extLst>
          </p:cNvPr>
          <p:cNvSpPr>
            <a:spLocks noGrp="1"/>
          </p:cNvSpPr>
          <p:nvPr>
            <p:ph type="sldNum" sz="quarter" idx="16"/>
          </p:nvPr>
        </p:nvSpPr>
        <p:spPr/>
        <p:txBody>
          <a:bodyPr/>
          <a:lstStyle/>
          <a:p>
            <a:fld id="{65CC2327-6B8B-47BD-B581-B21CDA88CCFB}" type="slidenum">
              <a:rPr lang="en-US" smtClean="0"/>
              <a:pPr/>
              <a:t>19</a:t>
            </a:fld>
            <a:endParaRPr lang="en-US"/>
          </a:p>
        </p:txBody>
      </p:sp>
      <p:sp>
        <p:nvSpPr>
          <p:cNvPr id="6" name="Title 5">
            <a:extLst>
              <a:ext uri="{FF2B5EF4-FFF2-40B4-BE49-F238E27FC236}">
                <a16:creationId xmlns:a16="http://schemas.microsoft.com/office/drawing/2014/main" id="{B9B9BF6F-D6FB-F3EB-1F0F-405056F32464}"/>
              </a:ext>
            </a:extLst>
          </p:cNvPr>
          <p:cNvSpPr>
            <a:spLocks noGrp="1"/>
          </p:cNvSpPr>
          <p:nvPr>
            <p:ph type="title"/>
          </p:nvPr>
        </p:nvSpPr>
        <p:spPr/>
        <p:txBody>
          <a:bodyPr/>
          <a:lstStyle/>
          <a:p>
            <a:r>
              <a:rPr lang="en-US"/>
              <a:t>Definitions:  Risk, Cost Avoidance, &amp; Cost Savings</a:t>
            </a:r>
          </a:p>
        </p:txBody>
      </p:sp>
      <p:sp>
        <p:nvSpPr>
          <p:cNvPr id="7" name="Text Placeholder 6">
            <a:extLst>
              <a:ext uri="{FF2B5EF4-FFF2-40B4-BE49-F238E27FC236}">
                <a16:creationId xmlns:a16="http://schemas.microsoft.com/office/drawing/2014/main" id="{4C3DEDEA-D2E5-7AA7-E2D4-39CFACC18D50}"/>
              </a:ext>
            </a:extLst>
          </p:cNvPr>
          <p:cNvSpPr>
            <a:spLocks noGrp="1"/>
          </p:cNvSpPr>
          <p:nvPr>
            <p:ph type="body" sz="quarter" idx="12"/>
          </p:nvPr>
        </p:nvSpPr>
        <p:spPr/>
        <p:txBody>
          <a:bodyPr/>
          <a:lstStyle/>
          <a:p>
            <a:r>
              <a:rPr lang="en-US"/>
              <a:t>appendix</a:t>
            </a:r>
          </a:p>
        </p:txBody>
      </p:sp>
      <p:graphicFrame>
        <p:nvGraphicFramePr>
          <p:cNvPr id="8" name="Table 2">
            <a:extLst>
              <a:ext uri="{FF2B5EF4-FFF2-40B4-BE49-F238E27FC236}">
                <a16:creationId xmlns:a16="http://schemas.microsoft.com/office/drawing/2014/main" id="{762C0DCC-3688-C228-5161-AF27781D4F9F}"/>
              </a:ext>
            </a:extLst>
          </p:cNvPr>
          <p:cNvGraphicFramePr>
            <a:graphicFrameLocks noGrp="1"/>
          </p:cNvGraphicFramePr>
          <p:nvPr>
            <p:extLst>
              <p:ext uri="{D42A27DB-BD31-4B8C-83A1-F6EECF244321}">
                <p14:modId xmlns:p14="http://schemas.microsoft.com/office/powerpoint/2010/main" val="3722667751"/>
              </p:ext>
            </p:extLst>
          </p:nvPr>
        </p:nvGraphicFramePr>
        <p:xfrm>
          <a:off x="855263" y="5787592"/>
          <a:ext cx="21191569" cy="5943600"/>
        </p:xfrm>
        <a:graphic>
          <a:graphicData uri="http://schemas.openxmlformats.org/drawingml/2006/table">
            <a:tbl>
              <a:tblPr firstRow="1" bandRow="1">
                <a:tableStyleId>{5C22544A-7EE6-4342-B048-85BDC9FD1C3A}</a:tableStyleId>
              </a:tblPr>
              <a:tblGrid>
                <a:gridCol w="7056289">
                  <a:extLst>
                    <a:ext uri="{9D8B030D-6E8A-4147-A177-3AD203B41FA5}">
                      <a16:colId xmlns:a16="http://schemas.microsoft.com/office/drawing/2014/main" val="3229139246"/>
                    </a:ext>
                  </a:extLst>
                </a:gridCol>
                <a:gridCol w="7056289">
                  <a:extLst>
                    <a:ext uri="{9D8B030D-6E8A-4147-A177-3AD203B41FA5}">
                      <a16:colId xmlns:a16="http://schemas.microsoft.com/office/drawing/2014/main" val="310780153"/>
                    </a:ext>
                  </a:extLst>
                </a:gridCol>
                <a:gridCol w="7078991">
                  <a:extLst>
                    <a:ext uri="{9D8B030D-6E8A-4147-A177-3AD203B41FA5}">
                      <a16:colId xmlns:a16="http://schemas.microsoft.com/office/drawing/2014/main" val="2093615870"/>
                    </a:ext>
                  </a:extLst>
                </a:gridCol>
              </a:tblGrid>
              <a:tr h="0">
                <a:tc>
                  <a:txBody>
                    <a:bodyPr/>
                    <a:lstStyle/>
                    <a:p>
                      <a:pPr algn="l"/>
                      <a:r>
                        <a:rPr kumimoji="0" lang="en-GB" sz="3600" b="1" i="0" u="none" strike="noStrike" kern="1200" cap="none" spc="0" normalizeH="0" baseline="0" dirty="0">
                          <a:ln>
                            <a:noFill/>
                          </a:ln>
                          <a:solidFill>
                            <a:schemeClr val="tx2"/>
                          </a:solidFill>
                          <a:effectLst/>
                          <a:uLnTx/>
                          <a:uFillTx/>
                          <a:latin typeface="TT Norms Pro"/>
                          <a:cs typeface="Calibri"/>
                        </a:rPr>
                        <a:t>Risk:</a:t>
                      </a:r>
                    </a:p>
                  </a:txBody>
                  <a:tcPr marL="731520" marT="0">
                    <a:lnL w="12700" cap="flat" cmpd="sng" algn="ctr">
                      <a:no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8434" rtl="0" eaLnBrk="1" fontAlgn="auto" latinLnBrk="0" hangingPunct="1">
                        <a:lnSpc>
                          <a:spcPct val="100000"/>
                        </a:lnSpc>
                        <a:spcBef>
                          <a:spcPts val="0"/>
                        </a:spcBef>
                        <a:spcAft>
                          <a:spcPts val="0"/>
                        </a:spcAft>
                        <a:buClrTx/>
                        <a:buSzPct val="25000"/>
                        <a:buFontTx/>
                        <a:buNone/>
                        <a:tabLst/>
                        <a:defRPr/>
                      </a:pPr>
                      <a:r>
                        <a:rPr kumimoji="0" lang="en-GB" sz="3600" b="1" i="0" u="none" strike="noStrike" kern="1200" cap="none" spc="0" normalizeH="0" baseline="0" noProof="0">
                          <a:ln>
                            <a:noFill/>
                          </a:ln>
                          <a:solidFill>
                            <a:schemeClr val="tx2"/>
                          </a:solidFill>
                          <a:effectLst/>
                          <a:uLnTx/>
                          <a:uFillTx/>
                          <a:latin typeface="TT Norms Pro"/>
                          <a:ea typeface="Calibri"/>
                          <a:cs typeface="Calibri"/>
                          <a:sym typeface="Calibri"/>
                        </a:rPr>
                        <a:t>Cost Avoidance:</a:t>
                      </a:r>
                    </a:p>
                  </a:txBody>
                  <a:tcPr marL="731520" marT="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8434" rtl="0" eaLnBrk="1" fontAlgn="auto" latinLnBrk="0" hangingPunct="1">
                        <a:lnSpc>
                          <a:spcPct val="100000"/>
                        </a:lnSpc>
                        <a:spcBef>
                          <a:spcPts val="0"/>
                        </a:spcBef>
                        <a:spcAft>
                          <a:spcPts val="0"/>
                        </a:spcAft>
                        <a:buClrTx/>
                        <a:buSzPct val="25000"/>
                        <a:buFontTx/>
                        <a:buNone/>
                        <a:tabLst/>
                        <a:defRPr/>
                      </a:pPr>
                      <a:r>
                        <a:rPr kumimoji="0" lang="en-GB" sz="3600" b="1" i="0" u="none" strike="noStrike" kern="1200" cap="none" spc="0" normalizeH="0" baseline="0" noProof="0">
                          <a:ln>
                            <a:noFill/>
                          </a:ln>
                          <a:solidFill>
                            <a:schemeClr val="tx2"/>
                          </a:solidFill>
                          <a:effectLst/>
                          <a:uLnTx/>
                          <a:uFillTx/>
                          <a:latin typeface="TT Norms Pro"/>
                          <a:ea typeface="Calibri"/>
                          <a:cs typeface="Calibri"/>
                          <a:sym typeface="Calibri"/>
                        </a:rPr>
                        <a:t>Cost Savings:</a:t>
                      </a:r>
                      <a:endParaRPr lang="en-GB" sz="2400" b="1">
                        <a:solidFill>
                          <a:schemeClr val="tx2"/>
                        </a:solidFill>
                        <a:latin typeface="TT Norms Pro"/>
                      </a:endParaRPr>
                    </a:p>
                  </a:txBody>
                  <a:tcPr marL="731520" marT="0">
                    <a:lnL w="1270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3317925"/>
                  </a:ext>
                </a:extLst>
              </a:tr>
              <a:tr h="346802">
                <a:tc>
                  <a:txBody>
                    <a:bodyPr/>
                    <a:lstStyle/>
                    <a:p>
                      <a:pPr marL="0" marR="0" lvl="0" indent="0" algn="l" defTabSz="1828251" rtl="0" eaLnBrk="1" fontAlgn="auto" latinLnBrk="0" hangingPunct="1">
                        <a:lnSpc>
                          <a:spcPct val="100000"/>
                        </a:lnSpc>
                        <a:spcBef>
                          <a:spcPts val="2400"/>
                        </a:spcBef>
                        <a:spcAft>
                          <a:spcPts val="0"/>
                        </a:spcAft>
                        <a:buClrTx/>
                        <a:buSzTx/>
                        <a:buFontTx/>
                        <a:buNone/>
                        <a:tabLst/>
                        <a:defRPr/>
                      </a:pPr>
                      <a:r>
                        <a:rPr kumimoji="0" lang="en-US" sz="2800" b="0" i="0" u="none" strike="noStrike" kern="1200" cap="none" spc="0" normalizeH="0" baseline="0" dirty="0">
                          <a:ln>
                            <a:noFill/>
                          </a:ln>
                          <a:solidFill>
                            <a:schemeClr val="tx2"/>
                          </a:solidFill>
                          <a:effectLst/>
                          <a:uLnTx/>
                          <a:uFillTx/>
                          <a:latin typeface="TT Norms Pro"/>
                          <a:ea typeface="+mn-ea"/>
                          <a:cs typeface="+mn-cs"/>
                        </a:rPr>
                        <a:t>Identified financial impact to OneMain as a result of under or incorrectly licensed IBM software, based on the data shared with Anglepoint by OneMain to date.</a:t>
                      </a:r>
                    </a:p>
                    <a:p>
                      <a:pPr marL="0" marR="0" lvl="0" indent="0" algn="l" rtl="0" eaLnBrk="1" fontAlgn="auto" latinLnBrk="0" hangingPunct="1">
                        <a:lnSpc>
                          <a:spcPct val="100000"/>
                        </a:lnSpc>
                        <a:spcBef>
                          <a:spcPts val="2400"/>
                        </a:spcBef>
                        <a:spcAft>
                          <a:spcPts val="0"/>
                        </a:spcAft>
                        <a:buClrTx/>
                        <a:buSzTx/>
                        <a:buFontTx/>
                        <a:buNone/>
                      </a:pPr>
                      <a:r>
                        <a:rPr kumimoji="0" lang="en-US" sz="2800" b="0" i="0" u="none" strike="noStrike" kern="1200" cap="none" spc="0" normalizeH="0" baseline="0" dirty="0">
                          <a:ln>
                            <a:noFill/>
                          </a:ln>
                          <a:solidFill>
                            <a:schemeClr val="tx2"/>
                          </a:solidFill>
                          <a:effectLst/>
                          <a:uLnTx/>
                          <a:uFillTx/>
                          <a:latin typeface="TT Norms Pro"/>
                          <a:ea typeface="+mn-ea"/>
                          <a:cs typeface="+mn-cs"/>
                        </a:rPr>
                        <a:t>Highlights necessity of immediate actions/additional spend liability.</a:t>
                      </a:r>
                      <a:r>
                        <a:rPr lang="en-US" sz="2800" b="0" i="0" u="none" strike="noStrike" kern="1200" cap="none" spc="0" normalizeH="0" baseline="0" dirty="0">
                          <a:ln>
                            <a:noFill/>
                          </a:ln>
                          <a:solidFill>
                            <a:schemeClr val="tx2"/>
                          </a:solidFill>
                          <a:effectLst/>
                          <a:uLnTx/>
                          <a:uFillTx/>
                          <a:latin typeface="TT Norms Pro"/>
                          <a:ea typeface="+mn-ea"/>
                          <a:cs typeface="+mn-cs"/>
                        </a:rPr>
                        <a:t> </a:t>
                      </a:r>
                      <a:endParaRPr lang="en-GB" sz="2800" b="0" dirty="0">
                        <a:solidFill>
                          <a:schemeClr val="tx2"/>
                        </a:solidFill>
                        <a:latin typeface="TT Norms Pro" panose="02000503030000020003" pitchFamily="2" charset="0"/>
                      </a:endParaRPr>
                    </a:p>
                    <a:p>
                      <a:pPr marL="0" marR="0" lvl="0" indent="0" algn="l">
                        <a:lnSpc>
                          <a:spcPct val="100000"/>
                        </a:lnSpc>
                        <a:spcBef>
                          <a:spcPts val="2400"/>
                        </a:spcBef>
                        <a:spcAft>
                          <a:spcPts val="0"/>
                        </a:spcAft>
                        <a:buClrTx/>
                        <a:buSzTx/>
                        <a:buFontTx/>
                        <a:buNone/>
                      </a:pPr>
                      <a:r>
                        <a:rPr lang="en-US" sz="2800" b="1" i="1" u="none" strike="noStrike" kern="1200" cap="none" spc="0" normalizeH="0" baseline="0" dirty="0">
                          <a:ln>
                            <a:noFill/>
                          </a:ln>
                          <a:solidFill>
                            <a:schemeClr val="tx2"/>
                          </a:solidFill>
                          <a:effectLst/>
                          <a:uLnTx/>
                          <a:uFillTx/>
                          <a:latin typeface="TT Norms Pro"/>
                          <a:ea typeface="+mn-ea"/>
                          <a:cs typeface="+mn-cs"/>
                        </a:rPr>
                        <a:t>Remaining risk </a:t>
                      </a:r>
                      <a:r>
                        <a:rPr lang="en-US" sz="2800" b="0" i="0" u="none" strike="noStrike" kern="1200" cap="none" spc="0" normalizeH="0" baseline="0" dirty="0">
                          <a:ln>
                            <a:noFill/>
                          </a:ln>
                          <a:solidFill>
                            <a:schemeClr val="tx2"/>
                          </a:solidFill>
                          <a:effectLst/>
                          <a:uLnTx/>
                          <a:uFillTx/>
                          <a:latin typeface="TT Norms Pro"/>
                          <a:ea typeface="+mn-ea"/>
                          <a:cs typeface="+mn-cs"/>
                        </a:rPr>
                        <a:t>refers to all cost(s) that cannot be avoided.</a:t>
                      </a:r>
                    </a:p>
                  </a:txBody>
                  <a:tcPr marL="731520" marR="640080" marB="0">
                    <a:lnL w="12700" cap="flat" cmpd="sng" algn="ctr">
                      <a:no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2400"/>
                        </a:spcBef>
                        <a:spcAft>
                          <a:spcPts val="0"/>
                        </a:spcAft>
                        <a:buClrTx/>
                        <a:buSzTx/>
                        <a:buFontTx/>
                        <a:buNone/>
                      </a:pPr>
                      <a:r>
                        <a:rPr lang="en-GB" sz="2800" b="0">
                          <a:solidFill>
                            <a:schemeClr val="tx2"/>
                          </a:solidFill>
                          <a:latin typeface="TT Norms Pro"/>
                        </a:rPr>
                        <a:t>Any action that avoids having to incur (non-budgeted) costs in the future. </a:t>
                      </a:r>
                      <a:endParaRPr lang="en-GB" sz="2800" b="0">
                        <a:solidFill>
                          <a:schemeClr val="tx2"/>
                        </a:solidFill>
                        <a:latin typeface="TT Norms Pro" panose="02000503030000020003" pitchFamily="2" charset="0"/>
                      </a:endParaRPr>
                    </a:p>
                    <a:p>
                      <a:pPr marL="0" marR="0" lvl="0" indent="0" algn="l" rtl="0" eaLnBrk="1" fontAlgn="auto" latinLnBrk="0" hangingPunct="1">
                        <a:lnSpc>
                          <a:spcPct val="100000"/>
                        </a:lnSpc>
                        <a:spcBef>
                          <a:spcPts val="2400"/>
                        </a:spcBef>
                        <a:spcAft>
                          <a:spcPts val="0"/>
                        </a:spcAft>
                        <a:buClrTx/>
                        <a:buSzTx/>
                        <a:buFontTx/>
                        <a:buNone/>
                      </a:pPr>
                      <a:r>
                        <a:rPr kumimoji="0" lang="en-GB" sz="2800" b="0" i="0" u="none" strike="noStrike" kern="1200" cap="none" spc="0" normalizeH="0" baseline="0" noProof="0">
                          <a:ln>
                            <a:noFill/>
                          </a:ln>
                          <a:solidFill>
                            <a:schemeClr val="tx2"/>
                          </a:solidFill>
                          <a:effectLst/>
                          <a:uLnTx/>
                          <a:uFillTx/>
                          <a:latin typeface="TT Norms Pro"/>
                          <a:ea typeface="+mn-ea"/>
                          <a:cs typeface="+mn-cs"/>
                        </a:rPr>
                        <a:t>Cost Avoidance measures are never reflected in the financial statements or next year’s budget. They will only be reflected in situations where the proposed action is not implemented, resulting in a cost increase.</a:t>
                      </a:r>
                      <a:r>
                        <a:rPr lang="en-GB" sz="2800" b="0" i="0" u="none" strike="noStrike" kern="1200" cap="none" spc="0" normalizeH="0" baseline="0" noProof="0">
                          <a:ln>
                            <a:noFill/>
                          </a:ln>
                          <a:solidFill>
                            <a:schemeClr val="tx2"/>
                          </a:solidFill>
                          <a:effectLst/>
                          <a:uLnTx/>
                          <a:uFillTx/>
                          <a:latin typeface="TT Norms Pro"/>
                          <a:ea typeface="+mn-ea"/>
                          <a:cs typeface="+mn-cs"/>
                        </a:rPr>
                        <a:t> </a:t>
                      </a:r>
                      <a:endParaRPr lang="en-GB" sz="2800" b="0">
                        <a:solidFill>
                          <a:schemeClr val="tx2"/>
                        </a:solidFill>
                        <a:latin typeface="TT Norms Pro" panose="02000503030000020003" pitchFamily="2" charset="0"/>
                      </a:endParaRPr>
                    </a:p>
                    <a:p>
                      <a:pPr marL="0" marR="0" lvl="0" indent="0" algn="l" defTabSz="1828252" rtl="0" eaLnBrk="1" fontAlgn="auto" latinLnBrk="0" hangingPunct="1">
                        <a:lnSpc>
                          <a:spcPct val="100000"/>
                        </a:lnSpc>
                        <a:spcBef>
                          <a:spcPts val="2400"/>
                        </a:spcBef>
                        <a:spcAft>
                          <a:spcPts val="0"/>
                        </a:spcAft>
                        <a:buClrTx/>
                        <a:buSzTx/>
                        <a:buFontTx/>
                        <a:buNone/>
                        <a:tabLst/>
                        <a:defRPr/>
                      </a:pPr>
                      <a:endParaRPr lang="en-GB" sz="2800" b="0">
                        <a:solidFill>
                          <a:schemeClr val="tx2"/>
                        </a:solidFill>
                        <a:latin typeface="TT Norms Pro" panose="02000503030000020003" pitchFamily="2" charset="0"/>
                      </a:endParaRPr>
                    </a:p>
                  </a:txBody>
                  <a:tcPr marL="731520" marR="64008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2400"/>
                        </a:spcBef>
                        <a:spcAft>
                          <a:spcPts val="0"/>
                        </a:spcAft>
                        <a:buClrTx/>
                        <a:buSzTx/>
                        <a:buFontTx/>
                        <a:buNone/>
                      </a:pPr>
                      <a:r>
                        <a:rPr kumimoji="0" lang="en-GB" sz="2800" b="0" i="0" u="none" strike="noStrike" kern="1200" cap="none" spc="0" normalizeH="0" baseline="0" noProof="0">
                          <a:ln>
                            <a:noFill/>
                          </a:ln>
                          <a:solidFill>
                            <a:schemeClr val="tx2"/>
                          </a:solidFill>
                          <a:effectLst/>
                          <a:uLnTx/>
                          <a:uFillTx/>
                          <a:latin typeface="TT Norms Pro"/>
                          <a:ea typeface="+mn-ea"/>
                          <a:cs typeface="+mn-cs"/>
                        </a:rPr>
                        <a:t>Any action that results in a tangible financial benefit that lowers current spending, investment or debt levels.</a:t>
                      </a:r>
                      <a:r>
                        <a:rPr lang="en-GB" sz="2800" b="0" i="0" u="none" strike="noStrike" kern="1200" cap="none" spc="0" normalizeH="0" baseline="0" noProof="0">
                          <a:ln>
                            <a:noFill/>
                          </a:ln>
                          <a:solidFill>
                            <a:schemeClr val="tx2"/>
                          </a:solidFill>
                          <a:effectLst/>
                          <a:uLnTx/>
                          <a:uFillTx/>
                          <a:latin typeface="TT Norms Pro"/>
                          <a:ea typeface="+mn-ea"/>
                          <a:cs typeface="+mn-cs"/>
                        </a:rPr>
                        <a:t> </a:t>
                      </a:r>
                      <a:endParaRPr kumimoji="0" lang="en-GB" sz="2800" b="0" i="0" u="none" strike="noStrike" kern="1200" cap="none" spc="0" normalizeH="0" baseline="0" noProof="0">
                        <a:ln>
                          <a:noFill/>
                        </a:ln>
                        <a:solidFill>
                          <a:schemeClr val="tx2"/>
                        </a:solidFill>
                        <a:effectLst/>
                        <a:uLnTx/>
                        <a:uFillTx/>
                        <a:latin typeface="TT Norms Pro" panose="02000503030000020003" pitchFamily="2" charset="0"/>
                        <a:ea typeface="+mn-ea"/>
                        <a:cs typeface="+mn-cs"/>
                      </a:endParaRPr>
                    </a:p>
                    <a:p>
                      <a:pPr marL="0" marR="0" lvl="0" indent="0" algn="l" rtl="0" eaLnBrk="1" fontAlgn="auto" latinLnBrk="0" hangingPunct="1">
                        <a:lnSpc>
                          <a:spcPct val="100000"/>
                        </a:lnSpc>
                        <a:spcBef>
                          <a:spcPts val="2400"/>
                        </a:spcBef>
                        <a:spcAft>
                          <a:spcPts val="0"/>
                        </a:spcAft>
                        <a:buClrTx/>
                        <a:buSzTx/>
                        <a:buFontTx/>
                        <a:buNone/>
                      </a:pPr>
                      <a:r>
                        <a:rPr kumimoji="0" lang="en-GB" sz="2800" b="0" i="0" u="none" strike="noStrike" kern="1200" cap="none" spc="0" normalizeH="0" baseline="0" noProof="0">
                          <a:ln>
                            <a:noFill/>
                          </a:ln>
                          <a:solidFill>
                            <a:schemeClr val="tx2"/>
                          </a:solidFill>
                          <a:effectLst/>
                          <a:uLnTx/>
                          <a:uFillTx/>
                          <a:latin typeface="TT Norms Pro"/>
                          <a:ea typeface="+mn-ea"/>
                          <a:cs typeface="+mn-cs"/>
                        </a:rPr>
                        <a:t>Cost savings measures are reflected in the financial statements and next year’s budget.</a:t>
                      </a:r>
                      <a:r>
                        <a:rPr lang="en-GB" sz="2800" b="0" i="0" u="none" strike="noStrike" kern="1200" cap="none" spc="0" normalizeH="0" baseline="0" noProof="0">
                          <a:ln>
                            <a:noFill/>
                          </a:ln>
                          <a:solidFill>
                            <a:schemeClr val="tx2"/>
                          </a:solidFill>
                          <a:effectLst/>
                          <a:uLnTx/>
                          <a:uFillTx/>
                          <a:latin typeface="TT Norms Pro"/>
                          <a:ea typeface="+mn-ea"/>
                          <a:cs typeface="+mn-cs"/>
                        </a:rPr>
                        <a:t> </a:t>
                      </a:r>
                      <a:endParaRPr kumimoji="0" lang="en-GB" sz="2800" b="0" i="0" u="none" strike="noStrike" kern="1200" cap="none" spc="0" normalizeH="0" baseline="0" noProof="0">
                        <a:ln>
                          <a:noFill/>
                        </a:ln>
                        <a:solidFill>
                          <a:schemeClr val="tx2"/>
                        </a:solidFill>
                        <a:effectLst/>
                        <a:uLnTx/>
                        <a:uFillTx/>
                        <a:latin typeface="TT Norms Pro"/>
                        <a:ea typeface="+mn-ea"/>
                        <a:cs typeface="+mn-cs"/>
                      </a:endParaRPr>
                    </a:p>
                  </a:txBody>
                  <a:tcPr marL="731520" marR="640080" marB="0">
                    <a:lnL w="1270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032449"/>
                  </a:ext>
                </a:extLst>
              </a:tr>
            </a:tbl>
          </a:graphicData>
        </a:graphic>
      </p:graphicFrame>
      <p:grpSp>
        <p:nvGrpSpPr>
          <p:cNvPr id="9" name="Group 8">
            <a:extLst>
              <a:ext uri="{FF2B5EF4-FFF2-40B4-BE49-F238E27FC236}">
                <a16:creationId xmlns:a16="http://schemas.microsoft.com/office/drawing/2014/main" id="{C24038FB-6199-CD60-F09D-D69D77CFA12C}"/>
              </a:ext>
            </a:extLst>
          </p:cNvPr>
          <p:cNvGrpSpPr/>
          <p:nvPr/>
        </p:nvGrpSpPr>
        <p:grpSpPr>
          <a:xfrm>
            <a:off x="1595618" y="3580352"/>
            <a:ext cx="1459528" cy="1429332"/>
            <a:chOff x="6379938" y="3383520"/>
            <a:chExt cx="1924890" cy="1885070"/>
          </a:xfrm>
        </p:grpSpPr>
        <p:sp>
          <p:nvSpPr>
            <p:cNvPr id="10" name="Freeform 9">
              <a:extLst>
                <a:ext uri="{FF2B5EF4-FFF2-40B4-BE49-F238E27FC236}">
                  <a16:creationId xmlns:a16="http://schemas.microsoft.com/office/drawing/2014/main" id="{4CF1740B-27A3-3A68-9106-09B12C003F4A}"/>
                </a:ext>
              </a:extLst>
            </p:cNvPr>
            <p:cNvSpPr/>
            <p:nvPr/>
          </p:nvSpPr>
          <p:spPr>
            <a:xfrm>
              <a:off x="6379938" y="3383520"/>
              <a:ext cx="1924890" cy="1885070"/>
            </a:xfrm>
            <a:custGeom>
              <a:avLst/>
              <a:gdLst>
                <a:gd name="connsiteX0" fmla="*/ 1665403 w 1924890"/>
                <a:gd name="connsiteY0" fmla="*/ 1885071 h 1885070"/>
                <a:gd name="connsiteX1" fmla="*/ 259586 w 1924890"/>
                <a:gd name="connsiteY1" fmla="*/ 1885071 h 1885070"/>
                <a:gd name="connsiteX2" fmla="*/ 0 w 1924890"/>
                <a:gd name="connsiteY2" fmla="*/ 1626094 h 1885070"/>
                <a:gd name="connsiteX3" fmla="*/ 28695 w 1924890"/>
                <a:gd name="connsiteY3" fmla="*/ 1507505 h 1885070"/>
                <a:gd name="connsiteX4" fmla="*/ 731681 w 1924890"/>
                <a:gd name="connsiteY4" fmla="*/ 140903 h 1885070"/>
                <a:gd name="connsiteX5" fmla="*/ 1081064 w 1924890"/>
                <a:gd name="connsiteY5" fmla="*/ 28649 h 1885070"/>
                <a:gd name="connsiteX6" fmla="*/ 1193462 w 1924890"/>
                <a:gd name="connsiteY6" fmla="*/ 140903 h 1885070"/>
                <a:gd name="connsiteX7" fmla="*/ 1896140 w 1924890"/>
                <a:gd name="connsiteY7" fmla="*/ 1507505 h 1885070"/>
                <a:gd name="connsiteX8" fmla="*/ 1783988 w 1924890"/>
                <a:gd name="connsiteY8" fmla="*/ 1856415 h 1885070"/>
                <a:gd name="connsiteX9" fmla="*/ 1665249 w 1924890"/>
                <a:gd name="connsiteY9" fmla="*/ 1885071 h 188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4890" h="1885070">
                  <a:moveTo>
                    <a:pt x="1665403" y="1885071"/>
                  </a:moveTo>
                  <a:lnTo>
                    <a:pt x="259586" y="1885071"/>
                  </a:lnTo>
                  <a:cubicBezTo>
                    <a:pt x="116299" y="1885148"/>
                    <a:pt x="78" y="1769203"/>
                    <a:pt x="0" y="1626094"/>
                  </a:cubicBezTo>
                  <a:cubicBezTo>
                    <a:pt x="-23" y="1584847"/>
                    <a:pt x="9815" y="1544193"/>
                    <a:pt x="28695" y="1507505"/>
                  </a:cubicBezTo>
                  <a:lnTo>
                    <a:pt x="731681" y="140903"/>
                  </a:lnTo>
                  <a:cubicBezTo>
                    <a:pt x="797123" y="13548"/>
                    <a:pt x="953551" y="-36711"/>
                    <a:pt x="1081064" y="28649"/>
                  </a:cubicBezTo>
                  <a:cubicBezTo>
                    <a:pt x="1129367" y="53404"/>
                    <a:pt x="1168672" y="92665"/>
                    <a:pt x="1193462" y="140903"/>
                  </a:cubicBezTo>
                  <a:lnTo>
                    <a:pt x="1896140" y="1507505"/>
                  </a:lnTo>
                  <a:cubicBezTo>
                    <a:pt x="1961643" y="1634780"/>
                    <a:pt x="1911432" y="1790995"/>
                    <a:pt x="1783988" y="1856415"/>
                  </a:cubicBezTo>
                  <a:cubicBezTo>
                    <a:pt x="1747261" y="1875270"/>
                    <a:pt x="1706547" y="1885094"/>
                    <a:pt x="1665249" y="1885071"/>
                  </a:cubicBezTo>
                  <a:close/>
                </a:path>
              </a:pathLst>
            </a:custGeom>
            <a:noFill/>
            <a:ln w="88900" cap="flat">
              <a:solidFill>
                <a:srgbClr val="072C49"/>
              </a:solid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82B5CEE1-03AB-862F-A38C-AB17B5134BD3}"/>
                </a:ext>
              </a:extLst>
            </p:cNvPr>
            <p:cNvSpPr/>
            <p:nvPr/>
          </p:nvSpPr>
          <p:spPr>
            <a:xfrm>
              <a:off x="6560218" y="3563567"/>
              <a:ext cx="1564380" cy="1525003"/>
            </a:xfrm>
            <a:custGeom>
              <a:avLst/>
              <a:gdLst>
                <a:gd name="connsiteX0" fmla="*/ 8654 w 1564380"/>
                <a:gd name="connsiteY0" fmla="*/ 1409705 h 1525003"/>
                <a:gd name="connsiteX1" fmla="*/ 43424 w 1564380"/>
                <a:gd name="connsiteY1" fmla="*/ 1516379 h 1525003"/>
                <a:gd name="connsiteX2" fmla="*/ 79306 w 1564380"/>
                <a:gd name="connsiteY2" fmla="*/ 1525004 h 1525003"/>
                <a:gd name="connsiteX3" fmla="*/ 1485123 w 1564380"/>
                <a:gd name="connsiteY3" fmla="*/ 1525004 h 1525003"/>
                <a:gd name="connsiteX4" fmla="*/ 1564380 w 1564380"/>
                <a:gd name="connsiteY4" fmla="*/ 1445670 h 1525003"/>
                <a:gd name="connsiteX5" fmla="*/ 1555699 w 1564380"/>
                <a:gd name="connsiteY5" fmla="*/ 1409705 h 1525003"/>
                <a:gd name="connsiteX6" fmla="*/ 852790 w 1564380"/>
                <a:gd name="connsiteY6" fmla="*/ 43026 h 1525003"/>
                <a:gd name="connsiteX7" fmla="*/ 745811 w 1564380"/>
                <a:gd name="connsiteY7" fmla="*/ 8818 h 1525003"/>
                <a:gd name="connsiteX8" fmla="*/ 711562 w 1564380"/>
                <a:gd name="connsiteY8" fmla="*/ 43026 h 1525003"/>
                <a:gd name="connsiteX9" fmla="*/ 8654 w 1564380"/>
                <a:gd name="connsiteY9" fmla="*/ 1409705 h 152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64380" h="1525003">
                  <a:moveTo>
                    <a:pt x="8654" y="1409705"/>
                  </a:moveTo>
                  <a:cubicBezTo>
                    <a:pt x="-11239" y="1448753"/>
                    <a:pt x="4328" y="1496509"/>
                    <a:pt x="43424" y="1516379"/>
                  </a:cubicBezTo>
                  <a:cubicBezTo>
                    <a:pt x="54541" y="1522029"/>
                    <a:pt x="66833" y="1524981"/>
                    <a:pt x="79306" y="1525004"/>
                  </a:cubicBezTo>
                  <a:lnTo>
                    <a:pt x="1485123" y="1525004"/>
                  </a:lnTo>
                  <a:cubicBezTo>
                    <a:pt x="1528946" y="1524958"/>
                    <a:pt x="1564434" y="1489438"/>
                    <a:pt x="1564380" y="1445670"/>
                  </a:cubicBezTo>
                  <a:cubicBezTo>
                    <a:pt x="1564372" y="1433164"/>
                    <a:pt x="1561394" y="1420842"/>
                    <a:pt x="1555699" y="1409705"/>
                  </a:cubicBezTo>
                  <a:lnTo>
                    <a:pt x="852790" y="43026"/>
                  </a:lnTo>
                  <a:cubicBezTo>
                    <a:pt x="832711" y="4077"/>
                    <a:pt x="784816" y="-11239"/>
                    <a:pt x="745811" y="8818"/>
                  </a:cubicBezTo>
                  <a:cubicBezTo>
                    <a:pt x="731111" y="16381"/>
                    <a:pt x="719135" y="28339"/>
                    <a:pt x="711562" y="43026"/>
                  </a:cubicBezTo>
                  <a:lnTo>
                    <a:pt x="8654" y="1409705"/>
                  </a:lnTo>
                </a:path>
              </a:pathLst>
            </a:custGeom>
            <a:noFill/>
            <a:ln w="88900" cap="flat">
              <a:solidFill>
                <a:srgbClr val="072C49"/>
              </a:solid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F5698D32-DF44-136A-4CD0-F833B9118AF3}"/>
                </a:ext>
              </a:extLst>
            </p:cNvPr>
            <p:cNvSpPr/>
            <p:nvPr/>
          </p:nvSpPr>
          <p:spPr>
            <a:xfrm>
              <a:off x="7342432" y="3975586"/>
              <a:ext cx="7696" cy="663661"/>
            </a:xfrm>
            <a:custGeom>
              <a:avLst/>
              <a:gdLst>
                <a:gd name="connsiteX0" fmla="*/ 0 w 7696"/>
                <a:gd name="connsiteY0" fmla="*/ 0 h 663661"/>
                <a:gd name="connsiteX1" fmla="*/ 0 w 7696"/>
                <a:gd name="connsiteY1" fmla="*/ 663661 h 663661"/>
              </a:gdLst>
              <a:ahLst/>
              <a:cxnLst>
                <a:cxn ang="0">
                  <a:pos x="connsiteX0" y="connsiteY0"/>
                </a:cxn>
                <a:cxn ang="0">
                  <a:pos x="connsiteX1" y="connsiteY1"/>
                </a:cxn>
              </a:cxnLst>
              <a:rect l="l" t="t" r="r" b="b"/>
              <a:pathLst>
                <a:path w="7696" h="663661">
                  <a:moveTo>
                    <a:pt x="0" y="0"/>
                  </a:moveTo>
                  <a:lnTo>
                    <a:pt x="0" y="663661"/>
                  </a:lnTo>
                </a:path>
              </a:pathLst>
            </a:custGeom>
            <a:ln w="88900" cap="flat">
              <a:solidFill>
                <a:srgbClr val="072C49"/>
              </a:solid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9891C073-E18F-3A95-5C00-80F94F702DA4}"/>
                </a:ext>
              </a:extLst>
            </p:cNvPr>
            <p:cNvSpPr/>
            <p:nvPr/>
          </p:nvSpPr>
          <p:spPr>
            <a:xfrm>
              <a:off x="7263424" y="4713890"/>
              <a:ext cx="158016" cy="157814"/>
            </a:xfrm>
            <a:custGeom>
              <a:avLst/>
              <a:gdLst>
                <a:gd name="connsiteX0" fmla="*/ 246283 w 246283"/>
                <a:gd name="connsiteY0" fmla="*/ 122986 h 245971"/>
                <a:gd name="connsiteX1" fmla="*/ 123142 w 246283"/>
                <a:gd name="connsiteY1" fmla="*/ 245971 h 245971"/>
                <a:gd name="connsiteX2" fmla="*/ 0 w 246283"/>
                <a:gd name="connsiteY2" fmla="*/ 122986 h 245971"/>
                <a:gd name="connsiteX3" fmla="*/ 123142 w 246283"/>
                <a:gd name="connsiteY3" fmla="*/ 0 h 245971"/>
                <a:gd name="connsiteX4" fmla="*/ 246283 w 246283"/>
                <a:gd name="connsiteY4" fmla="*/ 122986 h 245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283" h="245971">
                  <a:moveTo>
                    <a:pt x="246283" y="122986"/>
                  </a:moveTo>
                  <a:cubicBezTo>
                    <a:pt x="246283" y="190909"/>
                    <a:pt x="191151" y="245971"/>
                    <a:pt x="123142" y="245971"/>
                  </a:cubicBezTo>
                  <a:cubicBezTo>
                    <a:pt x="55132" y="245971"/>
                    <a:pt x="0" y="190909"/>
                    <a:pt x="0" y="122986"/>
                  </a:cubicBezTo>
                  <a:cubicBezTo>
                    <a:pt x="0" y="55063"/>
                    <a:pt x="55132" y="0"/>
                    <a:pt x="123142" y="0"/>
                  </a:cubicBezTo>
                  <a:cubicBezTo>
                    <a:pt x="191151" y="0"/>
                    <a:pt x="246283" y="55063"/>
                    <a:pt x="246283" y="122986"/>
                  </a:cubicBezTo>
                  <a:close/>
                </a:path>
              </a:pathLst>
            </a:custGeom>
            <a:solidFill>
              <a:srgbClr val="072C49"/>
            </a:solidFill>
            <a:ln w="7677" cap="flat">
              <a:noFill/>
              <a:prstDash val="solid"/>
              <a:miter/>
            </a:ln>
          </p:spPr>
          <p:txBody>
            <a:bodyPr rtlCol="0" anchor="ctr"/>
            <a:lstStyle/>
            <a:p>
              <a:endParaRPr lang="en-US"/>
            </a:p>
          </p:txBody>
        </p:sp>
      </p:grpSp>
      <p:grpSp>
        <p:nvGrpSpPr>
          <p:cNvPr id="14" name="Group 13">
            <a:extLst>
              <a:ext uri="{FF2B5EF4-FFF2-40B4-BE49-F238E27FC236}">
                <a16:creationId xmlns:a16="http://schemas.microsoft.com/office/drawing/2014/main" id="{CF3852AF-B88F-51FE-765B-704748BE1A3F}"/>
              </a:ext>
            </a:extLst>
          </p:cNvPr>
          <p:cNvGrpSpPr/>
          <p:nvPr/>
        </p:nvGrpSpPr>
        <p:grpSpPr>
          <a:xfrm>
            <a:off x="15770237" y="3524865"/>
            <a:ext cx="1481562" cy="1505456"/>
            <a:chOff x="11541626" y="3068658"/>
            <a:chExt cx="1935319" cy="1966534"/>
          </a:xfrm>
        </p:grpSpPr>
        <p:sp>
          <p:nvSpPr>
            <p:cNvPr id="15" name="Freeform 35">
              <a:extLst>
                <a:ext uri="{FF2B5EF4-FFF2-40B4-BE49-F238E27FC236}">
                  <a16:creationId xmlns:a16="http://schemas.microsoft.com/office/drawing/2014/main" id="{16949D5F-1CB8-D77F-B4A1-580C81B20793}"/>
                </a:ext>
              </a:extLst>
            </p:cNvPr>
            <p:cNvSpPr/>
            <p:nvPr/>
          </p:nvSpPr>
          <p:spPr>
            <a:xfrm>
              <a:off x="11916204" y="3068658"/>
              <a:ext cx="1186163" cy="1186163"/>
            </a:xfrm>
            <a:custGeom>
              <a:avLst/>
              <a:gdLst>
                <a:gd name="connsiteX0" fmla="*/ 1186164 w 1186163"/>
                <a:gd name="connsiteY0" fmla="*/ 593082 h 1186163"/>
                <a:gd name="connsiteX1" fmla="*/ 593082 w 1186163"/>
                <a:gd name="connsiteY1" fmla="*/ 1186164 h 1186163"/>
                <a:gd name="connsiteX2" fmla="*/ 0 w 1186163"/>
                <a:gd name="connsiteY2" fmla="*/ 593082 h 1186163"/>
                <a:gd name="connsiteX3" fmla="*/ 593082 w 1186163"/>
                <a:gd name="connsiteY3" fmla="*/ 0 h 1186163"/>
                <a:gd name="connsiteX4" fmla="*/ 1186164 w 1186163"/>
                <a:gd name="connsiteY4" fmla="*/ 593082 h 1186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6163" h="1186163">
                  <a:moveTo>
                    <a:pt x="1186164" y="593082"/>
                  </a:moveTo>
                  <a:cubicBezTo>
                    <a:pt x="1186164" y="920632"/>
                    <a:pt x="920632" y="1186164"/>
                    <a:pt x="593082" y="1186164"/>
                  </a:cubicBezTo>
                  <a:cubicBezTo>
                    <a:pt x="265532" y="1186164"/>
                    <a:pt x="0" y="920632"/>
                    <a:pt x="0" y="593082"/>
                  </a:cubicBezTo>
                  <a:cubicBezTo>
                    <a:pt x="0" y="265532"/>
                    <a:pt x="265532" y="0"/>
                    <a:pt x="593082" y="0"/>
                  </a:cubicBezTo>
                  <a:cubicBezTo>
                    <a:pt x="920632" y="0"/>
                    <a:pt x="1186164" y="265532"/>
                    <a:pt x="1186164" y="593082"/>
                  </a:cubicBezTo>
                  <a:close/>
                </a:path>
              </a:pathLst>
            </a:custGeom>
            <a:noFill/>
            <a:ln w="76200" cap="flat">
              <a:solidFill>
                <a:schemeClr val="tx2"/>
              </a:solidFill>
              <a:prstDash val="solid"/>
              <a:miter/>
            </a:ln>
          </p:spPr>
          <p:txBody>
            <a:bodyPr rtlCol="0" anchor="ctr"/>
            <a:lstStyle/>
            <a:p>
              <a:endParaRPr lang="en-US"/>
            </a:p>
          </p:txBody>
        </p:sp>
        <p:sp>
          <p:nvSpPr>
            <p:cNvPr id="16" name="Freeform 38">
              <a:extLst>
                <a:ext uri="{FF2B5EF4-FFF2-40B4-BE49-F238E27FC236}">
                  <a16:creationId xmlns:a16="http://schemas.microsoft.com/office/drawing/2014/main" id="{15D9C196-FFBF-CC22-B9F8-6B679CF2C4E9}"/>
                </a:ext>
              </a:extLst>
            </p:cNvPr>
            <p:cNvSpPr/>
            <p:nvPr/>
          </p:nvSpPr>
          <p:spPr>
            <a:xfrm>
              <a:off x="12384427" y="3412021"/>
              <a:ext cx="249718" cy="499437"/>
            </a:xfrm>
            <a:custGeom>
              <a:avLst/>
              <a:gdLst>
                <a:gd name="connsiteX0" fmla="*/ 249719 w 249718"/>
                <a:gd name="connsiteY0" fmla="*/ 124859 h 499437"/>
                <a:gd name="connsiteX1" fmla="*/ 124859 w 249718"/>
                <a:gd name="connsiteY1" fmla="*/ 0 h 499437"/>
                <a:gd name="connsiteX2" fmla="*/ 0 w 249718"/>
                <a:gd name="connsiteY2" fmla="*/ 124859 h 499437"/>
                <a:gd name="connsiteX3" fmla="*/ 124859 w 249718"/>
                <a:gd name="connsiteY3" fmla="*/ 249719 h 499437"/>
                <a:gd name="connsiteX4" fmla="*/ 249719 w 249718"/>
                <a:gd name="connsiteY4" fmla="*/ 374578 h 499437"/>
                <a:gd name="connsiteX5" fmla="*/ 124859 w 249718"/>
                <a:gd name="connsiteY5" fmla="*/ 499437 h 499437"/>
                <a:gd name="connsiteX6" fmla="*/ 0 w 249718"/>
                <a:gd name="connsiteY6" fmla="*/ 374578 h 49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718" h="499437">
                  <a:moveTo>
                    <a:pt x="249719" y="124859"/>
                  </a:moveTo>
                  <a:cubicBezTo>
                    <a:pt x="249719" y="55903"/>
                    <a:pt x="193816" y="0"/>
                    <a:pt x="124859" y="0"/>
                  </a:cubicBezTo>
                  <a:cubicBezTo>
                    <a:pt x="55903" y="0"/>
                    <a:pt x="0" y="55903"/>
                    <a:pt x="0" y="124859"/>
                  </a:cubicBezTo>
                  <a:cubicBezTo>
                    <a:pt x="0" y="193844"/>
                    <a:pt x="62430" y="218504"/>
                    <a:pt x="124859" y="249719"/>
                  </a:cubicBezTo>
                  <a:cubicBezTo>
                    <a:pt x="187289" y="280933"/>
                    <a:pt x="249719" y="305593"/>
                    <a:pt x="249719" y="374578"/>
                  </a:cubicBezTo>
                  <a:cubicBezTo>
                    <a:pt x="249719" y="443535"/>
                    <a:pt x="193816" y="499437"/>
                    <a:pt x="124859" y="499437"/>
                  </a:cubicBezTo>
                  <a:cubicBezTo>
                    <a:pt x="55903" y="499437"/>
                    <a:pt x="0" y="443535"/>
                    <a:pt x="0" y="374578"/>
                  </a:cubicBezTo>
                </a:path>
              </a:pathLst>
            </a:custGeom>
            <a:noFill/>
            <a:ln w="76200" cap="flat">
              <a:solidFill>
                <a:schemeClr val="tx2"/>
              </a:solidFill>
              <a:prstDash val="solid"/>
              <a:miter/>
            </a:ln>
          </p:spPr>
          <p:txBody>
            <a:bodyPr rtlCol="0" anchor="ctr"/>
            <a:lstStyle/>
            <a:p>
              <a:endParaRPr lang="en-US"/>
            </a:p>
          </p:txBody>
        </p:sp>
        <p:sp>
          <p:nvSpPr>
            <p:cNvPr id="17" name="Freeform 39">
              <a:extLst>
                <a:ext uri="{FF2B5EF4-FFF2-40B4-BE49-F238E27FC236}">
                  <a16:creationId xmlns:a16="http://schemas.microsoft.com/office/drawing/2014/main" id="{A87A4891-9115-0BE9-9677-7E5025B1C941}"/>
                </a:ext>
              </a:extLst>
            </p:cNvPr>
            <p:cNvSpPr/>
            <p:nvPr/>
          </p:nvSpPr>
          <p:spPr>
            <a:xfrm>
              <a:off x="12509286" y="3318377"/>
              <a:ext cx="31214" cy="93644"/>
            </a:xfrm>
            <a:custGeom>
              <a:avLst/>
              <a:gdLst>
                <a:gd name="connsiteX0" fmla="*/ 0 w 31214"/>
                <a:gd name="connsiteY0" fmla="*/ 93644 h 93644"/>
                <a:gd name="connsiteX1" fmla="*/ 0 w 31214"/>
                <a:gd name="connsiteY1" fmla="*/ 0 h 93644"/>
              </a:gdLst>
              <a:ahLst/>
              <a:cxnLst>
                <a:cxn ang="0">
                  <a:pos x="connsiteX0" y="connsiteY0"/>
                </a:cxn>
                <a:cxn ang="0">
                  <a:pos x="connsiteX1" y="connsiteY1"/>
                </a:cxn>
              </a:cxnLst>
              <a:rect l="l" t="t" r="r" b="b"/>
              <a:pathLst>
                <a:path w="31214" h="93644">
                  <a:moveTo>
                    <a:pt x="0" y="93644"/>
                  </a:moveTo>
                  <a:lnTo>
                    <a:pt x="0" y="0"/>
                  </a:lnTo>
                </a:path>
              </a:pathLst>
            </a:custGeom>
            <a:ln w="76200" cap="flat">
              <a:solidFill>
                <a:schemeClr val="tx2"/>
              </a:solidFill>
              <a:prstDash val="solid"/>
              <a:miter/>
            </a:ln>
          </p:spPr>
          <p:txBody>
            <a:bodyPr rtlCol="0" anchor="ctr"/>
            <a:lstStyle/>
            <a:p>
              <a:endParaRPr lang="en-US"/>
            </a:p>
          </p:txBody>
        </p:sp>
        <p:sp>
          <p:nvSpPr>
            <p:cNvPr id="18" name="Freeform 55">
              <a:extLst>
                <a:ext uri="{FF2B5EF4-FFF2-40B4-BE49-F238E27FC236}">
                  <a16:creationId xmlns:a16="http://schemas.microsoft.com/office/drawing/2014/main" id="{7381C40C-9A40-49FD-68A6-B4CE9253E67D}"/>
                </a:ext>
              </a:extLst>
            </p:cNvPr>
            <p:cNvSpPr/>
            <p:nvPr/>
          </p:nvSpPr>
          <p:spPr>
            <a:xfrm>
              <a:off x="12509286" y="3911459"/>
              <a:ext cx="31214" cy="93644"/>
            </a:xfrm>
            <a:custGeom>
              <a:avLst/>
              <a:gdLst>
                <a:gd name="connsiteX0" fmla="*/ 0 w 31214"/>
                <a:gd name="connsiteY0" fmla="*/ 0 h 93644"/>
                <a:gd name="connsiteX1" fmla="*/ 0 w 31214"/>
                <a:gd name="connsiteY1" fmla="*/ 93644 h 93644"/>
              </a:gdLst>
              <a:ahLst/>
              <a:cxnLst>
                <a:cxn ang="0">
                  <a:pos x="connsiteX0" y="connsiteY0"/>
                </a:cxn>
                <a:cxn ang="0">
                  <a:pos x="connsiteX1" y="connsiteY1"/>
                </a:cxn>
              </a:cxnLst>
              <a:rect l="l" t="t" r="r" b="b"/>
              <a:pathLst>
                <a:path w="31214" h="93644">
                  <a:moveTo>
                    <a:pt x="0" y="0"/>
                  </a:moveTo>
                  <a:lnTo>
                    <a:pt x="0" y="93644"/>
                  </a:lnTo>
                </a:path>
              </a:pathLst>
            </a:custGeom>
            <a:ln w="76200" cap="flat">
              <a:solidFill>
                <a:schemeClr val="tx2"/>
              </a:solidFill>
              <a:prstDash val="solid"/>
              <a:miter/>
            </a:ln>
          </p:spPr>
          <p:txBody>
            <a:bodyPr rtlCol="0" anchor="ctr"/>
            <a:lstStyle/>
            <a:p>
              <a:endParaRPr lang="en-US"/>
            </a:p>
          </p:txBody>
        </p:sp>
        <p:sp>
          <p:nvSpPr>
            <p:cNvPr id="19" name="Freeform 57">
              <a:extLst>
                <a:ext uri="{FF2B5EF4-FFF2-40B4-BE49-F238E27FC236}">
                  <a16:creationId xmlns:a16="http://schemas.microsoft.com/office/drawing/2014/main" id="{811A98C4-7B74-611F-9F05-277A5454B215}"/>
                </a:ext>
              </a:extLst>
            </p:cNvPr>
            <p:cNvSpPr/>
            <p:nvPr/>
          </p:nvSpPr>
          <p:spPr>
            <a:xfrm>
              <a:off x="11541626" y="3692955"/>
              <a:ext cx="686726" cy="1123733"/>
            </a:xfrm>
            <a:custGeom>
              <a:avLst/>
              <a:gdLst>
                <a:gd name="connsiteX0" fmla="*/ 405793 w 686726"/>
                <a:gd name="connsiteY0" fmla="*/ 749156 h 1123733"/>
                <a:gd name="connsiteX1" fmla="*/ 187289 w 686726"/>
                <a:gd name="connsiteY1" fmla="*/ 530652 h 1123733"/>
                <a:gd name="connsiteX2" fmla="*/ 187289 w 686726"/>
                <a:gd name="connsiteY2" fmla="*/ 499437 h 1123733"/>
                <a:gd name="connsiteX3" fmla="*/ 280933 w 686726"/>
                <a:gd name="connsiteY3" fmla="*/ 405793 h 1123733"/>
                <a:gd name="connsiteX4" fmla="*/ 312148 w 686726"/>
                <a:gd name="connsiteY4" fmla="*/ 405793 h 1123733"/>
                <a:gd name="connsiteX5" fmla="*/ 624297 w 686726"/>
                <a:gd name="connsiteY5" fmla="*/ 717941 h 1123733"/>
                <a:gd name="connsiteX6" fmla="*/ 686726 w 686726"/>
                <a:gd name="connsiteY6" fmla="*/ 874015 h 1123733"/>
                <a:gd name="connsiteX7" fmla="*/ 686726 w 686726"/>
                <a:gd name="connsiteY7" fmla="*/ 1123734 h 1123733"/>
                <a:gd name="connsiteX8" fmla="*/ 343363 w 686726"/>
                <a:gd name="connsiteY8" fmla="*/ 1123734 h 1123733"/>
                <a:gd name="connsiteX9" fmla="*/ 343363 w 686726"/>
                <a:gd name="connsiteY9" fmla="*/ 1061304 h 1123733"/>
                <a:gd name="connsiteX10" fmla="*/ 280933 w 686726"/>
                <a:gd name="connsiteY10" fmla="*/ 936445 h 1123733"/>
                <a:gd name="connsiteX11" fmla="*/ 62430 w 686726"/>
                <a:gd name="connsiteY11" fmla="*/ 717941 h 1123733"/>
                <a:gd name="connsiteX12" fmla="*/ 0 w 686726"/>
                <a:gd name="connsiteY12" fmla="*/ 593082 h 1123733"/>
                <a:gd name="connsiteX13" fmla="*/ 0 w 686726"/>
                <a:gd name="connsiteY13" fmla="*/ 93644 h 1123733"/>
                <a:gd name="connsiteX14" fmla="*/ 93644 w 686726"/>
                <a:gd name="connsiteY14" fmla="*/ 0 h 1123733"/>
                <a:gd name="connsiteX15" fmla="*/ 187289 w 686726"/>
                <a:gd name="connsiteY15" fmla="*/ 93644 h 1123733"/>
                <a:gd name="connsiteX16" fmla="*/ 187289 w 686726"/>
                <a:gd name="connsiteY16" fmla="*/ 343363 h 1123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6726" h="1123733">
                  <a:moveTo>
                    <a:pt x="405793" y="749156"/>
                  </a:moveTo>
                  <a:lnTo>
                    <a:pt x="187289" y="530652"/>
                  </a:lnTo>
                  <a:lnTo>
                    <a:pt x="187289" y="499437"/>
                  </a:lnTo>
                  <a:cubicBezTo>
                    <a:pt x="187289" y="447717"/>
                    <a:pt x="229215" y="405793"/>
                    <a:pt x="280933" y="405793"/>
                  </a:cubicBezTo>
                  <a:lnTo>
                    <a:pt x="312148" y="405793"/>
                  </a:lnTo>
                  <a:lnTo>
                    <a:pt x="624297" y="717941"/>
                  </a:lnTo>
                  <a:cubicBezTo>
                    <a:pt x="662953" y="760921"/>
                    <a:pt x="685078" y="816233"/>
                    <a:pt x="686726" y="874015"/>
                  </a:cubicBezTo>
                  <a:lnTo>
                    <a:pt x="686726" y="1123734"/>
                  </a:lnTo>
                  <a:lnTo>
                    <a:pt x="343363" y="1123734"/>
                  </a:lnTo>
                  <a:lnTo>
                    <a:pt x="343363" y="1061304"/>
                  </a:lnTo>
                  <a:cubicBezTo>
                    <a:pt x="338840" y="1013358"/>
                    <a:pt x="316578" y="968830"/>
                    <a:pt x="280933" y="936445"/>
                  </a:cubicBezTo>
                  <a:lnTo>
                    <a:pt x="62430" y="717941"/>
                  </a:lnTo>
                  <a:cubicBezTo>
                    <a:pt x="26787" y="685556"/>
                    <a:pt x="4523" y="641028"/>
                    <a:pt x="0" y="593082"/>
                  </a:cubicBezTo>
                  <a:lnTo>
                    <a:pt x="0" y="93644"/>
                  </a:lnTo>
                  <a:cubicBezTo>
                    <a:pt x="0" y="41925"/>
                    <a:pt x="41926" y="0"/>
                    <a:pt x="93644" y="0"/>
                  </a:cubicBezTo>
                  <a:cubicBezTo>
                    <a:pt x="145363" y="0"/>
                    <a:pt x="187289" y="41925"/>
                    <a:pt x="187289" y="93644"/>
                  </a:cubicBezTo>
                  <a:lnTo>
                    <a:pt x="187289" y="343363"/>
                  </a:lnTo>
                </a:path>
              </a:pathLst>
            </a:custGeom>
            <a:noFill/>
            <a:ln w="76200" cap="flat">
              <a:solidFill>
                <a:schemeClr val="tx2"/>
              </a:solidFill>
              <a:prstDash val="solid"/>
              <a:miter/>
            </a:ln>
          </p:spPr>
          <p:txBody>
            <a:bodyPr rtlCol="0" anchor="ctr"/>
            <a:lstStyle/>
            <a:p>
              <a:endParaRPr lang="en-US"/>
            </a:p>
          </p:txBody>
        </p:sp>
        <p:sp>
          <p:nvSpPr>
            <p:cNvPr id="20" name="Freeform 58">
              <a:extLst>
                <a:ext uri="{FF2B5EF4-FFF2-40B4-BE49-F238E27FC236}">
                  <a16:creationId xmlns:a16="http://schemas.microsoft.com/office/drawing/2014/main" id="{DEA40B8A-EF52-E457-3B26-A4263B972F81}"/>
                </a:ext>
              </a:extLst>
            </p:cNvPr>
            <p:cNvSpPr/>
            <p:nvPr/>
          </p:nvSpPr>
          <p:spPr>
            <a:xfrm>
              <a:off x="12790219" y="3692955"/>
              <a:ext cx="686726" cy="1123733"/>
            </a:xfrm>
            <a:custGeom>
              <a:avLst/>
              <a:gdLst>
                <a:gd name="connsiteX0" fmla="*/ 280933 w 686726"/>
                <a:gd name="connsiteY0" fmla="*/ 749156 h 1123733"/>
                <a:gd name="connsiteX1" fmla="*/ 499437 w 686726"/>
                <a:gd name="connsiteY1" fmla="*/ 530652 h 1123733"/>
                <a:gd name="connsiteX2" fmla="*/ 499437 w 686726"/>
                <a:gd name="connsiteY2" fmla="*/ 499437 h 1123733"/>
                <a:gd name="connsiteX3" fmla="*/ 405793 w 686726"/>
                <a:gd name="connsiteY3" fmla="*/ 405793 h 1123733"/>
                <a:gd name="connsiteX4" fmla="*/ 374578 w 686726"/>
                <a:gd name="connsiteY4" fmla="*/ 405793 h 1123733"/>
                <a:gd name="connsiteX5" fmla="*/ 62430 w 686726"/>
                <a:gd name="connsiteY5" fmla="*/ 717941 h 1123733"/>
                <a:gd name="connsiteX6" fmla="*/ 0 w 686726"/>
                <a:gd name="connsiteY6" fmla="*/ 874015 h 1123733"/>
                <a:gd name="connsiteX7" fmla="*/ 0 w 686726"/>
                <a:gd name="connsiteY7" fmla="*/ 1123734 h 1123733"/>
                <a:gd name="connsiteX8" fmla="*/ 343363 w 686726"/>
                <a:gd name="connsiteY8" fmla="*/ 1123734 h 1123733"/>
                <a:gd name="connsiteX9" fmla="*/ 343363 w 686726"/>
                <a:gd name="connsiteY9" fmla="*/ 1061304 h 1123733"/>
                <a:gd name="connsiteX10" fmla="*/ 405793 w 686726"/>
                <a:gd name="connsiteY10" fmla="*/ 936445 h 1123733"/>
                <a:gd name="connsiteX11" fmla="*/ 624297 w 686726"/>
                <a:gd name="connsiteY11" fmla="*/ 717941 h 1123733"/>
                <a:gd name="connsiteX12" fmla="*/ 686726 w 686726"/>
                <a:gd name="connsiteY12" fmla="*/ 593082 h 1123733"/>
                <a:gd name="connsiteX13" fmla="*/ 686726 w 686726"/>
                <a:gd name="connsiteY13" fmla="*/ 93644 h 1123733"/>
                <a:gd name="connsiteX14" fmla="*/ 593082 w 686726"/>
                <a:gd name="connsiteY14" fmla="*/ 0 h 1123733"/>
                <a:gd name="connsiteX15" fmla="*/ 499437 w 686726"/>
                <a:gd name="connsiteY15" fmla="*/ 93644 h 1123733"/>
                <a:gd name="connsiteX16" fmla="*/ 499437 w 686726"/>
                <a:gd name="connsiteY16" fmla="*/ 343363 h 1123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6726" h="1123733">
                  <a:moveTo>
                    <a:pt x="280933" y="749156"/>
                  </a:moveTo>
                  <a:lnTo>
                    <a:pt x="499437" y="530652"/>
                  </a:lnTo>
                  <a:lnTo>
                    <a:pt x="499437" y="499437"/>
                  </a:lnTo>
                  <a:cubicBezTo>
                    <a:pt x="499437" y="447717"/>
                    <a:pt x="457513" y="405793"/>
                    <a:pt x="405793" y="405793"/>
                  </a:cubicBezTo>
                  <a:lnTo>
                    <a:pt x="374578" y="405793"/>
                  </a:lnTo>
                  <a:lnTo>
                    <a:pt x="62430" y="717941"/>
                  </a:lnTo>
                  <a:cubicBezTo>
                    <a:pt x="23773" y="760921"/>
                    <a:pt x="1648" y="816233"/>
                    <a:pt x="0" y="874015"/>
                  </a:cubicBezTo>
                  <a:lnTo>
                    <a:pt x="0" y="1123734"/>
                  </a:lnTo>
                  <a:lnTo>
                    <a:pt x="343363" y="1123734"/>
                  </a:lnTo>
                  <a:lnTo>
                    <a:pt x="343363" y="1061304"/>
                  </a:lnTo>
                  <a:cubicBezTo>
                    <a:pt x="347886" y="1013358"/>
                    <a:pt x="370149" y="968830"/>
                    <a:pt x="405793" y="936445"/>
                  </a:cubicBezTo>
                  <a:lnTo>
                    <a:pt x="624297" y="717941"/>
                  </a:lnTo>
                  <a:cubicBezTo>
                    <a:pt x="659941" y="685556"/>
                    <a:pt x="682203" y="641028"/>
                    <a:pt x="686726" y="593082"/>
                  </a:cubicBezTo>
                  <a:lnTo>
                    <a:pt x="686726" y="93644"/>
                  </a:lnTo>
                  <a:cubicBezTo>
                    <a:pt x="686726" y="41925"/>
                    <a:pt x="644802" y="0"/>
                    <a:pt x="593082" y="0"/>
                  </a:cubicBezTo>
                  <a:cubicBezTo>
                    <a:pt x="541362" y="0"/>
                    <a:pt x="499437" y="41925"/>
                    <a:pt x="499437" y="93644"/>
                  </a:cubicBezTo>
                  <a:lnTo>
                    <a:pt x="499437" y="343363"/>
                  </a:lnTo>
                </a:path>
              </a:pathLst>
            </a:custGeom>
            <a:noFill/>
            <a:ln w="76200" cap="flat">
              <a:solidFill>
                <a:schemeClr val="tx2"/>
              </a:solidFill>
              <a:prstDash val="solid"/>
              <a:miter/>
            </a:ln>
          </p:spPr>
          <p:txBody>
            <a:bodyPr rtlCol="0" anchor="ctr"/>
            <a:lstStyle/>
            <a:p>
              <a:endParaRPr lang="en-US"/>
            </a:p>
          </p:txBody>
        </p:sp>
        <p:sp>
          <p:nvSpPr>
            <p:cNvPr id="21" name="Freeform 59">
              <a:extLst>
                <a:ext uri="{FF2B5EF4-FFF2-40B4-BE49-F238E27FC236}">
                  <a16:creationId xmlns:a16="http://schemas.microsoft.com/office/drawing/2014/main" id="{B05A5964-C90A-235C-9FE4-5440C6193806}"/>
                </a:ext>
              </a:extLst>
            </p:cNvPr>
            <p:cNvSpPr/>
            <p:nvPr/>
          </p:nvSpPr>
          <p:spPr>
            <a:xfrm>
              <a:off x="12727790" y="4816689"/>
              <a:ext cx="468222" cy="218503"/>
            </a:xfrm>
            <a:custGeom>
              <a:avLst/>
              <a:gdLst>
                <a:gd name="connsiteX0" fmla="*/ 0 w 468222"/>
                <a:gd name="connsiteY0" fmla="*/ 218504 h 218503"/>
                <a:gd name="connsiteX1" fmla="*/ 0 w 468222"/>
                <a:gd name="connsiteY1" fmla="*/ 31215 h 218503"/>
                <a:gd name="connsiteX2" fmla="*/ 31215 w 468222"/>
                <a:gd name="connsiteY2" fmla="*/ 0 h 218503"/>
                <a:gd name="connsiteX3" fmla="*/ 437008 w 468222"/>
                <a:gd name="connsiteY3" fmla="*/ 0 h 218503"/>
                <a:gd name="connsiteX4" fmla="*/ 468222 w 468222"/>
                <a:gd name="connsiteY4" fmla="*/ 31215 h 218503"/>
                <a:gd name="connsiteX5" fmla="*/ 468222 w 468222"/>
                <a:gd name="connsiteY5" fmla="*/ 218504 h 21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8222" h="218503">
                  <a:moveTo>
                    <a:pt x="0" y="218504"/>
                  </a:moveTo>
                  <a:lnTo>
                    <a:pt x="0" y="31215"/>
                  </a:lnTo>
                  <a:cubicBezTo>
                    <a:pt x="0" y="13975"/>
                    <a:pt x="13975" y="0"/>
                    <a:pt x="31215" y="0"/>
                  </a:cubicBezTo>
                  <a:lnTo>
                    <a:pt x="437008" y="0"/>
                  </a:lnTo>
                  <a:cubicBezTo>
                    <a:pt x="454248" y="0"/>
                    <a:pt x="468222" y="13975"/>
                    <a:pt x="468222" y="31215"/>
                  </a:cubicBezTo>
                  <a:lnTo>
                    <a:pt x="468222" y="218504"/>
                  </a:lnTo>
                </a:path>
              </a:pathLst>
            </a:custGeom>
            <a:noFill/>
            <a:ln w="76200" cap="flat">
              <a:solidFill>
                <a:schemeClr val="tx2"/>
              </a:solidFill>
              <a:prstDash val="solid"/>
              <a:miter/>
            </a:ln>
          </p:spPr>
          <p:txBody>
            <a:bodyPr rtlCol="0" anchor="ctr"/>
            <a:lstStyle/>
            <a:p>
              <a:endParaRPr lang="en-US"/>
            </a:p>
          </p:txBody>
        </p:sp>
        <p:sp>
          <p:nvSpPr>
            <p:cNvPr id="22" name="Freeform 60">
              <a:extLst>
                <a:ext uri="{FF2B5EF4-FFF2-40B4-BE49-F238E27FC236}">
                  <a16:creationId xmlns:a16="http://schemas.microsoft.com/office/drawing/2014/main" id="{C869ED68-3C7E-97EE-AA34-50B8861D06C9}"/>
                </a:ext>
              </a:extLst>
            </p:cNvPr>
            <p:cNvSpPr/>
            <p:nvPr/>
          </p:nvSpPr>
          <p:spPr>
            <a:xfrm>
              <a:off x="11822560" y="4816689"/>
              <a:ext cx="468222" cy="218503"/>
            </a:xfrm>
            <a:custGeom>
              <a:avLst/>
              <a:gdLst>
                <a:gd name="connsiteX0" fmla="*/ 0 w 468222"/>
                <a:gd name="connsiteY0" fmla="*/ 218504 h 218503"/>
                <a:gd name="connsiteX1" fmla="*/ 0 w 468222"/>
                <a:gd name="connsiteY1" fmla="*/ 31215 h 218503"/>
                <a:gd name="connsiteX2" fmla="*/ 31215 w 468222"/>
                <a:gd name="connsiteY2" fmla="*/ 0 h 218503"/>
                <a:gd name="connsiteX3" fmla="*/ 437008 w 468222"/>
                <a:gd name="connsiteY3" fmla="*/ 0 h 218503"/>
                <a:gd name="connsiteX4" fmla="*/ 468222 w 468222"/>
                <a:gd name="connsiteY4" fmla="*/ 31215 h 218503"/>
                <a:gd name="connsiteX5" fmla="*/ 468222 w 468222"/>
                <a:gd name="connsiteY5" fmla="*/ 218504 h 21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8222" h="218503">
                  <a:moveTo>
                    <a:pt x="0" y="218504"/>
                  </a:moveTo>
                  <a:lnTo>
                    <a:pt x="0" y="31215"/>
                  </a:lnTo>
                  <a:cubicBezTo>
                    <a:pt x="0" y="13975"/>
                    <a:pt x="13975" y="0"/>
                    <a:pt x="31215" y="0"/>
                  </a:cubicBezTo>
                  <a:lnTo>
                    <a:pt x="437008" y="0"/>
                  </a:lnTo>
                  <a:cubicBezTo>
                    <a:pt x="454248" y="0"/>
                    <a:pt x="468222" y="13975"/>
                    <a:pt x="468222" y="31215"/>
                  </a:cubicBezTo>
                  <a:lnTo>
                    <a:pt x="468222" y="218504"/>
                  </a:lnTo>
                </a:path>
              </a:pathLst>
            </a:custGeom>
            <a:noFill/>
            <a:ln w="76200" cap="flat">
              <a:solidFill>
                <a:schemeClr val="tx2"/>
              </a:solidFill>
              <a:prstDash val="solid"/>
              <a:miter/>
            </a:ln>
          </p:spPr>
          <p:txBody>
            <a:bodyPr rtlCol="0" anchor="ctr"/>
            <a:lstStyle/>
            <a:p>
              <a:endParaRPr lang="en-US"/>
            </a:p>
          </p:txBody>
        </p:sp>
        <p:sp>
          <p:nvSpPr>
            <p:cNvPr id="23" name="Freeform 61">
              <a:extLst>
                <a:ext uri="{FF2B5EF4-FFF2-40B4-BE49-F238E27FC236}">
                  <a16:creationId xmlns:a16="http://schemas.microsoft.com/office/drawing/2014/main" id="{10F5ECCF-DEB8-FACA-D5F3-640072B05046}"/>
                </a:ext>
              </a:extLst>
            </p:cNvPr>
            <p:cNvSpPr/>
            <p:nvPr/>
          </p:nvSpPr>
          <p:spPr>
            <a:xfrm>
              <a:off x="12197138" y="3661740"/>
              <a:ext cx="62429" cy="31214"/>
            </a:xfrm>
            <a:custGeom>
              <a:avLst/>
              <a:gdLst>
                <a:gd name="connsiteX0" fmla="*/ 0 w 62429"/>
                <a:gd name="connsiteY0" fmla="*/ 0 h 31214"/>
                <a:gd name="connsiteX1" fmla="*/ 62430 w 62429"/>
                <a:gd name="connsiteY1" fmla="*/ 0 h 31214"/>
              </a:gdLst>
              <a:ahLst/>
              <a:cxnLst>
                <a:cxn ang="0">
                  <a:pos x="connsiteX0" y="connsiteY0"/>
                </a:cxn>
                <a:cxn ang="0">
                  <a:pos x="connsiteX1" y="connsiteY1"/>
                </a:cxn>
              </a:cxnLst>
              <a:rect l="l" t="t" r="r" b="b"/>
              <a:pathLst>
                <a:path w="62429" h="31214">
                  <a:moveTo>
                    <a:pt x="0" y="0"/>
                  </a:moveTo>
                  <a:lnTo>
                    <a:pt x="62430" y="0"/>
                  </a:lnTo>
                </a:path>
              </a:pathLst>
            </a:custGeom>
            <a:ln w="76200" cap="flat">
              <a:solidFill>
                <a:schemeClr val="tx2"/>
              </a:solidFill>
              <a:prstDash val="solid"/>
              <a:miter/>
            </a:ln>
          </p:spPr>
          <p:txBody>
            <a:bodyPr rtlCol="0" anchor="ctr"/>
            <a:lstStyle/>
            <a:p>
              <a:endParaRPr lang="en-US"/>
            </a:p>
          </p:txBody>
        </p:sp>
        <p:sp>
          <p:nvSpPr>
            <p:cNvPr id="24" name="Freeform 62">
              <a:extLst>
                <a:ext uri="{FF2B5EF4-FFF2-40B4-BE49-F238E27FC236}">
                  <a16:creationId xmlns:a16="http://schemas.microsoft.com/office/drawing/2014/main" id="{800E4461-6C10-2307-CF32-D0A43FDB5AFF}"/>
                </a:ext>
              </a:extLst>
            </p:cNvPr>
            <p:cNvSpPr/>
            <p:nvPr/>
          </p:nvSpPr>
          <p:spPr>
            <a:xfrm>
              <a:off x="12759005" y="3661740"/>
              <a:ext cx="62429" cy="31214"/>
            </a:xfrm>
            <a:custGeom>
              <a:avLst/>
              <a:gdLst>
                <a:gd name="connsiteX0" fmla="*/ 0 w 62429"/>
                <a:gd name="connsiteY0" fmla="*/ 0 h 31214"/>
                <a:gd name="connsiteX1" fmla="*/ 62430 w 62429"/>
                <a:gd name="connsiteY1" fmla="*/ 0 h 31214"/>
              </a:gdLst>
              <a:ahLst/>
              <a:cxnLst>
                <a:cxn ang="0">
                  <a:pos x="connsiteX0" y="connsiteY0"/>
                </a:cxn>
                <a:cxn ang="0">
                  <a:pos x="connsiteX1" y="connsiteY1"/>
                </a:cxn>
              </a:cxnLst>
              <a:rect l="l" t="t" r="r" b="b"/>
              <a:pathLst>
                <a:path w="62429" h="31214">
                  <a:moveTo>
                    <a:pt x="0" y="0"/>
                  </a:moveTo>
                  <a:lnTo>
                    <a:pt x="62430" y="0"/>
                  </a:lnTo>
                </a:path>
              </a:pathLst>
            </a:custGeom>
            <a:ln w="76200" cap="flat">
              <a:solidFill>
                <a:schemeClr val="tx2"/>
              </a:solidFill>
              <a:prstDash val="solid"/>
              <a:miter/>
            </a:ln>
          </p:spPr>
          <p:txBody>
            <a:bodyPr rtlCol="0" anchor="ctr"/>
            <a:lstStyle/>
            <a:p>
              <a:endParaRPr lang="en-US"/>
            </a:p>
          </p:txBody>
        </p:sp>
        <p:sp>
          <p:nvSpPr>
            <p:cNvPr id="25" name="Freeform 63">
              <a:extLst>
                <a:ext uri="{FF2B5EF4-FFF2-40B4-BE49-F238E27FC236}">
                  <a16:creationId xmlns:a16="http://schemas.microsoft.com/office/drawing/2014/main" id="{1B380AA9-A01A-0A03-3CF7-DA8A214D018B}"/>
                </a:ext>
              </a:extLst>
            </p:cNvPr>
            <p:cNvSpPr/>
            <p:nvPr/>
          </p:nvSpPr>
          <p:spPr>
            <a:xfrm>
              <a:off x="12041064" y="3193518"/>
              <a:ext cx="936444" cy="936444"/>
            </a:xfrm>
            <a:custGeom>
              <a:avLst/>
              <a:gdLst>
                <a:gd name="connsiteX0" fmla="*/ 936445 w 936444"/>
                <a:gd name="connsiteY0" fmla="*/ 468222 h 936444"/>
                <a:gd name="connsiteX1" fmla="*/ 468222 w 936444"/>
                <a:gd name="connsiteY1" fmla="*/ 936445 h 936444"/>
                <a:gd name="connsiteX2" fmla="*/ 0 w 936444"/>
                <a:gd name="connsiteY2" fmla="*/ 468222 h 936444"/>
                <a:gd name="connsiteX3" fmla="*/ 468222 w 936444"/>
                <a:gd name="connsiteY3" fmla="*/ 0 h 936444"/>
                <a:gd name="connsiteX4" fmla="*/ 936445 w 936444"/>
                <a:gd name="connsiteY4" fmla="*/ 468222 h 936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444" h="936444">
                  <a:moveTo>
                    <a:pt x="936445" y="468222"/>
                  </a:moveTo>
                  <a:cubicBezTo>
                    <a:pt x="936445" y="726815"/>
                    <a:pt x="726815" y="936445"/>
                    <a:pt x="468222" y="936445"/>
                  </a:cubicBezTo>
                  <a:cubicBezTo>
                    <a:pt x="209630" y="936445"/>
                    <a:pt x="0" y="726815"/>
                    <a:pt x="0" y="468222"/>
                  </a:cubicBezTo>
                  <a:cubicBezTo>
                    <a:pt x="0" y="209630"/>
                    <a:pt x="209630" y="0"/>
                    <a:pt x="468222" y="0"/>
                  </a:cubicBezTo>
                  <a:cubicBezTo>
                    <a:pt x="726815" y="0"/>
                    <a:pt x="936445" y="209630"/>
                    <a:pt x="936445" y="468222"/>
                  </a:cubicBezTo>
                  <a:close/>
                </a:path>
              </a:pathLst>
            </a:custGeom>
            <a:noFill/>
            <a:ln w="76200" cap="flat">
              <a:solidFill>
                <a:schemeClr val="tx2"/>
              </a:solidFill>
              <a:prstDash val="solid"/>
              <a:miter/>
            </a:ln>
          </p:spPr>
          <p:txBody>
            <a:bodyPr rtlCol="0" anchor="ctr"/>
            <a:lstStyle/>
            <a:p>
              <a:endParaRPr lang="en-US"/>
            </a:p>
          </p:txBody>
        </p:sp>
      </p:grpSp>
      <p:grpSp>
        <p:nvGrpSpPr>
          <p:cNvPr id="26" name="Group 25">
            <a:extLst>
              <a:ext uri="{FF2B5EF4-FFF2-40B4-BE49-F238E27FC236}">
                <a16:creationId xmlns:a16="http://schemas.microsoft.com/office/drawing/2014/main" id="{AC932503-6982-0771-2127-48E333B69443}"/>
              </a:ext>
            </a:extLst>
          </p:cNvPr>
          <p:cNvGrpSpPr/>
          <p:nvPr/>
        </p:nvGrpSpPr>
        <p:grpSpPr>
          <a:xfrm>
            <a:off x="8681877" y="3582491"/>
            <a:ext cx="1358950" cy="1452670"/>
            <a:chOff x="9073253" y="3185439"/>
            <a:chExt cx="1775155" cy="1897580"/>
          </a:xfrm>
        </p:grpSpPr>
        <p:sp>
          <p:nvSpPr>
            <p:cNvPr id="27" name="Freeform 14">
              <a:extLst>
                <a:ext uri="{FF2B5EF4-FFF2-40B4-BE49-F238E27FC236}">
                  <a16:creationId xmlns:a16="http://schemas.microsoft.com/office/drawing/2014/main" id="{61B9EC31-AE52-0A50-EF38-1CE6E0A2A70D}"/>
                </a:ext>
              </a:extLst>
            </p:cNvPr>
            <p:cNvSpPr/>
            <p:nvPr/>
          </p:nvSpPr>
          <p:spPr>
            <a:xfrm>
              <a:off x="9593557" y="3185439"/>
              <a:ext cx="1074338" cy="1469094"/>
            </a:xfrm>
            <a:custGeom>
              <a:avLst/>
              <a:gdLst>
                <a:gd name="connsiteX0" fmla="*/ 612123 w 1074338"/>
                <a:gd name="connsiteY0" fmla="*/ 459092 h 1469094"/>
                <a:gd name="connsiteX1" fmla="*/ 1071215 w 1074338"/>
                <a:gd name="connsiteY1" fmla="*/ 0 h 1469094"/>
                <a:gd name="connsiteX2" fmla="*/ 856972 w 1074338"/>
                <a:gd name="connsiteY2" fmla="*/ 612123 h 1469094"/>
                <a:gd name="connsiteX3" fmla="*/ 0 w 1074338"/>
                <a:gd name="connsiteY3" fmla="*/ 1469095 h 1469094"/>
              </a:gdLst>
              <a:ahLst/>
              <a:cxnLst>
                <a:cxn ang="0">
                  <a:pos x="connsiteX0" y="connsiteY0"/>
                </a:cxn>
                <a:cxn ang="0">
                  <a:pos x="connsiteX1" y="connsiteY1"/>
                </a:cxn>
                <a:cxn ang="0">
                  <a:pos x="connsiteX2" y="connsiteY2"/>
                </a:cxn>
                <a:cxn ang="0">
                  <a:pos x="connsiteX3" y="connsiteY3"/>
                </a:cxn>
              </a:cxnLst>
              <a:rect l="l" t="t" r="r" b="b"/>
              <a:pathLst>
                <a:path w="1074338" h="1469094">
                  <a:moveTo>
                    <a:pt x="612123" y="459092"/>
                  </a:moveTo>
                  <a:lnTo>
                    <a:pt x="1071215" y="0"/>
                  </a:lnTo>
                  <a:cubicBezTo>
                    <a:pt x="1071215" y="0"/>
                    <a:pt x="1117124" y="351971"/>
                    <a:pt x="856972" y="612123"/>
                  </a:cubicBezTo>
                  <a:lnTo>
                    <a:pt x="0" y="1469095"/>
                  </a:lnTo>
                </a:path>
              </a:pathLst>
            </a:custGeom>
            <a:noFill/>
            <a:ln w="76200" cap="flat">
              <a:solidFill>
                <a:schemeClr val="tx2"/>
              </a:solidFill>
              <a:prstDash val="solid"/>
              <a:round/>
            </a:ln>
          </p:spPr>
          <p:txBody>
            <a:bodyPr rtlCol="0" anchor="ctr"/>
            <a:lstStyle/>
            <a:p>
              <a:endParaRPr lang="en-US"/>
            </a:p>
          </p:txBody>
        </p:sp>
        <p:sp>
          <p:nvSpPr>
            <p:cNvPr id="28" name="Freeform 15">
              <a:extLst>
                <a:ext uri="{FF2B5EF4-FFF2-40B4-BE49-F238E27FC236}">
                  <a16:creationId xmlns:a16="http://schemas.microsoft.com/office/drawing/2014/main" id="{E08A4825-4307-985F-E1C8-1C50E90845E8}"/>
                </a:ext>
              </a:extLst>
            </p:cNvPr>
            <p:cNvSpPr/>
            <p:nvPr/>
          </p:nvSpPr>
          <p:spPr>
            <a:xfrm>
              <a:off x="9256826" y="3185439"/>
              <a:ext cx="1071278" cy="1469094"/>
            </a:xfrm>
            <a:custGeom>
              <a:avLst/>
              <a:gdLst>
                <a:gd name="connsiteX0" fmla="*/ 460686 w 1071278"/>
                <a:gd name="connsiteY0" fmla="*/ 459092 h 1469094"/>
                <a:gd name="connsiteX1" fmla="*/ 3124 w 1071278"/>
                <a:gd name="connsiteY1" fmla="*/ 0 h 1469094"/>
                <a:gd name="connsiteX2" fmla="*/ 217367 w 1071278"/>
                <a:gd name="connsiteY2" fmla="*/ 612123 h 1469094"/>
                <a:gd name="connsiteX3" fmla="*/ 1071278 w 1071278"/>
                <a:gd name="connsiteY3" fmla="*/ 1469095 h 1469094"/>
              </a:gdLst>
              <a:ahLst/>
              <a:cxnLst>
                <a:cxn ang="0">
                  <a:pos x="connsiteX0" y="connsiteY0"/>
                </a:cxn>
                <a:cxn ang="0">
                  <a:pos x="connsiteX1" y="connsiteY1"/>
                </a:cxn>
                <a:cxn ang="0">
                  <a:pos x="connsiteX2" y="connsiteY2"/>
                </a:cxn>
                <a:cxn ang="0">
                  <a:pos x="connsiteX3" y="connsiteY3"/>
                </a:cxn>
              </a:cxnLst>
              <a:rect l="l" t="t" r="r" b="b"/>
              <a:pathLst>
                <a:path w="1071278" h="1469094">
                  <a:moveTo>
                    <a:pt x="460686" y="459092"/>
                  </a:moveTo>
                  <a:lnTo>
                    <a:pt x="3124" y="0"/>
                  </a:lnTo>
                  <a:cubicBezTo>
                    <a:pt x="3124" y="0"/>
                    <a:pt x="-42785" y="351971"/>
                    <a:pt x="217367" y="612123"/>
                  </a:cubicBezTo>
                  <a:cubicBezTo>
                    <a:pt x="477519" y="872275"/>
                    <a:pt x="1071278" y="1469095"/>
                    <a:pt x="1071278" y="1469095"/>
                  </a:cubicBezTo>
                </a:path>
              </a:pathLst>
            </a:custGeom>
            <a:noFill/>
            <a:ln w="76200" cap="flat">
              <a:solidFill>
                <a:schemeClr val="tx2"/>
              </a:solidFill>
              <a:prstDash val="solid"/>
              <a:round/>
            </a:ln>
          </p:spPr>
          <p:txBody>
            <a:bodyPr rtlCol="0" anchor="ctr"/>
            <a:lstStyle/>
            <a:p>
              <a:endParaRPr lang="en-US"/>
            </a:p>
          </p:txBody>
        </p:sp>
        <p:sp>
          <p:nvSpPr>
            <p:cNvPr id="29" name="Freeform 16">
              <a:extLst>
                <a:ext uri="{FF2B5EF4-FFF2-40B4-BE49-F238E27FC236}">
                  <a16:creationId xmlns:a16="http://schemas.microsoft.com/office/drawing/2014/main" id="{11C7DA7F-4419-F1F7-1990-8E6CDD0B0B2A}"/>
                </a:ext>
              </a:extLst>
            </p:cNvPr>
            <p:cNvSpPr/>
            <p:nvPr/>
          </p:nvSpPr>
          <p:spPr>
            <a:xfrm>
              <a:off x="9073253" y="4532109"/>
              <a:ext cx="550910" cy="550910"/>
            </a:xfrm>
            <a:custGeom>
              <a:avLst/>
              <a:gdLst>
                <a:gd name="connsiteX0" fmla="*/ 550910 w 550910"/>
                <a:gd name="connsiteY0" fmla="*/ 275455 h 550910"/>
                <a:gd name="connsiteX1" fmla="*/ 275455 w 550910"/>
                <a:gd name="connsiteY1" fmla="*/ 550911 h 550910"/>
                <a:gd name="connsiteX2" fmla="*/ 0 w 550910"/>
                <a:gd name="connsiteY2" fmla="*/ 275455 h 550910"/>
                <a:gd name="connsiteX3" fmla="*/ 275455 w 550910"/>
                <a:gd name="connsiteY3" fmla="*/ 0 h 550910"/>
                <a:gd name="connsiteX4" fmla="*/ 550910 w 550910"/>
                <a:gd name="connsiteY4" fmla="*/ 275455 h 550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910" h="550910">
                  <a:moveTo>
                    <a:pt x="550910" y="275455"/>
                  </a:moveTo>
                  <a:cubicBezTo>
                    <a:pt x="550910" y="427585"/>
                    <a:pt x="427585" y="550911"/>
                    <a:pt x="275455" y="550911"/>
                  </a:cubicBezTo>
                  <a:cubicBezTo>
                    <a:pt x="123325" y="550911"/>
                    <a:pt x="0" y="427585"/>
                    <a:pt x="0" y="275455"/>
                  </a:cubicBezTo>
                  <a:cubicBezTo>
                    <a:pt x="0" y="123326"/>
                    <a:pt x="123325" y="0"/>
                    <a:pt x="275455" y="0"/>
                  </a:cubicBezTo>
                  <a:cubicBezTo>
                    <a:pt x="427585" y="0"/>
                    <a:pt x="550910" y="123326"/>
                    <a:pt x="550910" y="275455"/>
                  </a:cubicBezTo>
                  <a:close/>
                </a:path>
              </a:pathLst>
            </a:custGeom>
            <a:noFill/>
            <a:ln w="76200" cap="flat">
              <a:solidFill>
                <a:schemeClr val="tx2"/>
              </a:solidFill>
              <a:prstDash val="solid"/>
              <a:miter/>
            </a:ln>
          </p:spPr>
          <p:txBody>
            <a:bodyPr rtlCol="0" anchor="ctr"/>
            <a:lstStyle/>
            <a:p>
              <a:endParaRPr lang="en-US"/>
            </a:p>
          </p:txBody>
        </p:sp>
        <p:sp>
          <p:nvSpPr>
            <p:cNvPr id="30" name="Freeform 17">
              <a:extLst>
                <a:ext uri="{FF2B5EF4-FFF2-40B4-BE49-F238E27FC236}">
                  <a16:creationId xmlns:a16="http://schemas.microsoft.com/office/drawing/2014/main" id="{18EFC268-E879-C92D-AE47-D88FF9B77830}"/>
                </a:ext>
              </a:extLst>
            </p:cNvPr>
            <p:cNvSpPr/>
            <p:nvPr/>
          </p:nvSpPr>
          <p:spPr>
            <a:xfrm>
              <a:off x="9195677" y="4654533"/>
              <a:ext cx="306061" cy="306061"/>
            </a:xfrm>
            <a:custGeom>
              <a:avLst/>
              <a:gdLst>
                <a:gd name="connsiteX0" fmla="*/ 306061 w 306061"/>
                <a:gd name="connsiteY0" fmla="*/ 153031 h 306061"/>
                <a:gd name="connsiteX1" fmla="*/ 153031 w 306061"/>
                <a:gd name="connsiteY1" fmla="*/ 306061 h 306061"/>
                <a:gd name="connsiteX2" fmla="*/ 0 w 306061"/>
                <a:gd name="connsiteY2" fmla="*/ 153031 h 306061"/>
                <a:gd name="connsiteX3" fmla="*/ 153031 w 306061"/>
                <a:gd name="connsiteY3" fmla="*/ 0 h 306061"/>
                <a:gd name="connsiteX4" fmla="*/ 306061 w 306061"/>
                <a:gd name="connsiteY4" fmla="*/ 153031 h 306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061" h="306061">
                  <a:moveTo>
                    <a:pt x="306061" y="153031"/>
                  </a:moveTo>
                  <a:cubicBezTo>
                    <a:pt x="306061" y="237547"/>
                    <a:pt x="237547" y="306061"/>
                    <a:pt x="153031" y="306061"/>
                  </a:cubicBezTo>
                  <a:cubicBezTo>
                    <a:pt x="68514" y="306061"/>
                    <a:pt x="0" y="237547"/>
                    <a:pt x="0" y="153031"/>
                  </a:cubicBezTo>
                  <a:cubicBezTo>
                    <a:pt x="0" y="68514"/>
                    <a:pt x="68514" y="0"/>
                    <a:pt x="153031" y="0"/>
                  </a:cubicBezTo>
                  <a:cubicBezTo>
                    <a:pt x="237547" y="0"/>
                    <a:pt x="306061" y="68514"/>
                    <a:pt x="306061" y="153031"/>
                  </a:cubicBezTo>
                  <a:close/>
                </a:path>
              </a:pathLst>
            </a:custGeom>
            <a:noFill/>
            <a:ln w="76200" cap="flat">
              <a:solidFill>
                <a:schemeClr val="tx2"/>
              </a:solidFill>
              <a:prstDash val="solid"/>
              <a:miter/>
            </a:ln>
          </p:spPr>
          <p:txBody>
            <a:bodyPr rtlCol="0" anchor="ctr"/>
            <a:lstStyle/>
            <a:p>
              <a:endParaRPr lang="en-US"/>
            </a:p>
          </p:txBody>
        </p:sp>
        <p:sp>
          <p:nvSpPr>
            <p:cNvPr id="31" name="Freeform 18">
              <a:extLst>
                <a:ext uri="{FF2B5EF4-FFF2-40B4-BE49-F238E27FC236}">
                  <a16:creationId xmlns:a16="http://schemas.microsoft.com/office/drawing/2014/main" id="{6CA6F821-8ABA-B031-3277-36B897DED53F}"/>
                </a:ext>
              </a:extLst>
            </p:cNvPr>
            <p:cNvSpPr/>
            <p:nvPr/>
          </p:nvSpPr>
          <p:spPr>
            <a:xfrm>
              <a:off x="10297498" y="4532109"/>
              <a:ext cx="550910" cy="550910"/>
            </a:xfrm>
            <a:custGeom>
              <a:avLst/>
              <a:gdLst>
                <a:gd name="connsiteX0" fmla="*/ 550910 w 550910"/>
                <a:gd name="connsiteY0" fmla="*/ 275455 h 550910"/>
                <a:gd name="connsiteX1" fmla="*/ 275455 w 550910"/>
                <a:gd name="connsiteY1" fmla="*/ 550911 h 550910"/>
                <a:gd name="connsiteX2" fmla="*/ 0 w 550910"/>
                <a:gd name="connsiteY2" fmla="*/ 275455 h 550910"/>
                <a:gd name="connsiteX3" fmla="*/ 275455 w 550910"/>
                <a:gd name="connsiteY3" fmla="*/ 0 h 550910"/>
                <a:gd name="connsiteX4" fmla="*/ 550910 w 550910"/>
                <a:gd name="connsiteY4" fmla="*/ 275455 h 550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910" h="550910">
                  <a:moveTo>
                    <a:pt x="550910" y="275455"/>
                  </a:moveTo>
                  <a:cubicBezTo>
                    <a:pt x="550910" y="427585"/>
                    <a:pt x="427585" y="550911"/>
                    <a:pt x="275455" y="550911"/>
                  </a:cubicBezTo>
                  <a:cubicBezTo>
                    <a:pt x="123326" y="550911"/>
                    <a:pt x="0" y="427585"/>
                    <a:pt x="0" y="275455"/>
                  </a:cubicBezTo>
                  <a:cubicBezTo>
                    <a:pt x="0" y="123326"/>
                    <a:pt x="123326" y="0"/>
                    <a:pt x="275455" y="0"/>
                  </a:cubicBezTo>
                  <a:cubicBezTo>
                    <a:pt x="427585" y="0"/>
                    <a:pt x="550910" y="123326"/>
                    <a:pt x="550910" y="275455"/>
                  </a:cubicBezTo>
                  <a:close/>
                </a:path>
              </a:pathLst>
            </a:custGeom>
            <a:noFill/>
            <a:ln w="76200" cap="flat">
              <a:solidFill>
                <a:schemeClr val="tx2"/>
              </a:solidFill>
              <a:prstDash val="solid"/>
              <a:miter/>
            </a:ln>
          </p:spPr>
          <p:txBody>
            <a:bodyPr rtlCol="0" anchor="ctr"/>
            <a:lstStyle/>
            <a:p>
              <a:endParaRPr lang="en-US"/>
            </a:p>
          </p:txBody>
        </p:sp>
        <p:sp>
          <p:nvSpPr>
            <p:cNvPr id="32" name="Freeform 19">
              <a:extLst>
                <a:ext uri="{FF2B5EF4-FFF2-40B4-BE49-F238E27FC236}">
                  <a16:creationId xmlns:a16="http://schemas.microsoft.com/office/drawing/2014/main" id="{9727704A-9C34-0DDD-444D-C457DF1E3125}"/>
                </a:ext>
              </a:extLst>
            </p:cNvPr>
            <p:cNvSpPr/>
            <p:nvPr/>
          </p:nvSpPr>
          <p:spPr>
            <a:xfrm>
              <a:off x="10419923" y="4654533"/>
              <a:ext cx="306061" cy="306061"/>
            </a:xfrm>
            <a:custGeom>
              <a:avLst/>
              <a:gdLst>
                <a:gd name="connsiteX0" fmla="*/ 306061 w 306061"/>
                <a:gd name="connsiteY0" fmla="*/ 153031 h 306061"/>
                <a:gd name="connsiteX1" fmla="*/ 153031 w 306061"/>
                <a:gd name="connsiteY1" fmla="*/ 306061 h 306061"/>
                <a:gd name="connsiteX2" fmla="*/ 0 w 306061"/>
                <a:gd name="connsiteY2" fmla="*/ 153031 h 306061"/>
                <a:gd name="connsiteX3" fmla="*/ 153031 w 306061"/>
                <a:gd name="connsiteY3" fmla="*/ 0 h 306061"/>
                <a:gd name="connsiteX4" fmla="*/ 306061 w 306061"/>
                <a:gd name="connsiteY4" fmla="*/ 153031 h 306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061" h="306061">
                  <a:moveTo>
                    <a:pt x="306061" y="153031"/>
                  </a:moveTo>
                  <a:cubicBezTo>
                    <a:pt x="306061" y="237547"/>
                    <a:pt x="237547" y="306061"/>
                    <a:pt x="153031" y="306061"/>
                  </a:cubicBezTo>
                  <a:cubicBezTo>
                    <a:pt x="68514" y="306061"/>
                    <a:pt x="0" y="237547"/>
                    <a:pt x="0" y="153031"/>
                  </a:cubicBezTo>
                  <a:cubicBezTo>
                    <a:pt x="0" y="68514"/>
                    <a:pt x="68514" y="0"/>
                    <a:pt x="153031" y="0"/>
                  </a:cubicBezTo>
                  <a:cubicBezTo>
                    <a:pt x="237547" y="0"/>
                    <a:pt x="306061" y="68514"/>
                    <a:pt x="306061" y="153031"/>
                  </a:cubicBezTo>
                  <a:close/>
                </a:path>
              </a:pathLst>
            </a:custGeom>
            <a:noFill/>
            <a:ln w="76200" cap="flat">
              <a:solidFill>
                <a:schemeClr val="tx2"/>
              </a:solidFill>
              <a:prstDash val="solid"/>
              <a:miter/>
            </a:ln>
          </p:spPr>
          <p:txBody>
            <a:bodyPr rtlCol="0" anchor="ctr"/>
            <a:lstStyle/>
            <a:p>
              <a:endParaRPr lang="en-US"/>
            </a:p>
          </p:txBody>
        </p:sp>
        <p:sp>
          <p:nvSpPr>
            <p:cNvPr id="33" name="Freeform 20">
              <a:extLst>
                <a:ext uri="{FF2B5EF4-FFF2-40B4-BE49-F238E27FC236}">
                  <a16:creationId xmlns:a16="http://schemas.microsoft.com/office/drawing/2014/main" id="{D4F74A42-9BC6-3E1C-75AD-FBB5D2E3CCE6}"/>
                </a:ext>
              </a:extLst>
            </p:cNvPr>
            <p:cNvSpPr/>
            <p:nvPr/>
          </p:nvSpPr>
          <p:spPr>
            <a:xfrm>
              <a:off x="9501739" y="4256654"/>
              <a:ext cx="306061" cy="306061"/>
            </a:xfrm>
            <a:custGeom>
              <a:avLst/>
              <a:gdLst>
                <a:gd name="connsiteX0" fmla="*/ 0 w 306061"/>
                <a:gd name="connsiteY0" fmla="*/ 306061 h 306061"/>
                <a:gd name="connsiteX1" fmla="*/ 306061 w 306061"/>
                <a:gd name="connsiteY1" fmla="*/ 0 h 306061"/>
              </a:gdLst>
              <a:ahLst/>
              <a:cxnLst>
                <a:cxn ang="0">
                  <a:pos x="connsiteX0" y="connsiteY0"/>
                </a:cxn>
                <a:cxn ang="0">
                  <a:pos x="connsiteX1" y="connsiteY1"/>
                </a:cxn>
              </a:cxnLst>
              <a:rect l="l" t="t" r="r" b="b"/>
              <a:pathLst>
                <a:path w="306061" h="306061">
                  <a:moveTo>
                    <a:pt x="0" y="306061"/>
                  </a:moveTo>
                  <a:lnTo>
                    <a:pt x="306061" y="0"/>
                  </a:lnTo>
                </a:path>
              </a:pathLst>
            </a:custGeom>
            <a:ln w="76200" cap="flat">
              <a:solidFill>
                <a:schemeClr val="tx2"/>
              </a:solidFill>
              <a:prstDash val="solid"/>
              <a:round/>
            </a:ln>
          </p:spPr>
          <p:txBody>
            <a:bodyPr rtlCol="0" anchor="ctr"/>
            <a:lstStyle/>
            <a:p>
              <a:endParaRPr lang="en-US"/>
            </a:p>
          </p:txBody>
        </p:sp>
        <p:sp>
          <p:nvSpPr>
            <p:cNvPr id="34" name="Freeform 21">
              <a:extLst>
                <a:ext uri="{FF2B5EF4-FFF2-40B4-BE49-F238E27FC236}">
                  <a16:creationId xmlns:a16="http://schemas.microsoft.com/office/drawing/2014/main" id="{CBE298F5-D6F3-CB63-10F3-D70FCB5BF33F}"/>
                </a:ext>
              </a:extLst>
            </p:cNvPr>
            <p:cNvSpPr/>
            <p:nvPr/>
          </p:nvSpPr>
          <p:spPr>
            <a:xfrm>
              <a:off x="10113861" y="4256654"/>
              <a:ext cx="306061" cy="306061"/>
            </a:xfrm>
            <a:custGeom>
              <a:avLst/>
              <a:gdLst>
                <a:gd name="connsiteX0" fmla="*/ 306061 w 306061"/>
                <a:gd name="connsiteY0" fmla="*/ 306061 h 306061"/>
                <a:gd name="connsiteX1" fmla="*/ 0 w 306061"/>
                <a:gd name="connsiteY1" fmla="*/ 0 h 306061"/>
              </a:gdLst>
              <a:ahLst/>
              <a:cxnLst>
                <a:cxn ang="0">
                  <a:pos x="connsiteX0" y="connsiteY0"/>
                </a:cxn>
                <a:cxn ang="0">
                  <a:pos x="connsiteX1" y="connsiteY1"/>
                </a:cxn>
              </a:cxnLst>
              <a:rect l="l" t="t" r="r" b="b"/>
              <a:pathLst>
                <a:path w="306061" h="306061">
                  <a:moveTo>
                    <a:pt x="306061" y="306061"/>
                  </a:moveTo>
                  <a:lnTo>
                    <a:pt x="0" y="0"/>
                  </a:lnTo>
                </a:path>
              </a:pathLst>
            </a:custGeom>
            <a:ln w="76200" cap="flat">
              <a:solidFill>
                <a:schemeClr val="tx2"/>
              </a:solidFill>
              <a:prstDash val="solid"/>
              <a:round/>
            </a:ln>
          </p:spPr>
          <p:txBody>
            <a:bodyPr rtlCol="0" anchor="ctr"/>
            <a:lstStyle/>
            <a:p>
              <a:endParaRPr lang="en-US"/>
            </a:p>
          </p:txBody>
        </p:sp>
        <p:sp>
          <p:nvSpPr>
            <p:cNvPr id="35" name="Freeform 22">
              <a:extLst>
                <a:ext uri="{FF2B5EF4-FFF2-40B4-BE49-F238E27FC236}">
                  <a16:creationId xmlns:a16="http://schemas.microsoft.com/office/drawing/2014/main" id="{C77757E8-8E13-BAF8-9027-1857AF86E9AF}"/>
                </a:ext>
              </a:extLst>
            </p:cNvPr>
            <p:cNvSpPr/>
            <p:nvPr/>
          </p:nvSpPr>
          <p:spPr>
            <a:xfrm>
              <a:off x="9838406" y="3399682"/>
              <a:ext cx="244849" cy="489698"/>
            </a:xfrm>
            <a:custGeom>
              <a:avLst/>
              <a:gdLst>
                <a:gd name="connsiteX0" fmla="*/ 0 w 244849"/>
                <a:gd name="connsiteY0" fmla="*/ 367274 h 489698"/>
                <a:gd name="connsiteX1" fmla="*/ 122425 w 244849"/>
                <a:gd name="connsiteY1" fmla="*/ 489698 h 489698"/>
                <a:gd name="connsiteX2" fmla="*/ 244849 w 244849"/>
                <a:gd name="connsiteY2" fmla="*/ 367274 h 489698"/>
                <a:gd name="connsiteX3" fmla="*/ 122425 w 244849"/>
                <a:gd name="connsiteY3" fmla="*/ 244849 h 489698"/>
                <a:gd name="connsiteX4" fmla="*/ 0 w 244849"/>
                <a:gd name="connsiteY4" fmla="*/ 122425 h 489698"/>
                <a:gd name="connsiteX5" fmla="*/ 122425 w 244849"/>
                <a:gd name="connsiteY5" fmla="*/ 0 h 489698"/>
                <a:gd name="connsiteX6" fmla="*/ 244849 w 244849"/>
                <a:gd name="connsiteY6" fmla="*/ 122425 h 489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849" h="489698">
                  <a:moveTo>
                    <a:pt x="0" y="367274"/>
                  </a:moveTo>
                  <a:cubicBezTo>
                    <a:pt x="0" y="434886"/>
                    <a:pt x="54813" y="489698"/>
                    <a:pt x="122425" y="489698"/>
                  </a:cubicBezTo>
                  <a:cubicBezTo>
                    <a:pt x="190037" y="489698"/>
                    <a:pt x="244849" y="434886"/>
                    <a:pt x="244849" y="367274"/>
                  </a:cubicBezTo>
                  <a:cubicBezTo>
                    <a:pt x="244849" y="299634"/>
                    <a:pt x="122425" y="244849"/>
                    <a:pt x="122425" y="244849"/>
                  </a:cubicBezTo>
                  <a:cubicBezTo>
                    <a:pt x="122425" y="244849"/>
                    <a:pt x="0" y="190064"/>
                    <a:pt x="0" y="122425"/>
                  </a:cubicBezTo>
                  <a:cubicBezTo>
                    <a:pt x="0" y="54811"/>
                    <a:pt x="54813" y="0"/>
                    <a:pt x="122425" y="0"/>
                  </a:cubicBezTo>
                  <a:cubicBezTo>
                    <a:pt x="190037" y="0"/>
                    <a:pt x="244849" y="54811"/>
                    <a:pt x="244849" y="122425"/>
                  </a:cubicBezTo>
                </a:path>
              </a:pathLst>
            </a:custGeom>
            <a:noFill/>
            <a:ln w="76200" cap="flat">
              <a:solidFill>
                <a:schemeClr val="tx2"/>
              </a:solidFill>
              <a:prstDash val="solid"/>
              <a:miter/>
            </a:ln>
          </p:spPr>
          <p:txBody>
            <a:bodyPr rtlCol="0" anchor="ctr"/>
            <a:lstStyle/>
            <a:p>
              <a:endParaRPr lang="en-US"/>
            </a:p>
          </p:txBody>
        </p:sp>
        <p:sp>
          <p:nvSpPr>
            <p:cNvPr id="36" name="Freeform 23">
              <a:extLst>
                <a:ext uri="{FF2B5EF4-FFF2-40B4-BE49-F238E27FC236}">
                  <a16:creationId xmlns:a16="http://schemas.microsoft.com/office/drawing/2014/main" id="{1DCCA50C-ADA8-5634-CF01-4F4C8C4F92E9}"/>
                </a:ext>
              </a:extLst>
            </p:cNvPr>
            <p:cNvSpPr/>
            <p:nvPr/>
          </p:nvSpPr>
          <p:spPr>
            <a:xfrm>
              <a:off x="9960831" y="3277257"/>
              <a:ext cx="30606" cy="122424"/>
            </a:xfrm>
            <a:custGeom>
              <a:avLst/>
              <a:gdLst>
                <a:gd name="connsiteX0" fmla="*/ 0 w 30606"/>
                <a:gd name="connsiteY0" fmla="*/ 122425 h 122424"/>
                <a:gd name="connsiteX1" fmla="*/ 0 w 30606"/>
                <a:gd name="connsiteY1" fmla="*/ 0 h 122424"/>
              </a:gdLst>
              <a:ahLst/>
              <a:cxnLst>
                <a:cxn ang="0">
                  <a:pos x="connsiteX0" y="connsiteY0"/>
                </a:cxn>
                <a:cxn ang="0">
                  <a:pos x="connsiteX1" y="connsiteY1"/>
                </a:cxn>
              </a:cxnLst>
              <a:rect l="l" t="t" r="r" b="b"/>
              <a:pathLst>
                <a:path w="30606" h="122424">
                  <a:moveTo>
                    <a:pt x="0" y="122425"/>
                  </a:moveTo>
                  <a:lnTo>
                    <a:pt x="0" y="0"/>
                  </a:lnTo>
                </a:path>
              </a:pathLst>
            </a:custGeom>
            <a:ln w="76200" cap="flat">
              <a:solidFill>
                <a:schemeClr val="tx2"/>
              </a:solidFill>
              <a:prstDash val="solid"/>
              <a:miter/>
            </a:ln>
          </p:spPr>
          <p:txBody>
            <a:bodyPr rtlCol="0" anchor="ctr"/>
            <a:lstStyle/>
            <a:p>
              <a:endParaRPr lang="en-US"/>
            </a:p>
          </p:txBody>
        </p:sp>
        <p:sp>
          <p:nvSpPr>
            <p:cNvPr id="37" name="Freeform 24">
              <a:extLst>
                <a:ext uri="{FF2B5EF4-FFF2-40B4-BE49-F238E27FC236}">
                  <a16:creationId xmlns:a16="http://schemas.microsoft.com/office/drawing/2014/main" id="{8107B597-E38E-C499-F42C-0C59130BECDC}"/>
                </a:ext>
              </a:extLst>
            </p:cNvPr>
            <p:cNvSpPr/>
            <p:nvPr/>
          </p:nvSpPr>
          <p:spPr>
            <a:xfrm>
              <a:off x="9960831" y="3889380"/>
              <a:ext cx="30606" cy="122424"/>
            </a:xfrm>
            <a:custGeom>
              <a:avLst/>
              <a:gdLst>
                <a:gd name="connsiteX0" fmla="*/ 0 w 30606"/>
                <a:gd name="connsiteY0" fmla="*/ 0 h 122424"/>
                <a:gd name="connsiteX1" fmla="*/ 0 w 30606"/>
                <a:gd name="connsiteY1" fmla="*/ 122425 h 122424"/>
              </a:gdLst>
              <a:ahLst/>
              <a:cxnLst>
                <a:cxn ang="0">
                  <a:pos x="connsiteX0" y="connsiteY0"/>
                </a:cxn>
                <a:cxn ang="0">
                  <a:pos x="connsiteX1" y="connsiteY1"/>
                </a:cxn>
              </a:cxnLst>
              <a:rect l="l" t="t" r="r" b="b"/>
              <a:pathLst>
                <a:path w="30606" h="122424">
                  <a:moveTo>
                    <a:pt x="0" y="0"/>
                  </a:moveTo>
                  <a:lnTo>
                    <a:pt x="0" y="122425"/>
                  </a:lnTo>
                </a:path>
              </a:pathLst>
            </a:custGeom>
            <a:ln w="76200" cap="flat">
              <a:solidFill>
                <a:schemeClr val="tx2"/>
              </a:solidFill>
              <a:prstDash val="solid"/>
              <a:miter/>
            </a:ln>
          </p:spPr>
          <p:txBody>
            <a:bodyPr rtlCol="0" anchor="ctr"/>
            <a:lstStyle/>
            <a:p>
              <a:endParaRPr lang="en-US"/>
            </a:p>
          </p:txBody>
        </p:sp>
      </p:grpSp>
    </p:spTree>
    <p:extLst>
      <p:ext uri="{BB962C8B-B14F-4D97-AF65-F5344CB8AC3E}">
        <p14:creationId xmlns:p14="http://schemas.microsoft.com/office/powerpoint/2010/main" val="658941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93CD96-1F5C-6B3F-E7D7-98691FD3AF8A}"/>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Slide Number Placeholder 2">
            <a:extLst>
              <a:ext uri="{FF2B5EF4-FFF2-40B4-BE49-F238E27FC236}">
                <a16:creationId xmlns:a16="http://schemas.microsoft.com/office/drawing/2014/main" id="{C3578D4A-ED67-B788-08D7-9BB9D654F8CD}"/>
              </a:ext>
            </a:extLst>
          </p:cNvPr>
          <p:cNvSpPr>
            <a:spLocks noGrp="1"/>
          </p:cNvSpPr>
          <p:nvPr>
            <p:ph type="sldNum" sz="quarter" idx="16"/>
          </p:nvPr>
        </p:nvSpPr>
        <p:spPr/>
        <p:txBody>
          <a:bodyPr/>
          <a:lstStyle/>
          <a:p>
            <a:fld id="{65CC2327-6B8B-47BD-B581-B21CDA88CCFB}" type="slidenum">
              <a:rPr lang="en-US" smtClean="0"/>
              <a:pPr/>
              <a:t>20</a:t>
            </a:fld>
            <a:endParaRPr lang="en-US"/>
          </a:p>
        </p:txBody>
      </p:sp>
      <p:sp>
        <p:nvSpPr>
          <p:cNvPr id="4" name="Text Placeholder 3">
            <a:extLst>
              <a:ext uri="{FF2B5EF4-FFF2-40B4-BE49-F238E27FC236}">
                <a16:creationId xmlns:a16="http://schemas.microsoft.com/office/drawing/2014/main" id="{E2774387-42D2-5E77-7FB0-B93DCF7DFBF6}"/>
              </a:ext>
            </a:extLst>
          </p:cNvPr>
          <p:cNvSpPr>
            <a:spLocks noGrp="1"/>
          </p:cNvSpPr>
          <p:nvPr>
            <p:ph type="body" sz="quarter" idx="13"/>
          </p:nvPr>
        </p:nvSpPr>
        <p:spPr/>
        <p:txBody>
          <a:bodyPr lIns="0" rIns="0" anchor="ctr" anchorCtr="0"/>
          <a:lstStyle/>
          <a:p>
            <a:pPr marL="920750" indent="0" algn="ctr">
              <a:buNone/>
            </a:pPr>
            <a:endParaRPr lang="en-US" dirty="0"/>
          </a:p>
        </p:txBody>
      </p:sp>
      <p:sp>
        <p:nvSpPr>
          <p:cNvPr id="6" name="Title 5">
            <a:extLst>
              <a:ext uri="{FF2B5EF4-FFF2-40B4-BE49-F238E27FC236}">
                <a16:creationId xmlns:a16="http://schemas.microsoft.com/office/drawing/2014/main" id="{BDD403AA-4332-A0AF-7A94-C5FE13BD557F}"/>
              </a:ext>
            </a:extLst>
          </p:cNvPr>
          <p:cNvSpPr>
            <a:spLocks noGrp="1"/>
          </p:cNvSpPr>
          <p:nvPr>
            <p:ph type="title"/>
          </p:nvPr>
        </p:nvSpPr>
        <p:spPr/>
        <p:txBody>
          <a:bodyPr/>
          <a:lstStyle/>
          <a:p>
            <a:r>
              <a:rPr lang="en-US"/>
              <a:t>Notable Contract Events</a:t>
            </a:r>
          </a:p>
        </p:txBody>
      </p:sp>
      <p:sp>
        <p:nvSpPr>
          <p:cNvPr id="7" name="Text Placeholder 6">
            <a:extLst>
              <a:ext uri="{FF2B5EF4-FFF2-40B4-BE49-F238E27FC236}">
                <a16:creationId xmlns:a16="http://schemas.microsoft.com/office/drawing/2014/main" id="{9F399C85-35F3-D674-9458-F8BA1285D4FE}"/>
              </a:ext>
            </a:extLst>
          </p:cNvPr>
          <p:cNvSpPr>
            <a:spLocks noGrp="1"/>
          </p:cNvSpPr>
          <p:nvPr>
            <p:ph type="body" sz="quarter" idx="12"/>
          </p:nvPr>
        </p:nvSpPr>
        <p:spPr/>
        <p:txBody>
          <a:bodyPr/>
          <a:lstStyle/>
          <a:p>
            <a:endParaRPr lang="en-US"/>
          </a:p>
        </p:txBody>
      </p:sp>
      <p:pic>
        <p:nvPicPr>
          <p:cNvPr id="8" name="Picture 7">
            <a:extLst>
              <a:ext uri="{FF2B5EF4-FFF2-40B4-BE49-F238E27FC236}">
                <a16:creationId xmlns:a16="http://schemas.microsoft.com/office/drawing/2014/main" id="{91F7FD1E-5AE5-D9F0-8E1C-7345EC5866A9}"/>
              </a:ext>
            </a:extLst>
          </p:cNvPr>
          <p:cNvPicPr>
            <a:picLocks noChangeAspect="1"/>
          </p:cNvPicPr>
          <p:nvPr/>
        </p:nvPicPr>
        <p:blipFill>
          <a:blip r:embed="rId2"/>
          <a:stretch>
            <a:fillRect/>
          </a:stretch>
        </p:blipFill>
        <p:spPr>
          <a:xfrm>
            <a:off x="494930" y="5992238"/>
            <a:ext cx="23397313" cy="1731523"/>
          </a:xfrm>
          <a:prstGeom prst="rect">
            <a:avLst/>
          </a:prstGeom>
        </p:spPr>
      </p:pic>
    </p:spTree>
    <p:extLst>
      <p:ext uri="{BB962C8B-B14F-4D97-AF65-F5344CB8AC3E}">
        <p14:creationId xmlns:p14="http://schemas.microsoft.com/office/powerpoint/2010/main" val="3150347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93CD96-1F5C-6B3F-E7D7-98691FD3AF8A}"/>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Slide Number Placeholder 2">
            <a:extLst>
              <a:ext uri="{FF2B5EF4-FFF2-40B4-BE49-F238E27FC236}">
                <a16:creationId xmlns:a16="http://schemas.microsoft.com/office/drawing/2014/main" id="{C3578D4A-ED67-B788-08D7-9BB9D654F8CD}"/>
              </a:ext>
            </a:extLst>
          </p:cNvPr>
          <p:cNvSpPr>
            <a:spLocks noGrp="1"/>
          </p:cNvSpPr>
          <p:nvPr>
            <p:ph type="sldNum" sz="quarter" idx="16"/>
          </p:nvPr>
        </p:nvSpPr>
        <p:spPr/>
        <p:txBody>
          <a:bodyPr/>
          <a:lstStyle/>
          <a:p>
            <a:fld id="{65CC2327-6B8B-47BD-B581-B21CDA88CCFB}" type="slidenum">
              <a:rPr lang="en-US" smtClean="0"/>
              <a:pPr/>
              <a:t>21</a:t>
            </a:fld>
            <a:endParaRPr lang="en-US"/>
          </a:p>
        </p:txBody>
      </p:sp>
      <p:sp>
        <p:nvSpPr>
          <p:cNvPr id="4" name="Text Placeholder 3">
            <a:extLst>
              <a:ext uri="{FF2B5EF4-FFF2-40B4-BE49-F238E27FC236}">
                <a16:creationId xmlns:a16="http://schemas.microsoft.com/office/drawing/2014/main" id="{E2774387-42D2-5E77-7FB0-B93DCF7DFBF6}"/>
              </a:ext>
            </a:extLst>
          </p:cNvPr>
          <p:cNvSpPr>
            <a:spLocks noGrp="1"/>
          </p:cNvSpPr>
          <p:nvPr>
            <p:ph type="body" sz="quarter" idx="13"/>
          </p:nvPr>
        </p:nvSpPr>
        <p:spPr/>
        <p:txBody>
          <a:bodyPr lIns="0" rIns="0" anchor="ctr" anchorCtr="0"/>
          <a:lstStyle/>
          <a:p>
            <a:pPr marL="920750" indent="0" algn="ctr">
              <a:buNone/>
            </a:pPr>
            <a:endParaRPr lang="en-US" dirty="0"/>
          </a:p>
        </p:txBody>
      </p:sp>
      <p:sp>
        <p:nvSpPr>
          <p:cNvPr id="6" name="Title 5">
            <a:extLst>
              <a:ext uri="{FF2B5EF4-FFF2-40B4-BE49-F238E27FC236}">
                <a16:creationId xmlns:a16="http://schemas.microsoft.com/office/drawing/2014/main" id="{BDD403AA-4332-A0AF-7A94-C5FE13BD557F}"/>
              </a:ext>
            </a:extLst>
          </p:cNvPr>
          <p:cNvSpPr>
            <a:spLocks noGrp="1"/>
          </p:cNvSpPr>
          <p:nvPr>
            <p:ph type="title"/>
          </p:nvPr>
        </p:nvSpPr>
        <p:spPr/>
        <p:txBody>
          <a:bodyPr/>
          <a:lstStyle/>
          <a:p>
            <a:r>
              <a:rPr lang="en-US"/>
              <a:t>Notable Contract Terms</a:t>
            </a:r>
          </a:p>
        </p:txBody>
      </p:sp>
      <p:sp>
        <p:nvSpPr>
          <p:cNvPr id="7" name="Text Placeholder 6">
            <a:extLst>
              <a:ext uri="{FF2B5EF4-FFF2-40B4-BE49-F238E27FC236}">
                <a16:creationId xmlns:a16="http://schemas.microsoft.com/office/drawing/2014/main" id="{9F399C85-35F3-D674-9458-F8BA1285D4FE}"/>
              </a:ext>
            </a:extLst>
          </p:cNvPr>
          <p:cNvSpPr>
            <a:spLocks noGrp="1"/>
          </p:cNvSpPr>
          <p:nvPr>
            <p:ph type="body" sz="quarter" idx="12"/>
          </p:nvPr>
        </p:nvSpPr>
        <p:spPr/>
        <p:txBody>
          <a:bodyPr/>
          <a:lstStyle/>
          <a:p>
            <a:endParaRPr lang="en-US"/>
          </a:p>
        </p:txBody>
      </p:sp>
      <p:pic>
        <p:nvPicPr>
          <p:cNvPr id="8" name="Picture 7">
            <a:extLst>
              <a:ext uri="{FF2B5EF4-FFF2-40B4-BE49-F238E27FC236}">
                <a16:creationId xmlns:a16="http://schemas.microsoft.com/office/drawing/2014/main" id="{D2B790DC-F769-3EB2-EE4F-6D5579490DD8}"/>
              </a:ext>
            </a:extLst>
          </p:cNvPr>
          <p:cNvPicPr>
            <a:picLocks noChangeAspect="1"/>
          </p:cNvPicPr>
          <p:nvPr/>
        </p:nvPicPr>
        <p:blipFill>
          <a:blip r:embed="rId2"/>
          <a:stretch>
            <a:fillRect/>
          </a:stretch>
        </p:blipFill>
        <p:spPr>
          <a:xfrm>
            <a:off x="4811649" y="3200401"/>
            <a:ext cx="14763750" cy="9207500"/>
          </a:xfrm>
          <a:prstGeom prst="rect">
            <a:avLst/>
          </a:prstGeom>
        </p:spPr>
      </p:pic>
    </p:spTree>
    <p:extLst>
      <p:ext uri="{BB962C8B-B14F-4D97-AF65-F5344CB8AC3E}">
        <p14:creationId xmlns:p14="http://schemas.microsoft.com/office/powerpoint/2010/main" val="1247329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Graphic 21">
            <a:extLst>
              <a:ext uri="{FF2B5EF4-FFF2-40B4-BE49-F238E27FC236}">
                <a16:creationId xmlns:a16="http://schemas.microsoft.com/office/drawing/2014/main" id="{89852A85-F87F-445E-A09B-42381468FD18}"/>
              </a:ext>
            </a:extLst>
          </p:cNvPr>
          <p:cNvSpPr/>
          <p:nvPr/>
        </p:nvSpPr>
        <p:spPr>
          <a:xfrm>
            <a:off x="532654" y="2856605"/>
            <a:ext cx="23320160" cy="1054532"/>
          </a:xfrm>
          <a:custGeom>
            <a:avLst/>
            <a:gdLst>
              <a:gd name="connsiteX0" fmla="*/ 22337868 w 23320160"/>
              <a:gd name="connsiteY0" fmla="*/ 1054533 h 1054532"/>
              <a:gd name="connsiteX1" fmla="*/ 22967898 w 23320160"/>
              <a:gd name="connsiteY1" fmla="*/ 1054533 h 1054532"/>
              <a:gd name="connsiteX2" fmla="*/ 23320160 w 23320160"/>
              <a:gd name="connsiteY2" fmla="*/ 703507 h 1054532"/>
              <a:gd name="connsiteX3" fmla="*/ 23320160 w 23320160"/>
              <a:gd name="connsiteY3" fmla="*/ 351026 h 1054532"/>
              <a:gd name="connsiteX4" fmla="*/ 22967898 w 23320160"/>
              <a:gd name="connsiteY4" fmla="*/ 0 h 1054532"/>
              <a:gd name="connsiteX5" fmla="*/ 352262 w 23320160"/>
              <a:gd name="connsiteY5" fmla="*/ 0 h 1054532"/>
              <a:gd name="connsiteX6" fmla="*/ 0 w 23320160"/>
              <a:gd name="connsiteY6" fmla="*/ 351026 h 1054532"/>
              <a:gd name="connsiteX7" fmla="*/ 0 w 23320160"/>
              <a:gd name="connsiteY7" fmla="*/ 703507 h 1054532"/>
              <a:gd name="connsiteX8" fmla="*/ 352262 w 23320160"/>
              <a:gd name="connsiteY8" fmla="*/ 1054533 h 1054532"/>
              <a:gd name="connsiteX9" fmla="*/ 994344 w 23320160"/>
              <a:gd name="connsiteY9" fmla="*/ 1054533 h 1054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320160" h="1054532">
                <a:moveTo>
                  <a:pt x="22337868" y="1054533"/>
                </a:moveTo>
                <a:lnTo>
                  <a:pt x="22967898" y="1054533"/>
                </a:lnTo>
                <a:cubicBezTo>
                  <a:pt x="23162410" y="1054533"/>
                  <a:pt x="23320160" y="897335"/>
                  <a:pt x="23320160" y="703507"/>
                </a:cubicBezTo>
                <a:lnTo>
                  <a:pt x="23320160" y="351026"/>
                </a:lnTo>
                <a:cubicBezTo>
                  <a:pt x="23320160" y="157197"/>
                  <a:pt x="23162410" y="0"/>
                  <a:pt x="22967898" y="0"/>
                </a:cubicBezTo>
                <a:lnTo>
                  <a:pt x="352262" y="0"/>
                </a:lnTo>
                <a:cubicBezTo>
                  <a:pt x="157751" y="0"/>
                  <a:pt x="0" y="157197"/>
                  <a:pt x="0" y="351026"/>
                </a:cubicBezTo>
                <a:lnTo>
                  <a:pt x="0" y="703507"/>
                </a:lnTo>
                <a:cubicBezTo>
                  <a:pt x="0" y="897335"/>
                  <a:pt x="157751" y="1054533"/>
                  <a:pt x="352262" y="1054533"/>
                </a:cubicBezTo>
                <a:lnTo>
                  <a:pt x="994344" y="1054533"/>
                </a:lnTo>
              </a:path>
            </a:pathLst>
          </a:custGeom>
          <a:noFill/>
          <a:ln w="81026" cap="sq">
            <a:solidFill>
              <a:schemeClr val="tx1">
                <a:lumMod val="60000"/>
                <a:lumOff val="40000"/>
              </a:schemeClr>
            </a:solidFill>
            <a:prstDash val="sysDash"/>
            <a:miter/>
          </a:ln>
        </p:spPr>
        <p:txBody>
          <a:bodyPr rtlCol="0" anchor="ctr"/>
          <a:lstStyle/>
          <a:p>
            <a:endParaRPr lang="en-US"/>
          </a:p>
        </p:txBody>
      </p:sp>
      <p:graphicFrame>
        <p:nvGraphicFramePr>
          <p:cNvPr id="4" name="Table">
            <a:extLst>
              <a:ext uri="{FF2B5EF4-FFF2-40B4-BE49-F238E27FC236}">
                <a16:creationId xmlns:a16="http://schemas.microsoft.com/office/drawing/2014/main" id="{A2AB483D-4D03-7EED-8CCA-AF64D50CC4B6}"/>
              </a:ext>
            </a:extLst>
          </p:cNvPr>
          <p:cNvGraphicFramePr>
            <a:graphicFrameLocks noGrp="1"/>
          </p:cNvGraphicFramePr>
          <p:nvPr/>
        </p:nvGraphicFramePr>
        <p:xfrm>
          <a:off x="1056640" y="3397626"/>
          <a:ext cx="4449460" cy="8952152"/>
        </p:xfrm>
        <a:graphic>
          <a:graphicData uri="http://schemas.openxmlformats.org/drawingml/2006/table">
            <a:tbl>
              <a:tblPr firstRow="1" bandRow="1">
                <a:tableStyleId>{5C22544A-7EE6-4342-B048-85BDC9FD1C3A}</a:tableStyleId>
              </a:tblPr>
              <a:tblGrid>
                <a:gridCol w="3491115">
                  <a:extLst>
                    <a:ext uri="{9D8B030D-6E8A-4147-A177-3AD203B41FA5}">
                      <a16:colId xmlns:a16="http://schemas.microsoft.com/office/drawing/2014/main" val="2642103305"/>
                    </a:ext>
                  </a:extLst>
                </a:gridCol>
                <a:gridCol w="958345">
                  <a:extLst>
                    <a:ext uri="{9D8B030D-6E8A-4147-A177-3AD203B41FA5}">
                      <a16:colId xmlns:a16="http://schemas.microsoft.com/office/drawing/2014/main" val="2488896753"/>
                    </a:ext>
                  </a:extLst>
                </a:gridCol>
              </a:tblGrid>
              <a:tr h="1006478">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r>
                        <a:rPr lang="en-US" sz="2500" b="1" dirty="0">
                          <a:solidFill>
                            <a:schemeClr val="bg1"/>
                          </a:solidFill>
                          <a:latin typeface="TT Norms Pro"/>
                          <a:cs typeface="Helvetica"/>
                        </a:rPr>
                        <a:t>Planning &amp; Prep</a:t>
                      </a:r>
                    </a:p>
                  </a:txBody>
                  <a:tcPr marL="365760" marR="365760" marT="182880" marB="274320" anchor="b">
                    <a:lnL w="127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rtl="0" eaLnBrk="1" fontAlgn="auto" latinLnBrk="0" hangingPunct="1">
                        <a:lnSpc>
                          <a:spcPct val="90000"/>
                        </a:lnSpc>
                        <a:spcBef>
                          <a:spcPts val="1200"/>
                        </a:spcBef>
                        <a:spcAft>
                          <a:spcPts val="600"/>
                        </a:spcAft>
                        <a:buClrTx/>
                        <a:buSzTx/>
                        <a:buFont typeface="Arial" panose="020B0604020202020204" pitchFamily="34" charset="0"/>
                        <a:buNone/>
                      </a:pPr>
                      <a:endParaRPr lang="en-US" sz="2800" b="1">
                        <a:solidFill>
                          <a:schemeClr val="bg1"/>
                        </a:solidFill>
                        <a:latin typeface="TT Norms Pro" panose="02000503030000020003" pitchFamily="2" charset="0"/>
                        <a:cs typeface="Helvetica" panose="020B0604020202020204" pitchFamily="34" charset="0"/>
                      </a:endParaRPr>
                    </a:p>
                  </a:txBody>
                  <a:tcPr marL="365760" marR="365760" marT="182880" marB="274320" vert="vert" anchor="b">
                    <a:lnL w="76200" cap="flat" cmpd="sng" algn="ctr">
                      <a:no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62422"/>
                    </a:solidFill>
                  </a:tcPr>
                </a:tc>
                <a:extLst>
                  <a:ext uri="{0D108BD9-81ED-4DB2-BD59-A6C34878D82A}">
                    <a16:rowId xmlns:a16="http://schemas.microsoft.com/office/drawing/2014/main" val="733708415"/>
                  </a:ext>
                </a:extLst>
              </a:tr>
              <a:tr h="7945674">
                <a:tc gridSpan="2">
                  <a:txBody>
                    <a:bodyPr/>
                    <a:lstStyle/>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Review &amp; validate known scoping details </a:t>
                      </a:r>
                      <a:endParaRPr lang="en-US" dirty="0"/>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Review &amp; validate known assumptions, dependencies  and/or constraints</a:t>
                      </a: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mn-lt"/>
                          <a:ea typeface="+mn-ea"/>
                          <a:cs typeface="Helvetica"/>
                        </a:rPr>
                        <a:t>Identify relevant OneMain stakeholders, business application and/or product owners responsible for providing access and/or data</a:t>
                      </a:r>
                      <a:endParaRPr lang="en-US" sz="2800" dirty="0"/>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Review and agree upon project risk matrix and communication plan</a:t>
                      </a:r>
                      <a:endParaRPr lang="en-US" sz="2400" b="0" i="0" kern="1200" dirty="0">
                        <a:solidFill>
                          <a:schemeClr val="tx2"/>
                        </a:solidFill>
                        <a:latin typeface="TT Norms Pro" panose="02000503030000020003" pitchFamily="2" charset="0"/>
                        <a:ea typeface="+mn-ea"/>
                        <a:cs typeface="Helvetica" panose="020B0604020202020204" pitchFamily="34" charset="0"/>
                      </a:endParaRPr>
                    </a:p>
                  </a:txBody>
                  <a:tcPr marL="365760" marR="457200" marT="365760" marB="274320">
                    <a:lnL w="12700" cap="flat" cmpd="sng" algn="ctr">
                      <a:no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alpha val="60000"/>
                      </a:schemeClr>
                    </a:solidFill>
                  </a:tcPr>
                </a:tc>
                <a:tc hMerge="1">
                  <a:txBody>
                    <a:bodyPr/>
                    <a:lstStyle/>
                    <a:p>
                      <a:endParaRPr lang="en-US"/>
                    </a:p>
                  </a:txBody>
                  <a:tcPr/>
                </a:tc>
                <a:extLst>
                  <a:ext uri="{0D108BD9-81ED-4DB2-BD59-A6C34878D82A}">
                    <a16:rowId xmlns:a16="http://schemas.microsoft.com/office/drawing/2014/main" val="1894234935"/>
                  </a:ext>
                </a:extLst>
              </a:tr>
            </a:tbl>
          </a:graphicData>
        </a:graphic>
      </p:graphicFrame>
      <p:pic>
        <p:nvPicPr>
          <p:cNvPr id="23" name="Graphic 22">
            <a:extLst>
              <a:ext uri="{FF2B5EF4-FFF2-40B4-BE49-F238E27FC236}">
                <a16:creationId xmlns:a16="http://schemas.microsoft.com/office/drawing/2014/main" id="{2ED17C52-30D7-C938-AB86-A2A1DCF18A6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rot="2597143">
            <a:off x="4781775" y="3694140"/>
            <a:ext cx="422851" cy="422849"/>
          </a:xfrm>
          <a:prstGeom prst="rect">
            <a:avLst/>
          </a:prstGeom>
        </p:spPr>
      </p:pic>
      <p:sp>
        <p:nvSpPr>
          <p:cNvPr id="2" name="Footer Placeholder 1">
            <a:extLst>
              <a:ext uri="{FF2B5EF4-FFF2-40B4-BE49-F238E27FC236}">
                <a16:creationId xmlns:a16="http://schemas.microsoft.com/office/drawing/2014/main" id="{3E3A6D38-3148-B67A-9A26-BC96FA4AC9E2}"/>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Slide Number Placeholder 2">
            <a:extLst>
              <a:ext uri="{FF2B5EF4-FFF2-40B4-BE49-F238E27FC236}">
                <a16:creationId xmlns:a16="http://schemas.microsoft.com/office/drawing/2014/main" id="{1DF29D08-9929-D433-E552-8A859850A00E}"/>
              </a:ext>
            </a:extLst>
          </p:cNvPr>
          <p:cNvSpPr>
            <a:spLocks noGrp="1"/>
          </p:cNvSpPr>
          <p:nvPr>
            <p:ph type="sldNum" sz="quarter" idx="16"/>
          </p:nvPr>
        </p:nvSpPr>
        <p:spPr/>
        <p:txBody>
          <a:bodyPr/>
          <a:lstStyle/>
          <a:p>
            <a:fld id="{65CC2327-6B8B-47BD-B581-B21CDA88CCFB}" type="slidenum">
              <a:rPr lang="en-US" smtClean="0"/>
              <a:pPr/>
              <a:t>22</a:t>
            </a:fld>
            <a:endParaRPr lang="en-US"/>
          </a:p>
        </p:txBody>
      </p:sp>
      <p:sp>
        <p:nvSpPr>
          <p:cNvPr id="8" name="Title 7">
            <a:extLst>
              <a:ext uri="{FF2B5EF4-FFF2-40B4-BE49-F238E27FC236}">
                <a16:creationId xmlns:a16="http://schemas.microsoft.com/office/drawing/2014/main" id="{8F872F95-4A80-E318-1DF1-78BDFF089C5E}"/>
              </a:ext>
            </a:extLst>
          </p:cNvPr>
          <p:cNvSpPr>
            <a:spLocks noGrp="1"/>
          </p:cNvSpPr>
          <p:nvPr>
            <p:ph type="title"/>
          </p:nvPr>
        </p:nvSpPr>
        <p:spPr/>
        <p:txBody>
          <a:bodyPr/>
          <a:lstStyle/>
          <a:p>
            <a:r>
              <a:rPr lang="en-US" sz="6550">
                <a:latin typeface="TT Norms Pro ExtraBold"/>
              </a:rPr>
              <a:t>IBM Managed Service Process Overview</a:t>
            </a:r>
          </a:p>
        </p:txBody>
      </p:sp>
      <p:graphicFrame>
        <p:nvGraphicFramePr>
          <p:cNvPr id="12" name="Table">
            <a:extLst>
              <a:ext uri="{FF2B5EF4-FFF2-40B4-BE49-F238E27FC236}">
                <a16:creationId xmlns:a16="http://schemas.microsoft.com/office/drawing/2014/main" id="{83BEA4E8-382C-5889-9D3A-0BE0D0ADFD71}"/>
              </a:ext>
            </a:extLst>
          </p:cNvPr>
          <p:cNvGraphicFramePr>
            <a:graphicFrameLocks noGrp="1"/>
          </p:cNvGraphicFramePr>
          <p:nvPr/>
        </p:nvGraphicFramePr>
        <p:xfrm>
          <a:off x="5511534" y="3397626"/>
          <a:ext cx="4449460" cy="8954269"/>
        </p:xfrm>
        <a:graphic>
          <a:graphicData uri="http://schemas.openxmlformats.org/drawingml/2006/table">
            <a:tbl>
              <a:tblPr firstRow="1" bandRow="1">
                <a:tableStyleId>{5C22544A-7EE6-4342-B048-85BDC9FD1C3A}</a:tableStyleId>
              </a:tblPr>
              <a:tblGrid>
                <a:gridCol w="3491115">
                  <a:extLst>
                    <a:ext uri="{9D8B030D-6E8A-4147-A177-3AD203B41FA5}">
                      <a16:colId xmlns:a16="http://schemas.microsoft.com/office/drawing/2014/main" val="3569308651"/>
                    </a:ext>
                  </a:extLst>
                </a:gridCol>
                <a:gridCol w="958345">
                  <a:extLst>
                    <a:ext uri="{9D8B030D-6E8A-4147-A177-3AD203B41FA5}">
                      <a16:colId xmlns:a16="http://schemas.microsoft.com/office/drawing/2014/main" val="1855853082"/>
                    </a:ext>
                  </a:extLst>
                </a:gridCol>
              </a:tblGrid>
              <a:tr h="1006408">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r>
                        <a:rPr lang="en-US" sz="2500" b="1" dirty="0">
                          <a:solidFill>
                            <a:schemeClr val="bg1"/>
                          </a:solidFill>
                          <a:latin typeface="TT Norms Pro"/>
                          <a:cs typeface="Helvetica"/>
                        </a:rPr>
                        <a:t>Data Collection</a:t>
                      </a:r>
                    </a:p>
                  </a:txBody>
                  <a:tcPr marL="365760" marR="365760" marT="182880" marB="274320" anchor="b">
                    <a:lnL w="76200" cap="flat" cmpd="sng" algn="ctr">
                      <a:solidFill>
                        <a:schemeClr val="bg1"/>
                      </a:solid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endParaRPr lang="en-US" sz="2800" b="1">
                        <a:solidFill>
                          <a:schemeClr val="bg1"/>
                        </a:solidFill>
                        <a:latin typeface="TT Norms Pro" panose="02000503030000020003" pitchFamily="2" charset="0"/>
                        <a:cs typeface="Helvetica" panose="020B0604020202020204" pitchFamily="34" charset="0"/>
                      </a:endParaRPr>
                    </a:p>
                  </a:txBody>
                  <a:tcPr marL="365760" marR="365760" marT="182880" marB="274320" anchor="b">
                    <a:lnL w="76200" cap="flat" cmpd="sng" algn="ctr">
                      <a:no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57FD4"/>
                    </a:solidFill>
                  </a:tcPr>
                </a:tc>
                <a:extLst>
                  <a:ext uri="{0D108BD9-81ED-4DB2-BD59-A6C34878D82A}">
                    <a16:rowId xmlns:a16="http://schemas.microsoft.com/office/drawing/2014/main" val="733708415"/>
                  </a:ext>
                </a:extLst>
              </a:tr>
              <a:tr h="7947861">
                <a:tc gridSpan="2">
                  <a:txBody>
                    <a:bodyPr/>
                    <a:lstStyle/>
                    <a:p>
                      <a:pPr marL="231775" marR="0" lvl="0" indent="-231775" algn="l" defTabSz="1828708" rtl="0" eaLnBrk="1" fontAlgn="auto" latinLnBrk="0" hangingPunct="1">
                        <a:lnSpc>
                          <a:spcPct val="90000"/>
                        </a:lnSpc>
                        <a:spcBef>
                          <a:spcPts val="1800"/>
                        </a:spcBef>
                        <a:spcAft>
                          <a:spcPts val="0"/>
                        </a:spcAft>
                        <a:buClrTx/>
                        <a:buSzTx/>
                        <a:buFont typeface="Arial"/>
                        <a:buChar char="•"/>
                        <a:tabLst/>
                        <a:defRPr/>
                      </a:pPr>
                      <a:r>
                        <a:rPr lang="en-US" sz="2400" b="0" i="0" kern="1200" dirty="0">
                          <a:solidFill>
                            <a:schemeClr val="tx2"/>
                          </a:solidFill>
                          <a:latin typeface="+mn-lt"/>
                          <a:ea typeface="+mn-ea"/>
                          <a:cs typeface="Helvetica"/>
                        </a:rPr>
                        <a:t>Configure &amp; set up Elevate®  access to relevant OneMain stakeholders</a:t>
                      </a:r>
                    </a:p>
                    <a:p>
                      <a:pPr marL="231775" marR="0" lvl="0" indent="-231775" algn="l" rtl="0" eaLnBrk="1" fontAlgn="auto" latinLnBrk="0" hangingPunct="1">
                        <a:lnSpc>
                          <a:spcPct val="90000"/>
                        </a:lnSpc>
                        <a:spcBef>
                          <a:spcPts val="1800"/>
                        </a:spcBef>
                        <a:spcAft>
                          <a:spcPts val="0"/>
                        </a:spcAft>
                        <a:buClrTx/>
                        <a:buSzTx/>
                        <a:buFont typeface="Arial"/>
                        <a:buChar char="•"/>
                        <a:tabLst/>
                      </a:pPr>
                      <a:r>
                        <a:rPr lang="en-US" sz="2400" b="0" i="0" u="none" strike="noStrike" kern="1200" noProof="0" dirty="0">
                          <a:solidFill>
                            <a:schemeClr val="tx2"/>
                          </a:solidFill>
                          <a:latin typeface="TT Norms Pro"/>
                        </a:rPr>
                        <a:t>Gather Product-level entitlement quantities and usage rights using all available proof-of-purchase and contract documentation</a:t>
                      </a:r>
                      <a:endParaRPr lang="en-US" dirty="0"/>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u="none" strike="noStrike" kern="1200" noProof="0" dirty="0">
                          <a:solidFill>
                            <a:schemeClr val="tx2"/>
                          </a:solidFill>
                          <a:latin typeface="TT Norms Pro"/>
                        </a:rPr>
                        <a:t>Gather Product-level consumption quantities from discovery data</a:t>
                      </a:r>
                      <a:endParaRPr lang="en-US" sz="2400" b="0" i="0" u="none" strike="noStrike" kern="1200" noProof="0" dirty="0">
                        <a:solidFill>
                          <a:srgbClr val="002B49"/>
                        </a:solidFill>
                        <a:latin typeface="TT Norms Pro"/>
                      </a:endParaRPr>
                    </a:p>
                    <a:p>
                      <a:pPr marL="231775" marR="0" lvl="0" indent="-231775" algn="l">
                        <a:lnSpc>
                          <a:spcPct val="90000"/>
                        </a:lnSpc>
                        <a:spcBef>
                          <a:spcPts val="1800"/>
                        </a:spcBef>
                        <a:spcAft>
                          <a:spcPts val="0"/>
                        </a:spcAft>
                        <a:buClrTx/>
                        <a:buSzTx/>
                        <a:buFont typeface="Arial" panose="020B0604020202020204" pitchFamily="34" charset="0"/>
                        <a:buChar char="•"/>
                        <a:tabLst/>
                      </a:pPr>
                      <a:r>
                        <a:rPr lang="en-US" sz="2400" b="0" i="0" u="none" strike="noStrike" kern="1200" noProof="0" dirty="0">
                          <a:solidFill>
                            <a:schemeClr val="tx2"/>
                          </a:solidFill>
                          <a:latin typeface="TT Norms Pro"/>
                        </a:rPr>
                        <a:t>Gather Product-level roadmap details (demand planning/forecasted usage - Grow, Shrink, Maintain)</a:t>
                      </a:r>
                    </a:p>
                  </a:txBody>
                  <a:tcPr marL="365760" marR="457200" marT="365760" marB="27432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alpha val="60000"/>
                      </a:schemeClr>
                    </a:solidFill>
                  </a:tcPr>
                </a:tc>
                <a:tc hMerge="1">
                  <a:txBody>
                    <a:bodyPr/>
                    <a:lstStyle/>
                    <a:p>
                      <a:endParaRPr lang="en-US"/>
                    </a:p>
                  </a:txBody>
                  <a:tcPr/>
                </a:tc>
                <a:extLst>
                  <a:ext uri="{0D108BD9-81ED-4DB2-BD59-A6C34878D82A}">
                    <a16:rowId xmlns:a16="http://schemas.microsoft.com/office/drawing/2014/main" val="1894234935"/>
                  </a:ext>
                </a:extLst>
              </a:tr>
            </a:tbl>
          </a:graphicData>
        </a:graphic>
      </p:graphicFrame>
      <p:graphicFrame>
        <p:nvGraphicFramePr>
          <p:cNvPr id="24" name="Table">
            <a:extLst>
              <a:ext uri="{FF2B5EF4-FFF2-40B4-BE49-F238E27FC236}">
                <a16:creationId xmlns:a16="http://schemas.microsoft.com/office/drawing/2014/main" id="{24F5E8B1-5716-C5B7-9CE8-1B3BA7B5B2FC}"/>
              </a:ext>
            </a:extLst>
          </p:cNvPr>
          <p:cNvGraphicFramePr>
            <a:graphicFrameLocks noGrp="1"/>
          </p:cNvGraphicFramePr>
          <p:nvPr/>
        </p:nvGraphicFramePr>
        <p:xfrm>
          <a:off x="9966428" y="3397626"/>
          <a:ext cx="4449460" cy="8952152"/>
        </p:xfrm>
        <a:graphic>
          <a:graphicData uri="http://schemas.openxmlformats.org/drawingml/2006/table">
            <a:tbl>
              <a:tblPr firstRow="1" bandRow="1">
                <a:tableStyleId>{5C22544A-7EE6-4342-B048-85BDC9FD1C3A}</a:tableStyleId>
              </a:tblPr>
              <a:tblGrid>
                <a:gridCol w="3491115">
                  <a:extLst>
                    <a:ext uri="{9D8B030D-6E8A-4147-A177-3AD203B41FA5}">
                      <a16:colId xmlns:a16="http://schemas.microsoft.com/office/drawing/2014/main" val="1733559518"/>
                    </a:ext>
                  </a:extLst>
                </a:gridCol>
                <a:gridCol w="958345">
                  <a:extLst>
                    <a:ext uri="{9D8B030D-6E8A-4147-A177-3AD203B41FA5}">
                      <a16:colId xmlns:a16="http://schemas.microsoft.com/office/drawing/2014/main" val="339818806"/>
                    </a:ext>
                  </a:extLst>
                </a:gridCol>
              </a:tblGrid>
              <a:tr h="1006478">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r>
                        <a:rPr lang="en-US" sz="2600" b="1" dirty="0">
                          <a:solidFill>
                            <a:schemeClr val="bg1"/>
                          </a:solidFill>
                          <a:latin typeface="TT Norms Pro"/>
                          <a:cs typeface="Helvetica"/>
                        </a:rPr>
                        <a:t>Data </a:t>
                      </a:r>
                      <a:r>
                        <a:rPr lang="en-US" sz="2500" b="1" dirty="0">
                          <a:solidFill>
                            <a:schemeClr val="bg1"/>
                          </a:solidFill>
                          <a:latin typeface="TT Norms Pro"/>
                          <a:cs typeface="Helvetica"/>
                        </a:rPr>
                        <a:t>Analysis</a:t>
                      </a:r>
                    </a:p>
                  </a:txBody>
                  <a:tcPr marL="365760" marR="365760" marT="182880" marB="274320" anchor="b">
                    <a:lnL w="76200" cap="flat" cmpd="sng" algn="ctr">
                      <a:solidFill>
                        <a:schemeClr val="bg1"/>
                      </a:solid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75000"/>
                        <a:lumOff val="25000"/>
                      </a:schemeClr>
                    </a:solidFill>
                  </a:tcPr>
                </a:tc>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endParaRPr lang="en-US" sz="2800" b="1">
                        <a:solidFill>
                          <a:schemeClr val="bg1"/>
                        </a:solidFill>
                        <a:latin typeface="TT Norms Pro" panose="02000503030000020003" pitchFamily="2" charset="0"/>
                        <a:cs typeface="Helvetica" panose="020B0604020202020204" pitchFamily="34" charset="0"/>
                      </a:endParaRPr>
                    </a:p>
                  </a:txBody>
                  <a:tcPr marL="365760" marR="365760" marT="182880" marB="274320" anchor="b">
                    <a:lnL w="76200" cap="flat" cmpd="sng" algn="ctr">
                      <a:no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589E"/>
                    </a:solidFill>
                  </a:tcPr>
                </a:tc>
                <a:extLst>
                  <a:ext uri="{0D108BD9-81ED-4DB2-BD59-A6C34878D82A}">
                    <a16:rowId xmlns:a16="http://schemas.microsoft.com/office/drawing/2014/main" val="733708415"/>
                  </a:ext>
                </a:extLst>
              </a:tr>
              <a:tr h="7945674">
                <a:tc gridSpan="2">
                  <a:txBody>
                    <a:bodyPr/>
                    <a:lstStyle/>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Normalize &amp; consolidate all collected data </a:t>
                      </a: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Create &amp; review Effective Entitlement Position (EEP)</a:t>
                      </a:r>
                    </a:p>
                    <a:p>
                      <a:pPr marL="231775" marR="0" lvl="0" indent="-231775" algn="l">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OneMain review, validation &amp; sign-off of EEP</a:t>
                      </a:r>
                    </a:p>
                    <a:p>
                      <a:pPr marL="231775" marR="0" lvl="0" indent="-231775" algn="l" defTabSz="1828708" rtl="0" eaLnBrk="1" fontAlgn="auto" latinLnBrk="0" hangingPunct="1">
                        <a:lnSpc>
                          <a:spcPct val="90000"/>
                        </a:lnSpc>
                        <a:spcBef>
                          <a:spcPts val="1800"/>
                        </a:spcBef>
                        <a:spcAft>
                          <a:spcPts val="0"/>
                        </a:spcAft>
                        <a:buClrTx/>
                        <a:buSzTx/>
                        <a:buFont typeface="Arial" panose="020B0604020202020204" pitchFamily="34" charset="0"/>
                        <a:buChar char="•"/>
                        <a:tabLst/>
                        <a:defRPr/>
                      </a:pPr>
                      <a:r>
                        <a:rPr lang="en-US" sz="2400" b="0" i="0" kern="1200" dirty="0">
                          <a:solidFill>
                            <a:schemeClr val="tx2"/>
                          </a:solidFill>
                          <a:latin typeface="TT Norms Pro" panose="02000503030000020003" pitchFamily="2" charset="0"/>
                          <a:ea typeface="+mn-ea"/>
                          <a:cs typeface="Helvetica" panose="020B0604020202020204" pitchFamily="34" charset="0"/>
                        </a:rPr>
                        <a:t>Apply license consumption rules to validated entitlement</a:t>
                      </a: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Create &amp; review Effective License Position (ELP)</a:t>
                      </a:r>
                    </a:p>
                    <a:p>
                      <a:pPr marL="231775" marR="0" lvl="0" indent="-231775" algn="l">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OneMain review, validation &amp; sign-off of ELP</a:t>
                      </a:r>
                      <a:endParaRPr lang="en-US" sz="2400" b="0" i="0" kern="1200" dirty="0">
                        <a:solidFill>
                          <a:schemeClr val="tx2"/>
                        </a:solidFill>
                        <a:latin typeface="TT Norms Pro" panose="02000503030000020003" pitchFamily="2" charset="0"/>
                        <a:ea typeface="+mn-ea"/>
                        <a:cs typeface="Helvetica" panose="020B0604020202020204" pitchFamily="34" charset="0"/>
                      </a:endParaRPr>
                    </a:p>
                  </a:txBody>
                  <a:tcPr marL="365760" marR="457200" marT="365760" marB="27432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alpha val="60000"/>
                      </a:schemeClr>
                    </a:solidFill>
                  </a:tcPr>
                </a:tc>
                <a:tc hMerge="1">
                  <a:txBody>
                    <a:bodyPr/>
                    <a:lstStyle/>
                    <a:p>
                      <a:endParaRPr lang="en-US"/>
                    </a:p>
                  </a:txBody>
                  <a:tcPr/>
                </a:tc>
                <a:extLst>
                  <a:ext uri="{0D108BD9-81ED-4DB2-BD59-A6C34878D82A}">
                    <a16:rowId xmlns:a16="http://schemas.microsoft.com/office/drawing/2014/main" val="1894234935"/>
                  </a:ext>
                </a:extLst>
              </a:tr>
            </a:tbl>
          </a:graphicData>
        </a:graphic>
      </p:graphicFrame>
      <p:pic>
        <p:nvPicPr>
          <p:cNvPr id="5" name="Graphic 4">
            <a:extLst>
              <a:ext uri="{FF2B5EF4-FFF2-40B4-BE49-F238E27FC236}">
                <a16:creationId xmlns:a16="http://schemas.microsoft.com/office/drawing/2014/main" id="{10A5C0EB-1B20-437E-41B8-C1900E72CCE6}"/>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rot="2597143">
            <a:off x="9240155" y="3694140"/>
            <a:ext cx="422851" cy="422849"/>
          </a:xfrm>
          <a:prstGeom prst="rect">
            <a:avLst/>
          </a:prstGeom>
        </p:spPr>
      </p:pic>
      <p:pic>
        <p:nvPicPr>
          <p:cNvPr id="6" name="Graphic 5">
            <a:extLst>
              <a:ext uri="{FF2B5EF4-FFF2-40B4-BE49-F238E27FC236}">
                <a16:creationId xmlns:a16="http://schemas.microsoft.com/office/drawing/2014/main" id="{4EAE8CF7-3D27-4582-7606-9E4B6EA5401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rot="2597143">
            <a:off x="13698535" y="3694140"/>
            <a:ext cx="422851" cy="422849"/>
          </a:xfrm>
          <a:prstGeom prst="rect">
            <a:avLst/>
          </a:prstGeom>
        </p:spPr>
      </p:pic>
      <p:graphicFrame>
        <p:nvGraphicFramePr>
          <p:cNvPr id="25" name="Table">
            <a:extLst>
              <a:ext uri="{FF2B5EF4-FFF2-40B4-BE49-F238E27FC236}">
                <a16:creationId xmlns:a16="http://schemas.microsoft.com/office/drawing/2014/main" id="{8CB4E515-EE1E-B8B2-EC2B-8D2384AD2E5E}"/>
              </a:ext>
            </a:extLst>
          </p:cNvPr>
          <p:cNvGraphicFramePr>
            <a:graphicFrameLocks noGrp="1"/>
          </p:cNvGraphicFramePr>
          <p:nvPr/>
        </p:nvGraphicFramePr>
        <p:xfrm>
          <a:off x="14421322" y="3397626"/>
          <a:ext cx="4449460" cy="8951514"/>
        </p:xfrm>
        <a:graphic>
          <a:graphicData uri="http://schemas.openxmlformats.org/drawingml/2006/table">
            <a:tbl>
              <a:tblPr firstRow="1" bandRow="1">
                <a:tableStyleId>{5C22544A-7EE6-4342-B048-85BDC9FD1C3A}</a:tableStyleId>
              </a:tblPr>
              <a:tblGrid>
                <a:gridCol w="3491115">
                  <a:extLst>
                    <a:ext uri="{9D8B030D-6E8A-4147-A177-3AD203B41FA5}">
                      <a16:colId xmlns:a16="http://schemas.microsoft.com/office/drawing/2014/main" val="2107356667"/>
                    </a:ext>
                  </a:extLst>
                </a:gridCol>
                <a:gridCol w="958345">
                  <a:extLst>
                    <a:ext uri="{9D8B030D-6E8A-4147-A177-3AD203B41FA5}">
                      <a16:colId xmlns:a16="http://schemas.microsoft.com/office/drawing/2014/main" val="441323898"/>
                    </a:ext>
                  </a:extLst>
                </a:gridCol>
              </a:tblGrid>
              <a:tr h="1005840">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r>
                        <a:rPr lang="en-US" sz="2500" b="1" dirty="0">
                          <a:solidFill>
                            <a:schemeClr val="bg1"/>
                          </a:solidFill>
                          <a:latin typeface="TT Norms Pro"/>
                          <a:cs typeface="Helvetica"/>
                        </a:rPr>
                        <a:t>Recommendations</a:t>
                      </a:r>
                    </a:p>
                  </a:txBody>
                  <a:tcPr marL="365760" marR="182880" marT="182880" marB="274320" anchor="b">
                    <a:lnL w="762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endParaRPr lang="en-US" sz="2800" b="1">
                        <a:solidFill>
                          <a:schemeClr val="bg1"/>
                        </a:solidFill>
                        <a:latin typeface="TT Norms Pro" panose="02000503030000020003" pitchFamily="2" charset="0"/>
                        <a:cs typeface="Helvetica" panose="020B0604020202020204" pitchFamily="34" charset="0"/>
                      </a:endParaRPr>
                    </a:p>
                  </a:txBody>
                  <a:tcPr marL="365760" marR="365760" marT="182880" marB="274320" anchor="b">
                    <a:lnL w="762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733708415"/>
                  </a:ext>
                </a:extLst>
              </a:tr>
              <a:tr h="7945674">
                <a:tc gridSpan="2">
                  <a:txBody>
                    <a:bodyPr/>
                    <a:lstStyle/>
                    <a:p>
                      <a:pPr marL="231775" marR="0" lvl="0" indent="-231775" algn="l">
                        <a:lnSpc>
                          <a:spcPct val="90000"/>
                        </a:lnSpc>
                        <a:spcBef>
                          <a:spcPts val="1800"/>
                        </a:spcBef>
                        <a:spcAft>
                          <a:spcPts val="0"/>
                        </a:spcAft>
                        <a:buClrTx/>
                        <a:buSzTx/>
                        <a:buFont typeface="Arial" panose="020B0604020202020204" pitchFamily="34" charset="0"/>
                        <a:buChar char="•"/>
                        <a:tabLst/>
                      </a:pPr>
                      <a:r>
                        <a:rPr lang="en-US" sz="2400" b="0" i="0" u="none" strike="noStrike" kern="1200" noProof="0" dirty="0">
                          <a:solidFill>
                            <a:schemeClr val="tx2"/>
                          </a:solidFill>
                          <a:latin typeface="TT Norms Pro"/>
                        </a:rPr>
                        <a:t>Application of future demand &amp; forecasting plans </a:t>
                      </a:r>
                    </a:p>
                    <a:p>
                      <a:pPr marL="231775" marR="0" lvl="0" indent="-231775" algn="l">
                        <a:lnSpc>
                          <a:spcPct val="90000"/>
                        </a:lnSpc>
                        <a:spcBef>
                          <a:spcPts val="1800"/>
                        </a:spcBef>
                        <a:spcAft>
                          <a:spcPts val="0"/>
                        </a:spcAft>
                        <a:buClrTx/>
                        <a:buSzTx/>
                        <a:buFont typeface="Arial" panose="020B0604020202020204" pitchFamily="34" charset="0"/>
                        <a:buChar char="•"/>
                        <a:tabLst/>
                      </a:pPr>
                      <a:r>
                        <a:rPr lang="en-US" sz="2400" b="0" i="0" u="none" strike="noStrike" kern="1200" noProof="0" dirty="0">
                          <a:solidFill>
                            <a:schemeClr val="tx2"/>
                          </a:solidFill>
                          <a:latin typeface="TT Norms Pro"/>
                        </a:rPr>
                        <a:t>Summarized findings from the ELP presented in the Risk &amp; Opportunity Assessment Report (ROAR), including quantified cost savings and avoidance recommendations, as well as expert best practice guidance on ITAM Asset &amp; License Management </a:t>
                      </a:r>
                      <a:endParaRPr lang="en-US" sz="2400" b="0" i="0" kern="1200" dirty="0">
                        <a:solidFill>
                          <a:schemeClr val="tx2"/>
                        </a:solidFill>
                        <a:latin typeface="TT Norms Pro"/>
                        <a:ea typeface="+mn-ea"/>
                        <a:cs typeface="Helvetica"/>
                      </a:endParaRP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OneMain acceptance of ROAR deliverable</a:t>
                      </a:r>
                    </a:p>
                    <a:p>
                      <a:pPr marL="238125" marR="0" lvl="0" indent="-238125" algn="l" defTabSz="1828708" rtl="0" eaLnBrk="1" fontAlgn="auto" latinLnBrk="0" hangingPunct="1">
                        <a:lnSpc>
                          <a:spcPct val="90000"/>
                        </a:lnSpc>
                        <a:spcBef>
                          <a:spcPts val="1800"/>
                        </a:spcBef>
                        <a:spcAft>
                          <a:spcPts val="0"/>
                        </a:spcAft>
                        <a:buClrTx/>
                        <a:buSzTx/>
                        <a:buFont typeface="Arial" panose="020B0604020202020204" pitchFamily="34" charset="0"/>
                        <a:buChar char="•"/>
                        <a:tabLst/>
                        <a:defRPr/>
                      </a:pPr>
                      <a:endParaRPr lang="en-US" sz="2400" b="0" i="0" kern="1200" dirty="0">
                        <a:solidFill>
                          <a:schemeClr val="tx2"/>
                        </a:solidFill>
                        <a:latin typeface="TT Norms Pro"/>
                        <a:ea typeface="+mn-ea"/>
                        <a:cs typeface="Helvetica"/>
                      </a:endParaRPr>
                    </a:p>
                    <a:p>
                      <a:pPr marL="238125" marR="0" lvl="0" indent="-238125" algn="l" defTabSz="1828708" rtl="0" eaLnBrk="1" fontAlgn="auto" latinLnBrk="0" hangingPunct="1">
                        <a:lnSpc>
                          <a:spcPct val="90000"/>
                        </a:lnSpc>
                        <a:spcBef>
                          <a:spcPts val="1800"/>
                        </a:spcBef>
                        <a:spcAft>
                          <a:spcPts val="0"/>
                        </a:spcAft>
                        <a:buClrTx/>
                        <a:buSzTx/>
                        <a:buFont typeface="Arial" panose="020B0604020202020204" pitchFamily="34" charset="0"/>
                        <a:buChar char="•"/>
                        <a:tabLst/>
                        <a:defRPr/>
                      </a:pPr>
                      <a:endParaRPr lang="en-US" sz="2400" b="0" i="0" kern="1200" dirty="0">
                        <a:solidFill>
                          <a:schemeClr val="tx2"/>
                        </a:solidFill>
                        <a:latin typeface="TT Norms Pro"/>
                        <a:ea typeface="+mn-ea"/>
                        <a:cs typeface="Helvetica"/>
                      </a:endParaRPr>
                    </a:p>
                  </a:txBody>
                  <a:tcPr marL="365760" marR="457200" marT="365760" marB="274320">
                    <a:lnL w="762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alpha val="60000"/>
                      </a:schemeClr>
                    </a:solidFill>
                  </a:tcPr>
                </a:tc>
                <a:tc hMerge="1">
                  <a:txBody>
                    <a:bodyPr/>
                    <a:lstStyle/>
                    <a:p>
                      <a:endParaRPr lang="en-US"/>
                    </a:p>
                  </a:txBody>
                  <a:tcPr/>
                </a:tc>
                <a:extLst>
                  <a:ext uri="{0D108BD9-81ED-4DB2-BD59-A6C34878D82A}">
                    <a16:rowId xmlns:a16="http://schemas.microsoft.com/office/drawing/2014/main" val="1894234935"/>
                  </a:ext>
                </a:extLst>
              </a:tr>
            </a:tbl>
          </a:graphicData>
        </a:graphic>
      </p:graphicFrame>
      <p:graphicFrame>
        <p:nvGraphicFramePr>
          <p:cNvPr id="7" name="Table">
            <a:extLst>
              <a:ext uri="{FF2B5EF4-FFF2-40B4-BE49-F238E27FC236}">
                <a16:creationId xmlns:a16="http://schemas.microsoft.com/office/drawing/2014/main" id="{56B5F4CE-5D83-B03A-3953-7F99D8E6DC2D}"/>
              </a:ext>
            </a:extLst>
          </p:cNvPr>
          <p:cNvGraphicFramePr>
            <a:graphicFrameLocks noGrp="1"/>
          </p:cNvGraphicFramePr>
          <p:nvPr/>
        </p:nvGraphicFramePr>
        <p:xfrm>
          <a:off x="18876216" y="3397626"/>
          <a:ext cx="4449460" cy="8951514"/>
        </p:xfrm>
        <a:graphic>
          <a:graphicData uri="http://schemas.openxmlformats.org/drawingml/2006/table">
            <a:tbl>
              <a:tblPr firstRow="1" bandRow="1">
                <a:tableStyleId>{5C22544A-7EE6-4342-B048-85BDC9FD1C3A}</a:tableStyleId>
              </a:tblPr>
              <a:tblGrid>
                <a:gridCol w="3491115">
                  <a:extLst>
                    <a:ext uri="{9D8B030D-6E8A-4147-A177-3AD203B41FA5}">
                      <a16:colId xmlns:a16="http://schemas.microsoft.com/office/drawing/2014/main" val="2107356667"/>
                    </a:ext>
                  </a:extLst>
                </a:gridCol>
                <a:gridCol w="958345">
                  <a:extLst>
                    <a:ext uri="{9D8B030D-6E8A-4147-A177-3AD203B41FA5}">
                      <a16:colId xmlns:a16="http://schemas.microsoft.com/office/drawing/2014/main" val="441323898"/>
                    </a:ext>
                  </a:extLst>
                </a:gridCol>
              </a:tblGrid>
              <a:tr h="1005840">
                <a:tc>
                  <a:txBody>
                    <a:bodyPr/>
                    <a:lstStyle/>
                    <a:p>
                      <a:pPr marL="0" marR="0" lvl="0" indent="0" algn="l" defTabSz="1828708">
                        <a:lnSpc>
                          <a:spcPct val="90000"/>
                        </a:lnSpc>
                        <a:spcBef>
                          <a:spcPts val="1200"/>
                        </a:spcBef>
                        <a:spcAft>
                          <a:spcPts val="600"/>
                        </a:spcAft>
                        <a:buNone/>
                        <a:tabLst/>
                        <a:defRPr/>
                      </a:pPr>
                      <a:r>
                        <a:rPr lang="en-US" sz="2500" b="1">
                          <a:solidFill>
                            <a:schemeClr val="bg1"/>
                          </a:solidFill>
                          <a:latin typeface="TT Norms Pro"/>
                          <a:cs typeface="Helvetica"/>
                        </a:rPr>
                        <a:t>Optimization</a:t>
                      </a:r>
                    </a:p>
                  </a:txBody>
                  <a:tcPr marL="365760" marR="365760" marT="182880" marB="274320" anchor="b">
                    <a:lnL w="762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endParaRPr lang="en-US" sz="2800" b="1">
                        <a:solidFill>
                          <a:schemeClr val="bg1"/>
                        </a:solidFill>
                        <a:latin typeface="TT Norms Pro" panose="02000503030000020003" pitchFamily="2" charset="0"/>
                        <a:cs typeface="Helvetica" panose="020B0604020202020204" pitchFamily="34" charset="0"/>
                      </a:endParaRPr>
                    </a:p>
                  </a:txBody>
                  <a:tcPr marL="365760" marR="365760" marT="182880" marB="274320" anchor="b">
                    <a:lnL w="762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733708415"/>
                  </a:ext>
                </a:extLst>
              </a:tr>
              <a:tr h="7945674">
                <a:tc gridSpan="2">
                  <a:txBody>
                    <a:bodyPr/>
                    <a:lstStyle/>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pPr>
                      <a:r>
                        <a:rPr lang="en-GB" sz="2400" b="0" i="0" u="none" strike="noStrike" kern="1200" noProof="0">
                          <a:solidFill>
                            <a:srgbClr val="002B48"/>
                          </a:solidFill>
                          <a:latin typeface="TT Norms Pro"/>
                        </a:rPr>
                        <a:t>Register, categorize, prioritize, and track risk remediation &amp; opportunity realization in Elevate®  with actionable intelligence</a:t>
                      </a:r>
                      <a:endParaRPr lang="en-US"/>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pPr>
                      <a:r>
                        <a:rPr lang="en-GB" sz="2400" kern="0">
                          <a:solidFill>
                            <a:srgbClr val="002B48"/>
                          </a:solidFill>
                          <a:latin typeface="TT Norms Pro"/>
                          <a:cs typeface="Arial"/>
                          <a:sym typeface="Arial"/>
                        </a:rPr>
                        <a:t>Answer questions and enable stakeholders to understand options and take action</a:t>
                      </a: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pPr>
                      <a:r>
                        <a:rPr lang="en-GB" sz="2400" b="0" i="0" kern="0">
                          <a:solidFill>
                            <a:srgbClr val="002B48"/>
                          </a:solidFill>
                          <a:latin typeface="TT Norms Pro"/>
                          <a:ea typeface="+mn-ea"/>
                          <a:cs typeface="Arial"/>
                          <a:sym typeface="Arial"/>
                        </a:rPr>
                        <a:t>Report realized cost savings &amp; avoidance in Quarterly Service Review (QSR)</a:t>
                      </a:r>
                      <a:endParaRPr lang="en-US" sz="2400" b="0" i="0" kern="1200">
                        <a:solidFill>
                          <a:schemeClr val="tx2"/>
                        </a:solidFill>
                        <a:latin typeface="TT Norms Pro"/>
                        <a:ea typeface="+mn-ea"/>
                        <a:cs typeface="Helvetica"/>
                      </a:endParaRP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pPr>
                      <a:endParaRPr lang="en-GB" sz="2400" kern="0">
                        <a:solidFill>
                          <a:srgbClr val="002B48"/>
                        </a:solidFill>
                        <a:latin typeface="TT Norms Pro"/>
                        <a:cs typeface="Arial"/>
                        <a:sym typeface="Arial"/>
                      </a:endParaRPr>
                    </a:p>
                    <a:p>
                      <a:pPr marL="176213" marR="0" lvl="0" indent="-176213" algn="l" defTabSz="1828708" rtl="0" eaLnBrk="1" fontAlgn="auto" latinLnBrk="0" hangingPunct="1">
                        <a:lnSpc>
                          <a:spcPct val="90000"/>
                        </a:lnSpc>
                        <a:spcBef>
                          <a:spcPts val="1800"/>
                        </a:spcBef>
                        <a:spcAft>
                          <a:spcPts val="0"/>
                        </a:spcAft>
                        <a:buClrTx/>
                        <a:buSzTx/>
                        <a:buFont typeface="Arial" panose="020B0604020202020204" pitchFamily="34" charset="0"/>
                        <a:buChar char="•"/>
                        <a:tabLst/>
                        <a:defRPr/>
                      </a:pPr>
                      <a:endParaRPr lang="en-US" sz="2400" b="0" i="0" kern="1200">
                        <a:solidFill>
                          <a:schemeClr val="tx2"/>
                        </a:solidFill>
                        <a:latin typeface="TT Norms Pro"/>
                        <a:ea typeface="+mn-ea"/>
                        <a:cs typeface="Helvetica"/>
                      </a:endParaRPr>
                    </a:p>
                  </a:txBody>
                  <a:tcPr marL="365760" marR="457200" marT="365760" marB="274320">
                    <a:lnL w="762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alpha val="60000"/>
                      </a:schemeClr>
                    </a:solidFill>
                  </a:tcPr>
                </a:tc>
                <a:tc hMerge="1">
                  <a:txBody>
                    <a:bodyPr/>
                    <a:lstStyle/>
                    <a:p>
                      <a:endParaRPr lang="en-US"/>
                    </a:p>
                  </a:txBody>
                  <a:tcPr/>
                </a:tc>
                <a:extLst>
                  <a:ext uri="{0D108BD9-81ED-4DB2-BD59-A6C34878D82A}">
                    <a16:rowId xmlns:a16="http://schemas.microsoft.com/office/drawing/2014/main" val="1894234935"/>
                  </a:ext>
                </a:extLst>
              </a:tr>
            </a:tbl>
          </a:graphicData>
        </a:graphic>
      </p:graphicFrame>
      <p:pic>
        <p:nvPicPr>
          <p:cNvPr id="10" name="Graphic 9">
            <a:extLst>
              <a:ext uri="{FF2B5EF4-FFF2-40B4-BE49-F238E27FC236}">
                <a16:creationId xmlns:a16="http://schemas.microsoft.com/office/drawing/2014/main" id="{5DDBFD5E-6ED1-CB7A-31CC-3E5319DB372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rot="2597143">
            <a:off x="18156915" y="3694140"/>
            <a:ext cx="422851" cy="422849"/>
          </a:xfrm>
          <a:prstGeom prst="rect">
            <a:avLst/>
          </a:prstGeom>
        </p:spPr>
      </p:pic>
      <p:pic>
        <p:nvPicPr>
          <p:cNvPr id="15" name="Graphic 14">
            <a:extLst>
              <a:ext uri="{FF2B5EF4-FFF2-40B4-BE49-F238E27FC236}">
                <a16:creationId xmlns:a16="http://schemas.microsoft.com/office/drawing/2014/main" id="{EC8AA0A5-FE06-2F89-A036-2221B945021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rot="2597143">
            <a:off x="22615295" y="3694140"/>
            <a:ext cx="422851" cy="422849"/>
          </a:xfrm>
          <a:prstGeom prst="rect">
            <a:avLst/>
          </a:prstGeom>
        </p:spPr>
      </p:pic>
      <p:pic>
        <p:nvPicPr>
          <p:cNvPr id="11" name="Picture 10">
            <a:extLst>
              <a:ext uri="{FF2B5EF4-FFF2-40B4-BE49-F238E27FC236}">
                <a16:creationId xmlns:a16="http://schemas.microsoft.com/office/drawing/2014/main" id="{0A8A3DFF-E9C3-AF30-83D3-2D8EC33706FA}"/>
              </a:ext>
            </a:extLst>
          </p:cNvPr>
          <p:cNvPicPr>
            <a:picLocks noChangeAspect="1"/>
          </p:cNvPicPr>
          <p:nvPr/>
        </p:nvPicPr>
        <p:blipFill>
          <a:blip r:embed="rId3"/>
          <a:stretch>
            <a:fillRect/>
          </a:stretch>
        </p:blipFill>
        <p:spPr>
          <a:xfrm>
            <a:off x="16235146" y="11331698"/>
            <a:ext cx="560631" cy="905634"/>
          </a:xfrm>
          <a:prstGeom prst="rect">
            <a:avLst/>
          </a:prstGeom>
        </p:spPr>
      </p:pic>
      <p:sp>
        <p:nvSpPr>
          <p:cNvPr id="13" name="TextBox 12">
            <a:extLst>
              <a:ext uri="{FF2B5EF4-FFF2-40B4-BE49-F238E27FC236}">
                <a16:creationId xmlns:a16="http://schemas.microsoft.com/office/drawing/2014/main" id="{2BBF12FA-D8BE-FD16-F082-7F680B6E1D3C}"/>
              </a:ext>
            </a:extLst>
          </p:cNvPr>
          <p:cNvSpPr txBox="1"/>
          <p:nvPr/>
        </p:nvSpPr>
        <p:spPr>
          <a:xfrm>
            <a:off x="15760931" y="12402589"/>
            <a:ext cx="1579418" cy="348557"/>
          </a:xfrm>
          <a:prstGeom prst="rect">
            <a:avLst/>
          </a:prstGeom>
          <a:noFill/>
        </p:spPr>
        <p:txBody>
          <a:bodyPr wrap="square" rtlCol="0">
            <a:spAutoFit/>
          </a:bodyPr>
          <a:lstStyle/>
          <a:p>
            <a:pPr algn="l">
              <a:lnSpc>
                <a:spcPct val="90000"/>
              </a:lnSpc>
              <a:spcAft>
                <a:spcPts val="600"/>
              </a:spcAft>
            </a:pPr>
            <a:r>
              <a:rPr lang="en-US">
                <a:solidFill>
                  <a:schemeClr val="tx2"/>
                </a:solidFill>
              </a:rPr>
              <a:t>We Are Here</a:t>
            </a:r>
          </a:p>
        </p:txBody>
      </p:sp>
    </p:spTree>
    <p:extLst>
      <p:ext uri="{BB962C8B-B14F-4D97-AF65-F5344CB8AC3E}">
        <p14:creationId xmlns:p14="http://schemas.microsoft.com/office/powerpoint/2010/main" val="246447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par>
                          <p:cTn id="8" fill="hold">
                            <p:stCondLst>
                              <p:cond delay="250"/>
                            </p:stCondLst>
                            <p:childTnLst>
                              <p:par>
                                <p:cTn id="9" presetID="1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p:tgtEl>
                                          <p:spTgt spid="23"/>
                                        </p:tgtEl>
                                        <p:attrNameLst>
                                          <p:attrName>ppt_x</p:attrName>
                                        </p:attrNameLst>
                                      </p:cBhvr>
                                      <p:tavLst>
                                        <p:tav tm="0">
                                          <p:val>
                                            <p:strVal val="#ppt_x-#ppt_w*1.125000"/>
                                          </p:val>
                                        </p:tav>
                                        <p:tav tm="100000">
                                          <p:val>
                                            <p:strVal val="#ppt_x"/>
                                          </p:val>
                                        </p:tav>
                                      </p:tavLst>
                                    </p:anim>
                                    <p:animEffect transition="in" filter="wipe(righ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250"/>
                                        <p:tgtEl>
                                          <p:spTgt spid="12"/>
                                        </p:tgtEl>
                                      </p:cBhvr>
                                    </p:animEffect>
                                  </p:childTnLst>
                                </p:cTn>
                              </p:par>
                            </p:childTnLst>
                          </p:cTn>
                        </p:par>
                        <p:par>
                          <p:cTn id="18" fill="hold">
                            <p:stCondLst>
                              <p:cond delay="250"/>
                            </p:stCondLst>
                            <p:childTnLst>
                              <p:par>
                                <p:cTn id="19" presetID="12" presetClass="entr" presetSubtype="8"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p:tgtEl>
                                          <p:spTgt spid="5"/>
                                        </p:tgtEl>
                                        <p:attrNameLst>
                                          <p:attrName>ppt_x</p:attrName>
                                        </p:attrNameLst>
                                      </p:cBhvr>
                                      <p:tavLst>
                                        <p:tav tm="0">
                                          <p:val>
                                            <p:strVal val="#ppt_x-#ppt_w*1.125000"/>
                                          </p:val>
                                        </p:tav>
                                        <p:tav tm="100000">
                                          <p:val>
                                            <p:strVal val="#ppt_x"/>
                                          </p:val>
                                        </p:tav>
                                      </p:tavLst>
                                    </p:anim>
                                    <p:animEffect transition="in" filter="wipe(righ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250"/>
                                        <p:tgtEl>
                                          <p:spTgt spid="24"/>
                                        </p:tgtEl>
                                      </p:cBhvr>
                                    </p:animEffect>
                                  </p:childTnLst>
                                </p:cTn>
                              </p:par>
                            </p:childTnLst>
                          </p:cTn>
                        </p:par>
                        <p:par>
                          <p:cTn id="28" fill="hold">
                            <p:stCondLst>
                              <p:cond delay="250"/>
                            </p:stCondLst>
                            <p:childTnLst>
                              <p:par>
                                <p:cTn id="29" presetID="12" presetClass="entr" presetSubtype="8"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p:tgtEl>
                                          <p:spTgt spid="6"/>
                                        </p:tgtEl>
                                        <p:attrNameLst>
                                          <p:attrName>ppt_x</p:attrName>
                                        </p:attrNameLst>
                                      </p:cBhvr>
                                      <p:tavLst>
                                        <p:tav tm="0">
                                          <p:val>
                                            <p:strVal val="#ppt_x-#ppt_w*1.125000"/>
                                          </p:val>
                                        </p:tav>
                                        <p:tav tm="100000">
                                          <p:val>
                                            <p:strVal val="#ppt_x"/>
                                          </p:val>
                                        </p:tav>
                                      </p:tavLst>
                                    </p:anim>
                                    <p:animEffect transition="in" filter="wipe(righ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250"/>
                                        <p:tgtEl>
                                          <p:spTgt spid="25"/>
                                        </p:tgtEl>
                                      </p:cBhvr>
                                    </p:animEffect>
                                  </p:childTnLst>
                                </p:cTn>
                              </p:par>
                            </p:childTnLst>
                          </p:cTn>
                        </p:par>
                        <p:par>
                          <p:cTn id="38" fill="hold">
                            <p:stCondLst>
                              <p:cond delay="250"/>
                            </p:stCondLst>
                            <p:childTnLst>
                              <p:par>
                                <p:cTn id="39" presetID="12" presetClass="entr" presetSubtype="8" fill="hold" nodeType="after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p:tgtEl>
                                          <p:spTgt spid="10"/>
                                        </p:tgtEl>
                                        <p:attrNameLst>
                                          <p:attrName>ppt_x</p:attrName>
                                        </p:attrNameLst>
                                      </p:cBhvr>
                                      <p:tavLst>
                                        <p:tav tm="0">
                                          <p:val>
                                            <p:strVal val="#ppt_x-#ppt_w*1.125000"/>
                                          </p:val>
                                        </p:tav>
                                        <p:tav tm="100000">
                                          <p:val>
                                            <p:strVal val="#ppt_x"/>
                                          </p:val>
                                        </p:tav>
                                      </p:tavLst>
                                    </p:anim>
                                    <p:animEffect transition="in" filter="wipe(righ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250"/>
                                        <p:tgtEl>
                                          <p:spTgt spid="7"/>
                                        </p:tgtEl>
                                      </p:cBhvr>
                                    </p:animEffect>
                                  </p:childTnLst>
                                </p:cTn>
                              </p:par>
                            </p:childTnLst>
                          </p:cTn>
                        </p:par>
                        <p:par>
                          <p:cTn id="48" fill="hold">
                            <p:stCondLst>
                              <p:cond delay="250"/>
                            </p:stCondLst>
                            <p:childTnLst>
                              <p:par>
                                <p:cTn id="49" presetID="12" presetClass="entr" presetSubtype="8" fill="hold" nodeType="after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p:tgtEl>
                                          <p:spTgt spid="15"/>
                                        </p:tgtEl>
                                        <p:attrNameLst>
                                          <p:attrName>ppt_x</p:attrName>
                                        </p:attrNameLst>
                                      </p:cBhvr>
                                      <p:tavLst>
                                        <p:tav tm="0">
                                          <p:val>
                                            <p:strVal val="#ppt_x-#ppt_w*1.125000"/>
                                          </p:val>
                                        </p:tav>
                                        <p:tav tm="100000">
                                          <p:val>
                                            <p:strVal val="#ppt_x"/>
                                          </p:val>
                                        </p:tav>
                                      </p:tavLst>
                                    </p:anim>
                                    <p:animEffect transition="in" filter="wipe(right)">
                                      <p:cBhvr>
                                        <p:cTn id="52" dur="500"/>
                                        <p:tgtEl>
                                          <p:spTgt spid="15"/>
                                        </p:tgtEl>
                                      </p:cBhvr>
                                    </p:animEffect>
                                  </p:childTnLst>
                                </p:cTn>
                              </p:par>
                            </p:childTnLst>
                          </p:cTn>
                        </p:par>
                        <p:par>
                          <p:cTn id="53" fill="hold">
                            <p:stCondLst>
                              <p:cond delay="750"/>
                            </p:stCondLst>
                            <p:childTnLst>
                              <p:par>
                                <p:cTn id="54" presetID="22" presetClass="entr" presetSubtype="2"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right)">
                                      <p:cBhvr>
                                        <p:cTn id="5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21000">
              <a:srgbClr val="001A34"/>
            </a:gs>
            <a:gs pos="100000">
              <a:schemeClr val="tx2"/>
            </a:gs>
          </a:gsLst>
          <a:lin ang="3300000" scaled="0"/>
        </a:gra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7D043BA-1B67-BF42-9299-D810D8040B90}"/>
              </a:ext>
            </a:extLst>
          </p:cNvPr>
          <p:cNvGrpSpPr/>
          <p:nvPr/>
        </p:nvGrpSpPr>
        <p:grpSpPr>
          <a:xfrm>
            <a:off x="6954524" y="3348605"/>
            <a:ext cx="17444477" cy="10367396"/>
            <a:chOff x="6954523" y="3348606"/>
            <a:chExt cx="17444477" cy="10367395"/>
          </a:xfrm>
        </p:grpSpPr>
        <p:sp>
          <p:nvSpPr>
            <p:cNvPr id="47" name="Freeform 46">
              <a:extLst>
                <a:ext uri="{FF2B5EF4-FFF2-40B4-BE49-F238E27FC236}">
                  <a16:creationId xmlns:a16="http://schemas.microsoft.com/office/drawing/2014/main" id="{CDAFEB45-8146-D24D-82E7-B193C83D7BD5}"/>
                </a:ext>
              </a:extLst>
            </p:cNvPr>
            <p:cNvSpPr/>
            <p:nvPr/>
          </p:nvSpPr>
          <p:spPr>
            <a:xfrm>
              <a:off x="11430000" y="10922000"/>
              <a:ext cx="5384800" cy="2794000"/>
            </a:xfrm>
            <a:custGeom>
              <a:avLst/>
              <a:gdLst>
                <a:gd name="connsiteX0" fmla="*/ 2692400 w 5384800"/>
                <a:gd name="connsiteY0" fmla="*/ 0 h 2794000"/>
                <a:gd name="connsiteX1" fmla="*/ 5384800 w 5384800"/>
                <a:gd name="connsiteY1" fmla="*/ 2692400 h 2794000"/>
                <a:gd name="connsiteX2" fmla="*/ 5379670 w 5384800"/>
                <a:gd name="connsiteY2" fmla="*/ 2794000 h 2794000"/>
                <a:gd name="connsiteX3" fmla="*/ 5131 w 5384800"/>
                <a:gd name="connsiteY3" fmla="*/ 2794000 h 2794000"/>
                <a:gd name="connsiteX4" fmla="*/ 0 w 5384800"/>
                <a:gd name="connsiteY4" fmla="*/ 2692400 h 2794000"/>
                <a:gd name="connsiteX5" fmla="*/ 2692400 w 5384800"/>
                <a:gd name="connsiteY5" fmla="*/ 0 h 27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4800" h="2794000">
                  <a:moveTo>
                    <a:pt x="2692400" y="0"/>
                  </a:moveTo>
                  <a:cubicBezTo>
                    <a:pt x="4179371" y="0"/>
                    <a:pt x="5384800" y="1205429"/>
                    <a:pt x="5384800" y="2692400"/>
                  </a:cubicBezTo>
                  <a:lnTo>
                    <a:pt x="5379670" y="2794000"/>
                  </a:lnTo>
                  <a:lnTo>
                    <a:pt x="5131" y="2794000"/>
                  </a:lnTo>
                  <a:lnTo>
                    <a:pt x="0" y="2692400"/>
                  </a:lnTo>
                  <a:cubicBezTo>
                    <a:pt x="0" y="1205429"/>
                    <a:pt x="1205429" y="0"/>
                    <a:pt x="2692400" y="0"/>
                  </a:cubicBezTo>
                  <a:close/>
                </a:path>
              </a:pathLst>
            </a:custGeom>
            <a:solidFill>
              <a:srgbClr val="0789A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28" name="Oval 27">
              <a:extLst>
                <a:ext uri="{FF2B5EF4-FFF2-40B4-BE49-F238E27FC236}">
                  <a16:creationId xmlns:a16="http://schemas.microsoft.com/office/drawing/2014/main" id="{9A2C9356-6F60-1E45-BE87-B31A14D08FCD}"/>
                </a:ext>
              </a:extLst>
            </p:cNvPr>
            <p:cNvSpPr/>
            <p:nvPr/>
          </p:nvSpPr>
          <p:spPr>
            <a:xfrm>
              <a:off x="16238720" y="6796123"/>
              <a:ext cx="6815280" cy="6815280"/>
            </a:xfrm>
            <a:prstGeom prst="ellipse">
              <a:avLst/>
            </a:prstGeom>
            <a:solidFill>
              <a:srgbClr val="0789A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5" name="Freeform 44">
              <a:extLst>
                <a:ext uri="{FF2B5EF4-FFF2-40B4-BE49-F238E27FC236}">
                  <a16:creationId xmlns:a16="http://schemas.microsoft.com/office/drawing/2014/main" id="{9C3394E1-BB38-4545-B06B-CED1A499B70B}"/>
                </a:ext>
              </a:extLst>
            </p:cNvPr>
            <p:cNvSpPr/>
            <p:nvPr/>
          </p:nvSpPr>
          <p:spPr>
            <a:xfrm>
              <a:off x="12784320" y="8506004"/>
              <a:ext cx="6223000" cy="5209997"/>
            </a:xfrm>
            <a:custGeom>
              <a:avLst/>
              <a:gdLst>
                <a:gd name="connsiteX0" fmla="*/ 3111500 w 6223000"/>
                <a:gd name="connsiteY0" fmla="*/ 0 h 5209997"/>
                <a:gd name="connsiteX1" fmla="*/ 6223000 w 6223000"/>
                <a:gd name="connsiteY1" fmla="*/ 3111500 h 5209997"/>
                <a:gd name="connsiteX2" fmla="*/ 5512484 w 6223000"/>
                <a:gd name="connsiteY2" fmla="*/ 5090703 h 5209997"/>
                <a:gd name="connsiteX3" fmla="*/ 5404062 w 6223000"/>
                <a:gd name="connsiteY3" fmla="*/ 5209997 h 5209997"/>
                <a:gd name="connsiteX4" fmla="*/ 818937 w 6223000"/>
                <a:gd name="connsiteY4" fmla="*/ 5209997 h 5209997"/>
                <a:gd name="connsiteX5" fmla="*/ 710515 w 6223000"/>
                <a:gd name="connsiteY5" fmla="*/ 5090703 h 5209997"/>
                <a:gd name="connsiteX6" fmla="*/ 0 w 6223000"/>
                <a:gd name="connsiteY6" fmla="*/ 3111500 h 5209997"/>
                <a:gd name="connsiteX7" fmla="*/ 3111500 w 6223000"/>
                <a:gd name="connsiteY7" fmla="*/ 0 h 520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23000" h="5209997">
                  <a:moveTo>
                    <a:pt x="3111500" y="0"/>
                  </a:moveTo>
                  <a:cubicBezTo>
                    <a:pt x="4829934" y="0"/>
                    <a:pt x="6223000" y="1393066"/>
                    <a:pt x="6223000" y="3111500"/>
                  </a:cubicBezTo>
                  <a:cubicBezTo>
                    <a:pt x="6223000" y="3863315"/>
                    <a:pt x="5956358" y="4552852"/>
                    <a:pt x="5512484" y="5090703"/>
                  </a:cubicBezTo>
                  <a:lnTo>
                    <a:pt x="5404062" y="5209997"/>
                  </a:lnTo>
                  <a:lnTo>
                    <a:pt x="818937" y="5209997"/>
                  </a:lnTo>
                  <a:lnTo>
                    <a:pt x="710515" y="5090703"/>
                  </a:lnTo>
                  <a:cubicBezTo>
                    <a:pt x="266642" y="4552852"/>
                    <a:pt x="0" y="3863315"/>
                    <a:pt x="0" y="3111500"/>
                  </a:cubicBezTo>
                  <a:cubicBezTo>
                    <a:pt x="0" y="1393066"/>
                    <a:pt x="1393066" y="0"/>
                    <a:pt x="3111500" y="0"/>
                  </a:cubicBezTo>
                  <a:close/>
                </a:path>
              </a:pathLst>
            </a:custGeom>
            <a:solidFill>
              <a:srgbClr val="0789A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49" name="Freeform 48">
              <a:extLst>
                <a:ext uri="{FF2B5EF4-FFF2-40B4-BE49-F238E27FC236}">
                  <a16:creationId xmlns:a16="http://schemas.microsoft.com/office/drawing/2014/main" id="{BD6CDFF2-6351-D044-A214-2B022EA0A40C}"/>
                </a:ext>
              </a:extLst>
            </p:cNvPr>
            <p:cNvSpPr/>
            <p:nvPr/>
          </p:nvSpPr>
          <p:spPr>
            <a:xfrm>
              <a:off x="8645522" y="12470716"/>
              <a:ext cx="4147406" cy="1245284"/>
            </a:xfrm>
            <a:custGeom>
              <a:avLst/>
              <a:gdLst>
                <a:gd name="connsiteX0" fmla="*/ 2073703 w 4147406"/>
                <a:gd name="connsiteY0" fmla="*/ 0 h 1245284"/>
                <a:gd name="connsiteX1" fmla="*/ 4139932 w 4147406"/>
                <a:gd name="connsiteY1" fmla="*/ 1229768 h 1245284"/>
                <a:gd name="connsiteX2" fmla="*/ 4147406 w 4147406"/>
                <a:gd name="connsiteY2" fmla="*/ 1245284 h 1245284"/>
                <a:gd name="connsiteX3" fmla="*/ 0 w 4147406"/>
                <a:gd name="connsiteY3" fmla="*/ 1245284 h 1245284"/>
                <a:gd name="connsiteX4" fmla="*/ 7475 w 4147406"/>
                <a:gd name="connsiteY4" fmla="*/ 1229768 h 1245284"/>
                <a:gd name="connsiteX5" fmla="*/ 2073703 w 4147406"/>
                <a:gd name="connsiteY5" fmla="*/ 0 h 124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7406" h="1245284">
                  <a:moveTo>
                    <a:pt x="2073703" y="0"/>
                  </a:moveTo>
                  <a:cubicBezTo>
                    <a:pt x="2965928" y="0"/>
                    <a:pt x="3742011" y="497263"/>
                    <a:pt x="4139932" y="1229768"/>
                  </a:cubicBezTo>
                  <a:lnTo>
                    <a:pt x="4147406" y="1245284"/>
                  </a:lnTo>
                  <a:lnTo>
                    <a:pt x="0" y="1245284"/>
                  </a:lnTo>
                  <a:lnTo>
                    <a:pt x="7475" y="1229768"/>
                  </a:lnTo>
                  <a:cubicBezTo>
                    <a:pt x="405395" y="497263"/>
                    <a:pt x="1181478" y="0"/>
                    <a:pt x="2073703" y="0"/>
                  </a:cubicBezTo>
                  <a:close/>
                </a:path>
              </a:pathLst>
            </a:custGeom>
            <a:solidFill>
              <a:srgbClr val="0789A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40" name="Freeform 39">
              <a:extLst>
                <a:ext uri="{FF2B5EF4-FFF2-40B4-BE49-F238E27FC236}">
                  <a16:creationId xmlns:a16="http://schemas.microsoft.com/office/drawing/2014/main" id="{6F30A93E-E240-F741-AE60-FEE16094082D}"/>
                </a:ext>
              </a:extLst>
            </p:cNvPr>
            <p:cNvSpPr/>
            <p:nvPr/>
          </p:nvSpPr>
          <p:spPr>
            <a:xfrm>
              <a:off x="20363922" y="5302994"/>
              <a:ext cx="4035078" cy="7854206"/>
            </a:xfrm>
            <a:custGeom>
              <a:avLst/>
              <a:gdLst>
                <a:gd name="connsiteX0" fmla="*/ 3927102 w 4035078"/>
                <a:gd name="connsiteY0" fmla="*/ 0 h 7854206"/>
                <a:gd name="connsiteX1" fmla="*/ 4035078 w 4035078"/>
                <a:gd name="connsiteY1" fmla="*/ 5453 h 7854206"/>
                <a:gd name="connsiteX2" fmla="*/ 4035078 w 4035078"/>
                <a:gd name="connsiteY2" fmla="*/ 7848754 h 7854206"/>
                <a:gd name="connsiteX3" fmla="*/ 3927102 w 4035078"/>
                <a:gd name="connsiteY3" fmla="*/ 7854206 h 7854206"/>
                <a:gd name="connsiteX4" fmla="*/ 0 w 4035078"/>
                <a:gd name="connsiteY4" fmla="*/ 3927103 h 7854206"/>
                <a:gd name="connsiteX5" fmla="*/ 3927102 w 4035078"/>
                <a:gd name="connsiteY5" fmla="*/ 0 h 785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5078" h="7854206">
                  <a:moveTo>
                    <a:pt x="3927102" y="0"/>
                  </a:moveTo>
                  <a:lnTo>
                    <a:pt x="4035078" y="5453"/>
                  </a:lnTo>
                  <a:lnTo>
                    <a:pt x="4035078" y="7848754"/>
                  </a:lnTo>
                  <a:lnTo>
                    <a:pt x="3927102" y="7854206"/>
                  </a:lnTo>
                  <a:cubicBezTo>
                    <a:pt x="1758224" y="7854206"/>
                    <a:pt x="0" y="6095982"/>
                    <a:pt x="0" y="3927103"/>
                  </a:cubicBezTo>
                  <a:cubicBezTo>
                    <a:pt x="0" y="1758224"/>
                    <a:pt x="1758224" y="0"/>
                    <a:pt x="3927102" y="0"/>
                  </a:cubicBezTo>
                  <a:close/>
                </a:path>
              </a:pathLst>
            </a:custGeom>
            <a:solidFill>
              <a:srgbClr val="0789A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51" name="Freeform 50">
              <a:extLst>
                <a:ext uri="{FF2B5EF4-FFF2-40B4-BE49-F238E27FC236}">
                  <a16:creationId xmlns:a16="http://schemas.microsoft.com/office/drawing/2014/main" id="{B409288F-51A1-D747-BE67-2A582D7C3484}"/>
                </a:ext>
              </a:extLst>
            </p:cNvPr>
            <p:cNvSpPr/>
            <p:nvPr/>
          </p:nvSpPr>
          <p:spPr>
            <a:xfrm>
              <a:off x="18594894" y="7527442"/>
              <a:ext cx="5789098" cy="6188558"/>
            </a:xfrm>
            <a:custGeom>
              <a:avLst/>
              <a:gdLst>
                <a:gd name="connsiteX0" fmla="*/ 3190502 w 5789098"/>
                <a:gd name="connsiteY0" fmla="*/ 0 h 6188558"/>
                <a:gd name="connsiteX1" fmla="*/ 5652448 w 5789098"/>
                <a:gd name="connsiteY1" fmla="*/ 1161046 h 6188558"/>
                <a:gd name="connsiteX2" fmla="*/ 5789098 w 5789098"/>
                <a:gd name="connsiteY2" fmla="*/ 1343785 h 6188558"/>
                <a:gd name="connsiteX3" fmla="*/ 5789098 w 5789098"/>
                <a:gd name="connsiteY3" fmla="*/ 5037219 h 6188558"/>
                <a:gd name="connsiteX4" fmla="*/ 5652448 w 5789098"/>
                <a:gd name="connsiteY4" fmla="*/ 5219958 h 6188558"/>
                <a:gd name="connsiteX5" fmla="*/ 4414470 w 5789098"/>
                <a:gd name="connsiteY5" fmla="*/ 6137794 h 6188558"/>
                <a:gd name="connsiteX6" fmla="*/ 4282154 w 5789098"/>
                <a:gd name="connsiteY6" fmla="*/ 6188558 h 6188558"/>
                <a:gd name="connsiteX7" fmla="*/ 2107846 w 5789098"/>
                <a:gd name="connsiteY7" fmla="*/ 6188558 h 6188558"/>
                <a:gd name="connsiteX8" fmla="*/ 1948614 w 5789098"/>
                <a:gd name="connsiteY8" fmla="*/ 6130279 h 6188558"/>
                <a:gd name="connsiteX9" fmla="*/ 0 w 5789098"/>
                <a:gd name="connsiteY9" fmla="*/ 3190502 h 6188558"/>
                <a:gd name="connsiteX10" fmla="*/ 3190502 w 5789098"/>
                <a:gd name="connsiteY10" fmla="*/ 0 h 618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89098" h="6188558">
                  <a:moveTo>
                    <a:pt x="3190502" y="0"/>
                  </a:moveTo>
                  <a:cubicBezTo>
                    <a:pt x="4181664" y="0"/>
                    <a:pt x="5067264" y="451966"/>
                    <a:pt x="5652448" y="1161046"/>
                  </a:cubicBezTo>
                  <a:lnTo>
                    <a:pt x="5789098" y="1343785"/>
                  </a:lnTo>
                  <a:lnTo>
                    <a:pt x="5789098" y="5037219"/>
                  </a:lnTo>
                  <a:lnTo>
                    <a:pt x="5652448" y="5219958"/>
                  </a:lnTo>
                  <a:cubicBezTo>
                    <a:pt x="5323282" y="5618816"/>
                    <a:pt x="4899062" y="5936321"/>
                    <a:pt x="4414470" y="6137794"/>
                  </a:cubicBezTo>
                  <a:lnTo>
                    <a:pt x="4282154" y="6188558"/>
                  </a:lnTo>
                  <a:lnTo>
                    <a:pt x="2107846" y="6188558"/>
                  </a:lnTo>
                  <a:lnTo>
                    <a:pt x="1948614" y="6130279"/>
                  </a:lnTo>
                  <a:cubicBezTo>
                    <a:pt x="803496" y="5645934"/>
                    <a:pt x="0" y="4512052"/>
                    <a:pt x="0" y="3190502"/>
                  </a:cubicBezTo>
                  <a:cubicBezTo>
                    <a:pt x="0" y="1428436"/>
                    <a:pt x="1428436" y="0"/>
                    <a:pt x="3190502" y="0"/>
                  </a:cubicBezTo>
                  <a:close/>
                </a:path>
              </a:pathLst>
            </a:custGeom>
            <a:solidFill>
              <a:srgbClr val="0789AA">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50" name="Freeform 49">
              <a:extLst>
                <a:ext uri="{FF2B5EF4-FFF2-40B4-BE49-F238E27FC236}">
                  <a16:creationId xmlns:a16="http://schemas.microsoft.com/office/drawing/2014/main" id="{68AA1680-2A9F-3C44-8F36-97501F217C1D}"/>
                </a:ext>
              </a:extLst>
            </p:cNvPr>
            <p:cNvSpPr/>
            <p:nvPr/>
          </p:nvSpPr>
          <p:spPr>
            <a:xfrm>
              <a:off x="6954523" y="12826010"/>
              <a:ext cx="3353775" cy="889991"/>
            </a:xfrm>
            <a:custGeom>
              <a:avLst/>
              <a:gdLst>
                <a:gd name="connsiteX0" fmla="*/ 1676887 w 3353775"/>
                <a:gd name="connsiteY0" fmla="*/ 0 h 889991"/>
                <a:gd name="connsiteX1" fmla="*/ 3239211 w 3353775"/>
                <a:gd name="connsiteY1" fmla="*/ 736787 h 889991"/>
                <a:gd name="connsiteX2" fmla="*/ 3353775 w 3353775"/>
                <a:gd name="connsiteY2" fmla="*/ 889991 h 889991"/>
                <a:gd name="connsiteX3" fmla="*/ 0 w 3353775"/>
                <a:gd name="connsiteY3" fmla="*/ 889991 h 889991"/>
                <a:gd name="connsiteX4" fmla="*/ 114564 w 3353775"/>
                <a:gd name="connsiteY4" fmla="*/ 736787 h 889991"/>
                <a:gd name="connsiteX5" fmla="*/ 1676887 w 3353775"/>
                <a:gd name="connsiteY5" fmla="*/ 0 h 88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3775" h="889991">
                  <a:moveTo>
                    <a:pt x="1676887" y="0"/>
                  </a:moveTo>
                  <a:cubicBezTo>
                    <a:pt x="2305868" y="0"/>
                    <a:pt x="2867859" y="286813"/>
                    <a:pt x="3239211" y="736787"/>
                  </a:cubicBezTo>
                  <a:lnTo>
                    <a:pt x="3353775" y="889991"/>
                  </a:lnTo>
                  <a:lnTo>
                    <a:pt x="0" y="889991"/>
                  </a:lnTo>
                  <a:lnTo>
                    <a:pt x="114564" y="736787"/>
                  </a:lnTo>
                  <a:cubicBezTo>
                    <a:pt x="485916" y="286813"/>
                    <a:pt x="1047907" y="0"/>
                    <a:pt x="1676887" y="0"/>
                  </a:cubicBezTo>
                  <a:close/>
                </a:path>
              </a:pathLst>
            </a:custGeom>
            <a:solidFill>
              <a:srgbClr val="0789A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37" name="Freeform 36">
              <a:extLst>
                <a:ext uri="{FF2B5EF4-FFF2-40B4-BE49-F238E27FC236}">
                  <a16:creationId xmlns:a16="http://schemas.microsoft.com/office/drawing/2014/main" id="{872F2997-FF4A-E843-AB0E-CBA732F2C6CB}"/>
                </a:ext>
              </a:extLst>
            </p:cNvPr>
            <p:cNvSpPr/>
            <p:nvPr/>
          </p:nvSpPr>
          <p:spPr>
            <a:xfrm>
              <a:off x="23065952" y="3348606"/>
              <a:ext cx="1333048" cy="3801723"/>
            </a:xfrm>
            <a:custGeom>
              <a:avLst/>
              <a:gdLst>
                <a:gd name="connsiteX0" fmla="*/ 1333048 w 1333048"/>
                <a:gd name="connsiteY0" fmla="*/ 0 h 3801723"/>
                <a:gd name="connsiteX1" fmla="*/ 1333048 w 1333048"/>
                <a:gd name="connsiteY1" fmla="*/ 3801723 h 3801723"/>
                <a:gd name="connsiteX2" fmla="*/ 1236568 w 1333048"/>
                <a:gd name="connsiteY2" fmla="*/ 3766411 h 3801723"/>
                <a:gd name="connsiteX3" fmla="*/ 0 w 1333048"/>
                <a:gd name="connsiteY3" fmla="*/ 1900862 h 3801723"/>
                <a:gd name="connsiteX4" fmla="*/ 1236568 w 1333048"/>
                <a:gd name="connsiteY4" fmla="*/ 35312 h 3801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048" h="3801723">
                  <a:moveTo>
                    <a:pt x="1333048" y="0"/>
                  </a:moveTo>
                  <a:lnTo>
                    <a:pt x="1333048" y="3801723"/>
                  </a:lnTo>
                  <a:lnTo>
                    <a:pt x="1236568" y="3766411"/>
                  </a:lnTo>
                  <a:cubicBezTo>
                    <a:pt x="509890" y="3459051"/>
                    <a:pt x="0" y="2739502"/>
                    <a:pt x="0" y="1900862"/>
                  </a:cubicBezTo>
                  <a:cubicBezTo>
                    <a:pt x="0" y="1062221"/>
                    <a:pt x="509890" y="342672"/>
                    <a:pt x="1236568" y="35312"/>
                  </a:cubicBezTo>
                  <a:close/>
                </a:path>
              </a:pathLst>
            </a:custGeom>
            <a:solidFill>
              <a:srgbClr val="0789A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grpSp>
      <p:sp>
        <p:nvSpPr>
          <p:cNvPr id="14" name="TextBox 13">
            <a:extLst>
              <a:ext uri="{FF2B5EF4-FFF2-40B4-BE49-F238E27FC236}">
                <a16:creationId xmlns:a16="http://schemas.microsoft.com/office/drawing/2014/main" id="{6A3D1D8B-F01B-3043-9E3E-825695B890A5}"/>
              </a:ext>
            </a:extLst>
          </p:cNvPr>
          <p:cNvSpPr txBox="1"/>
          <p:nvPr/>
        </p:nvSpPr>
        <p:spPr>
          <a:xfrm>
            <a:off x="9274252" y="5820255"/>
            <a:ext cx="6791407" cy="4493538"/>
          </a:xfrm>
          <a:prstGeom prst="rect">
            <a:avLst/>
          </a:prstGeom>
          <a:noFill/>
        </p:spPr>
        <p:txBody>
          <a:bodyPr wrap="square" rtlCol="0">
            <a:spAutoFit/>
          </a:bodyPr>
          <a:lstStyle/>
          <a:p>
            <a:pPr>
              <a:lnSpc>
                <a:spcPct val="120000"/>
              </a:lnSpc>
              <a:spcAft>
                <a:spcPts val="1200"/>
              </a:spcAft>
            </a:pPr>
            <a:r>
              <a:rPr lang="en-US" sz="4000" b="1">
                <a:solidFill>
                  <a:schemeClr val="bg1"/>
                </a:solidFill>
                <a:latin typeface="TT Norms Pro Light" panose="02000503020000020003" pitchFamily="2" charset="0"/>
              </a:rPr>
              <a:t>We Deliver </a:t>
            </a:r>
            <a:r>
              <a:rPr lang="en-US" sz="4000">
                <a:solidFill>
                  <a:schemeClr val="bg1"/>
                </a:solidFill>
                <a:latin typeface="TT Norms Pro Light" panose="02000503020000020003" pitchFamily="2" charset="0"/>
              </a:rPr>
              <a:t>comprehensive managed services to assess, design, transform, &amp; operate world-class programs that follow the industry standard, ISO 19770-1.</a:t>
            </a:r>
          </a:p>
        </p:txBody>
      </p:sp>
      <p:grpSp>
        <p:nvGrpSpPr>
          <p:cNvPr id="3" name="Group 2">
            <a:extLst>
              <a:ext uri="{FF2B5EF4-FFF2-40B4-BE49-F238E27FC236}">
                <a16:creationId xmlns:a16="http://schemas.microsoft.com/office/drawing/2014/main" id="{DB3BC749-7A7D-B84A-A1B7-8FFCE3D17CBE}"/>
              </a:ext>
            </a:extLst>
          </p:cNvPr>
          <p:cNvGrpSpPr/>
          <p:nvPr/>
        </p:nvGrpSpPr>
        <p:grpSpPr>
          <a:xfrm>
            <a:off x="2595663" y="1269044"/>
            <a:ext cx="19890098" cy="12168356"/>
            <a:chOff x="2595664" y="994724"/>
            <a:chExt cx="19890098" cy="12168357"/>
          </a:xfrm>
        </p:grpSpPr>
        <p:sp>
          <p:nvSpPr>
            <p:cNvPr id="55" name="Freeform 54">
              <a:extLst>
                <a:ext uri="{FF2B5EF4-FFF2-40B4-BE49-F238E27FC236}">
                  <a16:creationId xmlns:a16="http://schemas.microsoft.com/office/drawing/2014/main" id="{0A1D3DD0-CAB2-C842-B3F1-2212197293AA}"/>
                </a:ext>
              </a:extLst>
            </p:cNvPr>
            <p:cNvSpPr/>
            <p:nvPr/>
          </p:nvSpPr>
          <p:spPr>
            <a:xfrm>
              <a:off x="11898458" y="5139530"/>
              <a:ext cx="8029156" cy="3846814"/>
            </a:xfrm>
            <a:custGeom>
              <a:avLst/>
              <a:gdLst>
                <a:gd name="connsiteX0" fmla="*/ 19927614 w 19927614"/>
                <a:gd name="connsiteY0" fmla="*/ 4193628 h 4193628"/>
                <a:gd name="connsiteX1" fmla="*/ 19927614 w 19927614"/>
                <a:gd name="connsiteY1" fmla="*/ 0 h 4193628"/>
                <a:gd name="connsiteX2" fmla="*/ 0 w 19927614"/>
                <a:gd name="connsiteY2" fmla="*/ 0 h 4193628"/>
              </a:gdLst>
              <a:ahLst/>
              <a:cxnLst>
                <a:cxn ang="0">
                  <a:pos x="connsiteX0" y="connsiteY0"/>
                </a:cxn>
                <a:cxn ang="0">
                  <a:pos x="connsiteX1" y="connsiteY1"/>
                </a:cxn>
                <a:cxn ang="0">
                  <a:pos x="connsiteX2" y="connsiteY2"/>
                </a:cxn>
              </a:cxnLst>
              <a:rect l="l" t="t" r="r" b="b"/>
              <a:pathLst>
                <a:path w="19927614" h="4193628">
                  <a:moveTo>
                    <a:pt x="19927614" y="4193628"/>
                  </a:moveTo>
                  <a:lnTo>
                    <a:pt x="19927614" y="0"/>
                  </a:lnTo>
                  <a:lnTo>
                    <a:pt x="0" y="0"/>
                  </a:lnTo>
                </a:path>
              </a:pathLst>
            </a:custGeom>
            <a:noFill/>
            <a:ln w="508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6" name="Freeform 55">
              <a:extLst>
                <a:ext uri="{FF2B5EF4-FFF2-40B4-BE49-F238E27FC236}">
                  <a16:creationId xmlns:a16="http://schemas.microsoft.com/office/drawing/2014/main" id="{36CF88D8-0DCD-FA40-AA40-4066473593D2}"/>
                </a:ext>
              </a:extLst>
            </p:cNvPr>
            <p:cNvSpPr/>
            <p:nvPr/>
          </p:nvSpPr>
          <p:spPr>
            <a:xfrm>
              <a:off x="17688911" y="6053959"/>
              <a:ext cx="3109562" cy="4288220"/>
            </a:xfrm>
            <a:custGeom>
              <a:avLst/>
              <a:gdLst>
                <a:gd name="connsiteX0" fmla="*/ 0 w 6716111"/>
                <a:gd name="connsiteY0" fmla="*/ 4288220 h 4288220"/>
                <a:gd name="connsiteX1" fmla="*/ 0 w 6716111"/>
                <a:gd name="connsiteY1" fmla="*/ 0 h 4288220"/>
                <a:gd name="connsiteX2" fmla="*/ 6716111 w 6716111"/>
                <a:gd name="connsiteY2" fmla="*/ 0 h 4288220"/>
              </a:gdLst>
              <a:ahLst/>
              <a:cxnLst>
                <a:cxn ang="0">
                  <a:pos x="connsiteX0" y="connsiteY0"/>
                </a:cxn>
                <a:cxn ang="0">
                  <a:pos x="connsiteX1" y="connsiteY1"/>
                </a:cxn>
                <a:cxn ang="0">
                  <a:pos x="connsiteX2" y="connsiteY2"/>
                </a:cxn>
              </a:cxnLst>
              <a:rect l="l" t="t" r="r" b="b"/>
              <a:pathLst>
                <a:path w="6716111" h="4288220">
                  <a:moveTo>
                    <a:pt x="0" y="4288220"/>
                  </a:moveTo>
                  <a:lnTo>
                    <a:pt x="0" y="0"/>
                  </a:lnTo>
                  <a:lnTo>
                    <a:pt x="6716111" y="0"/>
                  </a:lnTo>
                </a:path>
              </a:pathLst>
            </a:custGeom>
            <a:noFill/>
            <a:ln w="508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8" name="Freeform 57">
              <a:extLst>
                <a:ext uri="{FF2B5EF4-FFF2-40B4-BE49-F238E27FC236}">
                  <a16:creationId xmlns:a16="http://schemas.microsoft.com/office/drawing/2014/main" id="{8562FD99-0694-8B40-AF39-13339C226781}"/>
                </a:ext>
              </a:extLst>
            </p:cNvPr>
            <p:cNvSpPr/>
            <p:nvPr/>
          </p:nvSpPr>
          <p:spPr>
            <a:xfrm>
              <a:off x="15362621" y="7157545"/>
              <a:ext cx="5384800" cy="1923393"/>
            </a:xfrm>
            <a:custGeom>
              <a:avLst/>
              <a:gdLst>
                <a:gd name="connsiteX0" fmla="*/ 20747421 w 20747421"/>
                <a:gd name="connsiteY0" fmla="*/ 1923393 h 1923393"/>
                <a:gd name="connsiteX1" fmla="*/ 20747421 w 20747421"/>
                <a:gd name="connsiteY1" fmla="*/ 0 h 1923393"/>
                <a:gd name="connsiteX2" fmla="*/ 0 w 20747421"/>
                <a:gd name="connsiteY2" fmla="*/ 0 h 1923393"/>
                <a:gd name="connsiteX3" fmla="*/ 0 w 20747421"/>
                <a:gd name="connsiteY3" fmla="*/ 504496 h 1923393"/>
                <a:gd name="connsiteX0" fmla="*/ 20747421 w 20747421"/>
                <a:gd name="connsiteY0" fmla="*/ 1923393 h 1923393"/>
                <a:gd name="connsiteX1" fmla="*/ 20747421 w 20747421"/>
                <a:gd name="connsiteY1" fmla="*/ 0 h 1923393"/>
                <a:gd name="connsiteX2" fmla="*/ 0 w 20747421"/>
                <a:gd name="connsiteY2" fmla="*/ 0 h 1923393"/>
              </a:gdLst>
              <a:ahLst/>
              <a:cxnLst>
                <a:cxn ang="0">
                  <a:pos x="connsiteX0" y="connsiteY0"/>
                </a:cxn>
                <a:cxn ang="0">
                  <a:pos x="connsiteX1" y="connsiteY1"/>
                </a:cxn>
                <a:cxn ang="0">
                  <a:pos x="connsiteX2" y="connsiteY2"/>
                </a:cxn>
              </a:cxnLst>
              <a:rect l="l" t="t" r="r" b="b"/>
              <a:pathLst>
                <a:path w="20747421" h="1923393">
                  <a:moveTo>
                    <a:pt x="20747421" y="1923393"/>
                  </a:moveTo>
                  <a:lnTo>
                    <a:pt x="20747421" y="0"/>
                  </a:lnTo>
                  <a:lnTo>
                    <a:pt x="0" y="0"/>
                  </a:lnTo>
                </a:path>
              </a:pathLst>
            </a:custGeom>
            <a:noFill/>
            <a:ln w="508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65" name="Group 64">
              <a:extLst>
                <a:ext uri="{FF2B5EF4-FFF2-40B4-BE49-F238E27FC236}">
                  <a16:creationId xmlns:a16="http://schemas.microsoft.com/office/drawing/2014/main" id="{3496D732-264C-E740-9AFA-4EF815A8569E}"/>
                </a:ext>
              </a:extLst>
            </p:cNvPr>
            <p:cNvGrpSpPr/>
            <p:nvPr/>
          </p:nvGrpSpPr>
          <p:grpSpPr>
            <a:xfrm>
              <a:off x="15167416" y="6986466"/>
              <a:ext cx="346126" cy="346126"/>
              <a:chOff x="9694116" y="1110830"/>
              <a:chExt cx="539382" cy="539382"/>
            </a:xfrm>
          </p:grpSpPr>
          <p:sp>
            <p:nvSpPr>
              <p:cNvPr id="66" name="Oval 65">
                <a:extLst>
                  <a:ext uri="{FF2B5EF4-FFF2-40B4-BE49-F238E27FC236}">
                    <a16:creationId xmlns:a16="http://schemas.microsoft.com/office/drawing/2014/main" id="{87FC2C86-F6CD-034E-A76E-F96F673A6EED}"/>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7" name="Oval 66">
                <a:extLst>
                  <a:ext uri="{FF2B5EF4-FFF2-40B4-BE49-F238E27FC236}">
                    <a16:creationId xmlns:a16="http://schemas.microsoft.com/office/drawing/2014/main" id="{6CD31452-75BA-7341-B3FA-008559678110}"/>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68" name="Group 67">
              <a:extLst>
                <a:ext uri="{FF2B5EF4-FFF2-40B4-BE49-F238E27FC236}">
                  <a16:creationId xmlns:a16="http://schemas.microsoft.com/office/drawing/2014/main" id="{C8CF8259-0FE0-FA43-A5B1-1A337BA96FD1}"/>
                </a:ext>
              </a:extLst>
            </p:cNvPr>
            <p:cNvGrpSpPr/>
            <p:nvPr/>
          </p:nvGrpSpPr>
          <p:grpSpPr>
            <a:xfrm>
              <a:off x="11689351" y="4965599"/>
              <a:ext cx="346126" cy="346126"/>
              <a:chOff x="9694116" y="1110830"/>
              <a:chExt cx="539382" cy="539382"/>
            </a:xfrm>
          </p:grpSpPr>
          <p:sp>
            <p:nvSpPr>
              <p:cNvPr id="69" name="Oval 68">
                <a:extLst>
                  <a:ext uri="{FF2B5EF4-FFF2-40B4-BE49-F238E27FC236}">
                    <a16:creationId xmlns:a16="http://schemas.microsoft.com/office/drawing/2014/main" id="{4D4262EB-D8D9-304E-A416-220005022197}"/>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0" name="Oval 69">
                <a:extLst>
                  <a:ext uri="{FF2B5EF4-FFF2-40B4-BE49-F238E27FC236}">
                    <a16:creationId xmlns:a16="http://schemas.microsoft.com/office/drawing/2014/main" id="{E2C0E5E4-AE64-664F-83BF-43708215B01D}"/>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74" name="Group 73">
              <a:extLst>
                <a:ext uri="{FF2B5EF4-FFF2-40B4-BE49-F238E27FC236}">
                  <a16:creationId xmlns:a16="http://schemas.microsoft.com/office/drawing/2014/main" id="{9283D66A-E2A8-5642-BD6E-882D5334642A}"/>
                </a:ext>
              </a:extLst>
            </p:cNvPr>
            <p:cNvGrpSpPr/>
            <p:nvPr/>
          </p:nvGrpSpPr>
          <p:grpSpPr>
            <a:xfrm>
              <a:off x="20653816" y="5900616"/>
              <a:ext cx="346126" cy="346126"/>
              <a:chOff x="9694116" y="1110830"/>
              <a:chExt cx="539382" cy="539382"/>
            </a:xfrm>
          </p:grpSpPr>
          <p:sp>
            <p:nvSpPr>
              <p:cNvPr id="75" name="Oval 74">
                <a:extLst>
                  <a:ext uri="{FF2B5EF4-FFF2-40B4-BE49-F238E27FC236}">
                    <a16:creationId xmlns:a16="http://schemas.microsoft.com/office/drawing/2014/main" id="{838342AE-5A5A-124F-8A18-D3A35D1C981D}"/>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6" name="Oval 75">
                <a:extLst>
                  <a:ext uri="{FF2B5EF4-FFF2-40B4-BE49-F238E27FC236}">
                    <a16:creationId xmlns:a16="http://schemas.microsoft.com/office/drawing/2014/main" id="{45246729-563C-F547-B8C3-A28D128BB0F9}"/>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88" name="Freeform 87">
              <a:extLst>
                <a:ext uri="{FF2B5EF4-FFF2-40B4-BE49-F238E27FC236}">
                  <a16:creationId xmlns:a16="http://schemas.microsoft.com/office/drawing/2014/main" id="{D4CCCE4F-A968-834D-8230-B20C82D9D625}"/>
                </a:ext>
              </a:extLst>
            </p:cNvPr>
            <p:cNvSpPr/>
            <p:nvPr/>
          </p:nvSpPr>
          <p:spPr>
            <a:xfrm>
              <a:off x="8148455" y="11239688"/>
              <a:ext cx="7112566" cy="1923393"/>
            </a:xfrm>
            <a:custGeom>
              <a:avLst/>
              <a:gdLst>
                <a:gd name="connsiteX0" fmla="*/ 20747421 w 20747421"/>
                <a:gd name="connsiteY0" fmla="*/ 1923393 h 1923393"/>
                <a:gd name="connsiteX1" fmla="*/ 20747421 w 20747421"/>
                <a:gd name="connsiteY1" fmla="*/ 0 h 1923393"/>
                <a:gd name="connsiteX2" fmla="*/ 0 w 20747421"/>
                <a:gd name="connsiteY2" fmla="*/ 0 h 1923393"/>
                <a:gd name="connsiteX3" fmla="*/ 0 w 20747421"/>
                <a:gd name="connsiteY3" fmla="*/ 504496 h 1923393"/>
                <a:gd name="connsiteX0" fmla="*/ 20747421 w 20747421"/>
                <a:gd name="connsiteY0" fmla="*/ 1923393 h 1923393"/>
                <a:gd name="connsiteX1" fmla="*/ 20747421 w 20747421"/>
                <a:gd name="connsiteY1" fmla="*/ 0 h 1923393"/>
                <a:gd name="connsiteX2" fmla="*/ 0 w 20747421"/>
                <a:gd name="connsiteY2" fmla="*/ 0 h 1923393"/>
              </a:gdLst>
              <a:ahLst/>
              <a:cxnLst>
                <a:cxn ang="0">
                  <a:pos x="connsiteX0" y="connsiteY0"/>
                </a:cxn>
                <a:cxn ang="0">
                  <a:pos x="connsiteX1" y="connsiteY1"/>
                </a:cxn>
                <a:cxn ang="0">
                  <a:pos x="connsiteX2" y="connsiteY2"/>
                </a:cxn>
              </a:cxnLst>
              <a:rect l="l" t="t" r="r" b="b"/>
              <a:pathLst>
                <a:path w="20747421" h="1923393">
                  <a:moveTo>
                    <a:pt x="20747421" y="1923393"/>
                  </a:moveTo>
                  <a:lnTo>
                    <a:pt x="20747421" y="0"/>
                  </a:lnTo>
                  <a:lnTo>
                    <a:pt x="0" y="0"/>
                  </a:lnTo>
                </a:path>
              </a:pathLst>
            </a:custGeom>
            <a:noFill/>
            <a:ln w="508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89" name="Group 88">
              <a:extLst>
                <a:ext uri="{FF2B5EF4-FFF2-40B4-BE49-F238E27FC236}">
                  <a16:creationId xmlns:a16="http://schemas.microsoft.com/office/drawing/2014/main" id="{C24BA545-D37A-6747-A45F-99A917803073}"/>
                </a:ext>
              </a:extLst>
            </p:cNvPr>
            <p:cNvGrpSpPr/>
            <p:nvPr/>
          </p:nvGrpSpPr>
          <p:grpSpPr>
            <a:xfrm>
              <a:off x="8048592" y="11068609"/>
              <a:ext cx="346126" cy="346126"/>
              <a:chOff x="9694116" y="1110830"/>
              <a:chExt cx="539382" cy="539382"/>
            </a:xfrm>
          </p:grpSpPr>
          <p:sp>
            <p:nvSpPr>
              <p:cNvPr id="90" name="Oval 89">
                <a:extLst>
                  <a:ext uri="{FF2B5EF4-FFF2-40B4-BE49-F238E27FC236}">
                    <a16:creationId xmlns:a16="http://schemas.microsoft.com/office/drawing/2014/main" id="{04200C6A-DAA4-444A-AA79-8A9C72E65FF8}"/>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1" name="Oval 90">
                <a:extLst>
                  <a:ext uri="{FF2B5EF4-FFF2-40B4-BE49-F238E27FC236}">
                    <a16:creationId xmlns:a16="http://schemas.microsoft.com/office/drawing/2014/main" id="{BD81904B-8309-4E43-938D-04F66F869967}"/>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92" name="Freeform 91">
              <a:extLst>
                <a:ext uri="{FF2B5EF4-FFF2-40B4-BE49-F238E27FC236}">
                  <a16:creationId xmlns:a16="http://schemas.microsoft.com/office/drawing/2014/main" id="{F07C1B31-48CB-F64C-B52B-F9CED62F841E}"/>
                </a:ext>
              </a:extLst>
            </p:cNvPr>
            <p:cNvSpPr/>
            <p:nvPr/>
          </p:nvSpPr>
          <p:spPr>
            <a:xfrm>
              <a:off x="2782112" y="12187414"/>
              <a:ext cx="12663676" cy="961019"/>
            </a:xfrm>
            <a:custGeom>
              <a:avLst/>
              <a:gdLst>
                <a:gd name="connsiteX0" fmla="*/ 20747421 w 20747421"/>
                <a:gd name="connsiteY0" fmla="*/ 1923393 h 1923393"/>
                <a:gd name="connsiteX1" fmla="*/ 20747421 w 20747421"/>
                <a:gd name="connsiteY1" fmla="*/ 0 h 1923393"/>
                <a:gd name="connsiteX2" fmla="*/ 0 w 20747421"/>
                <a:gd name="connsiteY2" fmla="*/ 0 h 1923393"/>
                <a:gd name="connsiteX3" fmla="*/ 0 w 20747421"/>
                <a:gd name="connsiteY3" fmla="*/ 504496 h 1923393"/>
                <a:gd name="connsiteX0" fmla="*/ 20747421 w 20747421"/>
                <a:gd name="connsiteY0" fmla="*/ 1923393 h 1923393"/>
                <a:gd name="connsiteX1" fmla="*/ 20747421 w 20747421"/>
                <a:gd name="connsiteY1" fmla="*/ 0 h 1923393"/>
                <a:gd name="connsiteX2" fmla="*/ 0 w 20747421"/>
                <a:gd name="connsiteY2" fmla="*/ 0 h 1923393"/>
              </a:gdLst>
              <a:ahLst/>
              <a:cxnLst>
                <a:cxn ang="0">
                  <a:pos x="connsiteX0" y="connsiteY0"/>
                </a:cxn>
                <a:cxn ang="0">
                  <a:pos x="connsiteX1" y="connsiteY1"/>
                </a:cxn>
                <a:cxn ang="0">
                  <a:pos x="connsiteX2" y="connsiteY2"/>
                </a:cxn>
              </a:cxnLst>
              <a:rect l="l" t="t" r="r" b="b"/>
              <a:pathLst>
                <a:path w="20747421" h="1923393">
                  <a:moveTo>
                    <a:pt x="20747421" y="1923393"/>
                  </a:moveTo>
                  <a:lnTo>
                    <a:pt x="20747421" y="0"/>
                  </a:lnTo>
                  <a:lnTo>
                    <a:pt x="0" y="0"/>
                  </a:lnTo>
                </a:path>
              </a:pathLst>
            </a:custGeom>
            <a:noFill/>
            <a:ln w="508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100" name="Straight Connector 99">
              <a:extLst>
                <a:ext uri="{FF2B5EF4-FFF2-40B4-BE49-F238E27FC236}">
                  <a16:creationId xmlns:a16="http://schemas.microsoft.com/office/drawing/2014/main" id="{0993C579-DBE4-FE42-9A59-713AC7A37409}"/>
                </a:ext>
              </a:extLst>
            </p:cNvPr>
            <p:cNvCxnSpPr>
              <a:cxnSpLocks/>
            </p:cNvCxnSpPr>
            <p:nvPr/>
          </p:nvCxnSpPr>
          <p:spPr>
            <a:xfrm flipV="1">
              <a:off x="22312699" y="4920538"/>
              <a:ext cx="0" cy="4160400"/>
            </a:xfrm>
            <a:prstGeom prst="line">
              <a:avLst/>
            </a:prstGeom>
            <a:ln w="50800">
              <a:solidFill>
                <a:schemeClr val="bg1">
                  <a:alpha val="5000"/>
                </a:schemeClr>
              </a:solidFill>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A42078DE-2E77-EF4B-B0FD-0EF38B25C8CC}"/>
                </a:ext>
              </a:extLst>
            </p:cNvPr>
            <p:cNvGrpSpPr/>
            <p:nvPr/>
          </p:nvGrpSpPr>
          <p:grpSpPr>
            <a:xfrm>
              <a:off x="22139636" y="4747475"/>
              <a:ext cx="346126" cy="346126"/>
              <a:chOff x="9694116" y="1110830"/>
              <a:chExt cx="539382" cy="539382"/>
            </a:xfrm>
          </p:grpSpPr>
          <p:sp>
            <p:nvSpPr>
              <p:cNvPr id="97" name="Oval 96">
                <a:extLst>
                  <a:ext uri="{FF2B5EF4-FFF2-40B4-BE49-F238E27FC236}">
                    <a16:creationId xmlns:a16="http://schemas.microsoft.com/office/drawing/2014/main" id="{F91F7AE4-A9AA-A74F-9388-5B9A13CBDFE4}"/>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8" name="Oval 97">
                <a:extLst>
                  <a:ext uri="{FF2B5EF4-FFF2-40B4-BE49-F238E27FC236}">
                    <a16:creationId xmlns:a16="http://schemas.microsoft.com/office/drawing/2014/main" id="{F4ABAED5-E950-6245-B256-7485FCC847F4}"/>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93" name="Group 92">
              <a:extLst>
                <a:ext uri="{FF2B5EF4-FFF2-40B4-BE49-F238E27FC236}">
                  <a16:creationId xmlns:a16="http://schemas.microsoft.com/office/drawing/2014/main" id="{1727CD32-77AA-C34B-8675-46D8275807CC}"/>
                </a:ext>
              </a:extLst>
            </p:cNvPr>
            <p:cNvGrpSpPr/>
            <p:nvPr/>
          </p:nvGrpSpPr>
          <p:grpSpPr>
            <a:xfrm>
              <a:off x="2595664" y="12016335"/>
              <a:ext cx="346126" cy="346126"/>
              <a:chOff x="9694116" y="1110830"/>
              <a:chExt cx="539382" cy="539382"/>
            </a:xfrm>
          </p:grpSpPr>
          <p:sp>
            <p:nvSpPr>
              <p:cNvPr id="94" name="Oval 93">
                <a:extLst>
                  <a:ext uri="{FF2B5EF4-FFF2-40B4-BE49-F238E27FC236}">
                    <a16:creationId xmlns:a16="http://schemas.microsoft.com/office/drawing/2014/main" id="{55E28519-CB9B-044B-8381-7A1522BA01C5}"/>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5" name="Oval 94">
                <a:extLst>
                  <a:ext uri="{FF2B5EF4-FFF2-40B4-BE49-F238E27FC236}">
                    <a16:creationId xmlns:a16="http://schemas.microsoft.com/office/drawing/2014/main" id="{F3A4B5F5-4C97-2741-8409-F0D649E0EFA7}"/>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cxnSp>
          <p:nvCxnSpPr>
            <p:cNvPr id="113" name="Straight Connector 112">
              <a:extLst>
                <a:ext uri="{FF2B5EF4-FFF2-40B4-BE49-F238E27FC236}">
                  <a16:creationId xmlns:a16="http://schemas.microsoft.com/office/drawing/2014/main" id="{B55FC798-5786-4B48-8AD3-8F9709A21B38}"/>
                </a:ext>
              </a:extLst>
            </p:cNvPr>
            <p:cNvCxnSpPr>
              <a:cxnSpLocks/>
            </p:cNvCxnSpPr>
            <p:nvPr/>
          </p:nvCxnSpPr>
          <p:spPr>
            <a:xfrm flipV="1">
              <a:off x="16947606" y="1167788"/>
              <a:ext cx="0" cy="9174391"/>
            </a:xfrm>
            <a:prstGeom prst="line">
              <a:avLst/>
            </a:prstGeom>
            <a:ln w="50800">
              <a:solidFill>
                <a:schemeClr val="bg1">
                  <a:alpha val="5000"/>
                </a:schemeClr>
              </a:solidFill>
            </a:ln>
          </p:spPr>
          <p:style>
            <a:lnRef idx="1">
              <a:schemeClr val="accent1"/>
            </a:lnRef>
            <a:fillRef idx="0">
              <a:schemeClr val="accent1"/>
            </a:fillRef>
            <a:effectRef idx="0">
              <a:schemeClr val="accent1"/>
            </a:effectRef>
            <a:fontRef idx="minor">
              <a:schemeClr val="tx1"/>
            </a:fontRef>
          </p:style>
        </p:cxnSp>
        <p:grpSp>
          <p:nvGrpSpPr>
            <p:cNvPr id="84" name="Group 83">
              <a:extLst>
                <a:ext uri="{FF2B5EF4-FFF2-40B4-BE49-F238E27FC236}">
                  <a16:creationId xmlns:a16="http://schemas.microsoft.com/office/drawing/2014/main" id="{04934F96-CE4D-9A4A-9206-1B25EA967909}"/>
                </a:ext>
              </a:extLst>
            </p:cNvPr>
            <p:cNvGrpSpPr/>
            <p:nvPr/>
          </p:nvGrpSpPr>
          <p:grpSpPr>
            <a:xfrm>
              <a:off x="16774543" y="994724"/>
              <a:ext cx="346126" cy="346126"/>
              <a:chOff x="9694116" y="1110830"/>
              <a:chExt cx="539382" cy="539382"/>
            </a:xfrm>
          </p:grpSpPr>
          <p:sp>
            <p:nvSpPr>
              <p:cNvPr id="85" name="Oval 84">
                <a:extLst>
                  <a:ext uri="{FF2B5EF4-FFF2-40B4-BE49-F238E27FC236}">
                    <a16:creationId xmlns:a16="http://schemas.microsoft.com/office/drawing/2014/main" id="{73A6C85D-BD37-2D42-8A17-C169CEE2E8C5}"/>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6" name="Oval 85">
                <a:extLst>
                  <a:ext uri="{FF2B5EF4-FFF2-40B4-BE49-F238E27FC236}">
                    <a16:creationId xmlns:a16="http://schemas.microsoft.com/office/drawing/2014/main" id="{3A4A39F7-0990-534A-AE51-AF92B2A2973C}"/>
                  </a:ext>
                </a:extLst>
              </p:cNvPr>
              <p:cNvSpPr/>
              <p:nvPr/>
            </p:nvSpPr>
            <p:spPr>
              <a:xfrm>
                <a:off x="9830303" y="1247017"/>
                <a:ext cx="267008" cy="267008"/>
              </a:xfrm>
              <a:prstGeom prst="ellipse">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cxnSp>
          <p:nvCxnSpPr>
            <p:cNvPr id="116" name="Straight Connector 115">
              <a:extLst>
                <a:ext uri="{FF2B5EF4-FFF2-40B4-BE49-F238E27FC236}">
                  <a16:creationId xmlns:a16="http://schemas.microsoft.com/office/drawing/2014/main" id="{9B10061E-106F-5547-9AF2-61D1A7557CBC}"/>
                </a:ext>
              </a:extLst>
            </p:cNvPr>
            <p:cNvCxnSpPr>
              <a:cxnSpLocks/>
            </p:cNvCxnSpPr>
            <p:nvPr/>
          </p:nvCxnSpPr>
          <p:spPr>
            <a:xfrm flipV="1">
              <a:off x="18835399" y="4130494"/>
              <a:ext cx="0" cy="6211686"/>
            </a:xfrm>
            <a:prstGeom prst="line">
              <a:avLst/>
            </a:prstGeom>
            <a:ln w="50800">
              <a:solidFill>
                <a:schemeClr val="bg1">
                  <a:alpha val="5000"/>
                </a:schemeClr>
              </a:solidFill>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85BB08A1-5E25-B04F-A0C4-1C18691DAF82}"/>
                </a:ext>
              </a:extLst>
            </p:cNvPr>
            <p:cNvGrpSpPr/>
            <p:nvPr/>
          </p:nvGrpSpPr>
          <p:grpSpPr>
            <a:xfrm>
              <a:off x="18662336" y="3884981"/>
              <a:ext cx="346126" cy="346126"/>
              <a:chOff x="9694116" y="1110830"/>
              <a:chExt cx="539382" cy="539382"/>
            </a:xfrm>
          </p:grpSpPr>
          <p:sp>
            <p:nvSpPr>
              <p:cNvPr id="118" name="Oval 117">
                <a:extLst>
                  <a:ext uri="{FF2B5EF4-FFF2-40B4-BE49-F238E27FC236}">
                    <a16:creationId xmlns:a16="http://schemas.microsoft.com/office/drawing/2014/main" id="{4756DE0C-01E1-154F-8D13-5F869DE8F191}"/>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9" name="Oval 118">
                <a:extLst>
                  <a:ext uri="{FF2B5EF4-FFF2-40B4-BE49-F238E27FC236}">
                    <a16:creationId xmlns:a16="http://schemas.microsoft.com/office/drawing/2014/main" id="{39FB7090-9557-8E40-8DA8-16831FC89D6E}"/>
                  </a:ext>
                </a:extLst>
              </p:cNvPr>
              <p:cNvSpPr/>
              <p:nvPr/>
            </p:nvSpPr>
            <p:spPr>
              <a:xfrm>
                <a:off x="9830303" y="1247017"/>
                <a:ext cx="267008" cy="267008"/>
              </a:xfrm>
              <a:prstGeom prst="ellipse">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sp>
        <p:nvSpPr>
          <p:cNvPr id="13" name="TextBox 12">
            <a:extLst>
              <a:ext uri="{FF2B5EF4-FFF2-40B4-BE49-F238E27FC236}">
                <a16:creationId xmlns:a16="http://schemas.microsoft.com/office/drawing/2014/main" id="{6B249FD1-EC17-8943-854F-CDE340EF8AA8}"/>
              </a:ext>
            </a:extLst>
          </p:cNvPr>
          <p:cNvSpPr txBox="1"/>
          <p:nvPr/>
        </p:nvSpPr>
        <p:spPr>
          <a:xfrm>
            <a:off x="1691516" y="5820255"/>
            <a:ext cx="6989138" cy="4493538"/>
          </a:xfrm>
          <a:prstGeom prst="rect">
            <a:avLst/>
          </a:prstGeom>
          <a:noFill/>
        </p:spPr>
        <p:txBody>
          <a:bodyPr wrap="square" rtlCol="0">
            <a:spAutoFit/>
          </a:bodyPr>
          <a:lstStyle/>
          <a:p>
            <a:pPr>
              <a:lnSpc>
                <a:spcPct val="120000"/>
              </a:lnSpc>
              <a:spcAft>
                <a:spcPts val="1200"/>
              </a:spcAft>
              <a:buClr>
                <a:schemeClr val="accent2"/>
              </a:buClr>
            </a:pPr>
            <a:r>
              <a:rPr lang="en-US" sz="4000" b="1">
                <a:solidFill>
                  <a:schemeClr val="bg1"/>
                </a:solidFill>
                <a:latin typeface="TT Norms Pro Light" panose="02000503020000020003" pitchFamily="2" charset="0"/>
              </a:rPr>
              <a:t>Our Services </a:t>
            </a:r>
            <a:r>
              <a:rPr lang="en-US" sz="4000">
                <a:solidFill>
                  <a:schemeClr val="bg1"/>
                </a:solidFill>
                <a:latin typeface="TT Norms Pro Light" panose="02000503020000020003" pitchFamily="2" charset="0"/>
              </a:rPr>
              <a:t>eliminate cloud, software, &amp; IT waste with actionable insights that drive agile forecasting within the world’s largest &amp; most complex hybrid IT environments.</a:t>
            </a:r>
          </a:p>
        </p:txBody>
      </p:sp>
      <p:cxnSp>
        <p:nvCxnSpPr>
          <p:cNvPr id="22" name="Straight Connector 21">
            <a:extLst>
              <a:ext uri="{FF2B5EF4-FFF2-40B4-BE49-F238E27FC236}">
                <a16:creationId xmlns:a16="http://schemas.microsoft.com/office/drawing/2014/main" id="{7EA4A6BE-9C85-394F-AC19-776F75A86316}"/>
              </a:ext>
            </a:extLst>
          </p:cNvPr>
          <p:cNvCxnSpPr>
            <a:cxnSpLocks/>
          </p:cNvCxnSpPr>
          <p:nvPr/>
        </p:nvCxnSpPr>
        <p:spPr>
          <a:xfrm>
            <a:off x="1925253" y="1787422"/>
            <a:ext cx="1080331" cy="0"/>
          </a:xfrm>
          <a:prstGeom prst="line">
            <a:avLst/>
          </a:prstGeom>
          <a:ln w="228600" cap="rnd">
            <a:solidFill>
              <a:srgbClr val="F3B52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7D86C72-F776-744B-A05B-AB6394A7D7C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3355053" y="9016316"/>
            <a:ext cx="11032122" cy="4699684"/>
          </a:xfrm>
          <a:prstGeom prst="rect">
            <a:avLst/>
          </a:prstGeom>
        </p:spPr>
      </p:pic>
      <p:sp>
        <p:nvSpPr>
          <p:cNvPr id="52" name="Title 3">
            <a:extLst>
              <a:ext uri="{FF2B5EF4-FFF2-40B4-BE49-F238E27FC236}">
                <a16:creationId xmlns:a16="http://schemas.microsoft.com/office/drawing/2014/main" id="{FDF32015-4F2E-4D0C-B38B-B52BF24DFAFF}"/>
              </a:ext>
            </a:extLst>
          </p:cNvPr>
          <p:cNvSpPr>
            <a:spLocks noGrp="1"/>
          </p:cNvSpPr>
          <p:nvPr>
            <p:ph type="title" idx="4294967295"/>
          </p:nvPr>
        </p:nvSpPr>
        <p:spPr>
          <a:xfrm>
            <a:off x="0" y="2398905"/>
            <a:ext cx="24387048" cy="1627632"/>
          </a:xfrm>
        </p:spPr>
        <p:txBody>
          <a:bodyPr>
            <a:noAutofit/>
          </a:bodyPr>
          <a:lstStyle/>
          <a:p>
            <a:pPr marL="1719263"/>
            <a:r>
              <a:rPr lang="en-US" sz="6300">
                <a:solidFill>
                  <a:schemeClr val="bg1"/>
                </a:solidFill>
                <a:latin typeface="TT Norms Pro" panose="020B0604020202020204" charset="0"/>
              </a:rPr>
              <a:t>Anglepoint </a:t>
            </a:r>
            <a:r>
              <a:rPr lang="en-US" sz="6300" b="0">
                <a:solidFill>
                  <a:schemeClr val="bg1"/>
                </a:solidFill>
                <a:latin typeface="TT Norms Pro Light" panose="02000503020000020003" pitchFamily="2" charset="0"/>
              </a:rPr>
              <a:t>is the leading provider of ITAM &amp; cloud managed services to the Forbes Global 2000.</a:t>
            </a:r>
          </a:p>
        </p:txBody>
      </p:sp>
    </p:spTree>
    <p:extLst>
      <p:ext uri="{BB962C8B-B14F-4D97-AF65-F5344CB8AC3E}">
        <p14:creationId xmlns:p14="http://schemas.microsoft.com/office/powerpoint/2010/main" val="3669014047"/>
      </p:ext>
    </p:extLst>
  </p:cSld>
  <p:clrMapOvr>
    <a:masterClrMapping/>
  </p:clrMapOvr>
  <mc:AlternateContent xmlns:mc="http://schemas.openxmlformats.org/markup-compatibility/2006" xmlns:p14="http://schemas.microsoft.com/office/powerpoint/2010/main">
    <mc:Choice Requires="p14">
      <p:transition spd="med" p14:dur="700" advTm="10000">
        <p:fade/>
      </p:transition>
    </mc:Choice>
    <mc:Fallback xmlns="">
      <p:transition spd="med" advTm="10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arallelogram 62">
            <a:extLst>
              <a:ext uri="{FF2B5EF4-FFF2-40B4-BE49-F238E27FC236}">
                <a16:creationId xmlns:a16="http://schemas.microsoft.com/office/drawing/2014/main" id="{350FADF9-6D7E-D901-13A3-4DEDA693E222}"/>
              </a:ext>
            </a:extLst>
          </p:cNvPr>
          <p:cNvSpPr/>
          <p:nvPr/>
        </p:nvSpPr>
        <p:spPr>
          <a:xfrm rot="16200000">
            <a:off x="10585423" y="1706476"/>
            <a:ext cx="1929709" cy="1556121"/>
          </a:xfrm>
          <a:prstGeom prst="parallelogram">
            <a:avLst>
              <a:gd name="adj" fmla="val 49953"/>
            </a:avLst>
          </a:prstGeom>
          <a:solidFill>
            <a:srgbClr val="005F86"/>
          </a:solidFill>
          <a:ln w="127000" cap="flat">
            <a:noFill/>
            <a:prstDash val="solid"/>
            <a:miter/>
          </a:ln>
        </p:spPr>
        <p:txBody>
          <a:bodyPr rtlCol="0" anchor="ctr"/>
          <a:lstStyle/>
          <a:p>
            <a:pPr algn="l"/>
            <a:endParaRPr lang="en-US"/>
          </a:p>
        </p:txBody>
      </p:sp>
      <p:sp>
        <p:nvSpPr>
          <p:cNvPr id="2" name="Footer Placeholder 1">
            <a:extLst>
              <a:ext uri="{FF2B5EF4-FFF2-40B4-BE49-F238E27FC236}">
                <a16:creationId xmlns:a16="http://schemas.microsoft.com/office/drawing/2014/main" id="{601E365F-B7D9-32A1-7484-8C1033D81D70}"/>
              </a:ext>
            </a:extLst>
          </p:cNvPr>
          <p:cNvSpPr>
            <a:spLocks noGrp="1"/>
          </p:cNvSpPr>
          <p:nvPr>
            <p:ph type="ftr" sz="quarter" idx="16"/>
          </p:nvPr>
        </p:nvSpPr>
        <p:spPr>
          <a:xfrm>
            <a:off x="20531559" y="13263254"/>
            <a:ext cx="3187055" cy="452746"/>
          </a:xfrm>
        </p:spPr>
        <p:txBody>
          <a:bodyPr/>
          <a:lstStyle/>
          <a:p>
            <a:r>
              <a:rPr lang="en-US">
                <a:latin typeface="TT Norms Pro"/>
              </a:rPr>
              <a:t>© 2026 </a:t>
            </a:r>
            <a:r>
              <a:rPr lang="en-US" err="1">
                <a:latin typeface="TT Norms Pro"/>
              </a:rPr>
              <a:t>Anglepoint</a:t>
            </a:r>
            <a:r>
              <a:rPr lang="en-US">
                <a:latin typeface="TT Norms Pro"/>
              </a:rPr>
              <a:t> Group, Inc. Confidential.</a:t>
            </a:r>
          </a:p>
        </p:txBody>
      </p:sp>
      <p:sp>
        <p:nvSpPr>
          <p:cNvPr id="3" name="Slide Number Placeholder 2">
            <a:extLst>
              <a:ext uri="{FF2B5EF4-FFF2-40B4-BE49-F238E27FC236}">
                <a16:creationId xmlns:a16="http://schemas.microsoft.com/office/drawing/2014/main" id="{5F6C131B-C507-349C-4B2C-06F804B1D974}"/>
              </a:ext>
            </a:extLst>
          </p:cNvPr>
          <p:cNvSpPr>
            <a:spLocks noGrp="1"/>
          </p:cNvSpPr>
          <p:nvPr>
            <p:ph type="sldNum" sz="quarter" idx="17"/>
          </p:nvPr>
        </p:nvSpPr>
        <p:spPr>
          <a:xfrm>
            <a:off x="23718740" y="13263254"/>
            <a:ext cx="668433" cy="452746"/>
          </a:xfrm>
        </p:spPr>
        <p:txBody>
          <a:bodyPr/>
          <a:lstStyle/>
          <a:p>
            <a:fld id="{65CC2327-6B8B-47BD-B581-B21CDA88CCFB}" type="slidenum">
              <a:rPr lang="en-US" smtClean="0"/>
              <a:pPr/>
              <a:t>24</a:t>
            </a:fld>
            <a:endParaRPr lang="en-US"/>
          </a:p>
        </p:txBody>
      </p:sp>
      <p:sp>
        <p:nvSpPr>
          <p:cNvPr id="49" name="Rectangle 48">
            <a:extLst>
              <a:ext uri="{FF2B5EF4-FFF2-40B4-BE49-F238E27FC236}">
                <a16:creationId xmlns:a16="http://schemas.microsoft.com/office/drawing/2014/main" id="{50498CF2-FEC9-A2EF-7C1E-E91AF18FD712}"/>
              </a:ext>
            </a:extLst>
          </p:cNvPr>
          <p:cNvSpPr/>
          <p:nvPr/>
        </p:nvSpPr>
        <p:spPr>
          <a:xfrm>
            <a:off x="1183620" y="8209527"/>
            <a:ext cx="7944052" cy="2446959"/>
          </a:xfrm>
          <a:prstGeom prst="rect">
            <a:avLst/>
          </a:prstGeom>
          <a:noFill/>
          <a:ln w="38100" cap="flat">
            <a:noFill/>
            <a:prstDash val="solid"/>
            <a:miter/>
          </a:ln>
        </p:spPr>
        <p:txBody>
          <a:bodyPr lIns="0" tIns="91440" rIns="182880" bIns="91440" rtlCol="0" anchor="t" anchorCtr="0"/>
          <a:lstStyle/>
          <a:p>
            <a:r>
              <a:rPr lang="en-US" sz="3600" b="1" u="sng">
                <a:solidFill>
                  <a:srgbClr val="005F86"/>
                </a:solidFill>
                <a:latin typeface="TT Norms Pro" panose="02000503030000020003" pitchFamily="2" charset="0"/>
              </a:rPr>
              <a:t>For 6 years</a:t>
            </a:r>
            <a:r>
              <a:rPr lang="en-US" sz="3600" b="1">
                <a:solidFill>
                  <a:srgbClr val="005F86"/>
                </a:solidFill>
                <a:latin typeface="TT Norms Pro" panose="02000503030000020003" pitchFamily="2" charset="0"/>
              </a:rPr>
              <a:t> </a:t>
            </a:r>
            <a:r>
              <a:rPr lang="en-US" sz="3600">
                <a:solidFill>
                  <a:srgbClr val="005F86"/>
                </a:solidFill>
                <a:latin typeface="TT Norms Pro" panose="02000503030000020003" pitchFamily="2" charset="0"/>
              </a:rPr>
              <a:t>Gartner</a:t>
            </a:r>
            <a:r>
              <a:rPr lang="en-US" sz="3600" baseline="30000">
                <a:solidFill>
                  <a:srgbClr val="005F86"/>
                </a:solidFill>
                <a:latin typeface="TT Norms Pro" panose="02000503030000020003" pitchFamily="2" charset="0"/>
              </a:rPr>
              <a:t>®</a:t>
            </a:r>
            <a:r>
              <a:rPr lang="en-US" sz="3600">
                <a:solidFill>
                  <a:srgbClr val="005F86"/>
                </a:solidFill>
                <a:latin typeface="TT Norms Pro" panose="02000503030000020003" pitchFamily="2" charset="0"/>
              </a:rPr>
              <a:t> has named Anglepoint a Leader in SAM Managed Services, reflecting our clients’ success and trust. </a:t>
            </a:r>
            <a:endParaRPr lang="en-US" sz="3600" u="sng">
              <a:solidFill>
                <a:srgbClr val="005F86"/>
              </a:solidFill>
              <a:latin typeface="TT Norms Pro" panose="02000503030000020003" pitchFamily="2" charset="0"/>
            </a:endParaRPr>
          </a:p>
        </p:txBody>
      </p:sp>
      <p:sp>
        <p:nvSpPr>
          <p:cNvPr id="50" name="TextBox 49">
            <a:extLst>
              <a:ext uri="{FF2B5EF4-FFF2-40B4-BE49-F238E27FC236}">
                <a16:creationId xmlns:a16="http://schemas.microsoft.com/office/drawing/2014/main" id="{C10F4C1B-FCCA-527B-2403-C4C03DCBD6DC}"/>
              </a:ext>
            </a:extLst>
          </p:cNvPr>
          <p:cNvSpPr txBox="1"/>
          <p:nvPr/>
        </p:nvSpPr>
        <p:spPr>
          <a:xfrm>
            <a:off x="3521153" y="11693317"/>
            <a:ext cx="6969878" cy="969496"/>
          </a:xfrm>
          <a:prstGeom prst="rect">
            <a:avLst/>
          </a:prstGeom>
          <a:noFill/>
        </p:spPr>
        <p:txBody>
          <a:bodyPr wrap="square" lIns="0" rtlCol="0">
            <a:spAutoFit/>
          </a:bodyPr>
          <a:lstStyle/>
          <a:p>
            <a:pPr>
              <a:lnSpc>
                <a:spcPct val="120000"/>
              </a:lnSpc>
              <a:spcAft>
                <a:spcPts val="1200"/>
              </a:spcAft>
            </a:pPr>
            <a:r>
              <a:rPr lang="en-US" sz="1200">
                <a:solidFill>
                  <a:schemeClr val="tx2"/>
                </a:solidFill>
                <a:latin typeface="TT Norms Pro" panose="02000503030000020003" pitchFamily="2" charset="0"/>
              </a:rPr>
              <a:t>These graphics were published by Gartner</a:t>
            </a:r>
            <a:r>
              <a:rPr lang="en-US" sz="1200" baseline="30000">
                <a:solidFill>
                  <a:schemeClr val="tx2"/>
                </a:solidFill>
                <a:latin typeface="TT Norms Pro" panose="02000503030000020003" pitchFamily="2" charset="0"/>
              </a:rPr>
              <a:t>®</a:t>
            </a:r>
            <a:r>
              <a:rPr lang="en-US" sz="1200">
                <a:solidFill>
                  <a:schemeClr val="tx2"/>
                </a:solidFill>
                <a:latin typeface="TT Norms Pro" panose="02000503030000020003" pitchFamily="2" charset="0"/>
              </a:rPr>
              <a:t>, Inc. as part of a larger research document and should be evaluated in the context of the entire document. The Gartner</a:t>
            </a:r>
            <a:r>
              <a:rPr lang="en-US" sz="1200" baseline="30000">
                <a:solidFill>
                  <a:schemeClr val="tx2"/>
                </a:solidFill>
                <a:latin typeface="TT Norms Pro" panose="02000503030000020003" pitchFamily="2" charset="0"/>
              </a:rPr>
              <a:t>®</a:t>
            </a:r>
            <a:r>
              <a:rPr lang="en-US" sz="1200">
                <a:solidFill>
                  <a:schemeClr val="tx2"/>
                </a:solidFill>
                <a:latin typeface="TT Norms Pro" panose="02000503030000020003" pitchFamily="2" charset="0"/>
              </a:rPr>
              <a:t> document is available upon request from Anglepoint. Gartner</a:t>
            </a:r>
            <a:r>
              <a:rPr lang="en-US" sz="1200" baseline="30000">
                <a:solidFill>
                  <a:schemeClr val="tx2"/>
                </a:solidFill>
                <a:latin typeface="TT Norms Pro" panose="02000503030000020003" pitchFamily="2" charset="0"/>
              </a:rPr>
              <a:t>®</a:t>
            </a:r>
            <a:r>
              <a:rPr lang="en-US" sz="1200">
                <a:solidFill>
                  <a:schemeClr val="tx2"/>
                </a:solidFill>
                <a:latin typeface="TT Norms Pro" panose="02000503030000020003" pitchFamily="2" charset="0"/>
              </a:rPr>
              <a:t> Peer Insights reviews constitute the subjective opinions of individual end users based on their own experiences and do not represent the views of Gartner or its affiliates.</a:t>
            </a:r>
          </a:p>
        </p:txBody>
      </p:sp>
      <p:grpSp>
        <p:nvGrpSpPr>
          <p:cNvPr id="56" name="Group 55">
            <a:extLst>
              <a:ext uri="{FF2B5EF4-FFF2-40B4-BE49-F238E27FC236}">
                <a16:creationId xmlns:a16="http://schemas.microsoft.com/office/drawing/2014/main" id="{AF6A6470-3595-7EB5-16AD-9498073FA94F}"/>
              </a:ext>
            </a:extLst>
          </p:cNvPr>
          <p:cNvGrpSpPr/>
          <p:nvPr/>
        </p:nvGrpSpPr>
        <p:grpSpPr>
          <a:xfrm>
            <a:off x="1179491" y="11777117"/>
            <a:ext cx="1849895" cy="786115"/>
            <a:chOff x="1068388" y="4422072"/>
            <a:chExt cx="2209504" cy="938931"/>
          </a:xfrm>
        </p:grpSpPr>
        <p:sp>
          <p:nvSpPr>
            <p:cNvPr id="55" name="Rectangle 54">
              <a:extLst>
                <a:ext uri="{FF2B5EF4-FFF2-40B4-BE49-F238E27FC236}">
                  <a16:creationId xmlns:a16="http://schemas.microsoft.com/office/drawing/2014/main" id="{A46783B9-BBC4-CAB5-A9A6-28A44C75D784}"/>
                </a:ext>
              </a:extLst>
            </p:cNvPr>
            <p:cNvSpPr/>
            <p:nvPr/>
          </p:nvSpPr>
          <p:spPr>
            <a:xfrm>
              <a:off x="1068388" y="4422072"/>
              <a:ext cx="2209504" cy="938931"/>
            </a:xfrm>
            <a:prstGeom prst="rect">
              <a:avLst/>
            </a:prstGeom>
            <a:solidFill>
              <a:srgbClr val="002756"/>
            </a:solidFill>
            <a:ln w="127000" cap="flat">
              <a:noFill/>
              <a:prstDash val="solid"/>
              <a:miter/>
            </a:ln>
          </p:spPr>
          <p:txBody>
            <a:bodyPr rtlCol="0" anchor="ctr"/>
            <a:lstStyle/>
            <a:p>
              <a:pPr algn="l"/>
              <a:endParaRPr lang="en-US"/>
            </a:p>
          </p:txBody>
        </p:sp>
        <p:sp>
          <p:nvSpPr>
            <p:cNvPr id="54" name="Graphic 52">
              <a:extLst>
                <a:ext uri="{FF2B5EF4-FFF2-40B4-BE49-F238E27FC236}">
                  <a16:creationId xmlns:a16="http://schemas.microsoft.com/office/drawing/2014/main" id="{20F7D319-289B-7456-4D9D-507C8DDC0C80}"/>
                </a:ext>
              </a:extLst>
            </p:cNvPr>
            <p:cNvSpPr/>
            <p:nvPr/>
          </p:nvSpPr>
          <p:spPr>
            <a:xfrm flipV="1">
              <a:off x="1463594" y="4732520"/>
              <a:ext cx="1419092" cy="318034"/>
            </a:xfrm>
            <a:custGeom>
              <a:avLst/>
              <a:gdLst>
                <a:gd name="connsiteX0" fmla="*/ 942644 w 947995"/>
                <a:gd name="connsiteY0" fmla="*/ 142986 h 212456"/>
                <a:gd name="connsiteX1" fmla="*/ 939914 w 947995"/>
                <a:gd name="connsiteY1" fmla="*/ 110695 h 212456"/>
                <a:gd name="connsiteX2" fmla="*/ 926533 w 947995"/>
                <a:gd name="connsiteY2" fmla="*/ 110695 h 212456"/>
                <a:gd name="connsiteX3" fmla="*/ 894065 w 947995"/>
                <a:gd name="connsiteY3" fmla="*/ 77643 h 212456"/>
                <a:gd name="connsiteX4" fmla="*/ 894065 w 947995"/>
                <a:gd name="connsiteY4" fmla="*/ 4712 h 212456"/>
                <a:gd name="connsiteX5" fmla="*/ 856199 w 947995"/>
                <a:gd name="connsiteY5" fmla="*/ 4712 h 212456"/>
                <a:gd name="connsiteX6" fmla="*/ 856199 w 947995"/>
                <a:gd name="connsiteY6" fmla="*/ 142986 h 212456"/>
                <a:gd name="connsiteX7" fmla="*/ 892065 w 947995"/>
                <a:gd name="connsiteY7" fmla="*/ 142986 h 212456"/>
                <a:gd name="connsiteX8" fmla="*/ 892880 w 947995"/>
                <a:gd name="connsiteY8" fmla="*/ 125727 h 212456"/>
                <a:gd name="connsiteX9" fmla="*/ 929811 w 947995"/>
                <a:gd name="connsiteY9" fmla="*/ 142986 h 212456"/>
                <a:gd name="connsiteX10" fmla="*/ 680129 w 947995"/>
                <a:gd name="connsiteY10" fmla="*/ 4712 h 212456"/>
                <a:gd name="connsiteX11" fmla="*/ 642229 w 947995"/>
                <a:gd name="connsiteY11" fmla="*/ 4712 h 212456"/>
                <a:gd name="connsiteX12" fmla="*/ 642229 w 947995"/>
                <a:gd name="connsiteY12" fmla="*/ 77810 h 212456"/>
                <a:gd name="connsiteX13" fmla="*/ 619039 w 947995"/>
                <a:gd name="connsiteY13" fmla="*/ 112386 h 212456"/>
                <a:gd name="connsiteX14" fmla="*/ 589615 w 947995"/>
                <a:gd name="connsiteY14" fmla="*/ 79995 h 212456"/>
                <a:gd name="connsiteX15" fmla="*/ 589615 w 947995"/>
                <a:gd name="connsiteY15" fmla="*/ 4712 h 212456"/>
                <a:gd name="connsiteX16" fmla="*/ 551728 w 947995"/>
                <a:gd name="connsiteY16" fmla="*/ 4712 h 212456"/>
                <a:gd name="connsiteX17" fmla="*/ 551728 w 947995"/>
                <a:gd name="connsiteY17" fmla="*/ 142986 h 212456"/>
                <a:gd name="connsiteX18" fmla="*/ 586855 w 947995"/>
                <a:gd name="connsiteY18" fmla="*/ 142986 h 212456"/>
                <a:gd name="connsiteX19" fmla="*/ 587658 w 947995"/>
                <a:gd name="connsiteY19" fmla="*/ 125309 h 212456"/>
                <a:gd name="connsiteX20" fmla="*/ 629893 w 947995"/>
                <a:gd name="connsiteY20" fmla="*/ 146359 h 212456"/>
                <a:gd name="connsiteX21" fmla="*/ 680129 w 947995"/>
                <a:gd name="connsiteY21" fmla="*/ 91533 h 212456"/>
                <a:gd name="connsiteX22" fmla="*/ 535201 w 947995"/>
                <a:gd name="connsiteY22" fmla="*/ 37011 h 212456"/>
                <a:gd name="connsiteX23" fmla="*/ 532552 w 947995"/>
                <a:gd name="connsiteY23" fmla="*/ 5549 h 212456"/>
                <a:gd name="connsiteX24" fmla="*/ 505633 w 947995"/>
                <a:gd name="connsiteY24" fmla="*/ 2285 h 212456"/>
                <a:gd name="connsiteX25" fmla="*/ 459568 w 947995"/>
                <a:gd name="connsiteY25" fmla="*/ 50855 h 212456"/>
                <a:gd name="connsiteX26" fmla="*/ 459568 w 947995"/>
                <a:gd name="connsiteY26" fmla="*/ 181977 h 212456"/>
                <a:gd name="connsiteX27" fmla="*/ 497463 w 947995"/>
                <a:gd name="connsiteY27" fmla="*/ 181977 h 212456"/>
                <a:gd name="connsiteX28" fmla="*/ 497463 w 947995"/>
                <a:gd name="connsiteY28" fmla="*/ 142982 h 212456"/>
                <a:gd name="connsiteX29" fmla="*/ 535172 w 947995"/>
                <a:gd name="connsiteY29" fmla="*/ 142982 h 212456"/>
                <a:gd name="connsiteX30" fmla="*/ 532552 w 947995"/>
                <a:gd name="connsiteY30" fmla="*/ 110695 h 212456"/>
                <a:gd name="connsiteX31" fmla="*/ 497463 w 947995"/>
                <a:gd name="connsiteY31" fmla="*/ 110695 h 212456"/>
                <a:gd name="connsiteX32" fmla="*/ 497463 w 947995"/>
                <a:gd name="connsiteY32" fmla="*/ 53663 h 212456"/>
                <a:gd name="connsiteX33" fmla="*/ 514631 w 947995"/>
                <a:gd name="connsiteY33" fmla="*/ 33617 h 212456"/>
                <a:gd name="connsiteX34" fmla="*/ 535201 w 947995"/>
                <a:gd name="connsiteY34" fmla="*/ 37011 h 212456"/>
                <a:gd name="connsiteX35" fmla="*/ 447126 w 947995"/>
                <a:gd name="connsiteY35" fmla="*/ 142986 h 212456"/>
                <a:gd name="connsiteX36" fmla="*/ 444191 w 947995"/>
                <a:gd name="connsiteY36" fmla="*/ 110695 h 212456"/>
                <a:gd name="connsiteX37" fmla="*/ 433893 w 947995"/>
                <a:gd name="connsiteY37" fmla="*/ 110695 h 212456"/>
                <a:gd name="connsiteX38" fmla="*/ 401969 w 947995"/>
                <a:gd name="connsiteY38" fmla="*/ 77643 h 212456"/>
                <a:gd name="connsiteX39" fmla="*/ 401969 w 947995"/>
                <a:gd name="connsiteY39" fmla="*/ 4712 h 212456"/>
                <a:gd name="connsiteX40" fmla="*/ 364069 w 947995"/>
                <a:gd name="connsiteY40" fmla="*/ 4712 h 212456"/>
                <a:gd name="connsiteX41" fmla="*/ 364069 w 947995"/>
                <a:gd name="connsiteY41" fmla="*/ 142986 h 212456"/>
                <a:gd name="connsiteX42" fmla="*/ 399952 w 947995"/>
                <a:gd name="connsiteY42" fmla="*/ 142986 h 212456"/>
                <a:gd name="connsiteX43" fmla="*/ 400699 w 947995"/>
                <a:gd name="connsiteY43" fmla="*/ 125727 h 212456"/>
                <a:gd name="connsiteX44" fmla="*/ 437694 w 947995"/>
                <a:gd name="connsiteY44" fmla="*/ 142986 h 212456"/>
                <a:gd name="connsiteX45" fmla="*/ 193052 w 947995"/>
                <a:gd name="connsiteY45" fmla="*/ 20029 h 212456"/>
                <a:gd name="connsiteX46" fmla="*/ 107762 w 947995"/>
                <a:gd name="connsiteY46" fmla="*/ -368 h 212456"/>
                <a:gd name="connsiteX47" fmla="*/ -464 w 947995"/>
                <a:gd name="connsiteY47" fmla="*/ 104979 h 212456"/>
                <a:gd name="connsiteX48" fmla="*/ 107791 w 947995"/>
                <a:gd name="connsiteY48" fmla="*/ 211987 h 212456"/>
                <a:gd name="connsiteX49" fmla="*/ 189930 w 947995"/>
                <a:gd name="connsiteY49" fmla="*/ 185287 h 212456"/>
                <a:gd name="connsiteX50" fmla="*/ 163254 w 947995"/>
                <a:gd name="connsiteY50" fmla="*/ 158692 h 212456"/>
                <a:gd name="connsiteX51" fmla="*/ 105294 w 947995"/>
                <a:gd name="connsiteY51" fmla="*/ 175859 h 212456"/>
                <a:gd name="connsiteX52" fmla="*/ 41776 w 947995"/>
                <a:gd name="connsiteY52" fmla="*/ 107197 h 212456"/>
                <a:gd name="connsiteX53" fmla="*/ 108148 w 947995"/>
                <a:gd name="connsiteY53" fmla="*/ 35304 h 212456"/>
                <a:gd name="connsiteX54" fmla="*/ 152991 w 947995"/>
                <a:gd name="connsiteY54" fmla="*/ 42636 h 212456"/>
                <a:gd name="connsiteX55" fmla="*/ 152991 w 947995"/>
                <a:gd name="connsiteY55" fmla="*/ 85502 h 212456"/>
                <a:gd name="connsiteX56" fmla="*/ 110594 w 947995"/>
                <a:gd name="connsiteY56" fmla="*/ 85502 h 212456"/>
                <a:gd name="connsiteX57" fmla="*/ 113456 w 947995"/>
                <a:gd name="connsiteY57" fmla="*/ 120660 h 212456"/>
                <a:gd name="connsiteX58" fmla="*/ 193052 w 947995"/>
                <a:gd name="connsiteY58" fmla="*/ 120660 h 212456"/>
                <a:gd name="connsiteX59" fmla="*/ 839277 w 947995"/>
                <a:gd name="connsiteY59" fmla="*/ 60707 h 212456"/>
                <a:gd name="connsiteX60" fmla="*/ 735379 w 947995"/>
                <a:gd name="connsiteY60" fmla="*/ 60707 h 212456"/>
                <a:gd name="connsiteX61" fmla="*/ 769983 w 947995"/>
                <a:gd name="connsiteY61" fmla="*/ 31927 h 212456"/>
                <a:gd name="connsiteX62" fmla="*/ 809072 w 947995"/>
                <a:gd name="connsiteY62" fmla="*/ 49005 h 212456"/>
                <a:gd name="connsiteX63" fmla="*/ 833799 w 947995"/>
                <a:gd name="connsiteY63" fmla="*/ 30424 h 212456"/>
                <a:gd name="connsiteX64" fmla="*/ 771117 w 947995"/>
                <a:gd name="connsiteY64" fmla="*/ 1331 h 212456"/>
                <a:gd name="connsiteX65" fmla="*/ 697212 w 947995"/>
                <a:gd name="connsiteY65" fmla="*/ 73851 h 212456"/>
                <a:gd name="connsiteX66" fmla="*/ 769538 w 947995"/>
                <a:gd name="connsiteY66" fmla="*/ 146359 h 212456"/>
                <a:gd name="connsiteX67" fmla="*/ 839277 w 947995"/>
                <a:gd name="connsiteY67" fmla="*/ 71801 h 212456"/>
                <a:gd name="connsiteX68" fmla="*/ 801314 w 947995"/>
                <a:gd name="connsiteY68" fmla="*/ 89616 h 212456"/>
                <a:gd name="connsiteX69" fmla="*/ 768582 w 947995"/>
                <a:gd name="connsiteY69" fmla="*/ 117425 h 212456"/>
                <a:gd name="connsiteX70" fmla="*/ 735379 w 947995"/>
                <a:gd name="connsiteY70" fmla="*/ 89616 h 212456"/>
                <a:gd name="connsiteX71" fmla="*/ 340213 w 947995"/>
                <a:gd name="connsiteY71" fmla="*/ 95257 h 212456"/>
                <a:gd name="connsiteX72" fmla="*/ 340213 w 947995"/>
                <a:gd name="connsiteY72" fmla="*/ 4712 h 212456"/>
                <a:gd name="connsiteX73" fmla="*/ 306801 w 947995"/>
                <a:gd name="connsiteY73" fmla="*/ 4712 h 212456"/>
                <a:gd name="connsiteX74" fmla="*/ 305973 w 947995"/>
                <a:gd name="connsiteY74" fmla="*/ 18347 h 212456"/>
                <a:gd name="connsiteX75" fmla="*/ 261946 w 947995"/>
                <a:gd name="connsiteY75" fmla="*/ 1331 h 212456"/>
                <a:gd name="connsiteX76" fmla="*/ 211256 w 947995"/>
                <a:gd name="connsiteY76" fmla="*/ 43071 h 212456"/>
                <a:gd name="connsiteX77" fmla="*/ 297077 w 947995"/>
                <a:gd name="connsiteY77" fmla="*/ 92231 h 212456"/>
                <a:gd name="connsiteX78" fmla="*/ 303753 w 947995"/>
                <a:gd name="connsiteY78" fmla="*/ 92231 h 212456"/>
                <a:gd name="connsiteX79" fmla="*/ 303753 w 947995"/>
                <a:gd name="connsiteY79" fmla="*/ 94048 h 212456"/>
                <a:gd name="connsiteX80" fmla="*/ 274371 w 947995"/>
                <a:gd name="connsiteY80" fmla="*/ 117425 h 212456"/>
                <a:gd name="connsiteX81" fmla="*/ 236943 w 947995"/>
                <a:gd name="connsiteY81" fmla="*/ 102689 h 212456"/>
                <a:gd name="connsiteX82" fmla="*/ 215078 w 947995"/>
                <a:gd name="connsiteY82" fmla="*/ 124581 h 212456"/>
                <a:gd name="connsiteX83" fmla="*/ 277590 w 947995"/>
                <a:gd name="connsiteY83" fmla="*/ 146359 h 212456"/>
                <a:gd name="connsiteX84" fmla="*/ 340213 w 947995"/>
                <a:gd name="connsiteY84" fmla="*/ 95257 h 212456"/>
                <a:gd name="connsiteX85" fmla="*/ 303753 w 947995"/>
                <a:gd name="connsiteY85" fmla="*/ 65013 h 212456"/>
                <a:gd name="connsiteX86" fmla="*/ 298483 w 947995"/>
                <a:gd name="connsiteY86" fmla="*/ 65013 h 212456"/>
                <a:gd name="connsiteX87" fmla="*/ 249147 w 947995"/>
                <a:gd name="connsiteY87" fmla="*/ 45616 h 212456"/>
                <a:gd name="connsiteX88" fmla="*/ 303753 w 947995"/>
                <a:gd name="connsiteY88" fmla="*/ 59259 h 212456"/>
                <a:gd name="connsiteX89" fmla="*/ 913085 w 947995"/>
                <a:gd name="connsiteY89" fmla="*/ 20795 h 212456"/>
                <a:gd name="connsiteX90" fmla="*/ 928466 w 947995"/>
                <a:gd name="connsiteY90" fmla="*/ 36229 h 212456"/>
                <a:gd name="connsiteX91" fmla="*/ 943753 w 947995"/>
                <a:gd name="connsiteY91" fmla="*/ 20795 h 212456"/>
                <a:gd name="connsiteX92" fmla="*/ 928466 w 947995"/>
                <a:gd name="connsiteY92" fmla="*/ 5227 h 212456"/>
                <a:gd name="connsiteX93" fmla="*/ 913085 w 947995"/>
                <a:gd name="connsiteY93" fmla="*/ 20795 h 212456"/>
                <a:gd name="connsiteX94" fmla="*/ 928466 w 947995"/>
                <a:gd name="connsiteY94" fmla="*/ 2134 h 212456"/>
                <a:gd name="connsiteX95" fmla="*/ 947532 w 947995"/>
                <a:gd name="connsiteY95" fmla="*/ 20795 h 212456"/>
                <a:gd name="connsiteX96" fmla="*/ 928466 w 947995"/>
                <a:gd name="connsiteY96" fmla="*/ 39330 h 212456"/>
                <a:gd name="connsiteX97" fmla="*/ 909297 w 947995"/>
                <a:gd name="connsiteY97" fmla="*/ 20795 h 212456"/>
                <a:gd name="connsiteX98" fmla="*/ 928466 w 947995"/>
                <a:gd name="connsiteY98" fmla="*/ 2134 h 212456"/>
                <a:gd name="connsiteX99" fmla="*/ 924469 w 947995"/>
                <a:gd name="connsiteY99" fmla="*/ 19305 h 212456"/>
                <a:gd name="connsiteX100" fmla="*/ 928270 w 947995"/>
                <a:gd name="connsiteY100" fmla="*/ 19305 h 212456"/>
                <a:gd name="connsiteX101" fmla="*/ 933999 w 947995"/>
                <a:gd name="connsiteY101" fmla="*/ 10010 h 212456"/>
                <a:gd name="connsiteX102" fmla="*/ 937701 w 947995"/>
                <a:gd name="connsiteY102" fmla="*/ 10010 h 212456"/>
                <a:gd name="connsiteX103" fmla="*/ 931514 w 947995"/>
                <a:gd name="connsiteY103" fmla="*/ 19456 h 212456"/>
                <a:gd name="connsiteX104" fmla="*/ 937154 w 947995"/>
                <a:gd name="connsiteY104" fmla="*/ 25369 h 212456"/>
                <a:gd name="connsiteX105" fmla="*/ 929463 w 947995"/>
                <a:gd name="connsiteY105" fmla="*/ 31471 h 212456"/>
                <a:gd name="connsiteX106" fmla="*/ 921183 w 947995"/>
                <a:gd name="connsiteY106" fmla="*/ 31471 h 212456"/>
                <a:gd name="connsiteX107" fmla="*/ 921183 w 947995"/>
                <a:gd name="connsiteY107" fmla="*/ 10010 h 212456"/>
                <a:gd name="connsiteX108" fmla="*/ 924469 w 947995"/>
                <a:gd name="connsiteY108" fmla="*/ 10010 h 212456"/>
                <a:gd name="connsiteX109" fmla="*/ 924469 w 947995"/>
                <a:gd name="connsiteY109" fmla="*/ 22071 h 212456"/>
                <a:gd name="connsiteX110" fmla="*/ 924469 w 947995"/>
                <a:gd name="connsiteY110" fmla="*/ 28704 h 212456"/>
                <a:gd name="connsiteX111" fmla="*/ 928958 w 947995"/>
                <a:gd name="connsiteY111" fmla="*/ 28704 h 212456"/>
                <a:gd name="connsiteX112" fmla="*/ 933705 w 947995"/>
                <a:gd name="connsiteY112" fmla="*/ 25557 h 212456"/>
                <a:gd name="connsiteX113" fmla="*/ 928423 w 947995"/>
                <a:gd name="connsiteY113" fmla="*/ 22071 h 212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947995" h="212456">
                  <a:moveTo>
                    <a:pt x="942644" y="142986"/>
                  </a:moveTo>
                  <a:lnTo>
                    <a:pt x="939914" y="110695"/>
                  </a:lnTo>
                  <a:lnTo>
                    <a:pt x="926533" y="110695"/>
                  </a:lnTo>
                  <a:cubicBezTo>
                    <a:pt x="905169" y="110695"/>
                    <a:pt x="894065" y="93817"/>
                    <a:pt x="894065" y="77643"/>
                  </a:cubicBezTo>
                  <a:lnTo>
                    <a:pt x="894065" y="4712"/>
                  </a:lnTo>
                  <a:lnTo>
                    <a:pt x="856199" y="4712"/>
                  </a:lnTo>
                  <a:lnTo>
                    <a:pt x="856199" y="142986"/>
                  </a:lnTo>
                  <a:lnTo>
                    <a:pt x="892065" y="142986"/>
                  </a:lnTo>
                  <a:lnTo>
                    <a:pt x="892880" y="125727"/>
                  </a:lnTo>
                  <a:cubicBezTo>
                    <a:pt x="900405" y="137562"/>
                    <a:pt x="913573" y="142986"/>
                    <a:pt x="929811" y="142986"/>
                  </a:cubicBezTo>
                  <a:close/>
                  <a:moveTo>
                    <a:pt x="680129" y="4712"/>
                  </a:moveTo>
                  <a:lnTo>
                    <a:pt x="642229" y="4712"/>
                  </a:lnTo>
                  <a:lnTo>
                    <a:pt x="642229" y="77810"/>
                  </a:lnTo>
                  <a:cubicBezTo>
                    <a:pt x="642229" y="93119"/>
                    <a:pt x="640887" y="112386"/>
                    <a:pt x="619039" y="112386"/>
                  </a:cubicBezTo>
                  <a:cubicBezTo>
                    <a:pt x="597998" y="112386"/>
                    <a:pt x="589615" y="97421"/>
                    <a:pt x="589615" y="79995"/>
                  </a:cubicBezTo>
                  <a:lnTo>
                    <a:pt x="589615" y="4712"/>
                  </a:lnTo>
                  <a:lnTo>
                    <a:pt x="551728" y="4712"/>
                  </a:lnTo>
                  <a:lnTo>
                    <a:pt x="551728" y="142986"/>
                  </a:lnTo>
                  <a:lnTo>
                    <a:pt x="586855" y="142986"/>
                  </a:lnTo>
                  <a:lnTo>
                    <a:pt x="587658" y="125309"/>
                  </a:lnTo>
                  <a:cubicBezTo>
                    <a:pt x="595187" y="137144"/>
                    <a:pt x="609209" y="146359"/>
                    <a:pt x="629893" y="146359"/>
                  </a:cubicBezTo>
                  <a:cubicBezTo>
                    <a:pt x="668077" y="146359"/>
                    <a:pt x="680129" y="119492"/>
                    <a:pt x="680129" y="91533"/>
                  </a:cubicBezTo>
                  <a:close/>
                  <a:moveTo>
                    <a:pt x="535201" y="37011"/>
                  </a:moveTo>
                  <a:lnTo>
                    <a:pt x="532552" y="5549"/>
                  </a:lnTo>
                  <a:cubicBezTo>
                    <a:pt x="523464" y="3147"/>
                    <a:pt x="515396" y="2285"/>
                    <a:pt x="505633" y="2285"/>
                  </a:cubicBezTo>
                  <a:cubicBezTo>
                    <a:pt x="469925" y="2285"/>
                    <a:pt x="459568" y="18422"/>
                    <a:pt x="459568" y="50855"/>
                  </a:cubicBezTo>
                  <a:lnTo>
                    <a:pt x="459568" y="181977"/>
                  </a:lnTo>
                  <a:lnTo>
                    <a:pt x="497463" y="181977"/>
                  </a:lnTo>
                  <a:lnTo>
                    <a:pt x="497463" y="142982"/>
                  </a:lnTo>
                  <a:lnTo>
                    <a:pt x="535172" y="142982"/>
                  </a:lnTo>
                  <a:lnTo>
                    <a:pt x="532552" y="110695"/>
                  </a:lnTo>
                  <a:lnTo>
                    <a:pt x="497463" y="110695"/>
                  </a:lnTo>
                  <a:lnTo>
                    <a:pt x="497463" y="53663"/>
                  </a:lnTo>
                  <a:cubicBezTo>
                    <a:pt x="497463" y="40648"/>
                    <a:pt x="501085" y="33617"/>
                    <a:pt x="514631" y="33617"/>
                  </a:cubicBezTo>
                  <a:cubicBezTo>
                    <a:pt x="520521" y="33617"/>
                    <a:pt x="527073" y="34316"/>
                    <a:pt x="535201" y="37011"/>
                  </a:cubicBezTo>
                  <a:moveTo>
                    <a:pt x="447126" y="142986"/>
                  </a:moveTo>
                  <a:lnTo>
                    <a:pt x="444191" y="110695"/>
                  </a:lnTo>
                  <a:lnTo>
                    <a:pt x="433893" y="110695"/>
                  </a:lnTo>
                  <a:cubicBezTo>
                    <a:pt x="412572" y="110695"/>
                    <a:pt x="401969" y="93838"/>
                    <a:pt x="401969" y="77643"/>
                  </a:cubicBezTo>
                  <a:lnTo>
                    <a:pt x="401969" y="4712"/>
                  </a:lnTo>
                  <a:lnTo>
                    <a:pt x="364069" y="4712"/>
                  </a:lnTo>
                  <a:lnTo>
                    <a:pt x="364069" y="142986"/>
                  </a:lnTo>
                  <a:lnTo>
                    <a:pt x="399952" y="142986"/>
                  </a:lnTo>
                  <a:lnTo>
                    <a:pt x="400699" y="125727"/>
                  </a:lnTo>
                  <a:cubicBezTo>
                    <a:pt x="408266" y="137562"/>
                    <a:pt x="421434" y="142986"/>
                    <a:pt x="437694" y="142986"/>
                  </a:cubicBezTo>
                  <a:close/>
                  <a:moveTo>
                    <a:pt x="193052" y="20029"/>
                  </a:moveTo>
                  <a:cubicBezTo>
                    <a:pt x="167348" y="6478"/>
                    <a:pt x="141674" y="-1339"/>
                    <a:pt x="107762" y="-368"/>
                  </a:cubicBezTo>
                  <a:cubicBezTo>
                    <a:pt x="44893" y="1524"/>
                    <a:pt x="-464" y="39995"/>
                    <a:pt x="-464" y="104979"/>
                  </a:cubicBezTo>
                  <a:cubicBezTo>
                    <a:pt x="-464" y="169677"/>
                    <a:pt x="45330" y="211016"/>
                    <a:pt x="107791" y="211987"/>
                  </a:cubicBezTo>
                  <a:cubicBezTo>
                    <a:pt x="139453" y="212464"/>
                    <a:pt x="167785" y="204546"/>
                    <a:pt x="189930" y="185287"/>
                  </a:cubicBezTo>
                  <a:lnTo>
                    <a:pt x="163254" y="158692"/>
                  </a:lnTo>
                  <a:cubicBezTo>
                    <a:pt x="149551" y="170205"/>
                    <a:pt x="129389" y="176934"/>
                    <a:pt x="105294" y="175859"/>
                  </a:cubicBezTo>
                  <a:cubicBezTo>
                    <a:pt x="65985" y="174055"/>
                    <a:pt x="42298" y="145903"/>
                    <a:pt x="41776" y="107197"/>
                  </a:cubicBezTo>
                  <a:cubicBezTo>
                    <a:pt x="41262" y="65260"/>
                    <a:pt x="67357" y="36359"/>
                    <a:pt x="108148" y="35304"/>
                  </a:cubicBezTo>
                  <a:cubicBezTo>
                    <a:pt x="127342" y="34831"/>
                    <a:pt x="141092" y="37371"/>
                    <a:pt x="152991" y="42636"/>
                  </a:cubicBezTo>
                  <a:lnTo>
                    <a:pt x="152991" y="85502"/>
                  </a:lnTo>
                  <a:lnTo>
                    <a:pt x="110594" y="85502"/>
                  </a:lnTo>
                  <a:lnTo>
                    <a:pt x="113456" y="120660"/>
                  </a:lnTo>
                  <a:lnTo>
                    <a:pt x="193052" y="120660"/>
                  </a:lnTo>
                  <a:close/>
                  <a:moveTo>
                    <a:pt x="839277" y="60707"/>
                  </a:moveTo>
                  <a:lnTo>
                    <a:pt x="735379" y="60707"/>
                  </a:lnTo>
                  <a:cubicBezTo>
                    <a:pt x="738339" y="43038"/>
                    <a:pt x="752433" y="32408"/>
                    <a:pt x="769983" y="31927"/>
                  </a:cubicBezTo>
                  <a:cubicBezTo>
                    <a:pt x="787046" y="31471"/>
                    <a:pt x="796592" y="36551"/>
                    <a:pt x="809072" y="49005"/>
                  </a:cubicBezTo>
                  <a:lnTo>
                    <a:pt x="833799" y="30424"/>
                  </a:lnTo>
                  <a:cubicBezTo>
                    <a:pt x="816227" y="9094"/>
                    <a:pt x="795139" y="1331"/>
                    <a:pt x="771117" y="1331"/>
                  </a:cubicBezTo>
                  <a:cubicBezTo>
                    <a:pt x="728865" y="1331"/>
                    <a:pt x="697212" y="30445"/>
                    <a:pt x="697212" y="73851"/>
                  </a:cubicBezTo>
                  <a:cubicBezTo>
                    <a:pt x="697212" y="117211"/>
                    <a:pt x="728708" y="146359"/>
                    <a:pt x="769538" y="146359"/>
                  </a:cubicBezTo>
                  <a:cubicBezTo>
                    <a:pt x="814537" y="146359"/>
                    <a:pt x="839277" y="119492"/>
                    <a:pt x="839277" y="71801"/>
                  </a:cubicBezTo>
                  <a:close/>
                  <a:moveTo>
                    <a:pt x="801314" y="89616"/>
                  </a:moveTo>
                  <a:cubicBezTo>
                    <a:pt x="800150" y="107084"/>
                    <a:pt x="786871" y="118128"/>
                    <a:pt x="768582" y="117425"/>
                  </a:cubicBezTo>
                  <a:cubicBezTo>
                    <a:pt x="750174" y="116738"/>
                    <a:pt x="737919" y="104924"/>
                    <a:pt x="735379" y="89616"/>
                  </a:cubicBezTo>
                  <a:close/>
                  <a:moveTo>
                    <a:pt x="340213" y="95257"/>
                  </a:moveTo>
                  <a:lnTo>
                    <a:pt x="340213" y="4712"/>
                  </a:lnTo>
                  <a:lnTo>
                    <a:pt x="306801" y="4712"/>
                  </a:lnTo>
                  <a:lnTo>
                    <a:pt x="305973" y="18347"/>
                  </a:lnTo>
                  <a:cubicBezTo>
                    <a:pt x="295722" y="5834"/>
                    <a:pt x="279080" y="1331"/>
                    <a:pt x="261946" y="1331"/>
                  </a:cubicBezTo>
                  <a:cubicBezTo>
                    <a:pt x="236145" y="1331"/>
                    <a:pt x="211766" y="13869"/>
                    <a:pt x="211256" y="43071"/>
                  </a:cubicBezTo>
                  <a:cubicBezTo>
                    <a:pt x="210488" y="88971"/>
                    <a:pt x="263674" y="92231"/>
                    <a:pt x="297077" y="92231"/>
                  </a:cubicBezTo>
                  <a:lnTo>
                    <a:pt x="303753" y="92231"/>
                  </a:lnTo>
                  <a:lnTo>
                    <a:pt x="303753" y="94048"/>
                  </a:lnTo>
                  <a:cubicBezTo>
                    <a:pt x="303753" y="109226"/>
                    <a:pt x="293561" y="117425"/>
                    <a:pt x="274371" y="117425"/>
                  </a:cubicBezTo>
                  <a:cubicBezTo>
                    <a:pt x="260596" y="117425"/>
                    <a:pt x="246999" y="111980"/>
                    <a:pt x="236943" y="102689"/>
                  </a:cubicBezTo>
                  <a:lnTo>
                    <a:pt x="215078" y="124581"/>
                  </a:lnTo>
                  <a:cubicBezTo>
                    <a:pt x="234930" y="140442"/>
                    <a:pt x="255585" y="146359"/>
                    <a:pt x="277590" y="146359"/>
                  </a:cubicBezTo>
                  <a:cubicBezTo>
                    <a:pt x="321052" y="146359"/>
                    <a:pt x="340213" y="126564"/>
                    <a:pt x="340213" y="95257"/>
                  </a:cubicBezTo>
                  <a:moveTo>
                    <a:pt x="303753" y="65013"/>
                  </a:moveTo>
                  <a:lnTo>
                    <a:pt x="298483" y="65013"/>
                  </a:lnTo>
                  <a:cubicBezTo>
                    <a:pt x="280541" y="64975"/>
                    <a:pt x="249028" y="64105"/>
                    <a:pt x="249147" y="45616"/>
                  </a:cubicBezTo>
                  <a:cubicBezTo>
                    <a:pt x="249317" y="19569"/>
                    <a:pt x="303753" y="27847"/>
                    <a:pt x="303753" y="59259"/>
                  </a:cubicBezTo>
                  <a:close/>
                  <a:moveTo>
                    <a:pt x="913085" y="20795"/>
                  </a:moveTo>
                  <a:cubicBezTo>
                    <a:pt x="913085" y="29596"/>
                    <a:pt x="919824" y="36229"/>
                    <a:pt x="928466" y="36229"/>
                  </a:cubicBezTo>
                  <a:cubicBezTo>
                    <a:pt x="937001" y="36229"/>
                    <a:pt x="943753" y="29596"/>
                    <a:pt x="943753" y="20795"/>
                  </a:cubicBezTo>
                  <a:cubicBezTo>
                    <a:pt x="943753" y="11839"/>
                    <a:pt x="937001" y="5227"/>
                    <a:pt x="928466" y="5227"/>
                  </a:cubicBezTo>
                  <a:cubicBezTo>
                    <a:pt x="919824" y="5227"/>
                    <a:pt x="913085" y="11839"/>
                    <a:pt x="913085" y="20795"/>
                  </a:cubicBezTo>
                  <a:moveTo>
                    <a:pt x="928466" y="2134"/>
                  </a:moveTo>
                  <a:cubicBezTo>
                    <a:pt x="938755" y="2134"/>
                    <a:pt x="947532" y="10010"/>
                    <a:pt x="947532" y="20795"/>
                  </a:cubicBezTo>
                  <a:cubicBezTo>
                    <a:pt x="947532" y="31471"/>
                    <a:pt x="938755" y="39330"/>
                    <a:pt x="928466" y="39330"/>
                  </a:cubicBezTo>
                  <a:cubicBezTo>
                    <a:pt x="918083" y="39330"/>
                    <a:pt x="909297" y="31471"/>
                    <a:pt x="909297" y="20795"/>
                  </a:cubicBezTo>
                  <a:cubicBezTo>
                    <a:pt x="909297" y="10010"/>
                    <a:pt x="918083" y="2134"/>
                    <a:pt x="928466" y="2134"/>
                  </a:cubicBezTo>
                  <a:moveTo>
                    <a:pt x="924469" y="19305"/>
                  </a:moveTo>
                  <a:lnTo>
                    <a:pt x="928270" y="19305"/>
                  </a:lnTo>
                  <a:lnTo>
                    <a:pt x="933999" y="10010"/>
                  </a:lnTo>
                  <a:lnTo>
                    <a:pt x="937701" y="10010"/>
                  </a:lnTo>
                  <a:lnTo>
                    <a:pt x="931514" y="19456"/>
                  </a:lnTo>
                  <a:cubicBezTo>
                    <a:pt x="934712" y="19841"/>
                    <a:pt x="937154" y="21531"/>
                    <a:pt x="937154" y="25369"/>
                  </a:cubicBezTo>
                  <a:cubicBezTo>
                    <a:pt x="937154" y="29596"/>
                    <a:pt x="934610" y="31471"/>
                    <a:pt x="929463" y="31471"/>
                  </a:cubicBezTo>
                  <a:lnTo>
                    <a:pt x="921183" y="31471"/>
                  </a:lnTo>
                  <a:lnTo>
                    <a:pt x="921183" y="10010"/>
                  </a:lnTo>
                  <a:lnTo>
                    <a:pt x="924469" y="10010"/>
                  </a:lnTo>
                  <a:close/>
                  <a:moveTo>
                    <a:pt x="924469" y="22071"/>
                  </a:moveTo>
                  <a:lnTo>
                    <a:pt x="924469" y="28704"/>
                  </a:lnTo>
                  <a:lnTo>
                    <a:pt x="928958" y="28704"/>
                  </a:lnTo>
                  <a:cubicBezTo>
                    <a:pt x="931259" y="28704"/>
                    <a:pt x="933705" y="28215"/>
                    <a:pt x="933705" y="25557"/>
                  </a:cubicBezTo>
                  <a:cubicBezTo>
                    <a:pt x="933705" y="22264"/>
                    <a:pt x="931209" y="22071"/>
                    <a:pt x="928423" y="22071"/>
                  </a:cubicBezTo>
                  <a:close/>
                </a:path>
              </a:pathLst>
            </a:custGeom>
            <a:solidFill>
              <a:schemeClr val="bg1"/>
            </a:solidFill>
            <a:ln w="4246" cap="flat">
              <a:noFill/>
              <a:prstDash val="solid"/>
              <a:miter/>
            </a:ln>
          </p:spPr>
          <p:txBody>
            <a:bodyPr rtlCol="0" anchor="ctr"/>
            <a:lstStyle/>
            <a:p>
              <a:endParaRPr lang="en-US"/>
            </a:p>
          </p:txBody>
        </p:sp>
      </p:grpSp>
      <p:sp>
        <p:nvSpPr>
          <p:cNvPr id="11" name="Rectangle 10">
            <a:extLst>
              <a:ext uri="{FF2B5EF4-FFF2-40B4-BE49-F238E27FC236}">
                <a16:creationId xmlns:a16="http://schemas.microsoft.com/office/drawing/2014/main" id="{3FEF7EAF-9F38-1151-622F-0C13EE7DF7BE}"/>
              </a:ext>
            </a:extLst>
          </p:cNvPr>
          <p:cNvSpPr/>
          <p:nvPr/>
        </p:nvSpPr>
        <p:spPr>
          <a:xfrm>
            <a:off x="17877333" y="11907373"/>
            <a:ext cx="4855621" cy="341235"/>
          </a:xfrm>
          <a:prstGeom prst="rect">
            <a:avLst/>
          </a:prstGeom>
          <a:solidFill>
            <a:schemeClr val="bg1"/>
          </a:solidFill>
          <a:ln w="127000" cap="flat">
            <a:noFill/>
            <a:prstDash val="solid"/>
            <a:miter/>
          </a:ln>
        </p:spPr>
        <p:txBody>
          <a:bodyPr rtlCol="0" anchor="ctr"/>
          <a:lstStyle/>
          <a:p>
            <a:pPr algn="l"/>
            <a:endParaRPr lang="en-US"/>
          </a:p>
        </p:txBody>
      </p:sp>
      <p:sp>
        <p:nvSpPr>
          <p:cNvPr id="12" name="TextBox 11">
            <a:extLst>
              <a:ext uri="{FF2B5EF4-FFF2-40B4-BE49-F238E27FC236}">
                <a16:creationId xmlns:a16="http://schemas.microsoft.com/office/drawing/2014/main" id="{060F830B-EB31-8C75-40C8-F2D095B13794}"/>
              </a:ext>
            </a:extLst>
          </p:cNvPr>
          <p:cNvSpPr txBox="1"/>
          <p:nvPr/>
        </p:nvSpPr>
        <p:spPr>
          <a:xfrm>
            <a:off x="18641664" y="11858254"/>
            <a:ext cx="2654774" cy="390352"/>
          </a:xfrm>
          <a:prstGeom prst="rect">
            <a:avLst/>
          </a:prstGeom>
          <a:noFill/>
        </p:spPr>
        <p:txBody>
          <a:bodyPr wrap="square" rtlCol="0">
            <a:spAutoFit/>
          </a:bodyPr>
          <a:lstStyle/>
          <a:p>
            <a:pPr algn="l">
              <a:lnSpc>
                <a:spcPct val="90000"/>
              </a:lnSpc>
              <a:spcAft>
                <a:spcPts val="600"/>
              </a:spcAft>
            </a:pPr>
            <a:r>
              <a:rPr lang="en-US" sz="1650" b="1" spc="10">
                <a:solidFill>
                  <a:srgbClr val="5C5B5C"/>
                </a:solidFill>
                <a:latin typeface="Arial Narrow" panose="020B0604020202020204" pitchFamily="34" charset="0"/>
                <a:cs typeface="Arial Narrow" panose="020B0604020202020204" pitchFamily="34" charset="0"/>
              </a:rPr>
              <a:t>As of April </a:t>
            </a:r>
            <a:r>
              <a:rPr lang="en-US" sz="1650" b="1" spc="100">
                <a:solidFill>
                  <a:srgbClr val="5C5B5C"/>
                </a:solidFill>
                <a:latin typeface="Arial Narrow" panose="020B0604020202020204" pitchFamily="34" charset="0"/>
                <a:cs typeface="Arial Narrow" panose="020B0604020202020204" pitchFamily="34" charset="0"/>
              </a:rPr>
              <a:t>2024</a:t>
            </a:r>
          </a:p>
        </p:txBody>
      </p:sp>
      <p:sp>
        <p:nvSpPr>
          <p:cNvPr id="14" name="Rectangle 13">
            <a:extLst>
              <a:ext uri="{FF2B5EF4-FFF2-40B4-BE49-F238E27FC236}">
                <a16:creationId xmlns:a16="http://schemas.microsoft.com/office/drawing/2014/main" id="{FE37B417-90B8-5C1F-BD6D-AB99D3413348}"/>
              </a:ext>
            </a:extLst>
          </p:cNvPr>
          <p:cNvSpPr/>
          <p:nvPr/>
        </p:nvSpPr>
        <p:spPr>
          <a:xfrm>
            <a:off x="17877333" y="11907373"/>
            <a:ext cx="4855621" cy="341235"/>
          </a:xfrm>
          <a:prstGeom prst="rect">
            <a:avLst/>
          </a:prstGeom>
          <a:solidFill>
            <a:schemeClr val="bg1"/>
          </a:solidFill>
          <a:ln w="127000" cap="flat">
            <a:noFill/>
            <a:prstDash val="solid"/>
            <a:miter/>
          </a:ln>
        </p:spPr>
        <p:txBody>
          <a:bodyPr rtlCol="0" anchor="ctr"/>
          <a:lstStyle/>
          <a:p>
            <a:pPr algn="l"/>
            <a:endParaRPr lang="en-US"/>
          </a:p>
        </p:txBody>
      </p:sp>
      <p:sp>
        <p:nvSpPr>
          <p:cNvPr id="40" name="TextBox 39">
            <a:extLst>
              <a:ext uri="{FF2B5EF4-FFF2-40B4-BE49-F238E27FC236}">
                <a16:creationId xmlns:a16="http://schemas.microsoft.com/office/drawing/2014/main" id="{B70DA1E2-03BF-68F6-DB2F-1BA3B665C6E4}"/>
              </a:ext>
            </a:extLst>
          </p:cNvPr>
          <p:cNvSpPr txBox="1"/>
          <p:nvPr/>
        </p:nvSpPr>
        <p:spPr>
          <a:xfrm>
            <a:off x="18641664" y="11858254"/>
            <a:ext cx="2049627" cy="390352"/>
          </a:xfrm>
          <a:prstGeom prst="rect">
            <a:avLst/>
          </a:prstGeom>
          <a:noFill/>
        </p:spPr>
        <p:txBody>
          <a:bodyPr wrap="square" rtlCol="0">
            <a:spAutoFit/>
          </a:bodyPr>
          <a:lstStyle/>
          <a:p>
            <a:pPr algn="l">
              <a:lnSpc>
                <a:spcPct val="90000"/>
              </a:lnSpc>
              <a:spcAft>
                <a:spcPts val="600"/>
              </a:spcAft>
            </a:pPr>
            <a:r>
              <a:rPr lang="en-US" sz="1650" b="1" spc="10">
                <a:solidFill>
                  <a:srgbClr val="5C5B5C"/>
                </a:solidFill>
                <a:latin typeface="Arial Narrow" panose="020B0604020202020204" pitchFamily="34" charset="0"/>
                <a:cs typeface="Arial Narrow" panose="020B0604020202020204" pitchFamily="34" charset="0"/>
              </a:rPr>
              <a:t>As of April </a:t>
            </a:r>
            <a:r>
              <a:rPr lang="en-US" sz="1650" b="1" spc="100">
                <a:solidFill>
                  <a:srgbClr val="5C5B5C"/>
                </a:solidFill>
                <a:latin typeface="Arial Narrow" panose="020B0604020202020204" pitchFamily="34" charset="0"/>
                <a:cs typeface="Arial Narrow" panose="020B0604020202020204" pitchFamily="34" charset="0"/>
              </a:rPr>
              <a:t>2024</a:t>
            </a:r>
          </a:p>
        </p:txBody>
      </p:sp>
      <p:sp>
        <p:nvSpPr>
          <p:cNvPr id="41" name="TextBox 40">
            <a:extLst>
              <a:ext uri="{FF2B5EF4-FFF2-40B4-BE49-F238E27FC236}">
                <a16:creationId xmlns:a16="http://schemas.microsoft.com/office/drawing/2014/main" id="{A78117C1-CE27-13E8-A50C-D13D96CE21B1}"/>
              </a:ext>
            </a:extLst>
          </p:cNvPr>
          <p:cNvSpPr txBox="1"/>
          <p:nvPr/>
        </p:nvSpPr>
        <p:spPr>
          <a:xfrm>
            <a:off x="21071290" y="11858254"/>
            <a:ext cx="1649240" cy="390352"/>
          </a:xfrm>
          <a:prstGeom prst="rect">
            <a:avLst/>
          </a:prstGeom>
          <a:noFill/>
        </p:spPr>
        <p:txBody>
          <a:bodyPr wrap="square" rtlCol="0">
            <a:spAutoFit/>
          </a:bodyPr>
          <a:lstStyle/>
          <a:p>
            <a:pPr algn="l">
              <a:lnSpc>
                <a:spcPct val="90000"/>
              </a:lnSpc>
              <a:spcAft>
                <a:spcPts val="600"/>
              </a:spcAft>
            </a:pPr>
            <a:r>
              <a:rPr lang="en-US" sz="1650" b="1" spc="20">
                <a:solidFill>
                  <a:srgbClr val="5C5B5C"/>
                </a:solidFill>
                <a:latin typeface="Arial Narrow" panose="020B0604020202020204" pitchFamily="34" charset="0"/>
                <a:cs typeface="Arial Narrow" panose="020B0604020202020204" pitchFamily="34" charset="0"/>
              </a:rPr>
              <a:t>© Gartner, Inc</a:t>
            </a:r>
          </a:p>
        </p:txBody>
      </p:sp>
      <p:sp>
        <p:nvSpPr>
          <p:cNvPr id="57" name="TextBox 56">
            <a:extLst>
              <a:ext uri="{FF2B5EF4-FFF2-40B4-BE49-F238E27FC236}">
                <a16:creationId xmlns:a16="http://schemas.microsoft.com/office/drawing/2014/main" id="{BAF44ABD-A167-ED49-2048-6E10C4D5073E}"/>
              </a:ext>
            </a:extLst>
          </p:cNvPr>
          <p:cNvSpPr txBox="1"/>
          <p:nvPr/>
        </p:nvSpPr>
        <p:spPr>
          <a:xfrm>
            <a:off x="1132687" y="3586029"/>
            <a:ext cx="8911966" cy="4493538"/>
          </a:xfrm>
          <a:prstGeom prst="rect">
            <a:avLst/>
          </a:prstGeom>
          <a:noFill/>
        </p:spPr>
        <p:txBody>
          <a:bodyPr wrap="square" lIns="0" rtlCol="0">
            <a:spAutoFit/>
          </a:bodyPr>
          <a:lstStyle/>
          <a:p>
            <a:pPr>
              <a:lnSpc>
                <a:spcPct val="80000"/>
              </a:lnSpc>
            </a:pPr>
            <a:r>
              <a:rPr lang="en-US" sz="8800" b="1" spc="-300">
                <a:solidFill>
                  <a:srgbClr val="001941"/>
                </a:solidFill>
                <a:latin typeface="TT Norms Pro ExtraBold" panose="02000503030000020003" pitchFamily="2" charset="0"/>
              </a:rPr>
              <a:t>Recognized Global Leader in SAM Managed Services</a:t>
            </a:r>
          </a:p>
        </p:txBody>
      </p:sp>
      <p:grpSp>
        <p:nvGrpSpPr>
          <p:cNvPr id="6" name="Group 5">
            <a:extLst>
              <a:ext uri="{FF2B5EF4-FFF2-40B4-BE49-F238E27FC236}">
                <a16:creationId xmlns:a16="http://schemas.microsoft.com/office/drawing/2014/main" id="{4AA2D864-21BE-7FBB-1C5D-E74705EAF741}"/>
              </a:ext>
            </a:extLst>
          </p:cNvPr>
          <p:cNvGrpSpPr/>
          <p:nvPr/>
        </p:nvGrpSpPr>
        <p:grpSpPr>
          <a:xfrm>
            <a:off x="11924795" y="1162050"/>
            <a:ext cx="11313450" cy="11395100"/>
            <a:chOff x="11924795" y="1162050"/>
            <a:chExt cx="11313450" cy="11395100"/>
          </a:xfrm>
        </p:grpSpPr>
        <p:sp>
          <p:nvSpPr>
            <p:cNvPr id="10" name="Rectangle 9">
              <a:extLst>
                <a:ext uri="{FF2B5EF4-FFF2-40B4-BE49-F238E27FC236}">
                  <a16:creationId xmlns:a16="http://schemas.microsoft.com/office/drawing/2014/main" id="{7F6FC63C-2774-1AC6-1D0E-219010460D47}"/>
                </a:ext>
              </a:extLst>
            </p:cNvPr>
            <p:cNvSpPr/>
            <p:nvPr/>
          </p:nvSpPr>
          <p:spPr>
            <a:xfrm>
              <a:off x="11924795" y="1162050"/>
              <a:ext cx="11313450" cy="11395100"/>
            </a:xfrm>
            <a:prstGeom prst="rect">
              <a:avLst/>
            </a:prstGeom>
            <a:solidFill>
              <a:srgbClr val="FFFFFF"/>
            </a:solidFill>
            <a:ln w="50800" cap="flat">
              <a:solidFill>
                <a:srgbClr val="001941"/>
              </a:solidFill>
              <a:prstDash val="solid"/>
              <a:miter/>
            </a:ln>
            <a:effectLst>
              <a:outerShdw dist="508000" dir="2700000" algn="tl" rotWithShape="0">
                <a:schemeClr val="tx2">
                  <a:alpha val="15000"/>
                </a:schemeClr>
              </a:outerShdw>
            </a:effectLst>
          </p:spPr>
          <p:txBody>
            <a:bodyPr rtlCol="0" anchor="ctr"/>
            <a:lstStyle/>
            <a:p>
              <a:pPr algn="ctr"/>
              <a:endParaRPr lang="en-US" sz="3200"/>
            </a:p>
          </p:txBody>
        </p:sp>
        <p:pic>
          <p:nvPicPr>
            <p:cNvPr id="1026" name="Picture 2">
              <a:extLst>
                <a:ext uri="{FF2B5EF4-FFF2-40B4-BE49-F238E27FC236}">
                  <a16:creationId xmlns:a16="http://schemas.microsoft.com/office/drawing/2014/main" id="{A58A6947-59FC-85BD-0EA0-4AA68F072A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3" t="4351" r="565" b="9563"/>
            <a:stretch>
              <a:fillRect/>
            </a:stretch>
          </p:blipFill>
          <p:spPr bwMode="auto">
            <a:xfrm>
              <a:off x="12133953" y="1520309"/>
              <a:ext cx="10906942" cy="10797873"/>
            </a:xfrm>
            <a:prstGeom prst="rect">
              <a:avLst/>
            </a:prstGeom>
            <a:noFill/>
            <a:extLst>
              <a:ext uri="{909E8E84-426E-40DD-AFC4-6F175D3DCCD1}">
                <a14:hiddenFill xmlns:a14="http://schemas.microsoft.com/office/drawing/2010/main">
                  <a:solidFill>
                    <a:srgbClr val="FFFFFF"/>
                  </a:solidFill>
                </a14:hiddenFill>
              </a:ext>
            </a:extLst>
          </p:spPr>
        </p:pic>
      </p:grpSp>
      <p:sp>
        <p:nvSpPr>
          <p:cNvPr id="62" name="Rectangle 61">
            <a:extLst>
              <a:ext uri="{FF2B5EF4-FFF2-40B4-BE49-F238E27FC236}">
                <a16:creationId xmlns:a16="http://schemas.microsoft.com/office/drawing/2014/main" id="{CC7CA6DA-7A4A-0B43-9E13-818F022D2474}"/>
              </a:ext>
            </a:extLst>
          </p:cNvPr>
          <p:cNvSpPr/>
          <p:nvPr/>
        </p:nvSpPr>
        <p:spPr>
          <a:xfrm>
            <a:off x="11924790" y="1680103"/>
            <a:ext cx="1296169" cy="1141327"/>
          </a:xfrm>
          <a:prstGeom prst="rect">
            <a:avLst/>
          </a:prstGeom>
          <a:solidFill>
            <a:schemeClr val="tx2">
              <a:alpha val="20000"/>
            </a:schemeClr>
          </a:solidFill>
          <a:ln w="127000" cap="flat">
            <a:noFill/>
            <a:prstDash val="solid"/>
            <a:miter/>
          </a:ln>
        </p:spPr>
        <p:txBody>
          <a:bodyPr rtlCol="0" anchor="ctr"/>
          <a:lstStyle/>
          <a:p>
            <a:pPr algn="l"/>
            <a:endParaRPr lang="en-US"/>
          </a:p>
        </p:txBody>
      </p:sp>
      <p:grpSp>
        <p:nvGrpSpPr>
          <p:cNvPr id="64" name="Group 63">
            <a:extLst>
              <a:ext uri="{FF2B5EF4-FFF2-40B4-BE49-F238E27FC236}">
                <a16:creationId xmlns:a16="http://schemas.microsoft.com/office/drawing/2014/main" id="{5D4FA1E4-81E7-C63C-78A8-1810C191E679}"/>
              </a:ext>
            </a:extLst>
          </p:cNvPr>
          <p:cNvGrpSpPr/>
          <p:nvPr/>
        </p:nvGrpSpPr>
        <p:grpSpPr>
          <a:xfrm>
            <a:off x="10774478" y="1519683"/>
            <a:ext cx="2285308" cy="1141327"/>
            <a:chOff x="10543235" y="1367283"/>
            <a:chExt cx="2285308" cy="1141327"/>
          </a:xfrm>
        </p:grpSpPr>
        <p:sp>
          <p:nvSpPr>
            <p:cNvPr id="58" name="Rectangle 57">
              <a:extLst>
                <a:ext uri="{FF2B5EF4-FFF2-40B4-BE49-F238E27FC236}">
                  <a16:creationId xmlns:a16="http://schemas.microsoft.com/office/drawing/2014/main" id="{DC1DFD39-6C9D-6D99-5F24-D76B2F4C2110}"/>
                </a:ext>
              </a:extLst>
            </p:cNvPr>
            <p:cNvSpPr/>
            <p:nvPr/>
          </p:nvSpPr>
          <p:spPr>
            <a:xfrm>
              <a:off x="10543235" y="1367283"/>
              <a:ext cx="2285308" cy="1141327"/>
            </a:xfrm>
            <a:prstGeom prst="rect">
              <a:avLst/>
            </a:prstGeom>
            <a:solidFill>
              <a:srgbClr val="001941"/>
            </a:solidFill>
            <a:ln w="127000" cap="flat">
              <a:noFill/>
              <a:prstDash val="solid"/>
              <a:miter/>
            </a:ln>
          </p:spPr>
          <p:txBody>
            <a:bodyPr rtlCol="0" anchor="ctr"/>
            <a:lstStyle/>
            <a:p>
              <a:pPr algn="l"/>
              <a:endParaRPr lang="en-US"/>
            </a:p>
          </p:txBody>
        </p:sp>
        <p:sp>
          <p:nvSpPr>
            <p:cNvPr id="59" name="TextBox 58">
              <a:extLst>
                <a:ext uri="{FF2B5EF4-FFF2-40B4-BE49-F238E27FC236}">
                  <a16:creationId xmlns:a16="http://schemas.microsoft.com/office/drawing/2014/main" id="{3ECB9FAD-98BD-1513-26AE-F2189A9D7874}"/>
                </a:ext>
              </a:extLst>
            </p:cNvPr>
            <p:cNvSpPr txBox="1"/>
            <p:nvPr/>
          </p:nvSpPr>
          <p:spPr>
            <a:xfrm>
              <a:off x="10996166" y="1705531"/>
              <a:ext cx="1422184" cy="604781"/>
            </a:xfrm>
            <a:prstGeom prst="rect">
              <a:avLst/>
            </a:prstGeom>
            <a:noFill/>
          </p:spPr>
          <p:txBody>
            <a:bodyPr wrap="none" rtlCol="0">
              <a:spAutoFit/>
            </a:bodyPr>
            <a:lstStyle/>
            <a:p>
              <a:pPr algn="ctr">
                <a:lnSpc>
                  <a:spcPct val="90000"/>
                </a:lnSpc>
                <a:spcAft>
                  <a:spcPts val="600"/>
                </a:spcAft>
              </a:pPr>
              <a:r>
                <a:rPr lang="en-US" sz="3600" b="1" spc="200">
                  <a:solidFill>
                    <a:schemeClr val="bg1"/>
                  </a:solidFill>
                  <a:latin typeface="TT Norms Pro" panose="02000503030000020003" pitchFamily="2" charset="0"/>
                </a:rPr>
                <a:t>2025</a:t>
              </a:r>
            </a:p>
          </p:txBody>
        </p:sp>
      </p:grpSp>
    </p:spTree>
    <p:extLst>
      <p:ext uri="{BB962C8B-B14F-4D97-AF65-F5344CB8AC3E}">
        <p14:creationId xmlns:p14="http://schemas.microsoft.com/office/powerpoint/2010/main" val="166369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right)">
                                      <p:cBhvr>
                                        <p:cTn id="7" dur="300"/>
                                        <p:tgtEl>
                                          <p:spTgt spid="63"/>
                                        </p:tgtEl>
                                      </p:cBhvr>
                                    </p:animEffect>
                                  </p:childTnLst>
                                </p:cTn>
                              </p:par>
                            </p:childTnLst>
                          </p:cTn>
                        </p:par>
                        <p:par>
                          <p:cTn id="8" fill="hold">
                            <p:stCondLst>
                              <p:cond delay="300"/>
                            </p:stCondLst>
                            <p:childTnLst>
                              <p:par>
                                <p:cTn id="9" presetID="22" presetClass="entr" presetSubtype="8"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ipe(left)">
                                      <p:cBhvr>
                                        <p:cTn id="11" dur="300"/>
                                        <p:tgtEl>
                                          <p:spTgt spid="64"/>
                                        </p:tgtEl>
                                      </p:cBhvr>
                                    </p:animEffect>
                                  </p:childTnLst>
                                </p:cTn>
                              </p:par>
                              <p:par>
                                <p:cTn id="12" presetID="22" presetClass="entr" presetSubtype="8" fill="hold" grpId="0" nodeType="withEffect">
                                  <p:stCondLst>
                                    <p:cond delay="150"/>
                                  </p:stCondLst>
                                  <p:childTnLst>
                                    <p:set>
                                      <p:cBhvr>
                                        <p:cTn id="13" dur="1" fill="hold">
                                          <p:stCondLst>
                                            <p:cond delay="0"/>
                                          </p:stCondLst>
                                        </p:cTn>
                                        <p:tgtEl>
                                          <p:spTgt spid="62"/>
                                        </p:tgtEl>
                                        <p:attrNameLst>
                                          <p:attrName>style.visibility</p:attrName>
                                        </p:attrNameLst>
                                      </p:cBhvr>
                                      <p:to>
                                        <p:strVal val="visible"/>
                                      </p:to>
                                    </p:set>
                                    <p:animEffect transition="in" filter="wipe(left)">
                                      <p:cBhvr>
                                        <p:cTn id="14" dur="15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D228E765-F1A3-F4B6-71FD-BEDF7467540B}"/>
              </a:ext>
            </a:extLst>
          </p:cNvPr>
          <p:cNvPicPr>
            <a:picLocks noChangeAspect="1"/>
          </p:cNvPicPr>
          <p:nvPr/>
        </p:nvPicPr>
        <p:blipFill>
          <a:blip r:embed="rId2"/>
          <a:srcRect b="4972"/>
          <a:stretch>
            <a:fillRect/>
          </a:stretch>
        </p:blipFill>
        <p:spPr>
          <a:xfrm>
            <a:off x="1045702" y="5767754"/>
            <a:ext cx="6290746" cy="5223852"/>
          </a:xfrm>
          <a:prstGeom prst="rect">
            <a:avLst/>
          </a:prstGeom>
        </p:spPr>
      </p:pic>
      <p:pic>
        <p:nvPicPr>
          <p:cNvPr id="27" name="Picture 26" descr="A screenshot of a graph&#10;&#10;AI-generated content may be incorrect.">
            <a:extLst>
              <a:ext uri="{FF2B5EF4-FFF2-40B4-BE49-F238E27FC236}">
                <a16:creationId xmlns:a16="http://schemas.microsoft.com/office/drawing/2014/main" id="{22B8FB52-A5DB-1B6E-1523-C53C0E2D147F}"/>
              </a:ext>
            </a:extLst>
          </p:cNvPr>
          <p:cNvPicPr>
            <a:picLocks noChangeAspect="1"/>
          </p:cNvPicPr>
          <p:nvPr/>
        </p:nvPicPr>
        <p:blipFill>
          <a:blip r:embed="rId3"/>
          <a:srcRect b="4972"/>
          <a:stretch>
            <a:fillRect/>
          </a:stretch>
        </p:blipFill>
        <p:spPr>
          <a:xfrm>
            <a:off x="9223268" y="5767754"/>
            <a:ext cx="6290746" cy="5223852"/>
          </a:xfrm>
          <a:prstGeom prst="rect">
            <a:avLst/>
          </a:prstGeom>
        </p:spPr>
      </p:pic>
      <p:pic>
        <p:nvPicPr>
          <p:cNvPr id="30" name="Picture 29" descr="A screenshot of a graph&#10;&#10;AI-generated content may be incorrect.">
            <a:extLst>
              <a:ext uri="{FF2B5EF4-FFF2-40B4-BE49-F238E27FC236}">
                <a16:creationId xmlns:a16="http://schemas.microsoft.com/office/drawing/2014/main" id="{DB3EAF23-B04A-8D5F-4FAF-F0B11730BE3F}"/>
              </a:ext>
            </a:extLst>
          </p:cNvPr>
          <p:cNvPicPr>
            <a:picLocks noChangeAspect="1"/>
          </p:cNvPicPr>
          <p:nvPr/>
        </p:nvPicPr>
        <p:blipFill>
          <a:blip r:embed="rId4"/>
          <a:srcRect b="4972"/>
          <a:stretch>
            <a:fillRect/>
          </a:stretch>
        </p:blipFill>
        <p:spPr>
          <a:xfrm>
            <a:off x="17399354" y="5767878"/>
            <a:ext cx="6290746" cy="5223852"/>
          </a:xfrm>
          <a:prstGeom prst="rect">
            <a:avLst/>
          </a:prstGeom>
        </p:spPr>
      </p:pic>
      <p:sp>
        <p:nvSpPr>
          <p:cNvPr id="26" name="Text Placeholder 25">
            <a:extLst>
              <a:ext uri="{FF2B5EF4-FFF2-40B4-BE49-F238E27FC236}">
                <a16:creationId xmlns:a16="http://schemas.microsoft.com/office/drawing/2014/main" id="{DF6EE2DA-445D-293A-B673-0AA43D33A618}"/>
              </a:ext>
            </a:extLst>
          </p:cNvPr>
          <p:cNvSpPr>
            <a:spLocks noGrp="1"/>
          </p:cNvSpPr>
          <p:nvPr>
            <p:ph type="body" sz="quarter" idx="14"/>
          </p:nvPr>
        </p:nvSpPr>
        <p:spPr/>
        <p:txBody>
          <a:bodyPr/>
          <a:lstStyle/>
          <a:p>
            <a:r>
              <a:rPr lang="en-US"/>
              <a:t>For six consecutive years, Anglepoint has ranked first in all three use cases among 13 profiled providers in Gartner’s Critical Capabilities for SAM Managed Services report.</a:t>
            </a:r>
          </a:p>
        </p:txBody>
      </p:sp>
      <p:sp>
        <p:nvSpPr>
          <p:cNvPr id="25" name="Title 24">
            <a:extLst>
              <a:ext uri="{FF2B5EF4-FFF2-40B4-BE49-F238E27FC236}">
                <a16:creationId xmlns:a16="http://schemas.microsoft.com/office/drawing/2014/main" id="{67E63604-D69E-214C-F0D0-C008126FBB23}"/>
              </a:ext>
            </a:extLst>
          </p:cNvPr>
          <p:cNvSpPr>
            <a:spLocks noGrp="1"/>
          </p:cNvSpPr>
          <p:nvPr>
            <p:ph type="title"/>
          </p:nvPr>
        </p:nvSpPr>
        <p:spPr/>
        <p:txBody>
          <a:bodyPr/>
          <a:lstStyle/>
          <a:p>
            <a:r>
              <a:rPr lang="en-US"/>
              <a:t>Recognized for Consistent Leadership</a:t>
            </a:r>
          </a:p>
        </p:txBody>
      </p:sp>
      <p:sp>
        <p:nvSpPr>
          <p:cNvPr id="4" name="Footer Placeholder 3">
            <a:extLst>
              <a:ext uri="{FF2B5EF4-FFF2-40B4-BE49-F238E27FC236}">
                <a16:creationId xmlns:a16="http://schemas.microsoft.com/office/drawing/2014/main" id="{C410BC7D-DD9A-1486-F9DE-90AB56D4C4D6}"/>
              </a:ext>
            </a:extLst>
          </p:cNvPr>
          <p:cNvSpPr>
            <a:spLocks noGrp="1"/>
          </p:cNvSpPr>
          <p:nvPr>
            <p:ph type="ftr" sz="quarter" idx="16"/>
          </p:nvPr>
        </p:nvSpPr>
        <p:spPr/>
        <p:txBody>
          <a:bodyPr/>
          <a:lstStyle/>
          <a:p>
            <a:pPr>
              <a:defRPr/>
            </a:pPr>
            <a:r>
              <a:rPr lang="en-US">
                <a:latin typeface="TT Norms Pro"/>
              </a:rPr>
              <a:t>© 2026 </a:t>
            </a:r>
            <a:r>
              <a:rPr lang="en-US" err="1">
                <a:latin typeface="TT Norms Pro"/>
              </a:rPr>
              <a:t>Anglepoint</a:t>
            </a:r>
            <a:r>
              <a:rPr lang="en-US">
                <a:latin typeface="TT Norms Pro"/>
              </a:rPr>
              <a:t> Group, Inc. Confidential.</a:t>
            </a:r>
          </a:p>
        </p:txBody>
      </p:sp>
      <p:sp>
        <p:nvSpPr>
          <p:cNvPr id="5" name="Slide Number Placeholder 4">
            <a:extLst>
              <a:ext uri="{FF2B5EF4-FFF2-40B4-BE49-F238E27FC236}">
                <a16:creationId xmlns:a16="http://schemas.microsoft.com/office/drawing/2014/main" id="{5A22B6F2-3FC7-83D3-512E-FABF67158330}"/>
              </a:ext>
            </a:extLst>
          </p:cNvPr>
          <p:cNvSpPr>
            <a:spLocks noGrp="1"/>
          </p:cNvSpPr>
          <p:nvPr>
            <p:ph type="sldNum" sz="quarter" idx="17"/>
          </p:nvPr>
        </p:nvSpPr>
        <p:spPr/>
        <p:txBody>
          <a:bodyPr/>
          <a:lstStyle/>
          <a:p>
            <a:fld id="{65CC2327-6B8B-47BD-B581-B21CDA88CCFB}" type="slidenum">
              <a:rPr lang="en-US" smtClean="0"/>
              <a:pPr/>
              <a:t>25</a:t>
            </a:fld>
            <a:endParaRPr lang="en-US"/>
          </a:p>
        </p:txBody>
      </p:sp>
      <p:pic>
        <p:nvPicPr>
          <p:cNvPr id="10" name="Gartner Logo">
            <a:extLst>
              <a:ext uri="{FF2B5EF4-FFF2-40B4-BE49-F238E27FC236}">
                <a16:creationId xmlns:a16="http://schemas.microsoft.com/office/drawing/2014/main" id="{41F58D6D-8556-D130-9771-421A85652A16}"/>
              </a:ext>
            </a:extLst>
          </p:cNvPr>
          <p:cNvPicPr>
            <a:picLocks noChangeAspect="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1047177" y="11837635"/>
            <a:ext cx="2519108" cy="579591"/>
          </a:xfrm>
          <a:prstGeom prst="rect">
            <a:avLst/>
          </a:prstGeom>
          <a:noFill/>
          <a:extLst>
            <a:ext uri="{909E8E84-426E-40DD-AFC4-6F175D3DCCD1}">
              <a14:hiddenFill xmlns:a14="http://schemas.microsoft.com/office/drawing/2010/main">
                <a:solidFill>
                  <a:srgbClr val="FFFFFF"/>
                </a:solidFill>
              </a14:hiddenFill>
            </a:ext>
          </a:extLst>
        </p:spPr>
      </p:pic>
      <p:sp>
        <p:nvSpPr>
          <p:cNvPr id="11" name="Transparency 3">
            <a:extLst>
              <a:ext uri="{FF2B5EF4-FFF2-40B4-BE49-F238E27FC236}">
                <a16:creationId xmlns:a16="http://schemas.microsoft.com/office/drawing/2014/main" id="{63CB2160-EC48-3D36-4872-E513802BB5FE}"/>
              </a:ext>
            </a:extLst>
          </p:cNvPr>
          <p:cNvSpPr>
            <a:spLocks/>
          </p:cNvSpPr>
          <p:nvPr/>
        </p:nvSpPr>
        <p:spPr>
          <a:xfrm>
            <a:off x="17399354" y="6503224"/>
            <a:ext cx="5943600" cy="4094019"/>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1"/>
          </a:p>
        </p:txBody>
      </p:sp>
      <p:sp>
        <p:nvSpPr>
          <p:cNvPr id="13" name="Transparency 2">
            <a:extLst>
              <a:ext uri="{FF2B5EF4-FFF2-40B4-BE49-F238E27FC236}">
                <a16:creationId xmlns:a16="http://schemas.microsoft.com/office/drawing/2014/main" id="{BA9D715E-C3AB-8D05-070E-7B43BC27FBF3}"/>
              </a:ext>
            </a:extLst>
          </p:cNvPr>
          <p:cNvSpPr>
            <a:spLocks/>
          </p:cNvSpPr>
          <p:nvPr/>
        </p:nvSpPr>
        <p:spPr>
          <a:xfrm>
            <a:off x="9223268" y="6503224"/>
            <a:ext cx="5943600" cy="4094019"/>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1"/>
          </a:p>
        </p:txBody>
      </p:sp>
      <p:grpSp>
        <p:nvGrpSpPr>
          <p:cNvPr id="31" name="Group 30">
            <a:extLst>
              <a:ext uri="{FF2B5EF4-FFF2-40B4-BE49-F238E27FC236}">
                <a16:creationId xmlns:a16="http://schemas.microsoft.com/office/drawing/2014/main" id="{6F3587DA-A8DD-E501-FCFE-EFA94E8E3732}"/>
              </a:ext>
            </a:extLst>
          </p:cNvPr>
          <p:cNvGrpSpPr/>
          <p:nvPr/>
        </p:nvGrpSpPr>
        <p:grpSpPr>
          <a:xfrm>
            <a:off x="8107023" y="5763703"/>
            <a:ext cx="8177567" cy="5111126"/>
            <a:chOff x="8107023" y="6420069"/>
            <a:chExt cx="8177567" cy="4572000"/>
          </a:xfrm>
        </p:grpSpPr>
        <p:cxnSp>
          <p:nvCxnSpPr>
            <p:cNvPr id="12" name="Line Separator 2">
              <a:extLst>
                <a:ext uri="{FF2B5EF4-FFF2-40B4-BE49-F238E27FC236}">
                  <a16:creationId xmlns:a16="http://schemas.microsoft.com/office/drawing/2014/main" id="{FBA93150-2B3A-AFCE-7578-8DD0ABC4EE4C}"/>
                </a:ext>
              </a:extLst>
            </p:cNvPr>
            <p:cNvCxnSpPr/>
            <p:nvPr/>
          </p:nvCxnSpPr>
          <p:spPr>
            <a:xfrm>
              <a:off x="16284590" y="6420069"/>
              <a:ext cx="0" cy="45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Line Separator 1">
              <a:extLst>
                <a:ext uri="{FF2B5EF4-FFF2-40B4-BE49-F238E27FC236}">
                  <a16:creationId xmlns:a16="http://schemas.microsoft.com/office/drawing/2014/main" id="{98902284-A9B5-D0CA-8D6F-D18A21ADA545}"/>
                </a:ext>
              </a:extLst>
            </p:cNvPr>
            <p:cNvCxnSpPr/>
            <p:nvPr/>
          </p:nvCxnSpPr>
          <p:spPr>
            <a:xfrm>
              <a:off x="8107023" y="6420069"/>
              <a:ext cx="0" cy="45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5" name="Transparency 1">
            <a:extLst>
              <a:ext uri="{FF2B5EF4-FFF2-40B4-BE49-F238E27FC236}">
                <a16:creationId xmlns:a16="http://schemas.microsoft.com/office/drawing/2014/main" id="{48E7D61A-079D-41D9-6779-D1561302C993}"/>
              </a:ext>
            </a:extLst>
          </p:cNvPr>
          <p:cNvSpPr>
            <a:spLocks/>
          </p:cNvSpPr>
          <p:nvPr/>
        </p:nvSpPr>
        <p:spPr>
          <a:xfrm>
            <a:off x="1047177" y="6503224"/>
            <a:ext cx="5943600" cy="4094019"/>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1"/>
          </a:p>
        </p:txBody>
      </p:sp>
      <p:grpSp>
        <p:nvGrpSpPr>
          <p:cNvPr id="19" name="&quot;Ranked #1&quot;">
            <a:extLst>
              <a:ext uri="{FF2B5EF4-FFF2-40B4-BE49-F238E27FC236}">
                <a16:creationId xmlns:a16="http://schemas.microsoft.com/office/drawing/2014/main" id="{E00BA197-93A9-EA51-6491-17B6B806EAE4}"/>
              </a:ext>
            </a:extLst>
          </p:cNvPr>
          <p:cNvGrpSpPr/>
          <p:nvPr/>
        </p:nvGrpSpPr>
        <p:grpSpPr>
          <a:xfrm>
            <a:off x="19437696" y="1022811"/>
            <a:ext cx="2514600" cy="3430786"/>
            <a:chOff x="17265948" y="1722856"/>
            <a:chExt cx="2514600" cy="3430786"/>
          </a:xfrm>
        </p:grpSpPr>
        <p:sp>
          <p:nvSpPr>
            <p:cNvPr id="20" name="Outside Text Box">
              <a:extLst>
                <a:ext uri="{FF2B5EF4-FFF2-40B4-BE49-F238E27FC236}">
                  <a16:creationId xmlns:a16="http://schemas.microsoft.com/office/drawing/2014/main" id="{0725E249-D42A-C701-CFFC-A312F26F8A80}"/>
                </a:ext>
              </a:extLst>
            </p:cNvPr>
            <p:cNvSpPr/>
            <p:nvPr/>
          </p:nvSpPr>
          <p:spPr>
            <a:xfrm>
              <a:off x="17265948" y="1722856"/>
              <a:ext cx="2514600" cy="3430786"/>
            </a:xfrm>
            <a:custGeom>
              <a:avLst/>
              <a:gdLst>
                <a:gd name="connsiteX0" fmla="*/ 0 w 779715"/>
                <a:gd name="connsiteY0" fmla="*/ 0 h 1049116"/>
                <a:gd name="connsiteX1" fmla="*/ 779715 w 779715"/>
                <a:gd name="connsiteY1" fmla="*/ 0 h 1049116"/>
                <a:gd name="connsiteX2" fmla="*/ 779715 w 779715"/>
                <a:gd name="connsiteY2" fmla="*/ 1049116 h 1049116"/>
                <a:gd name="connsiteX3" fmla="*/ 0 w 779715"/>
                <a:gd name="connsiteY3" fmla="*/ 1049116 h 1049116"/>
              </a:gdLst>
              <a:ahLst/>
              <a:cxnLst>
                <a:cxn ang="0">
                  <a:pos x="connsiteX0" y="connsiteY0"/>
                </a:cxn>
                <a:cxn ang="0">
                  <a:pos x="connsiteX1" y="connsiteY1"/>
                </a:cxn>
                <a:cxn ang="0">
                  <a:pos x="connsiteX2" y="connsiteY2"/>
                </a:cxn>
                <a:cxn ang="0">
                  <a:pos x="connsiteX3" y="connsiteY3"/>
                </a:cxn>
              </a:cxnLst>
              <a:rect l="l" t="t" r="r" b="b"/>
              <a:pathLst>
                <a:path w="779715" h="1049116">
                  <a:moveTo>
                    <a:pt x="0" y="0"/>
                  </a:moveTo>
                  <a:lnTo>
                    <a:pt x="779715" y="0"/>
                  </a:lnTo>
                  <a:lnTo>
                    <a:pt x="779715" y="1049116"/>
                  </a:lnTo>
                  <a:lnTo>
                    <a:pt x="0" y="1049116"/>
                  </a:lnTo>
                  <a:close/>
                </a:path>
              </a:pathLst>
            </a:custGeom>
            <a:solidFill>
              <a:schemeClr val="bg1"/>
            </a:solidFill>
            <a:ln w="38100">
              <a:solidFill>
                <a:schemeClr val="tx2"/>
              </a:solidFill>
            </a:ln>
            <a:effectLst>
              <a:outerShdw dist="317500" dir="2700000" algn="tl" rotWithShape="0">
                <a:schemeClr val="tx2">
                  <a:alpha val="15000"/>
                </a:schemeClr>
              </a:outerShdw>
            </a:effectLst>
          </p:spPr>
          <p:txBody>
            <a:bodyPr tIns="182880" rtlCol="0" anchor="t"/>
            <a:lstStyle/>
            <a:p>
              <a:pPr algn="ctr"/>
              <a:r>
                <a:rPr lang="en-US" sz="3600" b="1">
                  <a:solidFill>
                    <a:schemeClr val="tx2"/>
                  </a:solidFill>
                  <a:latin typeface="TT Norms Pro ExtraBold" panose="02000503030000020003" pitchFamily="2" charset="0"/>
                </a:rPr>
                <a:t>RANKED</a:t>
              </a: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lnSpc>
                  <a:spcPct val="150000"/>
                </a:lnSpc>
              </a:pPr>
              <a:r>
                <a:rPr lang="en-US" sz="1600" b="1">
                  <a:solidFill>
                    <a:schemeClr val="tx2"/>
                  </a:solidFill>
                  <a:latin typeface="TT Norms Pro" panose="02000503030000020003" pitchFamily="2" charset="0"/>
                </a:rPr>
                <a:t>IN EVERY USE CASE</a:t>
              </a:r>
            </a:p>
          </p:txBody>
        </p:sp>
        <p:sp>
          <p:nvSpPr>
            <p:cNvPr id="21" name="Inside Text Box">
              <a:extLst>
                <a:ext uri="{FF2B5EF4-FFF2-40B4-BE49-F238E27FC236}">
                  <a16:creationId xmlns:a16="http://schemas.microsoft.com/office/drawing/2014/main" id="{FA25F8C4-2404-5518-A4F8-69F9F165AFBD}"/>
                </a:ext>
              </a:extLst>
            </p:cNvPr>
            <p:cNvSpPr/>
            <p:nvPr/>
          </p:nvSpPr>
          <p:spPr>
            <a:xfrm>
              <a:off x="17517408" y="2532222"/>
              <a:ext cx="2011680" cy="2011680"/>
            </a:xfrm>
            <a:custGeom>
              <a:avLst/>
              <a:gdLst>
                <a:gd name="connsiteX0" fmla="*/ 0 w 779715"/>
                <a:gd name="connsiteY0" fmla="*/ 0 h 1049116"/>
                <a:gd name="connsiteX1" fmla="*/ 779715 w 779715"/>
                <a:gd name="connsiteY1" fmla="*/ 0 h 1049116"/>
                <a:gd name="connsiteX2" fmla="*/ 779715 w 779715"/>
                <a:gd name="connsiteY2" fmla="*/ 1049116 h 1049116"/>
                <a:gd name="connsiteX3" fmla="*/ 0 w 779715"/>
                <a:gd name="connsiteY3" fmla="*/ 1049116 h 1049116"/>
              </a:gdLst>
              <a:ahLst/>
              <a:cxnLst>
                <a:cxn ang="0">
                  <a:pos x="connsiteX0" y="connsiteY0"/>
                </a:cxn>
                <a:cxn ang="0">
                  <a:pos x="connsiteX1" y="connsiteY1"/>
                </a:cxn>
                <a:cxn ang="0">
                  <a:pos x="connsiteX2" y="connsiteY2"/>
                </a:cxn>
                <a:cxn ang="0">
                  <a:pos x="connsiteX3" y="connsiteY3"/>
                </a:cxn>
              </a:cxnLst>
              <a:rect l="l" t="t" r="r" b="b"/>
              <a:pathLst>
                <a:path w="779715" h="1049116">
                  <a:moveTo>
                    <a:pt x="0" y="0"/>
                  </a:moveTo>
                  <a:lnTo>
                    <a:pt x="779715" y="0"/>
                  </a:lnTo>
                  <a:lnTo>
                    <a:pt x="779715" y="1049116"/>
                  </a:lnTo>
                  <a:lnTo>
                    <a:pt x="0" y="1049116"/>
                  </a:lnTo>
                  <a:close/>
                </a:path>
              </a:pathLst>
            </a:custGeom>
            <a:solidFill>
              <a:srgbClr val="001941"/>
            </a:solidFill>
            <a:ln w="25400">
              <a:noFill/>
            </a:ln>
            <a:effectLst/>
          </p:spPr>
          <p:txBody>
            <a:bodyPr lIns="0" tIns="274320" rIns="0" bIns="0" rtlCol="0" anchor="ctr"/>
            <a:lstStyle/>
            <a:p>
              <a:pPr algn="ctr">
                <a:spcBef>
                  <a:spcPts val="600"/>
                </a:spcBef>
              </a:pPr>
              <a:r>
                <a:rPr lang="en-US" sz="8800" b="1" baseline="90000">
                  <a:solidFill>
                    <a:schemeClr val="bg1"/>
                  </a:solidFill>
                </a:rPr>
                <a:t>#</a:t>
              </a:r>
              <a:r>
                <a:rPr lang="en-US" sz="17500" b="1">
                  <a:solidFill>
                    <a:schemeClr val="bg1"/>
                  </a:solidFill>
                </a:rPr>
                <a:t>1</a:t>
              </a:r>
            </a:p>
          </p:txBody>
        </p:sp>
      </p:grpSp>
      <p:sp>
        <p:nvSpPr>
          <p:cNvPr id="22" name="&quot;3&quot;">
            <a:extLst>
              <a:ext uri="{FF2B5EF4-FFF2-40B4-BE49-F238E27FC236}">
                <a16:creationId xmlns:a16="http://schemas.microsoft.com/office/drawing/2014/main" id="{6355F1D8-3937-DE8D-AE1C-A860E1152168}"/>
              </a:ext>
            </a:extLst>
          </p:cNvPr>
          <p:cNvSpPr/>
          <p:nvPr/>
        </p:nvSpPr>
        <p:spPr>
          <a:xfrm>
            <a:off x="17400835" y="4742472"/>
            <a:ext cx="784650" cy="784650"/>
          </a:xfrm>
          <a:prstGeom prst="ellipse">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36577" rtlCol="0" anchor="ctr"/>
          <a:lstStyle/>
          <a:p>
            <a:pPr algn="ctr"/>
            <a:r>
              <a:rPr lang="en-US" sz="3200" b="1">
                <a:solidFill>
                  <a:schemeClr val="tx2"/>
                </a:solidFill>
                <a:latin typeface="TT Norms Pro" panose="02000503030000020003" pitchFamily="2" charset="0"/>
              </a:rPr>
              <a:t>3</a:t>
            </a:r>
          </a:p>
        </p:txBody>
      </p:sp>
      <p:sp>
        <p:nvSpPr>
          <p:cNvPr id="23" name="&quot;2&quot;">
            <a:extLst>
              <a:ext uri="{FF2B5EF4-FFF2-40B4-BE49-F238E27FC236}">
                <a16:creationId xmlns:a16="http://schemas.microsoft.com/office/drawing/2014/main" id="{01958AD2-3FDB-DAB4-17A5-D5EF6149B165}"/>
              </a:ext>
            </a:extLst>
          </p:cNvPr>
          <p:cNvSpPr/>
          <p:nvPr/>
        </p:nvSpPr>
        <p:spPr>
          <a:xfrm>
            <a:off x="9223269" y="4742472"/>
            <a:ext cx="784650" cy="784650"/>
          </a:xfrm>
          <a:prstGeom prst="ellipse">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36577" rtlCol="0" anchor="ctr"/>
          <a:lstStyle/>
          <a:p>
            <a:pPr algn="ctr"/>
            <a:r>
              <a:rPr lang="en-US" sz="3200" b="1">
                <a:solidFill>
                  <a:schemeClr val="tx2"/>
                </a:solidFill>
                <a:latin typeface="TT Norms Pro" panose="02000503030000020003" pitchFamily="2" charset="0"/>
              </a:rPr>
              <a:t>2</a:t>
            </a:r>
          </a:p>
        </p:txBody>
      </p:sp>
      <p:sp>
        <p:nvSpPr>
          <p:cNvPr id="24" name="&quot;1&quot;">
            <a:extLst>
              <a:ext uri="{FF2B5EF4-FFF2-40B4-BE49-F238E27FC236}">
                <a16:creationId xmlns:a16="http://schemas.microsoft.com/office/drawing/2014/main" id="{5BB92E5A-DDD0-640F-3AD3-E7B5A09346AB}"/>
              </a:ext>
            </a:extLst>
          </p:cNvPr>
          <p:cNvSpPr/>
          <p:nvPr/>
        </p:nvSpPr>
        <p:spPr>
          <a:xfrm>
            <a:off x="1045702" y="4742472"/>
            <a:ext cx="784650" cy="784650"/>
          </a:xfrm>
          <a:prstGeom prst="ellips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36577" rtlCol="0" anchor="ctr"/>
          <a:lstStyle/>
          <a:p>
            <a:pPr algn="ctr"/>
            <a:r>
              <a:rPr lang="en-US" sz="3200" b="1">
                <a:solidFill>
                  <a:schemeClr val="tx2"/>
                </a:solidFill>
                <a:latin typeface="TT Norms Pro" panose="02000503030000020003" pitchFamily="2" charset="0"/>
              </a:rPr>
              <a:t>1</a:t>
            </a:r>
          </a:p>
        </p:txBody>
      </p:sp>
      <p:sp>
        <p:nvSpPr>
          <p:cNvPr id="29" name="Fine Print">
            <a:extLst>
              <a:ext uri="{FF2B5EF4-FFF2-40B4-BE49-F238E27FC236}">
                <a16:creationId xmlns:a16="http://schemas.microsoft.com/office/drawing/2014/main" id="{E9441653-DCB1-1754-3594-4D7195253DE6}"/>
              </a:ext>
            </a:extLst>
          </p:cNvPr>
          <p:cNvSpPr txBox="1">
            <a:spLocks/>
          </p:cNvSpPr>
          <p:nvPr/>
        </p:nvSpPr>
        <p:spPr>
          <a:xfrm>
            <a:off x="4113984" y="11758098"/>
            <a:ext cx="19091070" cy="73866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solidFill>
                  <a:schemeClr val="tx1">
                    <a:lumMod val="60000"/>
                    <a:lumOff val="40000"/>
                  </a:schemeClr>
                </a:solidFill>
                <a:latin typeface="TT Norms Pro" panose="02000503030000020003" pitchFamily="2" charset="0"/>
              </a:rPr>
              <a:t>Gartner, Critical Capabilities for Software Asset Management Managed Services, Rob Schafer, Yolanda Harris, Jaswant Kalay, Charity Hooper, 6 October 2026, G00824336. This graphic was published by Gartner, Inc. as part of a larger research document and should be evaluated in the context of the entire document. The Gartner document is available upon request from Anglepoint at </a:t>
            </a:r>
            <a:r>
              <a:rPr lang="en-US" sz="1050">
                <a:solidFill>
                  <a:schemeClr val="tx1">
                    <a:lumMod val="60000"/>
                    <a:lumOff val="40000"/>
                  </a:schemeClr>
                </a:solidFill>
                <a:latin typeface="TT Norms Pro" panose="02000503030000020003" pitchFamily="2" charset="0"/>
                <a:hlinkClick r:id="rId6">
                  <a:extLst>
                    <a:ext uri="{A12FA001-AC4F-418D-AE19-62706E023703}">
                      <ahyp:hlinkClr xmlns:ahyp="http://schemas.microsoft.com/office/drawing/2018/hyperlinkcolor" val="tx"/>
                    </a:ext>
                  </a:extLst>
                </a:hlinkClick>
              </a:rPr>
              <a:t>www.anglepoint.com/cc</a:t>
            </a:r>
            <a:r>
              <a:rPr lang="en-US" sz="1050">
                <a:solidFill>
                  <a:schemeClr val="tx1">
                    <a:lumMod val="60000"/>
                    <a:lumOff val="40000"/>
                  </a:schemeClr>
                </a:solidFill>
                <a:latin typeface="TT Norms Pro" panose="02000503030000020003" pitchFamily="2" charset="0"/>
              </a:rPr>
              <a:t>. Gartner does not endorse any vendor, product or service depicted in its research publications and does not advise technology users to select only those vendors with the highest ratings or other designation. Gartner research publications consist of the opinions of Gartner’s research organization and should not be construed as statements of fact. Gartner disclaims all warranties, expressed or implied, with respect to this research, including any warranties of merchantability or fitness for a particular purpose. GARTNER and Critical Capabilities are registered trademark and service mark of Gartner, Inc. and/or its affiliates in the U.S. and internationally and is used herein with permission. All rights reserved.</a:t>
            </a:r>
          </a:p>
        </p:txBody>
      </p:sp>
      <p:sp>
        <p:nvSpPr>
          <p:cNvPr id="8" name="Rectangle 7">
            <a:extLst>
              <a:ext uri="{FF2B5EF4-FFF2-40B4-BE49-F238E27FC236}">
                <a16:creationId xmlns:a16="http://schemas.microsoft.com/office/drawing/2014/main" id="{86F5A05D-DF70-CE50-4406-ECEABCE8C758}"/>
              </a:ext>
            </a:extLst>
          </p:cNvPr>
          <p:cNvSpPr/>
          <p:nvPr/>
        </p:nvSpPr>
        <p:spPr>
          <a:xfrm>
            <a:off x="3511295" y="6180505"/>
            <a:ext cx="2001775" cy="242693"/>
          </a:xfrm>
          <a:prstGeom prst="rect">
            <a:avLst/>
          </a:prstGeom>
          <a:solidFill>
            <a:schemeClr val="accent2"/>
          </a:solidFill>
          <a:ln w="127000" cap="flat">
            <a:noFill/>
            <a:prstDash val="solid"/>
            <a:miter/>
          </a:ln>
        </p:spPr>
        <p:txBody>
          <a:bodyPr rtlCol="0" anchor="ctr"/>
          <a:lstStyle/>
          <a:p>
            <a:pPr algn="l"/>
            <a:endParaRPr lang="en-US"/>
          </a:p>
        </p:txBody>
      </p:sp>
      <p:sp>
        <p:nvSpPr>
          <p:cNvPr id="9" name="Rectangle 8">
            <a:extLst>
              <a:ext uri="{FF2B5EF4-FFF2-40B4-BE49-F238E27FC236}">
                <a16:creationId xmlns:a16="http://schemas.microsoft.com/office/drawing/2014/main" id="{9CA973CA-6F3C-ED16-49E7-63AF3C3B2429}"/>
              </a:ext>
            </a:extLst>
          </p:cNvPr>
          <p:cNvSpPr/>
          <p:nvPr/>
        </p:nvSpPr>
        <p:spPr>
          <a:xfrm>
            <a:off x="11683419" y="6180505"/>
            <a:ext cx="2005528" cy="242693"/>
          </a:xfrm>
          <a:prstGeom prst="rect">
            <a:avLst/>
          </a:prstGeom>
          <a:solidFill>
            <a:schemeClr val="accent2"/>
          </a:solidFill>
          <a:ln w="127000" cap="flat">
            <a:noFill/>
            <a:prstDash val="solid"/>
            <a:miter/>
          </a:ln>
        </p:spPr>
        <p:txBody>
          <a:bodyPr rtlCol="0" anchor="ctr"/>
          <a:lstStyle/>
          <a:p>
            <a:pPr algn="l"/>
            <a:endParaRPr lang="en-US"/>
          </a:p>
        </p:txBody>
      </p:sp>
      <p:sp>
        <p:nvSpPr>
          <p:cNvPr id="28" name="Rectangle 27">
            <a:extLst>
              <a:ext uri="{FF2B5EF4-FFF2-40B4-BE49-F238E27FC236}">
                <a16:creationId xmlns:a16="http://schemas.microsoft.com/office/drawing/2014/main" id="{5AF0408F-9A19-2B9B-E2FE-BB29C1FBC2A2}"/>
              </a:ext>
            </a:extLst>
          </p:cNvPr>
          <p:cNvSpPr/>
          <p:nvPr/>
        </p:nvSpPr>
        <p:spPr>
          <a:xfrm>
            <a:off x="19865992" y="6180505"/>
            <a:ext cx="1996005" cy="242693"/>
          </a:xfrm>
          <a:prstGeom prst="rect">
            <a:avLst/>
          </a:prstGeom>
          <a:solidFill>
            <a:schemeClr val="accent2"/>
          </a:solidFill>
          <a:ln w="127000" cap="flat">
            <a:noFill/>
            <a:prstDash val="solid"/>
            <a:miter/>
          </a:ln>
        </p:spPr>
        <p:txBody>
          <a:bodyPr rtlCol="0" anchor="ctr"/>
          <a:lstStyle/>
          <a:p>
            <a:pPr algn="l"/>
            <a:endParaRPr lang="en-US"/>
          </a:p>
        </p:txBody>
      </p:sp>
    </p:spTree>
    <p:extLst>
      <p:ext uri="{BB962C8B-B14F-4D97-AF65-F5344CB8AC3E}">
        <p14:creationId xmlns:p14="http://schemas.microsoft.com/office/powerpoint/2010/main" val="237293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400"/>
                                        <p:tgtEl>
                                          <p:spTgt spid="8"/>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left)">
                                      <p:cBhvr>
                                        <p:cTn id="14" dur="500"/>
                                        <p:tgtEl>
                                          <p:spTgt spid="27"/>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400"/>
                                        <p:tgtEl>
                                          <p:spTgt spid="9"/>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left)">
                                      <p:cBhvr>
                                        <p:cTn id="24" dur="400"/>
                                        <p:tgtEl>
                                          <p:spTgt spid="28"/>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par>
                          <p:cTn id="38" fill="hold">
                            <p:stCondLst>
                              <p:cond delay="2000"/>
                            </p:stCondLst>
                            <p:childTnLst>
                              <p:par>
                                <p:cTn id="39" presetID="10" presetClass="exit" presetSubtype="0" fill="hold" grpId="1" nodeType="afterEffect">
                                  <p:stCondLst>
                                    <p:cond delay="0"/>
                                  </p:stCondLst>
                                  <p:childTnLst>
                                    <p:animEffect transition="out" filter="fade">
                                      <p:cBhvr>
                                        <p:cTn id="40" dur="500"/>
                                        <p:tgtEl>
                                          <p:spTgt spid="8"/>
                                        </p:tgtEl>
                                      </p:cBhvr>
                                    </p:animEffect>
                                    <p:set>
                                      <p:cBhvr>
                                        <p:cTn id="41" dur="1" fill="hold">
                                          <p:stCondLst>
                                            <p:cond delay="499"/>
                                          </p:stCondLst>
                                        </p:cTn>
                                        <p:tgtEl>
                                          <p:spTgt spid="8"/>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500"/>
                                        <p:tgtEl>
                                          <p:spTgt spid="9"/>
                                        </p:tgtEl>
                                      </p:cBhvr>
                                    </p:animEffect>
                                    <p:set>
                                      <p:cBhvr>
                                        <p:cTn id="44" dur="1" fill="hold">
                                          <p:stCondLst>
                                            <p:cond delay="499"/>
                                          </p:stCondLst>
                                        </p:cTn>
                                        <p:tgtEl>
                                          <p:spTgt spid="9"/>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500"/>
                                        <p:tgtEl>
                                          <p:spTgt spid="28"/>
                                        </p:tgtEl>
                                      </p:cBhvr>
                                    </p:animEffect>
                                    <p:set>
                                      <p:cBhvr>
                                        <p:cTn id="47"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8" grpId="0" animBg="1"/>
      <p:bldP spid="8" grpId="1" animBg="1"/>
      <p:bldP spid="9" grpId="0" animBg="1"/>
      <p:bldP spid="9" grpId="1" animBg="1"/>
      <p:bldP spid="28" grpId="0" animBg="1"/>
      <p:bldP spid="28"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7F9CE57-FA93-AB4C-B788-1DC9BABB1816}"/>
              </a:ext>
            </a:extLst>
          </p:cNvPr>
          <p:cNvSpPr>
            <a:spLocks noGrp="1"/>
          </p:cNvSpPr>
          <p:nvPr>
            <p:ph type="ftr" sz="quarter" idx="16"/>
          </p:nvPr>
        </p:nvSpPr>
        <p:spPr/>
        <p:txBody>
          <a:bodyPr/>
          <a:lstStyle/>
          <a:p>
            <a:pPr>
              <a:defRPr/>
            </a:pPr>
            <a:r>
              <a:rPr lang="en-US">
                <a:latin typeface="TT Norms Pro"/>
              </a:rPr>
              <a:t>© 2026 Anglepoint Group, Inc. Confidential.</a:t>
            </a:r>
          </a:p>
        </p:txBody>
      </p:sp>
      <p:sp>
        <p:nvSpPr>
          <p:cNvPr id="5" name="Slide Number Placeholder 4">
            <a:extLst>
              <a:ext uri="{FF2B5EF4-FFF2-40B4-BE49-F238E27FC236}">
                <a16:creationId xmlns:a16="http://schemas.microsoft.com/office/drawing/2014/main" id="{E2355E3C-DFD8-01F8-587B-F65EA55E144B}"/>
              </a:ext>
            </a:extLst>
          </p:cNvPr>
          <p:cNvSpPr>
            <a:spLocks noGrp="1"/>
          </p:cNvSpPr>
          <p:nvPr>
            <p:ph type="sldNum" sz="quarter" idx="17"/>
          </p:nvPr>
        </p:nvSpPr>
        <p:spPr/>
        <p:txBody>
          <a:bodyPr/>
          <a:lstStyle/>
          <a:p>
            <a:fld id="{65CC2327-6B8B-47BD-B581-B21CDA88CCFB}" type="slidenum">
              <a:rPr lang="en-US" smtClean="0"/>
              <a:pPr/>
              <a:t>26</a:t>
            </a:fld>
            <a:endParaRPr lang="en-US"/>
          </a:p>
        </p:txBody>
      </p:sp>
      <p:sp>
        <p:nvSpPr>
          <p:cNvPr id="3" name="Title 2">
            <a:extLst>
              <a:ext uri="{FF2B5EF4-FFF2-40B4-BE49-F238E27FC236}">
                <a16:creationId xmlns:a16="http://schemas.microsoft.com/office/drawing/2014/main" id="{DA74B626-8C07-0F6C-6C7C-60870C2CFD8D}"/>
              </a:ext>
            </a:extLst>
          </p:cNvPr>
          <p:cNvSpPr>
            <a:spLocks noGrp="1"/>
          </p:cNvSpPr>
          <p:nvPr>
            <p:ph type="title"/>
          </p:nvPr>
        </p:nvSpPr>
        <p:spPr/>
        <p:txBody>
          <a:bodyPr>
            <a:normAutofit/>
          </a:bodyPr>
          <a:lstStyle/>
          <a:p>
            <a:r>
              <a:rPr lang="en-US"/>
              <a:t>Product/Service Rating on Critical Capabilities</a:t>
            </a:r>
          </a:p>
        </p:txBody>
      </p:sp>
      <p:graphicFrame>
        <p:nvGraphicFramePr>
          <p:cNvPr id="6" name="Table 5">
            <a:extLst>
              <a:ext uri="{FF2B5EF4-FFF2-40B4-BE49-F238E27FC236}">
                <a16:creationId xmlns:a16="http://schemas.microsoft.com/office/drawing/2014/main" id="{C4C5FD55-282C-664A-BE44-182C2C0A4019}"/>
              </a:ext>
            </a:extLst>
          </p:cNvPr>
          <p:cNvGraphicFramePr>
            <a:graphicFrameLocks noGrp="1"/>
          </p:cNvGraphicFramePr>
          <p:nvPr/>
        </p:nvGraphicFramePr>
        <p:xfrm>
          <a:off x="1068388" y="3252679"/>
          <a:ext cx="22265744" cy="9401436"/>
        </p:xfrm>
        <a:graphic>
          <a:graphicData uri="http://schemas.openxmlformats.org/drawingml/2006/table">
            <a:tbl>
              <a:tblPr firstRow="1" bandRow="1">
                <a:tableStyleId>{5C22544A-7EE6-4342-B048-85BDC9FD1C3A}</a:tableStyleId>
              </a:tblPr>
              <a:tblGrid>
                <a:gridCol w="608012">
                  <a:extLst>
                    <a:ext uri="{9D8B030D-6E8A-4147-A177-3AD203B41FA5}">
                      <a16:colId xmlns:a16="http://schemas.microsoft.com/office/drawing/2014/main" val="1617226631"/>
                    </a:ext>
                  </a:extLst>
                </a:gridCol>
                <a:gridCol w="3014133">
                  <a:extLst>
                    <a:ext uri="{9D8B030D-6E8A-4147-A177-3AD203B41FA5}">
                      <a16:colId xmlns:a16="http://schemas.microsoft.com/office/drawing/2014/main" val="3541462387"/>
                    </a:ext>
                  </a:extLst>
                </a:gridCol>
                <a:gridCol w="1434123">
                  <a:extLst>
                    <a:ext uri="{9D8B030D-6E8A-4147-A177-3AD203B41FA5}">
                      <a16:colId xmlns:a16="http://schemas.microsoft.com/office/drawing/2014/main" val="341987413"/>
                    </a:ext>
                  </a:extLst>
                </a:gridCol>
                <a:gridCol w="1434123">
                  <a:extLst>
                    <a:ext uri="{9D8B030D-6E8A-4147-A177-3AD203B41FA5}">
                      <a16:colId xmlns:a16="http://schemas.microsoft.com/office/drawing/2014/main" val="2163374986"/>
                    </a:ext>
                  </a:extLst>
                </a:gridCol>
                <a:gridCol w="1434123">
                  <a:extLst>
                    <a:ext uri="{9D8B030D-6E8A-4147-A177-3AD203B41FA5}">
                      <a16:colId xmlns:a16="http://schemas.microsoft.com/office/drawing/2014/main" val="1756478649"/>
                    </a:ext>
                  </a:extLst>
                </a:gridCol>
                <a:gridCol w="1434123">
                  <a:extLst>
                    <a:ext uri="{9D8B030D-6E8A-4147-A177-3AD203B41FA5}">
                      <a16:colId xmlns:a16="http://schemas.microsoft.com/office/drawing/2014/main" val="3472624307"/>
                    </a:ext>
                  </a:extLst>
                </a:gridCol>
                <a:gridCol w="1434123">
                  <a:extLst>
                    <a:ext uri="{9D8B030D-6E8A-4147-A177-3AD203B41FA5}">
                      <a16:colId xmlns:a16="http://schemas.microsoft.com/office/drawing/2014/main" val="1635121778"/>
                    </a:ext>
                  </a:extLst>
                </a:gridCol>
                <a:gridCol w="1434123">
                  <a:extLst>
                    <a:ext uri="{9D8B030D-6E8A-4147-A177-3AD203B41FA5}">
                      <a16:colId xmlns:a16="http://schemas.microsoft.com/office/drawing/2014/main" val="3129687787"/>
                    </a:ext>
                  </a:extLst>
                </a:gridCol>
                <a:gridCol w="1434123">
                  <a:extLst>
                    <a:ext uri="{9D8B030D-6E8A-4147-A177-3AD203B41FA5}">
                      <a16:colId xmlns:a16="http://schemas.microsoft.com/office/drawing/2014/main" val="346750273"/>
                    </a:ext>
                  </a:extLst>
                </a:gridCol>
                <a:gridCol w="1434123">
                  <a:extLst>
                    <a:ext uri="{9D8B030D-6E8A-4147-A177-3AD203B41FA5}">
                      <a16:colId xmlns:a16="http://schemas.microsoft.com/office/drawing/2014/main" val="3167223461"/>
                    </a:ext>
                  </a:extLst>
                </a:gridCol>
                <a:gridCol w="1434123">
                  <a:extLst>
                    <a:ext uri="{9D8B030D-6E8A-4147-A177-3AD203B41FA5}">
                      <a16:colId xmlns:a16="http://schemas.microsoft.com/office/drawing/2014/main" val="746025878"/>
                    </a:ext>
                  </a:extLst>
                </a:gridCol>
                <a:gridCol w="1434123">
                  <a:extLst>
                    <a:ext uri="{9D8B030D-6E8A-4147-A177-3AD203B41FA5}">
                      <a16:colId xmlns:a16="http://schemas.microsoft.com/office/drawing/2014/main" val="635360567"/>
                    </a:ext>
                  </a:extLst>
                </a:gridCol>
                <a:gridCol w="1434123">
                  <a:extLst>
                    <a:ext uri="{9D8B030D-6E8A-4147-A177-3AD203B41FA5}">
                      <a16:colId xmlns:a16="http://schemas.microsoft.com/office/drawing/2014/main" val="3436463975"/>
                    </a:ext>
                  </a:extLst>
                </a:gridCol>
                <a:gridCol w="1434123">
                  <a:extLst>
                    <a:ext uri="{9D8B030D-6E8A-4147-A177-3AD203B41FA5}">
                      <a16:colId xmlns:a16="http://schemas.microsoft.com/office/drawing/2014/main" val="3130168755"/>
                    </a:ext>
                  </a:extLst>
                </a:gridCol>
                <a:gridCol w="1434123">
                  <a:extLst>
                    <a:ext uri="{9D8B030D-6E8A-4147-A177-3AD203B41FA5}">
                      <a16:colId xmlns:a16="http://schemas.microsoft.com/office/drawing/2014/main" val="841116773"/>
                    </a:ext>
                  </a:extLst>
                </a:gridCol>
              </a:tblGrid>
              <a:tr h="854676">
                <a:tc gridSpan="2">
                  <a:txBody>
                    <a:bodyPr/>
                    <a:lstStyle/>
                    <a:p>
                      <a:pPr marL="0" indent="117475">
                        <a:buNone/>
                        <a:tabLst/>
                      </a:pPr>
                      <a:r>
                        <a:rPr lang="en-US" sz="1800" spc="200" baseline="0">
                          <a:solidFill>
                            <a:schemeClr val="tx2"/>
                          </a:solidFill>
                        </a:rPr>
                        <a:t>▼ </a:t>
                      </a:r>
                      <a:r>
                        <a:rPr lang="en-US" sz="1800" b="1" i="0" spc="200" baseline="0">
                          <a:solidFill>
                            <a:schemeClr val="tx2"/>
                          </a:solidFill>
                          <a:latin typeface="TT Norms Pro Normal" panose="02000503030000020003" pitchFamily="2" charset="0"/>
                        </a:rPr>
                        <a:t>CAPABILITIES</a:t>
                      </a:r>
                    </a:p>
                  </a:txBody>
                  <a:tcPr marL="0" marR="182880" marT="274320">
                    <a:lnL w="28575"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no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hMerge="1">
                  <a:txBody>
                    <a:bodyPr/>
                    <a:lstStyle/>
                    <a:p>
                      <a:pPr>
                        <a:buNone/>
                      </a:pPr>
                      <a:endParaRPr lang="en-US" sz="1600"/>
                    </a:p>
                  </a:txBody>
                  <a:tcPr marL="182880" marR="182880" anchor="ctr">
                    <a:lnL w="28575"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algn="ctr">
                        <a:buNone/>
                      </a:pPr>
                      <a:r>
                        <a:rPr lang="en-US" sz="1600" b="1"/>
                        <a:t>Accenture</a:t>
                      </a:r>
                      <a:endParaRPr lang="en-US" sz="1600"/>
                    </a:p>
                  </a:txBody>
                  <a:tcPr marL="0" marR="0"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Anglepoint</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1941"/>
                    </a:solidFill>
                  </a:tcPr>
                </a:tc>
                <a:tc>
                  <a:txBody>
                    <a:bodyPr/>
                    <a:lstStyle/>
                    <a:p>
                      <a:pPr algn="ctr">
                        <a:buNone/>
                      </a:pPr>
                      <a:r>
                        <a:rPr lang="en-US" sz="1600" b="1"/>
                        <a:t>Bytes</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Crayon</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Deloitte</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EY</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Insight</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ITAM Solutions</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KPMG</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Livingstone Group</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Noventiq</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SHI</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SoftwareOne</a:t>
                      </a:r>
                      <a:endParaRPr lang="en-US" sz="1600"/>
                    </a:p>
                  </a:txBody>
                  <a:tcPr marL="0" marR="0"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extLst>
                  <a:ext uri="{0D108BD9-81ED-4DB2-BD59-A6C34878D82A}">
                    <a16:rowId xmlns:a16="http://schemas.microsoft.com/office/drawing/2014/main" val="3608747626"/>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Process and </a:t>
                      </a:r>
                      <a:br>
                        <a:rPr lang="en-US" sz="1900" b="1" i="0">
                          <a:solidFill>
                            <a:schemeClr val="tx2"/>
                          </a:solidFill>
                          <a:latin typeface="TT Norms Pro" panose="02000503030000020003" pitchFamily="2" charset="0"/>
                        </a:rPr>
                      </a:br>
                      <a:r>
                        <a:rPr lang="en-US" sz="1900" b="1" i="0">
                          <a:solidFill>
                            <a:schemeClr val="tx2"/>
                          </a:solidFill>
                          <a:latin typeface="TT Norms Pro" panose="02000503030000020003" pitchFamily="2" charset="0"/>
                        </a:rPr>
                        <a:t>Transformation</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4.0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3.7</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2858647195"/>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Trustworthy Data</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3.3</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535499729"/>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Entitlement and </a:t>
                      </a:r>
                      <a:br>
                        <a:rPr lang="en-US" sz="1900" b="1" i="0">
                          <a:solidFill>
                            <a:schemeClr val="tx2"/>
                          </a:solidFill>
                          <a:latin typeface="TT Norms Pro" panose="02000503030000020003" pitchFamily="2" charset="0"/>
                        </a:rPr>
                      </a:br>
                      <a:r>
                        <a:rPr lang="en-US" sz="1900" b="1" i="0">
                          <a:solidFill>
                            <a:schemeClr val="tx2"/>
                          </a:solidFill>
                          <a:latin typeface="TT Norms Pro" panose="02000503030000020003" pitchFamily="2" charset="0"/>
                        </a:rPr>
                        <a:t>Use Rights</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1.9</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3.3</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2589408257"/>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FinOps</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1072301178"/>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SaaS and Cloud License Management</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2.2</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1009058470"/>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Governance and Optimization</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2795801767"/>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Life Cycle </a:t>
                      </a:r>
                      <a:br>
                        <a:rPr lang="en-US" sz="1900" b="1" i="0">
                          <a:solidFill>
                            <a:schemeClr val="tx2"/>
                          </a:solidFill>
                          <a:latin typeface="TT Norms Pro" panose="02000503030000020003" pitchFamily="2" charset="0"/>
                        </a:rPr>
                      </a:br>
                      <a:r>
                        <a:rPr lang="en-US" sz="1900" b="1" i="0">
                          <a:solidFill>
                            <a:schemeClr val="tx2"/>
                          </a:solidFill>
                          <a:latin typeface="TT Norms Pro" panose="02000503030000020003" pitchFamily="2" charset="0"/>
                        </a:rPr>
                        <a:t>Management</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2438470380"/>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Continuous Delivery Platform</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2.1</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1.9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3.5</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3734826603"/>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Value Realization</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3.3</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21169125"/>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nSpc>
                          <a:spcPct val="90000"/>
                        </a:lnSpc>
                        <a:buNone/>
                      </a:pPr>
                      <a:r>
                        <a:rPr lang="en-US" sz="1900" b="1" i="0">
                          <a:solidFill>
                            <a:schemeClr val="tx2"/>
                          </a:solidFill>
                          <a:latin typeface="TT Norms Pro" panose="02000503030000020003" pitchFamily="2" charset="0"/>
                        </a:rPr>
                        <a:t>Environmental Sustainability</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2400" b="0" i="0">
                          <a:solidFill>
                            <a:srgbClr val="001941"/>
                          </a:solidFill>
                          <a:latin typeface="TT Norms Pro Light" panose="02000503020000020003" pitchFamily="2" charset="0"/>
                        </a:rPr>
                        <a:t>3.0</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3911520663"/>
                  </a:ext>
                </a:extLst>
              </a:tr>
            </a:tbl>
          </a:graphicData>
        </a:graphic>
      </p:graphicFrame>
      <p:sp>
        <p:nvSpPr>
          <p:cNvPr id="10" name="Rectangle 9">
            <a:extLst>
              <a:ext uri="{FF2B5EF4-FFF2-40B4-BE49-F238E27FC236}">
                <a16:creationId xmlns:a16="http://schemas.microsoft.com/office/drawing/2014/main" id="{1957F8AC-1DDD-CE22-334B-E738B9D87242}"/>
              </a:ext>
            </a:extLst>
          </p:cNvPr>
          <p:cNvSpPr/>
          <p:nvPr/>
        </p:nvSpPr>
        <p:spPr>
          <a:xfrm>
            <a:off x="20286429" y="2286000"/>
            <a:ext cx="855407" cy="553376"/>
          </a:xfrm>
          <a:prstGeom prst="rect">
            <a:avLst/>
          </a:prstGeom>
          <a:solidFill>
            <a:schemeClr val="tx2">
              <a:alpha val="15000"/>
            </a:schemeClr>
          </a:solidFill>
          <a:ln w="12700" cap="flat">
            <a:noFill/>
            <a:prstDash val="solid"/>
            <a:miter/>
          </a:ln>
        </p:spPr>
        <p:txBody>
          <a:bodyPr rtlCol="0" anchor="ctr"/>
          <a:lstStyle/>
          <a:p>
            <a:pPr algn="ctr"/>
            <a:r>
              <a:rPr lang="en-US" sz="2400" b="1">
                <a:solidFill>
                  <a:srgbClr val="001941"/>
                </a:solidFill>
                <a:latin typeface="TT Norms Pro ExtraBold" panose="02000503030000020003" pitchFamily="2" charset="0"/>
              </a:rPr>
              <a:t>X</a:t>
            </a:r>
          </a:p>
        </p:txBody>
      </p:sp>
      <p:sp>
        <p:nvSpPr>
          <p:cNvPr id="11" name="TextBox 10">
            <a:extLst>
              <a:ext uri="{FF2B5EF4-FFF2-40B4-BE49-F238E27FC236}">
                <a16:creationId xmlns:a16="http://schemas.microsoft.com/office/drawing/2014/main" id="{706E9C7D-6876-06B0-486E-B7C203D1EE8D}"/>
              </a:ext>
            </a:extLst>
          </p:cNvPr>
          <p:cNvSpPr txBox="1"/>
          <p:nvPr/>
        </p:nvSpPr>
        <p:spPr>
          <a:xfrm>
            <a:off x="21336608" y="2374175"/>
            <a:ext cx="2089675" cy="377026"/>
          </a:xfrm>
          <a:prstGeom prst="rect">
            <a:avLst/>
          </a:prstGeom>
          <a:noFill/>
        </p:spPr>
        <p:txBody>
          <a:bodyPr wrap="none" rtlCol="0">
            <a:spAutoFit/>
          </a:bodyPr>
          <a:lstStyle/>
          <a:p>
            <a:pPr algn="l">
              <a:lnSpc>
                <a:spcPct val="90000"/>
              </a:lnSpc>
              <a:spcAft>
                <a:spcPts val="600"/>
              </a:spcAft>
            </a:pPr>
            <a:r>
              <a:rPr lang="en-US" sz="2000" b="1">
                <a:solidFill>
                  <a:schemeClr val="tx2"/>
                </a:solidFill>
                <a:latin typeface="TT Norms Pro" panose="02000503030000020003" pitchFamily="2" charset="0"/>
              </a:rPr>
              <a:t>Highest Ratings</a:t>
            </a:r>
          </a:p>
        </p:txBody>
      </p:sp>
      <p:sp>
        <p:nvSpPr>
          <p:cNvPr id="12" name="Oval 11">
            <a:extLst>
              <a:ext uri="{FF2B5EF4-FFF2-40B4-BE49-F238E27FC236}">
                <a16:creationId xmlns:a16="http://schemas.microsoft.com/office/drawing/2014/main" id="{CA77B426-1C12-DB49-A602-4405D54F432D}"/>
              </a:ext>
            </a:extLst>
          </p:cNvPr>
          <p:cNvSpPr/>
          <p:nvPr/>
        </p:nvSpPr>
        <p:spPr>
          <a:xfrm>
            <a:off x="1051455" y="4287600"/>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1</a:t>
            </a:r>
          </a:p>
        </p:txBody>
      </p:sp>
      <p:sp>
        <p:nvSpPr>
          <p:cNvPr id="13" name="Oval 12">
            <a:extLst>
              <a:ext uri="{FF2B5EF4-FFF2-40B4-BE49-F238E27FC236}">
                <a16:creationId xmlns:a16="http://schemas.microsoft.com/office/drawing/2014/main" id="{D3F5FFD4-5D81-474C-1816-8D5D29ECDE93}"/>
              </a:ext>
            </a:extLst>
          </p:cNvPr>
          <p:cNvSpPr/>
          <p:nvPr/>
        </p:nvSpPr>
        <p:spPr>
          <a:xfrm>
            <a:off x="1051455" y="5143522"/>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2</a:t>
            </a:r>
          </a:p>
        </p:txBody>
      </p:sp>
      <p:sp>
        <p:nvSpPr>
          <p:cNvPr id="14" name="Oval 13">
            <a:extLst>
              <a:ext uri="{FF2B5EF4-FFF2-40B4-BE49-F238E27FC236}">
                <a16:creationId xmlns:a16="http://schemas.microsoft.com/office/drawing/2014/main" id="{00E68D95-1E03-1B7A-4226-FC13B4B409F4}"/>
              </a:ext>
            </a:extLst>
          </p:cNvPr>
          <p:cNvSpPr/>
          <p:nvPr/>
        </p:nvSpPr>
        <p:spPr>
          <a:xfrm>
            <a:off x="1051455" y="5999444"/>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3</a:t>
            </a:r>
          </a:p>
        </p:txBody>
      </p:sp>
      <p:sp>
        <p:nvSpPr>
          <p:cNvPr id="15" name="Oval 14">
            <a:extLst>
              <a:ext uri="{FF2B5EF4-FFF2-40B4-BE49-F238E27FC236}">
                <a16:creationId xmlns:a16="http://schemas.microsoft.com/office/drawing/2014/main" id="{177D74AA-F904-1830-DAC7-9858609AB8AE}"/>
              </a:ext>
            </a:extLst>
          </p:cNvPr>
          <p:cNvSpPr/>
          <p:nvPr/>
        </p:nvSpPr>
        <p:spPr>
          <a:xfrm>
            <a:off x="1051455" y="6855366"/>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4</a:t>
            </a:r>
          </a:p>
        </p:txBody>
      </p:sp>
      <p:sp>
        <p:nvSpPr>
          <p:cNvPr id="16" name="Oval 15">
            <a:extLst>
              <a:ext uri="{FF2B5EF4-FFF2-40B4-BE49-F238E27FC236}">
                <a16:creationId xmlns:a16="http://schemas.microsoft.com/office/drawing/2014/main" id="{EB400192-2CAA-A378-78E6-ED4F2D6AAA70}"/>
              </a:ext>
            </a:extLst>
          </p:cNvPr>
          <p:cNvSpPr/>
          <p:nvPr/>
        </p:nvSpPr>
        <p:spPr>
          <a:xfrm>
            <a:off x="1051455" y="7711288"/>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5</a:t>
            </a:r>
          </a:p>
        </p:txBody>
      </p:sp>
      <p:sp>
        <p:nvSpPr>
          <p:cNvPr id="17" name="Oval 16">
            <a:extLst>
              <a:ext uri="{FF2B5EF4-FFF2-40B4-BE49-F238E27FC236}">
                <a16:creationId xmlns:a16="http://schemas.microsoft.com/office/drawing/2014/main" id="{5D823B08-839B-9AA3-FE72-E74023F0554F}"/>
              </a:ext>
            </a:extLst>
          </p:cNvPr>
          <p:cNvSpPr/>
          <p:nvPr/>
        </p:nvSpPr>
        <p:spPr>
          <a:xfrm>
            <a:off x="1051455" y="8567210"/>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6</a:t>
            </a:r>
          </a:p>
        </p:txBody>
      </p:sp>
      <p:sp>
        <p:nvSpPr>
          <p:cNvPr id="18" name="Oval 17">
            <a:extLst>
              <a:ext uri="{FF2B5EF4-FFF2-40B4-BE49-F238E27FC236}">
                <a16:creationId xmlns:a16="http://schemas.microsoft.com/office/drawing/2014/main" id="{8CD569ED-D714-74E5-0523-1ACA3835A065}"/>
              </a:ext>
            </a:extLst>
          </p:cNvPr>
          <p:cNvSpPr/>
          <p:nvPr/>
        </p:nvSpPr>
        <p:spPr>
          <a:xfrm>
            <a:off x="1051455" y="9423132"/>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7</a:t>
            </a:r>
          </a:p>
        </p:txBody>
      </p:sp>
      <p:sp>
        <p:nvSpPr>
          <p:cNvPr id="19" name="Oval 18">
            <a:extLst>
              <a:ext uri="{FF2B5EF4-FFF2-40B4-BE49-F238E27FC236}">
                <a16:creationId xmlns:a16="http://schemas.microsoft.com/office/drawing/2014/main" id="{EFA9359F-8BB5-7B4F-26DE-C6DA830C730A}"/>
              </a:ext>
            </a:extLst>
          </p:cNvPr>
          <p:cNvSpPr/>
          <p:nvPr/>
        </p:nvSpPr>
        <p:spPr>
          <a:xfrm>
            <a:off x="1051455" y="10279054"/>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8</a:t>
            </a:r>
          </a:p>
        </p:txBody>
      </p:sp>
      <p:sp>
        <p:nvSpPr>
          <p:cNvPr id="20" name="Oval 19">
            <a:extLst>
              <a:ext uri="{FF2B5EF4-FFF2-40B4-BE49-F238E27FC236}">
                <a16:creationId xmlns:a16="http://schemas.microsoft.com/office/drawing/2014/main" id="{C8705D2A-9BAB-F401-17B8-7950748C1943}"/>
              </a:ext>
            </a:extLst>
          </p:cNvPr>
          <p:cNvSpPr/>
          <p:nvPr/>
        </p:nvSpPr>
        <p:spPr>
          <a:xfrm>
            <a:off x="1051455" y="11134976"/>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9</a:t>
            </a:r>
          </a:p>
        </p:txBody>
      </p:sp>
      <p:sp>
        <p:nvSpPr>
          <p:cNvPr id="21" name="Oval 20">
            <a:extLst>
              <a:ext uri="{FF2B5EF4-FFF2-40B4-BE49-F238E27FC236}">
                <a16:creationId xmlns:a16="http://schemas.microsoft.com/office/drawing/2014/main" id="{755A323A-8F1F-F1BA-6CD5-409AD89B4C21}"/>
              </a:ext>
            </a:extLst>
          </p:cNvPr>
          <p:cNvSpPr/>
          <p:nvPr/>
        </p:nvSpPr>
        <p:spPr>
          <a:xfrm>
            <a:off x="1051455" y="11990901"/>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10</a:t>
            </a:r>
          </a:p>
        </p:txBody>
      </p:sp>
      <p:grpSp>
        <p:nvGrpSpPr>
          <p:cNvPr id="41" name="Group 40">
            <a:extLst>
              <a:ext uri="{FF2B5EF4-FFF2-40B4-BE49-F238E27FC236}">
                <a16:creationId xmlns:a16="http://schemas.microsoft.com/office/drawing/2014/main" id="{F3EB8904-7455-D61D-E597-73D5969FE5FD}"/>
              </a:ext>
            </a:extLst>
          </p:cNvPr>
          <p:cNvGrpSpPr/>
          <p:nvPr/>
        </p:nvGrpSpPr>
        <p:grpSpPr>
          <a:xfrm>
            <a:off x="6466060" y="2337302"/>
            <a:ext cx="723016" cy="723016"/>
            <a:chOff x="6466060" y="2337302"/>
            <a:chExt cx="723016" cy="723016"/>
          </a:xfrm>
        </p:grpSpPr>
        <p:sp>
          <p:nvSpPr>
            <p:cNvPr id="39" name="Oval 38">
              <a:extLst>
                <a:ext uri="{FF2B5EF4-FFF2-40B4-BE49-F238E27FC236}">
                  <a16:creationId xmlns:a16="http://schemas.microsoft.com/office/drawing/2014/main" id="{B248BC97-B8B2-3E57-8313-C3F407D4C03E}"/>
                </a:ext>
              </a:extLst>
            </p:cNvPr>
            <p:cNvSpPr/>
            <p:nvPr/>
          </p:nvSpPr>
          <p:spPr>
            <a:xfrm>
              <a:off x="6466060" y="2337302"/>
              <a:ext cx="723016" cy="723016"/>
            </a:xfrm>
            <a:prstGeom prst="ellipse">
              <a:avLst/>
            </a:prstGeom>
            <a:solidFill>
              <a:schemeClr val="tx2"/>
            </a:solidFill>
            <a:ln w="127000" cap="flat">
              <a:noFill/>
              <a:prstDash val="solid"/>
              <a:miter/>
            </a:ln>
          </p:spPr>
          <p:txBody>
            <a:bodyPr rtlCol="0" anchor="ctr"/>
            <a:lstStyle/>
            <a:p>
              <a:pPr algn="l"/>
              <a:endParaRPr lang="en-US"/>
            </a:p>
          </p:txBody>
        </p:sp>
        <p:grpSp>
          <p:nvGrpSpPr>
            <p:cNvPr id="38" name="Group 37">
              <a:extLst>
                <a:ext uri="{FF2B5EF4-FFF2-40B4-BE49-F238E27FC236}">
                  <a16:creationId xmlns:a16="http://schemas.microsoft.com/office/drawing/2014/main" id="{D667B707-B981-CBFB-324F-C7D3463561D2}"/>
                </a:ext>
              </a:extLst>
            </p:cNvPr>
            <p:cNvGrpSpPr/>
            <p:nvPr/>
          </p:nvGrpSpPr>
          <p:grpSpPr>
            <a:xfrm>
              <a:off x="6624177" y="2482431"/>
              <a:ext cx="414916" cy="419689"/>
              <a:chOff x="6736081" y="2246994"/>
              <a:chExt cx="316739" cy="320384"/>
            </a:xfrm>
          </p:grpSpPr>
          <p:sp>
            <p:nvSpPr>
              <p:cNvPr id="24" name="Freeform 23">
                <a:extLst>
                  <a:ext uri="{FF2B5EF4-FFF2-40B4-BE49-F238E27FC236}">
                    <a16:creationId xmlns:a16="http://schemas.microsoft.com/office/drawing/2014/main" id="{33270982-E30C-4234-7603-CE2DAAB9F261}"/>
                  </a:ext>
                </a:extLst>
              </p:cNvPr>
              <p:cNvSpPr/>
              <p:nvPr/>
            </p:nvSpPr>
            <p:spPr>
              <a:xfrm>
                <a:off x="6736081" y="2346807"/>
                <a:ext cx="79850" cy="79850"/>
              </a:xfrm>
              <a:custGeom>
                <a:avLst/>
                <a:gdLst>
                  <a:gd name="connsiteX0" fmla="*/ 79850 w 79850"/>
                  <a:gd name="connsiteY0" fmla="*/ 39925 h 79850"/>
                  <a:gd name="connsiteX1" fmla="*/ 39925 w 79850"/>
                  <a:gd name="connsiteY1" fmla="*/ 79851 h 79850"/>
                  <a:gd name="connsiteX2" fmla="*/ 0 w 79850"/>
                  <a:gd name="connsiteY2" fmla="*/ 39925 h 79850"/>
                  <a:gd name="connsiteX3" fmla="*/ 39925 w 79850"/>
                  <a:gd name="connsiteY3" fmla="*/ 0 h 79850"/>
                  <a:gd name="connsiteX4" fmla="*/ 79850 w 79850"/>
                  <a:gd name="connsiteY4" fmla="*/ 39925 h 79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50" h="79850">
                    <a:moveTo>
                      <a:pt x="79850" y="39925"/>
                    </a:moveTo>
                    <a:cubicBezTo>
                      <a:pt x="79850" y="61975"/>
                      <a:pt x="61975" y="79851"/>
                      <a:pt x="39925" y="79851"/>
                    </a:cubicBezTo>
                    <a:cubicBezTo>
                      <a:pt x="17875" y="79851"/>
                      <a:pt x="0" y="61975"/>
                      <a:pt x="0" y="39925"/>
                    </a:cubicBezTo>
                    <a:cubicBezTo>
                      <a:pt x="0" y="17875"/>
                      <a:pt x="17875" y="0"/>
                      <a:pt x="39925" y="0"/>
                    </a:cubicBezTo>
                    <a:cubicBezTo>
                      <a:pt x="61975" y="0"/>
                      <a:pt x="79850" y="17875"/>
                      <a:pt x="79850" y="39925"/>
                    </a:cubicBezTo>
                    <a:close/>
                  </a:path>
                </a:pathLst>
              </a:custGeom>
              <a:solidFill>
                <a:srgbClr val="FFAD00"/>
              </a:solidFill>
              <a:ln w="442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AA709458-306A-882D-B388-50E9188D0504}"/>
                  </a:ext>
                </a:extLst>
              </p:cNvPr>
              <p:cNvSpPr/>
              <p:nvPr/>
            </p:nvSpPr>
            <p:spPr>
              <a:xfrm>
                <a:off x="6754269" y="2246994"/>
                <a:ext cx="298551" cy="320384"/>
              </a:xfrm>
              <a:custGeom>
                <a:avLst/>
                <a:gdLst>
                  <a:gd name="connsiteX0" fmla="*/ 263506 w 298551"/>
                  <a:gd name="connsiteY0" fmla="*/ 41256 h 320384"/>
                  <a:gd name="connsiteX1" fmla="*/ 266611 w 298551"/>
                  <a:gd name="connsiteY1" fmla="*/ 50128 h 320384"/>
                  <a:gd name="connsiteX2" fmla="*/ 298551 w 298551"/>
                  <a:gd name="connsiteY2" fmla="*/ 0 h 320384"/>
                  <a:gd name="connsiteX3" fmla="*/ 245318 w 298551"/>
                  <a:gd name="connsiteY3" fmla="*/ 28391 h 320384"/>
                  <a:gd name="connsiteX4" fmla="*/ 253747 w 298551"/>
                  <a:gd name="connsiteY4" fmla="*/ 31497 h 320384"/>
                  <a:gd name="connsiteX5" fmla="*/ 280807 w 298551"/>
                  <a:gd name="connsiteY5" fmla="*/ 16414 h 320384"/>
                  <a:gd name="connsiteX6" fmla="*/ 0 w 298551"/>
                  <a:gd name="connsiteY6" fmla="*/ 239552 h 320384"/>
                  <a:gd name="connsiteX7" fmla="*/ 211603 w 298551"/>
                  <a:gd name="connsiteY7" fmla="*/ 301214 h 320384"/>
                  <a:gd name="connsiteX8" fmla="*/ 273266 w 298551"/>
                  <a:gd name="connsiteY8" fmla="*/ 90054 h 320384"/>
                  <a:gd name="connsiteX9" fmla="*/ 248423 w 298551"/>
                  <a:gd name="connsiteY9" fmla="*/ 56339 h 320384"/>
                  <a:gd name="connsiteX10" fmla="*/ 263506 w 298551"/>
                  <a:gd name="connsiteY10" fmla="*/ 41256 h 320384"/>
                  <a:gd name="connsiteX11" fmla="*/ 257295 w 298551"/>
                  <a:gd name="connsiteY11" fmla="*/ 240439 h 320384"/>
                  <a:gd name="connsiteX12" fmla="*/ 173009 w 298551"/>
                  <a:gd name="connsiteY12" fmla="*/ 280808 h 320384"/>
                  <a:gd name="connsiteX13" fmla="*/ 128648 w 298551"/>
                  <a:gd name="connsiteY13" fmla="*/ 218702 h 320384"/>
                  <a:gd name="connsiteX14" fmla="*/ 220919 w 298551"/>
                  <a:gd name="connsiteY14" fmla="*/ 82956 h 320384"/>
                  <a:gd name="connsiteX15" fmla="*/ 257295 w 298551"/>
                  <a:gd name="connsiteY15" fmla="*/ 240439 h 320384"/>
                  <a:gd name="connsiteX16" fmla="*/ 257295 w 298551"/>
                  <a:gd name="connsiteY16" fmla="*/ 240439 h 320384"/>
                  <a:gd name="connsiteX17" fmla="*/ 257295 w 298551"/>
                  <a:gd name="connsiteY17" fmla="*/ 240439 h 32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8551" h="320384">
                    <a:moveTo>
                      <a:pt x="263506" y="41256"/>
                    </a:moveTo>
                    <a:lnTo>
                      <a:pt x="266611" y="50128"/>
                    </a:lnTo>
                    <a:lnTo>
                      <a:pt x="298551" y="0"/>
                    </a:lnTo>
                    <a:lnTo>
                      <a:pt x="245318" y="28391"/>
                    </a:lnTo>
                    <a:lnTo>
                      <a:pt x="253747" y="31497"/>
                    </a:lnTo>
                    <a:lnTo>
                      <a:pt x="280807" y="16414"/>
                    </a:lnTo>
                    <a:lnTo>
                      <a:pt x="0" y="239552"/>
                    </a:lnTo>
                    <a:cubicBezTo>
                      <a:pt x="41256" y="314966"/>
                      <a:pt x="136189" y="342470"/>
                      <a:pt x="211603" y="301214"/>
                    </a:cubicBezTo>
                    <a:cubicBezTo>
                      <a:pt x="287018" y="259958"/>
                      <a:pt x="314522" y="165468"/>
                      <a:pt x="273266" y="90054"/>
                    </a:cubicBezTo>
                    <a:cubicBezTo>
                      <a:pt x="266611" y="77632"/>
                      <a:pt x="258183" y="66098"/>
                      <a:pt x="248423" y="56339"/>
                    </a:cubicBezTo>
                    <a:cubicBezTo>
                      <a:pt x="253747" y="50572"/>
                      <a:pt x="259070" y="45692"/>
                      <a:pt x="263506" y="41256"/>
                    </a:cubicBezTo>
                    <a:close/>
                    <a:moveTo>
                      <a:pt x="257295" y="240439"/>
                    </a:moveTo>
                    <a:cubicBezTo>
                      <a:pt x="245318" y="275041"/>
                      <a:pt x="207611" y="293229"/>
                      <a:pt x="173009" y="280808"/>
                    </a:cubicBezTo>
                    <a:cubicBezTo>
                      <a:pt x="146392" y="271492"/>
                      <a:pt x="128648" y="246649"/>
                      <a:pt x="128648" y="218702"/>
                    </a:cubicBezTo>
                    <a:cubicBezTo>
                      <a:pt x="128648" y="182325"/>
                      <a:pt x="153934" y="141069"/>
                      <a:pt x="220919" y="82956"/>
                    </a:cubicBezTo>
                    <a:cubicBezTo>
                      <a:pt x="220919" y="82956"/>
                      <a:pt x="288792" y="146393"/>
                      <a:pt x="257295" y="240439"/>
                    </a:cubicBezTo>
                    <a:lnTo>
                      <a:pt x="257295" y="240439"/>
                    </a:lnTo>
                    <a:lnTo>
                      <a:pt x="257295" y="240439"/>
                    </a:lnTo>
                    <a:close/>
                  </a:path>
                </a:pathLst>
              </a:custGeom>
              <a:solidFill>
                <a:srgbClr val="FFAD00"/>
              </a:solidFill>
              <a:ln w="4420"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25C84211-A898-78AE-3A8E-470C39302764}"/>
                  </a:ext>
                </a:extLst>
              </p:cNvPr>
              <p:cNvSpPr/>
              <p:nvPr/>
            </p:nvSpPr>
            <p:spPr>
              <a:xfrm>
                <a:off x="6767577" y="2256059"/>
                <a:ext cx="220919" cy="59695"/>
              </a:xfrm>
              <a:custGeom>
                <a:avLst/>
                <a:gdLst>
                  <a:gd name="connsiteX0" fmla="*/ 187205 w 220919"/>
                  <a:gd name="connsiteY0" fmla="*/ 55703 h 59695"/>
                  <a:gd name="connsiteX1" fmla="*/ 220919 w 220919"/>
                  <a:gd name="connsiteY1" fmla="*/ 34409 h 59695"/>
                  <a:gd name="connsiteX2" fmla="*/ 1774 w 220919"/>
                  <a:gd name="connsiteY2" fmla="*/ 57477 h 59695"/>
                  <a:gd name="connsiteX3" fmla="*/ 0 w 220919"/>
                  <a:gd name="connsiteY3" fmla="*/ 59695 h 59695"/>
                  <a:gd name="connsiteX4" fmla="*/ 187205 w 220919"/>
                  <a:gd name="connsiteY4" fmla="*/ 55703 h 59695"/>
                  <a:gd name="connsiteX5" fmla="*/ 187205 w 220919"/>
                  <a:gd name="connsiteY5" fmla="*/ 55703 h 5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19" h="59695">
                    <a:moveTo>
                      <a:pt x="187205" y="55703"/>
                    </a:moveTo>
                    <a:lnTo>
                      <a:pt x="220919" y="34409"/>
                    </a:lnTo>
                    <a:cubicBezTo>
                      <a:pt x="153934" y="-19268"/>
                      <a:pt x="55895" y="-9065"/>
                      <a:pt x="1774" y="57477"/>
                    </a:cubicBezTo>
                    <a:cubicBezTo>
                      <a:pt x="1331" y="58364"/>
                      <a:pt x="444" y="58808"/>
                      <a:pt x="0" y="59695"/>
                    </a:cubicBezTo>
                    <a:cubicBezTo>
                      <a:pt x="54564" y="16665"/>
                      <a:pt x="130866" y="15334"/>
                      <a:pt x="187205" y="55703"/>
                    </a:cubicBezTo>
                    <a:lnTo>
                      <a:pt x="187205" y="55703"/>
                    </a:lnTo>
                    <a:close/>
                  </a:path>
                </a:pathLst>
              </a:custGeom>
              <a:solidFill>
                <a:srgbClr val="FFAD00"/>
              </a:solidFill>
              <a:ln w="4420" cap="flat">
                <a:noFill/>
                <a:prstDash val="solid"/>
                <a:miter/>
              </a:ln>
            </p:spPr>
            <p:txBody>
              <a:bodyPr rtlCol="0" anchor="ctr"/>
              <a:lstStyle/>
              <a:p>
                <a:endParaRPr lang="en-US"/>
              </a:p>
            </p:txBody>
          </p:sp>
        </p:grpSp>
      </p:grpSp>
      <p:sp>
        <p:nvSpPr>
          <p:cNvPr id="2" name="TextBox 1">
            <a:extLst>
              <a:ext uri="{FF2B5EF4-FFF2-40B4-BE49-F238E27FC236}">
                <a16:creationId xmlns:a16="http://schemas.microsoft.com/office/drawing/2014/main" id="{31303691-A48C-B74D-C38A-CAA8A0891359}"/>
              </a:ext>
            </a:extLst>
          </p:cNvPr>
          <p:cNvSpPr txBox="1"/>
          <p:nvPr/>
        </p:nvSpPr>
        <p:spPr>
          <a:xfrm>
            <a:off x="-5842000" y="-2260600"/>
            <a:ext cx="184731" cy="348557"/>
          </a:xfrm>
          <a:prstGeom prst="rect">
            <a:avLst/>
          </a:prstGeom>
          <a:noFill/>
        </p:spPr>
        <p:txBody>
          <a:bodyPr wrap="none" rtlCol="0">
            <a:spAutoFit/>
          </a:bodyPr>
          <a:lstStyle/>
          <a:p>
            <a:pPr algn="l">
              <a:lnSpc>
                <a:spcPct val="90000"/>
              </a:lnSpc>
              <a:spcAft>
                <a:spcPts val="600"/>
              </a:spcAft>
            </a:pPr>
            <a:endParaRPr lang="en-US" err="1">
              <a:solidFill>
                <a:schemeClr val="tx2"/>
              </a:solidFill>
            </a:endParaRPr>
          </a:p>
        </p:txBody>
      </p:sp>
    </p:spTree>
    <p:extLst>
      <p:ext uri="{BB962C8B-B14F-4D97-AF65-F5344CB8AC3E}">
        <p14:creationId xmlns:p14="http://schemas.microsoft.com/office/powerpoint/2010/main" val="521134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Blue Background">
            <a:extLst>
              <a:ext uri="{FF2B5EF4-FFF2-40B4-BE49-F238E27FC236}">
                <a16:creationId xmlns:a16="http://schemas.microsoft.com/office/drawing/2014/main" id="{9281C0B3-AD34-4933-833A-E3AE632B16A1}"/>
              </a:ext>
            </a:extLst>
          </p:cNvPr>
          <p:cNvSpPr>
            <a:spLocks noGrp="1" noRot="1" noMove="1" noResize="1" noEditPoints="1" noAdjustHandles="1" noChangeArrowheads="1" noChangeShapeType="1"/>
          </p:cNvSpPr>
          <p:nvPr/>
        </p:nvSpPr>
        <p:spPr>
          <a:xfrm>
            <a:off x="3175" y="4174896"/>
            <a:ext cx="24384000" cy="9279484"/>
          </a:xfrm>
          <a:prstGeom prst="rect">
            <a:avLst/>
          </a:prstGeom>
          <a:gradFill flip="none" rotWithShape="1">
            <a:gsLst>
              <a:gs pos="100000">
                <a:schemeClr val="bg1"/>
              </a:gs>
              <a:gs pos="0">
                <a:schemeClr val="tx2"/>
              </a:gs>
            </a:gsLst>
            <a:lin ang="16200000" scaled="1"/>
            <a:tileRect/>
          </a:gra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graphicFrame>
        <p:nvGraphicFramePr>
          <p:cNvPr id="14" name="Service 7">
            <a:extLst>
              <a:ext uri="{FF2B5EF4-FFF2-40B4-BE49-F238E27FC236}">
                <a16:creationId xmlns:a16="http://schemas.microsoft.com/office/drawing/2014/main" id="{542852E8-7F61-49A5-9745-18868699B524}"/>
              </a:ext>
            </a:extLst>
          </p:cNvPr>
          <p:cNvGraphicFramePr>
            <a:graphicFrameLocks noGrp="1" noDrilldown="1" noMove="1" noResize="1"/>
          </p:cNvGraphicFramePr>
          <p:nvPr/>
        </p:nvGraphicFramePr>
        <p:xfrm>
          <a:off x="20980835" y="7818120"/>
          <a:ext cx="2969363" cy="56235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accent1"/>
                          </a:solidFill>
                          <a:latin typeface="TT Norms Pro Normal" panose="02000703030000020004" charset="0"/>
                        </a:rPr>
                        <a:t>Anglepoint Academy</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36576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authorized training for IAITAM certifications</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SAM 101 &amp; 102</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publisher-specific  licensing training</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Anglepoint audit response framework</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understanding licensing terms</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tool admin training</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41" name="Line Separator 7">
            <a:extLst>
              <a:ext uri="{FF2B5EF4-FFF2-40B4-BE49-F238E27FC236}">
                <a16:creationId xmlns:a16="http://schemas.microsoft.com/office/drawing/2014/main" id="{39874EF8-9E31-40E9-8A0C-5B2901F85B3A}"/>
              </a:ext>
            </a:extLst>
          </p:cNvPr>
          <p:cNvCxnSpPr>
            <a:cxnSpLocks noGrp="1" noRot="1" noMove="1" noResize="1" noEditPoints="1" noAdjustHandles="1" noChangeArrowheads="1" noChangeShapeType="1"/>
          </p:cNvCxnSpPr>
          <p:nvPr/>
        </p:nvCxnSpPr>
        <p:spPr>
          <a:xfrm>
            <a:off x="21149922" y="9553843"/>
            <a:ext cx="914400" cy="0"/>
          </a:xfrm>
          <a:prstGeom prst="line">
            <a:avLst/>
          </a:prstGeom>
          <a:solidFill>
            <a:srgbClr val="FFFFFF"/>
          </a:solidFill>
          <a:ln w="38100" cap="flat">
            <a:solidFill>
              <a:schemeClr val="accent1"/>
            </a:solidFill>
            <a:prstDash val="solid"/>
            <a:miter/>
          </a:ln>
        </p:spPr>
      </p:cxnSp>
      <p:graphicFrame>
        <p:nvGraphicFramePr>
          <p:cNvPr id="13" name="Service 6">
            <a:extLst>
              <a:ext uri="{FF2B5EF4-FFF2-40B4-BE49-F238E27FC236}">
                <a16:creationId xmlns:a16="http://schemas.microsoft.com/office/drawing/2014/main" id="{6A83E959-ECC9-4CAC-A22C-51488AF81C85}"/>
              </a:ext>
            </a:extLst>
          </p:cNvPr>
          <p:cNvGraphicFramePr>
            <a:graphicFrameLocks noGrp="1" noDrilldown="1" noMove="1" noResize="1"/>
          </p:cNvGraphicFramePr>
          <p:nvPr/>
        </p:nvGraphicFramePr>
        <p:xfrm>
          <a:off x="17559035" y="6903720"/>
          <a:ext cx="2969363" cy="65379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accent4"/>
                          </a:solidFill>
                          <a:latin typeface="TT Norms Pro Normal" panose="02000703030000020004" charset="0"/>
                        </a:rPr>
                        <a:t>IT</a:t>
                      </a:r>
                    </a:p>
                    <a:p>
                      <a:pPr>
                        <a:lnSpc>
                          <a:spcPct val="80000"/>
                        </a:lnSpc>
                      </a:pPr>
                      <a:r>
                        <a:rPr lang="en-US" sz="3200" b="1">
                          <a:solidFill>
                            <a:schemeClr val="accent4"/>
                          </a:solidFill>
                          <a:latin typeface="TT Norms Pro Normal" panose="02000703030000020004" charset="0"/>
                        </a:rPr>
                        <a:t>Security</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45720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ISO 27001 certification readiness</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cybersecurity assessment &amp; remediation </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multi-cloud security assessment &amp; remediation </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privacy &amp; security compliance assessment (SOX, PCI, FISMA, HIPPA, FFIEC)</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40" name="Line Separator 6">
            <a:extLst>
              <a:ext uri="{FF2B5EF4-FFF2-40B4-BE49-F238E27FC236}">
                <a16:creationId xmlns:a16="http://schemas.microsoft.com/office/drawing/2014/main" id="{589985C3-3BF8-4B60-8E27-4D4E6D2D6D7E}"/>
              </a:ext>
            </a:extLst>
          </p:cNvPr>
          <p:cNvCxnSpPr>
            <a:cxnSpLocks noGrp="1" noRot="1" noMove="1" noResize="1" noEditPoints="1" noAdjustHandles="1" noChangeArrowheads="1" noChangeShapeType="1"/>
          </p:cNvCxnSpPr>
          <p:nvPr/>
        </p:nvCxnSpPr>
        <p:spPr>
          <a:xfrm>
            <a:off x="17737940" y="8625276"/>
            <a:ext cx="914400" cy="0"/>
          </a:xfrm>
          <a:prstGeom prst="line">
            <a:avLst/>
          </a:prstGeom>
          <a:solidFill>
            <a:srgbClr val="FFFFFF"/>
          </a:solidFill>
          <a:ln w="38100" cap="flat">
            <a:solidFill>
              <a:schemeClr val="accent4"/>
            </a:solidFill>
            <a:prstDash val="solid"/>
            <a:miter/>
          </a:ln>
        </p:spPr>
      </p:cxnSp>
      <p:graphicFrame>
        <p:nvGraphicFramePr>
          <p:cNvPr id="42" name="Service 5">
            <a:extLst>
              <a:ext uri="{FF2B5EF4-FFF2-40B4-BE49-F238E27FC236}">
                <a16:creationId xmlns:a16="http://schemas.microsoft.com/office/drawing/2014/main" id="{3E12CCEB-8244-4BAB-9ADB-825A91B6CCB6}"/>
              </a:ext>
            </a:extLst>
          </p:cNvPr>
          <p:cNvGraphicFramePr>
            <a:graphicFrameLocks noGrp="1" noDrilldown="1" noMove="1" noResize="1"/>
          </p:cNvGraphicFramePr>
          <p:nvPr/>
        </p:nvGraphicFramePr>
        <p:xfrm>
          <a:off x="14137236" y="5989320"/>
          <a:ext cx="2969363" cy="74523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accent5"/>
                          </a:solidFill>
                          <a:latin typeface="TT Norms Pro Normal" panose="02000703030000020004" charset="0"/>
                        </a:rPr>
                        <a:t>Cloud</a:t>
                      </a:r>
                    </a:p>
                    <a:p>
                      <a:pPr>
                        <a:lnSpc>
                          <a:spcPct val="80000"/>
                        </a:lnSpc>
                      </a:pPr>
                      <a:r>
                        <a:rPr lang="en-US" sz="3200" b="1">
                          <a:solidFill>
                            <a:schemeClr val="accent5"/>
                          </a:solidFill>
                          <a:latin typeface="TT Norms Pro Normal" panose="02000703030000020004" charset="0"/>
                        </a:rPr>
                        <a:t>FinOps</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54864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multi-platform assessment (Azure, AWS, GCP) </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cloud rightsizing</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pricing optimization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resource consumption monitoring &amp; reporting</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cloud resource tagging audit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FinOps governance workshop</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43" name="Line Separator 5">
            <a:extLst>
              <a:ext uri="{FF2B5EF4-FFF2-40B4-BE49-F238E27FC236}">
                <a16:creationId xmlns:a16="http://schemas.microsoft.com/office/drawing/2014/main" id="{E67AEE7C-4FCA-4513-9063-2CF6E7B5B1CA}"/>
              </a:ext>
            </a:extLst>
          </p:cNvPr>
          <p:cNvCxnSpPr>
            <a:cxnSpLocks noGrp="1" noRot="1" noMove="1" noResize="1" noEditPoints="1" noAdjustHandles="1" noChangeArrowheads="1" noChangeShapeType="1"/>
          </p:cNvCxnSpPr>
          <p:nvPr/>
        </p:nvCxnSpPr>
        <p:spPr>
          <a:xfrm>
            <a:off x="14325957" y="7696710"/>
            <a:ext cx="914400" cy="0"/>
          </a:xfrm>
          <a:prstGeom prst="line">
            <a:avLst/>
          </a:prstGeom>
          <a:solidFill>
            <a:srgbClr val="FFFFFF"/>
          </a:solidFill>
          <a:ln w="38100" cap="flat">
            <a:solidFill>
              <a:schemeClr val="accent5"/>
            </a:solidFill>
            <a:prstDash val="solid"/>
            <a:miter/>
          </a:ln>
        </p:spPr>
      </p:cxnSp>
      <p:graphicFrame>
        <p:nvGraphicFramePr>
          <p:cNvPr id="9" name="Service 1">
            <a:extLst>
              <a:ext uri="{FF2B5EF4-FFF2-40B4-BE49-F238E27FC236}">
                <a16:creationId xmlns:a16="http://schemas.microsoft.com/office/drawing/2014/main" id="{2E180CA7-C649-46E4-96B0-B783DC2EACC7}"/>
              </a:ext>
            </a:extLst>
          </p:cNvPr>
          <p:cNvGraphicFramePr>
            <a:graphicFrameLocks/>
          </p:cNvGraphicFramePr>
          <p:nvPr/>
        </p:nvGraphicFramePr>
        <p:xfrm>
          <a:off x="450040" y="7360920"/>
          <a:ext cx="2969363" cy="60807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accent3"/>
                          </a:solidFill>
                          <a:latin typeface="TT Norms Pro Normal" panose="02000703030000020004" charset="0"/>
                        </a:rPr>
                        <a:t>Program </a:t>
                      </a:r>
                      <a:r>
                        <a:rPr lang="en-US" sz="3100" b="1" spc="-60" baseline="0">
                          <a:solidFill>
                            <a:schemeClr val="accent3"/>
                          </a:solidFill>
                          <a:latin typeface="TT Norms Pro Normal" panose="02000703030000020004" charset="0"/>
                        </a:rPr>
                        <a:t>Transformation</a:t>
                      </a:r>
                    </a:p>
                    <a:p>
                      <a:endParaRPr lang="en-US" sz="2000"/>
                    </a:p>
                  </a:txBody>
                  <a:tcPr marL="182880" marR="13716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41148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b="0" i="0">
                          <a:solidFill>
                            <a:schemeClr val="tx2"/>
                          </a:solidFill>
                          <a:latin typeface="TT Norms Pro" panose="02000503030000020003" pitchFamily="2" charset="0"/>
                          <a:cs typeface="Helvetica" panose="020B0604020202020204" pitchFamily="34" charset="0"/>
                        </a:rPr>
                        <a:t>strategy development workshop (charter, RACI, prioritization, data quality, POAP)</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b="0" i="0">
                          <a:solidFill>
                            <a:schemeClr val="tx2"/>
                          </a:solidFill>
                          <a:latin typeface="TT Norms Pro" panose="02000503030000020003" pitchFamily="2" charset="0"/>
                          <a:cs typeface="Helvetica" panose="020B0604020202020204" pitchFamily="34" charset="0"/>
                        </a:rPr>
                        <a:t>process design &amp; implementation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b="0" i="0">
                          <a:solidFill>
                            <a:schemeClr val="tx2"/>
                          </a:solidFill>
                          <a:latin typeface="TT Norms Pro" panose="02000503030000020003" pitchFamily="2" charset="0"/>
                          <a:cs typeface="Helvetica" panose="020B0604020202020204" pitchFamily="34" charset="0"/>
                        </a:rPr>
                        <a:t>workflow automation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b="0" i="0">
                          <a:solidFill>
                            <a:schemeClr val="tx2"/>
                          </a:solidFill>
                          <a:latin typeface="TT Norms Pro" panose="02000503030000020003" pitchFamily="2" charset="0"/>
                          <a:cs typeface="Helvetica" panose="020B0604020202020204" pitchFamily="34" charset="0"/>
                        </a:rPr>
                        <a:t>policy, control, &amp; KPI development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b="0" i="0">
                          <a:solidFill>
                            <a:schemeClr val="tx2"/>
                          </a:solidFill>
                          <a:latin typeface="TT Norms Pro" panose="02000503030000020003" pitchFamily="2" charset="0"/>
                          <a:cs typeface="Helvetica" panose="020B0604020202020204" pitchFamily="34" charset="0"/>
                        </a:rPr>
                        <a:t>maturity assessment &amp; 19770-1 certification readiness</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38" name="Line Separator 1">
            <a:extLst>
              <a:ext uri="{FF2B5EF4-FFF2-40B4-BE49-F238E27FC236}">
                <a16:creationId xmlns:a16="http://schemas.microsoft.com/office/drawing/2014/main" id="{02D681CA-0CBD-4E1B-8020-AD81183FC978}"/>
              </a:ext>
            </a:extLst>
          </p:cNvPr>
          <p:cNvCxnSpPr>
            <a:cxnSpLocks noGrp="1" noRot="1" noMove="1" noResize="1" noEditPoints="1" noAdjustHandles="1" noChangeArrowheads="1" noChangeShapeType="1"/>
          </p:cNvCxnSpPr>
          <p:nvPr/>
        </p:nvCxnSpPr>
        <p:spPr>
          <a:xfrm>
            <a:off x="678025" y="9089559"/>
            <a:ext cx="914400" cy="0"/>
          </a:xfrm>
          <a:prstGeom prst="line">
            <a:avLst/>
          </a:prstGeom>
          <a:solidFill>
            <a:srgbClr val="FFFFFF"/>
          </a:solidFill>
          <a:ln w="38100" cap="flat">
            <a:solidFill>
              <a:schemeClr val="accent3"/>
            </a:solidFill>
            <a:prstDash val="solid"/>
            <a:miter/>
          </a:ln>
        </p:spPr>
      </p:cxnSp>
      <p:graphicFrame>
        <p:nvGraphicFramePr>
          <p:cNvPr id="10" name="Service 2">
            <a:extLst>
              <a:ext uri="{FF2B5EF4-FFF2-40B4-BE49-F238E27FC236}">
                <a16:creationId xmlns:a16="http://schemas.microsoft.com/office/drawing/2014/main" id="{571D1BBA-1623-4899-A49D-C2DA5F315D85}"/>
              </a:ext>
            </a:extLst>
          </p:cNvPr>
          <p:cNvGraphicFramePr>
            <a:graphicFrameLocks noGrp="1" noDrilldown="1" noMove="1" noResize="1"/>
          </p:cNvGraphicFramePr>
          <p:nvPr/>
        </p:nvGraphicFramePr>
        <p:xfrm>
          <a:off x="3871839" y="6446520"/>
          <a:ext cx="2969363" cy="69951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478"/>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rgbClr val="00B478"/>
                          </a:solidFill>
                          <a:latin typeface="TT Norms Pro Normal" panose="02000703030000020004" charset="0"/>
                        </a:rPr>
                        <a:t>ITAM</a:t>
                      </a:r>
                    </a:p>
                    <a:p>
                      <a:pPr>
                        <a:lnSpc>
                          <a:spcPct val="80000"/>
                        </a:lnSpc>
                      </a:pPr>
                      <a:r>
                        <a:rPr lang="en-US" sz="3200" b="1">
                          <a:solidFill>
                            <a:srgbClr val="00B478"/>
                          </a:solidFill>
                          <a:latin typeface="TT Norms Pro Normal" panose="02000703030000020004" charset="0"/>
                        </a:rPr>
                        <a:t>Tooling</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50292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requirements assessment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technical capabilities verification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selection &amp; RFP support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implementation &amp; integration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configuration &amp; publisher onboarding</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health check &amp; remediation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run &amp; maintain</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44" name="Line Separater 2">
            <a:extLst>
              <a:ext uri="{FF2B5EF4-FFF2-40B4-BE49-F238E27FC236}">
                <a16:creationId xmlns:a16="http://schemas.microsoft.com/office/drawing/2014/main" id="{775E0229-9FFC-42E6-9803-27200011715A}"/>
              </a:ext>
            </a:extLst>
          </p:cNvPr>
          <p:cNvCxnSpPr>
            <a:cxnSpLocks noGrp="1" noRot="1" noMove="1" noResize="1" noEditPoints="1" noAdjustHandles="1" noChangeArrowheads="1" noChangeShapeType="1"/>
          </p:cNvCxnSpPr>
          <p:nvPr/>
        </p:nvCxnSpPr>
        <p:spPr>
          <a:xfrm>
            <a:off x="4090008" y="8160993"/>
            <a:ext cx="914400" cy="0"/>
          </a:xfrm>
          <a:prstGeom prst="line">
            <a:avLst/>
          </a:prstGeom>
          <a:solidFill>
            <a:srgbClr val="FFFFFF"/>
          </a:solidFill>
          <a:ln w="38100" cap="flat">
            <a:solidFill>
              <a:srgbClr val="00B478"/>
            </a:solidFill>
            <a:prstDash val="solid"/>
            <a:miter/>
          </a:ln>
        </p:spPr>
      </p:cxnSp>
      <p:graphicFrame>
        <p:nvGraphicFramePr>
          <p:cNvPr id="11" name="Service 3">
            <a:extLst>
              <a:ext uri="{FF2B5EF4-FFF2-40B4-BE49-F238E27FC236}">
                <a16:creationId xmlns:a16="http://schemas.microsoft.com/office/drawing/2014/main" id="{D42E1AD4-0737-45E2-A184-7555528E38A8}"/>
              </a:ext>
            </a:extLst>
          </p:cNvPr>
          <p:cNvGraphicFramePr>
            <a:graphicFrameLocks noGrp="1" noDrilldown="1" noMove="1" noResize="1"/>
          </p:cNvGraphicFramePr>
          <p:nvPr/>
        </p:nvGraphicFramePr>
        <p:xfrm>
          <a:off x="7293638" y="5532120"/>
          <a:ext cx="2969363" cy="79095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accent6"/>
                          </a:solidFill>
                          <a:latin typeface="TT Norms Pro Normal" panose="02000703030000020004" charset="0"/>
                        </a:rPr>
                        <a:t>License Management</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59436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Effective License Position (ELP)</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Risk &amp; Opportunity Assessment Report (ROAR)</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audit support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cracked key analysis</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negotiation support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renewals management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agreement consolidation &amp; terms development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post-merger contract novation</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37" name="Line Separator 3">
            <a:extLst>
              <a:ext uri="{FF2B5EF4-FFF2-40B4-BE49-F238E27FC236}">
                <a16:creationId xmlns:a16="http://schemas.microsoft.com/office/drawing/2014/main" id="{24298742-CF7D-46D1-95F9-E927C61015F1}"/>
              </a:ext>
            </a:extLst>
          </p:cNvPr>
          <p:cNvCxnSpPr>
            <a:cxnSpLocks noGrp="1" noRot="1" noMove="1" noResize="1" noEditPoints="1" noAdjustHandles="1" noChangeArrowheads="1" noChangeShapeType="1"/>
          </p:cNvCxnSpPr>
          <p:nvPr/>
        </p:nvCxnSpPr>
        <p:spPr>
          <a:xfrm>
            <a:off x="7501991" y="7232427"/>
            <a:ext cx="914400" cy="0"/>
          </a:xfrm>
          <a:prstGeom prst="line">
            <a:avLst/>
          </a:prstGeom>
          <a:solidFill>
            <a:srgbClr val="FFFFFF"/>
          </a:solidFill>
          <a:ln w="38100" cap="flat">
            <a:solidFill>
              <a:schemeClr val="accent6"/>
            </a:solidFill>
            <a:prstDash val="solid"/>
            <a:miter/>
          </a:ln>
        </p:spPr>
      </p:cxnSp>
      <p:graphicFrame>
        <p:nvGraphicFramePr>
          <p:cNvPr id="12" name="Service 4">
            <a:extLst>
              <a:ext uri="{FF2B5EF4-FFF2-40B4-BE49-F238E27FC236}">
                <a16:creationId xmlns:a16="http://schemas.microsoft.com/office/drawing/2014/main" id="{B2227525-9B86-42DF-8F9B-37B1F08D2CAE}"/>
              </a:ext>
            </a:extLst>
          </p:cNvPr>
          <p:cNvGraphicFramePr>
            <a:graphicFrameLocks noGrp="1" noDrilldown="1" noMove="1" noResize="1"/>
          </p:cNvGraphicFramePr>
          <p:nvPr/>
        </p:nvGraphicFramePr>
        <p:xfrm>
          <a:off x="10715437" y="4617720"/>
          <a:ext cx="2969363" cy="88239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27432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tx2"/>
                          </a:solidFill>
                          <a:latin typeface="TT Norms Pro Normal" panose="02000703030000020004" charset="0"/>
                        </a:rPr>
                        <a:t>Managed Services</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68580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modular services components from all other practice areas</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governance administration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remediation management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license management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license service desk</a:t>
                      </a:r>
                      <a:endParaRPr lang="en-US" sz="1800" kern="1200">
                        <a:solidFill>
                          <a:schemeClr val="tx2"/>
                        </a:solidFill>
                        <a:latin typeface="TT Norms Pro" panose="02000503030000020003" pitchFamily="2" charset="0"/>
                        <a:ea typeface="+mn-ea"/>
                        <a:cs typeface="Helvetica" panose="020B0604020202020204" pitchFamily="34" charset="0"/>
                      </a:endParaRP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cracked key management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program transformation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tooling run &amp; maintain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cloud consumption metering</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39" name="Line Separator 4">
            <a:extLst>
              <a:ext uri="{FF2B5EF4-FFF2-40B4-BE49-F238E27FC236}">
                <a16:creationId xmlns:a16="http://schemas.microsoft.com/office/drawing/2014/main" id="{9F049EE9-A05F-4C3F-A46E-0FAED3EB8084}"/>
              </a:ext>
            </a:extLst>
          </p:cNvPr>
          <p:cNvCxnSpPr>
            <a:cxnSpLocks noGrp="1" noRot="1" noMove="1" noResize="1" noEditPoints="1" noAdjustHandles="1" noChangeArrowheads="1" noChangeShapeType="1"/>
          </p:cNvCxnSpPr>
          <p:nvPr/>
        </p:nvCxnSpPr>
        <p:spPr>
          <a:xfrm>
            <a:off x="10913974" y="6327686"/>
            <a:ext cx="914400" cy="0"/>
          </a:xfrm>
          <a:prstGeom prst="line">
            <a:avLst/>
          </a:prstGeom>
          <a:solidFill>
            <a:srgbClr val="FFFFFF"/>
          </a:solidFill>
          <a:ln w="38100" cap="flat">
            <a:solidFill>
              <a:schemeClr val="tx2"/>
            </a:solidFill>
            <a:prstDash val="solid"/>
            <a:miter/>
          </a:ln>
        </p:spPr>
      </p:cxnSp>
      <p:grpSp>
        <p:nvGrpSpPr>
          <p:cNvPr id="4" name="White Background">
            <a:extLst>
              <a:ext uri="{FF2B5EF4-FFF2-40B4-BE49-F238E27FC236}">
                <a16:creationId xmlns:a16="http://schemas.microsoft.com/office/drawing/2014/main" id="{94985973-E5AD-E4FD-58DC-FA4F5B93B32D}"/>
              </a:ext>
            </a:extLst>
          </p:cNvPr>
          <p:cNvGrpSpPr>
            <a:grpSpLocks noGrp="1" noUngrp="1" noRot="1" noMove="1" noResize="1"/>
          </p:cNvGrpSpPr>
          <p:nvPr/>
        </p:nvGrpSpPr>
        <p:grpSpPr>
          <a:xfrm>
            <a:off x="1" y="2795812"/>
            <a:ext cx="24402633" cy="4581971"/>
            <a:chOff x="-12283" y="2568317"/>
            <a:chExt cx="24402633" cy="4269119"/>
          </a:xfrm>
        </p:grpSpPr>
        <p:sp>
          <p:nvSpPr>
            <p:cNvPr id="29" name="White Box 7">
              <a:extLst>
                <a:ext uri="{FF2B5EF4-FFF2-40B4-BE49-F238E27FC236}">
                  <a16:creationId xmlns:a16="http://schemas.microsoft.com/office/drawing/2014/main" id="{85664EA1-B1E8-13A2-6866-797853282B6B}"/>
                </a:ext>
              </a:extLst>
            </p:cNvPr>
            <p:cNvSpPr>
              <a:spLocks noGrp="1" noRot="1" noMove="1" noResize="1" noEditPoints="1" noAdjustHandles="1" noChangeArrowheads="1" noChangeShapeType="1"/>
            </p:cNvSpPr>
            <p:nvPr/>
          </p:nvSpPr>
          <p:spPr>
            <a:xfrm>
              <a:off x="20967777" y="2568318"/>
              <a:ext cx="3422573" cy="4269118"/>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34" name="White Box 6">
              <a:extLst>
                <a:ext uri="{FF2B5EF4-FFF2-40B4-BE49-F238E27FC236}">
                  <a16:creationId xmlns:a16="http://schemas.microsoft.com/office/drawing/2014/main" id="{DFCC4343-2669-4B30-595F-D67083E9584C}"/>
                </a:ext>
              </a:extLst>
            </p:cNvPr>
            <p:cNvSpPr>
              <a:spLocks noGrp="1" noRot="1" noMove="1" noResize="1" noEditPoints="1" noAdjustHandles="1" noChangeArrowheads="1" noChangeShapeType="1"/>
            </p:cNvSpPr>
            <p:nvPr/>
          </p:nvSpPr>
          <p:spPr>
            <a:xfrm>
              <a:off x="17568422" y="2627135"/>
              <a:ext cx="3396180" cy="3358334"/>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56" name="White Box 5">
              <a:extLst>
                <a:ext uri="{FF2B5EF4-FFF2-40B4-BE49-F238E27FC236}">
                  <a16:creationId xmlns:a16="http://schemas.microsoft.com/office/drawing/2014/main" id="{4AE98B3F-46B6-BF92-E3FB-62F64EC35A9D}"/>
                </a:ext>
              </a:extLst>
            </p:cNvPr>
            <p:cNvSpPr>
              <a:spLocks noGrp="1" noRot="1" noMove="1" noResize="1" noEditPoints="1" noAdjustHandles="1" noChangeArrowheads="1" noChangeShapeType="1"/>
            </p:cNvSpPr>
            <p:nvPr/>
          </p:nvSpPr>
          <p:spPr>
            <a:xfrm>
              <a:off x="14138565" y="2627137"/>
              <a:ext cx="3428391" cy="2504051"/>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48" name="White Box 3">
              <a:extLst>
                <a:ext uri="{FF2B5EF4-FFF2-40B4-BE49-F238E27FC236}">
                  <a16:creationId xmlns:a16="http://schemas.microsoft.com/office/drawing/2014/main" id="{D1EF5D91-0FA6-42F7-8538-99E4998F27AB}"/>
                </a:ext>
              </a:extLst>
            </p:cNvPr>
            <p:cNvSpPr>
              <a:spLocks noGrp="1" noRot="1" noMove="1" noResize="1" noEditPoints="1" noAdjustHandles="1" noChangeArrowheads="1" noChangeShapeType="1"/>
            </p:cNvSpPr>
            <p:nvPr/>
          </p:nvSpPr>
          <p:spPr>
            <a:xfrm>
              <a:off x="6829211" y="2627135"/>
              <a:ext cx="3435251" cy="2080385"/>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49" name="White Box 2">
              <a:extLst>
                <a:ext uri="{FF2B5EF4-FFF2-40B4-BE49-F238E27FC236}">
                  <a16:creationId xmlns:a16="http://schemas.microsoft.com/office/drawing/2014/main" id="{C382DB89-09F8-44CC-A00E-80E846CB6668}"/>
                </a:ext>
              </a:extLst>
            </p:cNvPr>
            <p:cNvSpPr>
              <a:spLocks noGrp="1" noRot="1" noMove="1" noResize="1" noEditPoints="1" noAdjustHandles="1" noChangeArrowheads="1" noChangeShapeType="1"/>
            </p:cNvSpPr>
            <p:nvPr/>
          </p:nvSpPr>
          <p:spPr>
            <a:xfrm>
              <a:off x="3385448" y="2627136"/>
              <a:ext cx="3464460" cy="2932351"/>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30" name="White Box 1">
              <a:extLst>
                <a:ext uri="{FF2B5EF4-FFF2-40B4-BE49-F238E27FC236}">
                  <a16:creationId xmlns:a16="http://schemas.microsoft.com/office/drawing/2014/main" id="{83E40077-BEDE-F567-605C-2BE1636BADC9}"/>
                </a:ext>
              </a:extLst>
            </p:cNvPr>
            <p:cNvSpPr>
              <a:spLocks noGrp="1" noRot="1" noMove="1" noResize="1" noEditPoints="1" noAdjustHandles="1" noChangeArrowheads="1" noChangeShapeType="1"/>
            </p:cNvSpPr>
            <p:nvPr/>
          </p:nvSpPr>
          <p:spPr>
            <a:xfrm>
              <a:off x="-12283" y="2568317"/>
              <a:ext cx="3454510" cy="3843135"/>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31" name="White Box 3">
              <a:extLst>
                <a:ext uri="{FF2B5EF4-FFF2-40B4-BE49-F238E27FC236}">
                  <a16:creationId xmlns:a16="http://schemas.microsoft.com/office/drawing/2014/main" id="{E74B3C84-6135-2E93-7DC6-EDADA99D1C75}"/>
                </a:ext>
              </a:extLst>
            </p:cNvPr>
            <p:cNvSpPr>
              <a:spLocks noGrp="1" noRot="1" noMove="1" noResize="1" noEditPoints="1" noAdjustHandles="1" noChangeArrowheads="1" noChangeShapeType="1"/>
            </p:cNvSpPr>
            <p:nvPr/>
          </p:nvSpPr>
          <p:spPr>
            <a:xfrm>
              <a:off x="10236893" y="2627134"/>
              <a:ext cx="3900205" cy="1226105"/>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grpSp>
      <p:sp>
        <p:nvSpPr>
          <p:cNvPr id="2" name="Footer">
            <a:extLst>
              <a:ext uri="{FF2B5EF4-FFF2-40B4-BE49-F238E27FC236}">
                <a16:creationId xmlns:a16="http://schemas.microsoft.com/office/drawing/2014/main" id="{171F3DF9-DCFB-4685-A437-C8F8080FB3D0}"/>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a:ea typeface="+mn-ea"/>
                <a:cs typeface="+mn-cs"/>
              </a:rPr>
              <a:t>© 2026 Anglepoint Group, Inc. Confidential. Distribution prohibited. All rights reserved.</a:t>
            </a:r>
          </a:p>
        </p:txBody>
      </p:sp>
      <p:sp>
        <p:nvSpPr>
          <p:cNvPr id="3" name="Slide Number">
            <a:extLst>
              <a:ext uri="{FF2B5EF4-FFF2-40B4-BE49-F238E27FC236}">
                <a16:creationId xmlns:a16="http://schemas.microsoft.com/office/drawing/2014/main" id="{40493EF4-51FA-48C4-A182-DBDE02532D45}"/>
              </a:ext>
            </a:extLst>
          </p:cNvPr>
          <p:cNvSpPr>
            <a:spLocks noGrp="1" noRot="1" noMove="1" noResize="1" noEditPoints="1" noAdjustHandles="1" noChangeArrowheads="1" noChangeShapeType="1"/>
          </p:cNvSpPr>
          <p:nvPr>
            <p:ph type="sldNum" sz="quarter" idx="16"/>
          </p:nvPr>
        </p:nvSpPr>
        <p:spPr/>
        <p:txBody>
          <a:bodyPr/>
          <a:lstStyle/>
          <a:p>
            <a:pPr marL="0" marR="0" lvl="0" indent="0" algn="r" defTabSz="457131" rtl="0" eaLnBrk="1" fontAlgn="auto" latinLnBrk="0" hangingPunct="1">
              <a:lnSpc>
                <a:spcPct val="100000"/>
              </a:lnSpc>
              <a:spcBef>
                <a:spcPts val="0"/>
              </a:spcBef>
              <a:spcAft>
                <a:spcPts val="0"/>
              </a:spcAft>
              <a:buClrTx/>
              <a:buSzTx/>
              <a:buFontTx/>
              <a:buNone/>
              <a:tabLst/>
              <a:defRPr/>
            </a:pPr>
            <a:fld id="{65CC2327-6B8B-47BD-B581-B21CDA88CCFB}" type="slidenum">
              <a:rPr kumimoji="0" lang="en-US" sz="1400" b="1" i="0" u="none" strike="noStrike" kern="1200" cap="none" spc="0" normalizeH="0" baseline="0" noProof="0" smtClean="0">
                <a:ln>
                  <a:noFill/>
                </a:ln>
                <a:solidFill>
                  <a:srgbClr val="FFB81C"/>
                </a:solidFill>
                <a:effectLst/>
                <a:uLnTx/>
                <a:uFillTx/>
                <a:latin typeface="TT Norms Pro"/>
                <a:ea typeface="+mn-ea"/>
                <a:cs typeface="+mn-cs"/>
              </a:rPr>
              <a:pPr marL="0" marR="0" lvl="0" indent="0" algn="r" defTabSz="457131" rtl="0" eaLnBrk="1" fontAlgn="auto" latinLnBrk="0" hangingPunct="1">
                <a:lnSpc>
                  <a:spcPct val="100000"/>
                </a:lnSpc>
                <a:spcBef>
                  <a:spcPts val="0"/>
                </a:spcBef>
                <a:spcAft>
                  <a:spcPts val="0"/>
                </a:spcAft>
                <a:buClrTx/>
                <a:buSzTx/>
                <a:buFontTx/>
                <a:buNone/>
                <a:tabLst/>
                <a:defRPr/>
              </a:pPr>
              <a:t>27</a:t>
            </a:fld>
            <a:endParaRPr kumimoji="0" lang="en-US" sz="1400" b="1" i="0" u="none" strike="noStrike" kern="1200" cap="none" spc="0" normalizeH="0" baseline="0" noProof="0">
              <a:ln>
                <a:noFill/>
              </a:ln>
              <a:solidFill>
                <a:srgbClr val="FFB81C"/>
              </a:solidFill>
              <a:effectLst/>
              <a:uLnTx/>
              <a:uFillTx/>
              <a:latin typeface="TT Norms Pro"/>
              <a:ea typeface="+mn-ea"/>
              <a:cs typeface="+mn-cs"/>
            </a:endParaRPr>
          </a:p>
        </p:txBody>
      </p:sp>
      <p:sp>
        <p:nvSpPr>
          <p:cNvPr id="19" name="Subtitle">
            <a:extLst>
              <a:ext uri="{FF2B5EF4-FFF2-40B4-BE49-F238E27FC236}">
                <a16:creationId xmlns:a16="http://schemas.microsoft.com/office/drawing/2014/main" id="{02C3E8CC-7492-41E5-8E7A-C24848E9BA50}"/>
              </a:ext>
            </a:extLst>
          </p:cNvPr>
          <p:cNvSpPr>
            <a:spLocks noGrp="1" noRot="1" noMove="1" noResize="1" noEditPoints="1" noAdjustHandles="1" noChangeArrowheads="1" noChangeShapeType="1"/>
          </p:cNvSpPr>
          <p:nvPr>
            <p:ph type="body" sz="quarter" idx="14"/>
          </p:nvPr>
        </p:nvSpPr>
        <p:spPr/>
        <p:txBody>
          <a:bodyPr/>
          <a:lstStyle/>
          <a:p>
            <a:r>
              <a:rPr lang="en-US"/>
              <a:t>Intentionally organized for wholistic, modular managed services</a:t>
            </a:r>
          </a:p>
        </p:txBody>
      </p:sp>
      <p:sp>
        <p:nvSpPr>
          <p:cNvPr id="16" name="Title">
            <a:extLst>
              <a:ext uri="{FF2B5EF4-FFF2-40B4-BE49-F238E27FC236}">
                <a16:creationId xmlns:a16="http://schemas.microsoft.com/office/drawing/2014/main" id="{D346ED97-9B2D-4581-833F-F1D27FDBE54A}"/>
              </a:ext>
            </a:extLst>
          </p:cNvPr>
          <p:cNvSpPr>
            <a:spLocks noGrp="1" noRot="1" noMove="1" noResize="1" noEditPoints="1" noAdjustHandles="1" noChangeArrowheads="1" noChangeShapeType="1"/>
          </p:cNvSpPr>
          <p:nvPr>
            <p:ph type="title"/>
          </p:nvPr>
        </p:nvSpPr>
        <p:spPr/>
        <p:txBody>
          <a:bodyPr/>
          <a:lstStyle/>
          <a:p>
            <a:r>
              <a:rPr lang="en-US"/>
              <a:t>Service Practice Areas</a:t>
            </a:r>
          </a:p>
        </p:txBody>
      </p:sp>
      <p:sp>
        <p:nvSpPr>
          <p:cNvPr id="17" name="!!Section">
            <a:extLst>
              <a:ext uri="{FF2B5EF4-FFF2-40B4-BE49-F238E27FC236}">
                <a16:creationId xmlns:a16="http://schemas.microsoft.com/office/drawing/2014/main" id="{535B1DF4-4FE4-48AB-B1DE-24FCFEF4C420}"/>
              </a:ext>
            </a:extLst>
          </p:cNvPr>
          <p:cNvSpPr>
            <a:spLocks noGrp="1" noRot="1" noMove="1" noResize="1" noEditPoints="1" noAdjustHandles="1" noChangeArrowheads="1" noChangeShapeType="1"/>
          </p:cNvSpPr>
          <p:nvPr>
            <p:ph type="body" sz="quarter" idx="12"/>
          </p:nvPr>
        </p:nvSpPr>
        <p:spPr/>
        <p:txBody>
          <a:bodyPr/>
          <a:lstStyle/>
          <a:p>
            <a:r>
              <a:rPr lang="en-US"/>
              <a:t>What We Do</a:t>
            </a:r>
          </a:p>
        </p:txBody>
      </p:sp>
    </p:spTree>
    <p:extLst>
      <p:ext uri="{BB962C8B-B14F-4D97-AF65-F5344CB8AC3E}">
        <p14:creationId xmlns:p14="http://schemas.microsoft.com/office/powerpoint/2010/main" val="3545266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Vertical)">
                                      <p:cBhvr>
                                        <p:cTn id="7" dur="3250"/>
                                        <p:tgtEl>
                                          <p:spTgt spid="8"/>
                                        </p:tgtEl>
                                      </p:cBhvr>
                                    </p:animEffect>
                                  </p:childTnLst>
                                </p:cTn>
                              </p:par>
                              <p:par>
                                <p:cTn id="8" presetID="1"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childTnLst>
                                </p:cTn>
                              </p:par>
                              <p:par>
                                <p:cTn id="10" presetID="42" presetClass="path" presetSubtype="0" fill="hold" nodeType="withEffect">
                                  <p:stCondLst>
                                    <p:cond delay="0"/>
                                  </p:stCondLst>
                                  <p:childTnLst>
                                    <p:animMotion origin="layout" path="M -4.07369E-6 3.33333E-6 L 0.14087 -0.00093 " pathEditMode="relative" rAng="0" ptsTypes="AA">
                                      <p:cBhvr>
                                        <p:cTn id="11" dur="500" spd="-100000" fill="hold"/>
                                        <p:tgtEl>
                                          <p:spTgt spid="11"/>
                                        </p:tgtEl>
                                        <p:attrNameLst>
                                          <p:attrName>ppt_x</p:attrName>
                                          <p:attrName>ppt_y</p:attrName>
                                        </p:attrNameLst>
                                      </p:cBhvr>
                                      <p:rCtr x="7043" y="-46"/>
                                    </p:animMotion>
                                  </p:childTnLst>
                                </p:cTn>
                              </p:par>
                              <p:par>
                                <p:cTn id="12" presetID="10" presetClass="entr" presetSubtype="0" fill="hold" nodeType="withEffect">
                                  <p:stCondLst>
                                    <p:cond delay="50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500"/>
                                        <p:tgtEl>
                                          <p:spTgt spid="37"/>
                                        </p:tgtEl>
                                      </p:cBhvr>
                                    </p:animEffect>
                                  </p:childTnLst>
                                </p:cTn>
                              </p:par>
                              <p:par>
                                <p:cTn id="15" presetID="1" presetClass="entr" presetSubtype="0" fill="hold" nodeType="withEffect">
                                  <p:stCondLst>
                                    <p:cond delay="500"/>
                                  </p:stCondLst>
                                  <p:childTnLst>
                                    <p:set>
                                      <p:cBhvr>
                                        <p:cTn id="16" dur="1" fill="hold">
                                          <p:stCondLst>
                                            <p:cond delay="0"/>
                                          </p:stCondLst>
                                        </p:cTn>
                                        <p:tgtEl>
                                          <p:spTgt spid="42"/>
                                        </p:tgtEl>
                                        <p:attrNameLst>
                                          <p:attrName>style.visibility</p:attrName>
                                        </p:attrNameLst>
                                      </p:cBhvr>
                                      <p:to>
                                        <p:strVal val="visible"/>
                                      </p:to>
                                    </p:set>
                                  </p:childTnLst>
                                </p:cTn>
                              </p:par>
                              <p:par>
                                <p:cTn id="17" presetID="42" presetClass="path" presetSubtype="0" fill="hold" nodeType="withEffect">
                                  <p:stCondLst>
                                    <p:cond delay="500"/>
                                  </p:stCondLst>
                                  <p:childTnLst>
                                    <p:animMotion origin="layout" path="M -1.59615E-6 -3.33333E-6 L -0.14054 -3.33333E-6 " pathEditMode="relative" rAng="0" ptsTypes="AA">
                                      <p:cBhvr>
                                        <p:cTn id="18" dur="500" spd="-100000" fill="hold"/>
                                        <p:tgtEl>
                                          <p:spTgt spid="42"/>
                                        </p:tgtEl>
                                        <p:attrNameLst>
                                          <p:attrName>ppt_x</p:attrName>
                                          <p:attrName>ppt_y</p:attrName>
                                        </p:attrNameLst>
                                      </p:cBhvr>
                                      <p:rCtr x="-7030" y="0"/>
                                    </p:animMotion>
                                  </p:childTnLst>
                                </p:cTn>
                              </p:par>
                              <p:par>
                                <p:cTn id="19" presetID="10" presetClass="entr" presetSubtype="0" fill="hold" nodeType="withEffect">
                                  <p:stCondLst>
                                    <p:cond delay="100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500"/>
                                        <p:tgtEl>
                                          <p:spTgt spid="43"/>
                                        </p:tgtEl>
                                      </p:cBhvr>
                                    </p:animEffect>
                                  </p:childTnLst>
                                </p:cTn>
                              </p:par>
                              <p:par>
                                <p:cTn id="22" presetID="1" presetClass="entr" presetSubtype="0" fill="hold" nodeType="withEffect">
                                  <p:stCondLst>
                                    <p:cond delay="1000"/>
                                  </p:stCondLst>
                                  <p:childTnLst>
                                    <p:set>
                                      <p:cBhvr>
                                        <p:cTn id="23" dur="1" fill="hold">
                                          <p:stCondLst>
                                            <p:cond delay="0"/>
                                          </p:stCondLst>
                                        </p:cTn>
                                        <p:tgtEl>
                                          <p:spTgt spid="10"/>
                                        </p:tgtEl>
                                        <p:attrNameLst>
                                          <p:attrName>style.visibility</p:attrName>
                                        </p:attrNameLst>
                                      </p:cBhvr>
                                      <p:to>
                                        <p:strVal val="visible"/>
                                      </p:to>
                                    </p:set>
                                  </p:childTnLst>
                                </p:cTn>
                              </p:par>
                              <p:par>
                                <p:cTn id="24" presetID="42" presetClass="path" presetSubtype="0" fill="hold" nodeType="withEffect">
                                  <p:stCondLst>
                                    <p:cond delay="1000"/>
                                  </p:stCondLst>
                                  <p:childTnLst>
                                    <p:animMotion origin="layout" path="M -2.8603E-6 1.11022E-16 L 0.14087 -0.00046 " pathEditMode="relative" rAng="0" ptsTypes="AA">
                                      <p:cBhvr>
                                        <p:cTn id="25" dur="500" spd="-100000" fill="hold"/>
                                        <p:tgtEl>
                                          <p:spTgt spid="10"/>
                                        </p:tgtEl>
                                        <p:attrNameLst>
                                          <p:attrName>ppt_x</p:attrName>
                                          <p:attrName>ppt_y</p:attrName>
                                        </p:attrNameLst>
                                      </p:cBhvr>
                                      <p:rCtr x="7043" y="-23"/>
                                    </p:animMotion>
                                  </p:childTnLst>
                                </p:cTn>
                              </p:par>
                              <p:par>
                                <p:cTn id="26" presetID="10" presetClass="entr" presetSubtype="0" fill="hold" nodeType="withEffect">
                                  <p:stCondLst>
                                    <p:cond delay="150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500"/>
                                        <p:tgtEl>
                                          <p:spTgt spid="44"/>
                                        </p:tgtEl>
                                      </p:cBhvr>
                                    </p:animEffect>
                                  </p:childTnLst>
                                </p:cTn>
                              </p:par>
                              <p:par>
                                <p:cTn id="29" presetID="1" presetClass="entr" presetSubtype="0" fill="hold" nodeType="withEffect">
                                  <p:stCondLst>
                                    <p:cond delay="1500"/>
                                  </p:stCondLst>
                                  <p:childTnLst>
                                    <p:set>
                                      <p:cBhvr>
                                        <p:cTn id="30" dur="1" fill="hold">
                                          <p:stCondLst>
                                            <p:cond delay="0"/>
                                          </p:stCondLst>
                                        </p:cTn>
                                        <p:tgtEl>
                                          <p:spTgt spid="13"/>
                                        </p:tgtEl>
                                        <p:attrNameLst>
                                          <p:attrName>style.visibility</p:attrName>
                                        </p:attrNameLst>
                                      </p:cBhvr>
                                      <p:to>
                                        <p:strVal val="visible"/>
                                      </p:to>
                                    </p:set>
                                  </p:childTnLst>
                                </p:cTn>
                              </p:par>
                              <p:par>
                                <p:cTn id="31" presetID="42" presetClass="path" presetSubtype="0" fill="hold" nodeType="withEffect">
                                  <p:stCondLst>
                                    <p:cond delay="1500"/>
                                  </p:stCondLst>
                                  <p:childTnLst>
                                    <p:animMotion origin="layout" path="M 2.09478E-6 3.33333E-6 L -0.14061 3.33333E-6 " pathEditMode="relative" rAng="0" ptsTypes="AA">
                                      <p:cBhvr>
                                        <p:cTn id="32" dur="500" spd="-100000" fill="hold"/>
                                        <p:tgtEl>
                                          <p:spTgt spid="13"/>
                                        </p:tgtEl>
                                        <p:attrNameLst>
                                          <p:attrName>ppt_x</p:attrName>
                                          <p:attrName>ppt_y</p:attrName>
                                        </p:attrNameLst>
                                      </p:cBhvr>
                                      <p:rCtr x="-7030" y="0"/>
                                    </p:animMotion>
                                  </p:childTnLst>
                                </p:cTn>
                              </p:par>
                              <p:par>
                                <p:cTn id="33" presetID="10" presetClass="entr" presetSubtype="0" fill="hold" nodeType="withEffect">
                                  <p:stCondLst>
                                    <p:cond delay="200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par>
                                <p:cTn id="36" presetID="1" presetClass="entr" presetSubtype="0" fill="hold" nodeType="withEffect">
                                  <p:stCondLst>
                                    <p:cond delay="2000"/>
                                  </p:stCondLst>
                                  <p:childTnLst>
                                    <p:set>
                                      <p:cBhvr>
                                        <p:cTn id="37" dur="1" fill="hold">
                                          <p:stCondLst>
                                            <p:cond delay="0"/>
                                          </p:stCondLst>
                                        </p:cTn>
                                        <p:tgtEl>
                                          <p:spTgt spid="9"/>
                                        </p:tgtEl>
                                        <p:attrNameLst>
                                          <p:attrName>style.visibility</p:attrName>
                                        </p:attrNameLst>
                                      </p:cBhvr>
                                      <p:to>
                                        <p:strVal val="visible"/>
                                      </p:to>
                                    </p:set>
                                  </p:childTnLst>
                                </p:cTn>
                              </p:par>
                              <p:par>
                                <p:cTn id="38" presetID="42" presetClass="path" presetSubtype="0" decel="25000" fill="hold" nodeType="withEffect">
                                  <p:stCondLst>
                                    <p:cond delay="2000"/>
                                  </p:stCondLst>
                                  <p:childTnLst>
                                    <p:animMotion origin="layout" path="M 3.44877E-6 -3.33333E-6 L 0.14164 -3.33333E-6 " pathEditMode="relative" rAng="0" ptsTypes="AA">
                                      <p:cBhvr>
                                        <p:cTn id="39" dur="500" spd="-100000" fill="hold"/>
                                        <p:tgtEl>
                                          <p:spTgt spid="9"/>
                                        </p:tgtEl>
                                        <p:attrNameLst>
                                          <p:attrName>ppt_x</p:attrName>
                                          <p:attrName>ppt_y</p:attrName>
                                        </p:attrNameLst>
                                      </p:cBhvr>
                                      <p:rCtr x="7082" y="0"/>
                                    </p:animMotion>
                                  </p:childTnLst>
                                </p:cTn>
                              </p:par>
                              <p:par>
                                <p:cTn id="40" presetID="10" presetClass="entr" presetSubtype="0" fill="hold" nodeType="withEffect">
                                  <p:stCondLst>
                                    <p:cond delay="250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par>
                                <p:cTn id="43" presetID="1" presetClass="entr" presetSubtype="0" fill="hold" nodeType="withEffect">
                                  <p:stCondLst>
                                    <p:cond delay="2500"/>
                                  </p:stCondLst>
                                  <p:childTnLst>
                                    <p:set>
                                      <p:cBhvr>
                                        <p:cTn id="44" dur="1" fill="hold">
                                          <p:stCondLst>
                                            <p:cond delay="0"/>
                                          </p:stCondLst>
                                        </p:cTn>
                                        <p:tgtEl>
                                          <p:spTgt spid="14"/>
                                        </p:tgtEl>
                                        <p:attrNameLst>
                                          <p:attrName>style.visibility</p:attrName>
                                        </p:attrNameLst>
                                      </p:cBhvr>
                                      <p:to>
                                        <p:strVal val="visible"/>
                                      </p:to>
                                    </p:set>
                                  </p:childTnLst>
                                </p:cTn>
                              </p:par>
                              <p:par>
                                <p:cTn id="45" presetID="42" presetClass="path" presetSubtype="0" decel="25000" fill="hold" nodeType="withEffect">
                                  <p:stCondLst>
                                    <p:cond delay="2500"/>
                                  </p:stCondLst>
                                  <p:childTnLst>
                                    <p:animMotion origin="layout" path="M 8.81396E-7 0 L -0.14035 0 " pathEditMode="relative" rAng="0" ptsTypes="AA">
                                      <p:cBhvr>
                                        <p:cTn id="46" dur="500" spd="-100000" fill="hold"/>
                                        <p:tgtEl>
                                          <p:spTgt spid="14"/>
                                        </p:tgtEl>
                                        <p:attrNameLst>
                                          <p:attrName>ppt_x</p:attrName>
                                          <p:attrName>ppt_y</p:attrName>
                                        </p:attrNameLst>
                                      </p:cBhvr>
                                      <p:rCtr x="-7017" y="0"/>
                                    </p:animMotion>
                                  </p:childTnLst>
                                </p:cTn>
                              </p:par>
                              <p:par>
                                <p:cTn id="47" presetID="10" presetClass="entr" presetSubtype="0" fill="hold" nodeType="withEffect">
                                  <p:stCondLst>
                                    <p:cond delay="300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73254F43-2574-4E8E-8DBA-9B0CAF40742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Slide Number">
            <a:extLst>
              <a:ext uri="{FF2B5EF4-FFF2-40B4-BE49-F238E27FC236}">
                <a16:creationId xmlns:a16="http://schemas.microsoft.com/office/drawing/2014/main" id="{DAB38D32-22F0-429B-BF20-D5BF65156837}"/>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28</a:t>
            </a:fld>
            <a:endParaRPr lang="en-US"/>
          </a:p>
        </p:txBody>
      </p:sp>
      <p:sp>
        <p:nvSpPr>
          <p:cNvPr id="10" name="Title">
            <a:extLst>
              <a:ext uri="{FF2B5EF4-FFF2-40B4-BE49-F238E27FC236}">
                <a16:creationId xmlns:a16="http://schemas.microsoft.com/office/drawing/2014/main" id="{C0E518BF-DEFB-FEDE-8142-6C051D1CB875}"/>
              </a:ext>
            </a:extLst>
          </p:cNvPr>
          <p:cNvSpPr txBox="1">
            <a:spLocks/>
          </p:cNvSpPr>
          <p:nvPr/>
        </p:nvSpPr>
        <p:spPr>
          <a:xfrm>
            <a:off x="1672298" y="4912546"/>
            <a:ext cx="8672971" cy="3894266"/>
          </a:xfrm>
          <a:prstGeom prst="rect">
            <a:avLst/>
          </a:prstGeom>
        </p:spPr>
        <p:txBody>
          <a:bodyPr vert="horz" lIns="91440" tIns="45720" rIns="91440" bIns="45720" rtlCol="0" anchor="ctr">
            <a:normAutofit fontScale="92500" lnSpcReduction="20000"/>
          </a:bodyPr>
          <a:lstStyle>
            <a:lvl1pPr marL="914400" indent="0" algn="l" defTabSz="1828708" rtl="0" eaLnBrk="1" latinLnBrk="0" hangingPunct="1">
              <a:lnSpc>
                <a:spcPct val="90000"/>
              </a:lnSpc>
              <a:spcBef>
                <a:spcPct val="0"/>
              </a:spcBef>
              <a:buNone/>
              <a:tabLst/>
              <a:defRPr lang="en-US" sz="6599" b="1" kern="1200" spc="-100" baseline="0">
                <a:solidFill>
                  <a:schemeClr val="tx2"/>
                </a:solidFill>
                <a:latin typeface="+mj-lt"/>
                <a:ea typeface="+mj-ea"/>
                <a:cs typeface="+mj-cs"/>
              </a:defRPr>
            </a:lvl1pPr>
          </a:lstStyle>
          <a:p>
            <a:pPr marL="17463"/>
            <a:r>
              <a:rPr lang="en-US" sz="11500">
                <a:latin typeface="TT Norms Pro ExtraBold" panose="02000503030000020003" pitchFamily="2" charset="0"/>
              </a:rPr>
              <a:t>Are you Renewal Ready?</a:t>
            </a:r>
          </a:p>
        </p:txBody>
      </p:sp>
      <p:sp>
        <p:nvSpPr>
          <p:cNvPr id="14" name="TextBox 13">
            <a:extLst>
              <a:ext uri="{FF2B5EF4-FFF2-40B4-BE49-F238E27FC236}">
                <a16:creationId xmlns:a16="http://schemas.microsoft.com/office/drawing/2014/main" id="{DE4266C6-52E9-1BF4-7CAA-363FE7E16BF8}"/>
              </a:ext>
            </a:extLst>
          </p:cNvPr>
          <p:cNvSpPr txBox="1"/>
          <p:nvPr/>
        </p:nvSpPr>
        <p:spPr>
          <a:xfrm>
            <a:off x="1831230" y="8889386"/>
            <a:ext cx="6452158" cy="2872325"/>
          </a:xfrm>
          <a:prstGeom prst="rect">
            <a:avLst/>
          </a:prstGeom>
          <a:noFill/>
        </p:spPr>
        <p:txBody>
          <a:bodyPr wrap="square" lIns="91440" tIns="45720" rIns="91440" bIns="45720" rtlCol="0" anchor="t">
            <a:spAutoFit/>
          </a:bodyPr>
          <a:lstStyle/>
          <a:p>
            <a:pPr defTabSz="1828708">
              <a:lnSpc>
                <a:spcPct val="110000"/>
              </a:lnSpc>
              <a:spcAft>
                <a:spcPts val="1200"/>
              </a:spcAft>
            </a:pPr>
            <a:r>
              <a:rPr lang="en-US" sz="2800" spc="-50">
                <a:solidFill>
                  <a:schemeClr val="accent1"/>
                </a:solidFill>
                <a:latin typeface="TT Norms Pro"/>
              </a:rPr>
              <a:t>We can help you to prepare for your next renewal. Anglepoint covers 500+ software publishers &amp; have what we consider industry-leading expertise in 100+.</a:t>
            </a:r>
          </a:p>
          <a:p>
            <a:pPr algn="l">
              <a:lnSpc>
                <a:spcPct val="90000"/>
              </a:lnSpc>
              <a:spcAft>
                <a:spcPts val="600"/>
              </a:spcAft>
            </a:pPr>
            <a:endParaRPr lang="en-US">
              <a:solidFill>
                <a:schemeClr val="tx2"/>
              </a:solidFill>
            </a:endParaRPr>
          </a:p>
        </p:txBody>
      </p:sp>
      <p:graphicFrame>
        <p:nvGraphicFramePr>
          <p:cNvPr id="19" name="Table 18">
            <a:extLst>
              <a:ext uri="{FF2B5EF4-FFF2-40B4-BE49-F238E27FC236}">
                <a16:creationId xmlns:a16="http://schemas.microsoft.com/office/drawing/2014/main" id="{3C452B2A-2F40-B223-E1D5-46BA5670F72A}"/>
              </a:ext>
            </a:extLst>
          </p:cNvPr>
          <p:cNvGraphicFramePr>
            <a:graphicFrameLocks noGrp="1"/>
          </p:cNvGraphicFramePr>
          <p:nvPr/>
        </p:nvGraphicFramePr>
        <p:xfrm>
          <a:off x="10747179" y="1388282"/>
          <a:ext cx="2920911" cy="3541141"/>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867">
                <a:tc gridSpan="7">
                  <a:txBody>
                    <a:bodyPr/>
                    <a:lstStyle/>
                    <a:p>
                      <a:r>
                        <a:rPr lang="en-US" sz="2400"/>
                        <a:t>JAN</a:t>
                      </a:r>
                      <a:endParaRPr lang="en-US" sz="2800"/>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1" name="Table 20">
            <a:extLst>
              <a:ext uri="{FF2B5EF4-FFF2-40B4-BE49-F238E27FC236}">
                <a16:creationId xmlns:a16="http://schemas.microsoft.com/office/drawing/2014/main" id="{C396A85E-E242-A498-B0E5-E4CE563C9E41}"/>
              </a:ext>
            </a:extLst>
          </p:cNvPr>
          <p:cNvGraphicFramePr>
            <a:graphicFrameLocks noGrp="1"/>
          </p:cNvGraphicFramePr>
          <p:nvPr/>
        </p:nvGraphicFramePr>
        <p:xfrm>
          <a:off x="13852830" y="1388282"/>
          <a:ext cx="2920911" cy="3541141"/>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867">
                <a:tc gridSpan="7">
                  <a:txBody>
                    <a:bodyPr/>
                    <a:lstStyle/>
                    <a:p>
                      <a:r>
                        <a:rPr lang="en-US" sz="2400"/>
                        <a:t>FEB</a:t>
                      </a:r>
                      <a:endParaRPr lang="en-US" sz="2800"/>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2" name="Table 21">
            <a:extLst>
              <a:ext uri="{FF2B5EF4-FFF2-40B4-BE49-F238E27FC236}">
                <a16:creationId xmlns:a16="http://schemas.microsoft.com/office/drawing/2014/main" id="{6F1BB9F8-6B4C-70F7-88A3-C202D87A9FD7}"/>
              </a:ext>
            </a:extLst>
          </p:cNvPr>
          <p:cNvGraphicFramePr>
            <a:graphicFrameLocks noGrp="1"/>
          </p:cNvGraphicFramePr>
          <p:nvPr/>
        </p:nvGraphicFramePr>
        <p:xfrm>
          <a:off x="16958481" y="1388282"/>
          <a:ext cx="2920911" cy="3541141"/>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867">
                <a:tc gridSpan="7">
                  <a:txBody>
                    <a:bodyPr/>
                    <a:lstStyle/>
                    <a:p>
                      <a:r>
                        <a:rPr lang="en-US" sz="2400"/>
                        <a:t>MAR</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3" name="Table 22">
            <a:extLst>
              <a:ext uri="{FF2B5EF4-FFF2-40B4-BE49-F238E27FC236}">
                <a16:creationId xmlns:a16="http://schemas.microsoft.com/office/drawing/2014/main" id="{A77359A1-F94E-E448-54BB-7BFFA8326339}"/>
              </a:ext>
            </a:extLst>
          </p:cNvPr>
          <p:cNvGraphicFramePr>
            <a:graphicFrameLocks noGrp="1"/>
          </p:cNvGraphicFramePr>
          <p:nvPr/>
        </p:nvGraphicFramePr>
        <p:xfrm>
          <a:off x="10747179" y="5138833"/>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MAY</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4" name="Table 23">
            <a:extLst>
              <a:ext uri="{FF2B5EF4-FFF2-40B4-BE49-F238E27FC236}">
                <a16:creationId xmlns:a16="http://schemas.microsoft.com/office/drawing/2014/main" id="{DCBFCB7C-7A62-3240-A80A-2B528AC5398A}"/>
              </a:ext>
            </a:extLst>
          </p:cNvPr>
          <p:cNvGraphicFramePr>
            <a:graphicFrameLocks noGrp="1"/>
          </p:cNvGraphicFramePr>
          <p:nvPr/>
        </p:nvGraphicFramePr>
        <p:xfrm>
          <a:off x="13852830" y="5138833"/>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JUN</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5" name="Table 24">
            <a:extLst>
              <a:ext uri="{FF2B5EF4-FFF2-40B4-BE49-F238E27FC236}">
                <a16:creationId xmlns:a16="http://schemas.microsoft.com/office/drawing/2014/main" id="{E638E401-7E1B-9713-3926-6CF6A5EF38D2}"/>
              </a:ext>
            </a:extLst>
          </p:cNvPr>
          <p:cNvGraphicFramePr>
            <a:graphicFrameLocks noGrp="1"/>
          </p:cNvGraphicFramePr>
          <p:nvPr/>
        </p:nvGraphicFramePr>
        <p:xfrm>
          <a:off x="16958481" y="5138833"/>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JUL</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6" name="Table 25">
            <a:extLst>
              <a:ext uri="{FF2B5EF4-FFF2-40B4-BE49-F238E27FC236}">
                <a16:creationId xmlns:a16="http://schemas.microsoft.com/office/drawing/2014/main" id="{A05EBA29-5860-4906-4B40-EF7478EA66E5}"/>
              </a:ext>
            </a:extLst>
          </p:cNvPr>
          <p:cNvGraphicFramePr>
            <a:graphicFrameLocks noGrp="1"/>
          </p:cNvGraphicFramePr>
          <p:nvPr/>
        </p:nvGraphicFramePr>
        <p:xfrm>
          <a:off x="20064131" y="1388282"/>
          <a:ext cx="2920911" cy="3541141"/>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867">
                <a:tc gridSpan="7">
                  <a:txBody>
                    <a:bodyPr/>
                    <a:lstStyle/>
                    <a:p>
                      <a:r>
                        <a:rPr lang="en-US" sz="2400"/>
                        <a:t>APR</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7" name="Table 26">
            <a:extLst>
              <a:ext uri="{FF2B5EF4-FFF2-40B4-BE49-F238E27FC236}">
                <a16:creationId xmlns:a16="http://schemas.microsoft.com/office/drawing/2014/main" id="{899E29BE-9270-1F74-905E-14FE6A357628}"/>
              </a:ext>
            </a:extLst>
          </p:cNvPr>
          <p:cNvGraphicFramePr>
            <a:graphicFrameLocks noGrp="1"/>
          </p:cNvGraphicFramePr>
          <p:nvPr/>
        </p:nvGraphicFramePr>
        <p:xfrm>
          <a:off x="20064131" y="5138833"/>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AUG</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8" name="Table 27">
            <a:extLst>
              <a:ext uri="{FF2B5EF4-FFF2-40B4-BE49-F238E27FC236}">
                <a16:creationId xmlns:a16="http://schemas.microsoft.com/office/drawing/2014/main" id="{EAD4C014-F4B6-78E8-F3B3-F9ADC7F3EB03}"/>
              </a:ext>
            </a:extLst>
          </p:cNvPr>
          <p:cNvGraphicFramePr>
            <a:graphicFrameLocks noGrp="1"/>
          </p:cNvGraphicFramePr>
          <p:nvPr/>
        </p:nvGraphicFramePr>
        <p:xfrm>
          <a:off x="10747179" y="8889384"/>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SEP</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33" name="Table 32">
            <a:extLst>
              <a:ext uri="{FF2B5EF4-FFF2-40B4-BE49-F238E27FC236}">
                <a16:creationId xmlns:a16="http://schemas.microsoft.com/office/drawing/2014/main" id="{9FEB92EC-C694-2074-A62E-316A98AE61CD}"/>
              </a:ext>
            </a:extLst>
          </p:cNvPr>
          <p:cNvGraphicFramePr>
            <a:graphicFrameLocks noGrp="1"/>
          </p:cNvGraphicFramePr>
          <p:nvPr/>
        </p:nvGraphicFramePr>
        <p:xfrm>
          <a:off x="13852830" y="8889384"/>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OCT</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35" name="Table 34">
            <a:extLst>
              <a:ext uri="{FF2B5EF4-FFF2-40B4-BE49-F238E27FC236}">
                <a16:creationId xmlns:a16="http://schemas.microsoft.com/office/drawing/2014/main" id="{E606F7FC-2F2A-43D6-5AF9-CBD84FA45D7D}"/>
              </a:ext>
            </a:extLst>
          </p:cNvPr>
          <p:cNvGraphicFramePr>
            <a:graphicFrameLocks noGrp="1"/>
          </p:cNvGraphicFramePr>
          <p:nvPr/>
        </p:nvGraphicFramePr>
        <p:xfrm>
          <a:off x="16958481" y="8889384"/>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NOV</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37" name="Table 36">
            <a:extLst>
              <a:ext uri="{FF2B5EF4-FFF2-40B4-BE49-F238E27FC236}">
                <a16:creationId xmlns:a16="http://schemas.microsoft.com/office/drawing/2014/main" id="{B20B212C-8537-3B35-53BE-0BE420E230CA}"/>
              </a:ext>
            </a:extLst>
          </p:cNvPr>
          <p:cNvGraphicFramePr>
            <a:graphicFrameLocks noGrp="1"/>
          </p:cNvGraphicFramePr>
          <p:nvPr/>
        </p:nvGraphicFramePr>
        <p:xfrm>
          <a:off x="20064131" y="8889384"/>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DEC</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pic>
        <p:nvPicPr>
          <p:cNvPr id="5" name="Picture Placeholder 89">
            <a:extLst>
              <a:ext uri="{FF2B5EF4-FFF2-40B4-BE49-F238E27FC236}">
                <a16:creationId xmlns:a16="http://schemas.microsoft.com/office/drawing/2014/main" id="{D259B420-34E1-7E77-5AC4-B0615CE28CEA}"/>
              </a:ext>
            </a:extLst>
          </p:cNvPr>
          <p:cNvPicPr>
            <a:picLocks noChangeAspect="1"/>
          </p:cNvPicPr>
          <p:nvPr/>
        </p:nvPicPr>
        <p:blipFill rotWithShape="1">
          <a:blip r:embed="rId3"/>
          <a:srcRect t="54" b="54"/>
          <a:stretch/>
        </p:blipFill>
        <p:spPr>
          <a:xfrm>
            <a:off x="10937359" y="3063094"/>
            <a:ext cx="1085204" cy="1085204"/>
          </a:xfrm>
          <a:prstGeom prst="rect">
            <a:avLst/>
          </a:prstGeom>
        </p:spPr>
      </p:pic>
      <p:pic>
        <p:nvPicPr>
          <p:cNvPr id="6" name="Picture Placeholder 47" descr="Logo&#10;&#10;Description automatically generated">
            <a:extLst>
              <a:ext uri="{FF2B5EF4-FFF2-40B4-BE49-F238E27FC236}">
                <a16:creationId xmlns:a16="http://schemas.microsoft.com/office/drawing/2014/main" id="{609F737F-7BEA-8DA1-562E-7E8A147D0F9A}"/>
              </a:ext>
            </a:extLst>
          </p:cNvPr>
          <p:cNvPicPr>
            <a:picLocks noChangeAspect="1"/>
          </p:cNvPicPr>
          <p:nvPr/>
        </p:nvPicPr>
        <p:blipFill rotWithShape="1">
          <a:blip r:embed="rId4"/>
          <a:srcRect t="54" b="54"/>
          <a:stretch/>
        </p:blipFill>
        <p:spPr>
          <a:xfrm>
            <a:off x="17722296" y="10389705"/>
            <a:ext cx="1393282" cy="1393280"/>
          </a:xfrm>
          <a:prstGeom prst="rect">
            <a:avLst/>
          </a:prstGeom>
        </p:spPr>
      </p:pic>
      <p:pic>
        <p:nvPicPr>
          <p:cNvPr id="7" name="Picture Placeholder 41" descr="A picture containing logo&#10;&#10;Description automatically generated">
            <a:extLst>
              <a:ext uri="{FF2B5EF4-FFF2-40B4-BE49-F238E27FC236}">
                <a16:creationId xmlns:a16="http://schemas.microsoft.com/office/drawing/2014/main" id="{C019E50A-39FF-9286-448C-B6D7D1E1244E}"/>
              </a:ext>
            </a:extLst>
          </p:cNvPr>
          <p:cNvPicPr>
            <a:picLocks noChangeAspect="1"/>
          </p:cNvPicPr>
          <p:nvPr/>
        </p:nvPicPr>
        <p:blipFill rotWithShape="1">
          <a:blip r:embed="rId5"/>
          <a:srcRect t="54" b="54"/>
          <a:stretch/>
        </p:blipFill>
        <p:spPr>
          <a:xfrm>
            <a:off x="14360071" y="6374297"/>
            <a:ext cx="1512360" cy="1512358"/>
          </a:xfrm>
          <a:prstGeom prst="rect">
            <a:avLst/>
          </a:prstGeom>
        </p:spPr>
      </p:pic>
      <p:pic>
        <p:nvPicPr>
          <p:cNvPr id="8" name="Picture Placeholder 79" descr="A picture containing icon&#10;&#10;Description automatically generated">
            <a:extLst>
              <a:ext uri="{FF2B5EF4-FFF2-40B4-BE49-F238E27FC236}">
                <a16:creationId xmlns:a16="http://schemas.microsoft.com/office/drawing/2014/main" id="{D2682C0F-CE2C-6D14-11BF-7D5A19815DCD}"/>
              </a:ext>
            </a:extLst>
          </p:cNvPr>
          <p:cNvPicPr>
            <a:picLocks noChangeAspect="1"/>
          </p:cNvPicPr>
          <p:nvPr/>
        </p:nvPicPr>
        <p:blipFill rotWithShape="1">
          <a:blip r:embed="rId6"/>
          <a:srcRect/>
          <a:stretch/>
        </p:blipFill>
        <p:spPr>
          <a:xfrm>
            <a:off x="20250980" y="11526142"/>
            <a:ext cx="1048094" cy="1048094"/>
          </a:xfrm>
          <a:prstGeom prst="rect">
            <a:avLst/>
          </a:prstGeom>
        </p:spPr>
      </p:pic>
      <p:pic>
        <p:nvPicPr>
          <p:cNvPr id="9" name="Picture Placeholder 37" descr="Logo&#10;&#10;Description automatically generated">
            <a:extLst>
              <a:ext uri="{FF2B5EF4-FFF2-40B4-BE49-F238E27FC236}">
                <a16:creationId xmlns:a16="http://schemas.microsoft.com/office/drawing/2014/main" id="{56450254-D92A-3A0E-A70C-4BA98B5ECEE5}"/>
              </a:ext>
            </a:extLst>
          </p:cNvPr>
          <p:cNvPicPr>
            <a:picLocks noChangeAspect="1"/>
          </p:cNvPicPr>
          <p:nvPr/>
        </p:nvPicPr>
        <p:blipFill rotWithShape="1">
          <a:blip r:embed="rId7"/>
          <a:srcRect t="54" b="54"/>
          <a:stretch/>
        </p:blipFill>
        <p:spPr>
          <a:xfrm>
            <a:off x="11471474" y="6559826"/>
            <a:ext cx="1548426" cy="1548426"/>
          </a:xfrm>
          <a:prstGeom prst="rect">
            <a:avLst/>
          </a:prstGeom>
        </p:spPr>
      </p:pic>
      <p:pic>
        <p:nvPicPr>
          <p:cNvPr id="11" name="Picture Placeholder 31" descr="A picture containing text, silhouette&#10;&#10;Description automatically generated">
            <a:extLst>
              <a:ext uri="{FF2B5EF4-FFF2-40B4-BE49-F238E27FC236}">
                <a16:creationId xmlns:a16="http://schemas.microsoft.com/office/drawing/2014/main" id="{E5EA2EDB-C523-6C7C-9353-A44D95DABC89}"/>
              </a:ext>
            </a:extLst>
          </p:cNvPr>
          <p:cNvPicPr>
            <a:picLocks noChangeAspect="1"/>
          </p:cNvPicPr>
          <p:nvPr/>
        </p:nvPicPr>
        <p:blipFill rotWithShape="1">
          <a:blip r:embed="rId8"/>
          <a:srcRect/>
          <a:stretch/>
        </p:blipFill>
        <p:spPr>
          <a:xfrm>
            <a:off x="20277892" y="9645122"/>
            <a:ext cx="899082" cy="899082"/>
          </a:xfrm>
          <a:prstGeom prst="rect">
            <a:avLst/>
          </a:prstGeom>
        </p:spPr>
      </p:pic>
      <p:pic>
        <p:nvPicPr>
          <p:cNvPr id="12" name="Picture Placeholder 40" descr="A picture containing company name&#10;&#10;Description automatically generated">
            <a:extLst>
              <a:ext uri="{FF2B5EF4-FFF2-40B4-BE49-F238E27FC236}">
                <a16:creationId xmlns:a16="http://schemas.microsoft.com/office/drawing/2014/main" id="{616A7879-26A5-6007-334C-1095CD25829C}"/>
              </a:ext>
            </a:extLst>
          </p:cNvPr>
          <p:cNvPicPr>
            <a:picLocks noChangeAspect="1"/>
          </p:cNvPicPr>
          <p:nvPr/>
        </p:nvPicPr>
        <p:blipFill rotWithShape="1">
          <a:blip r:embed="rId9"/>
          <a:srcRect l="54" r="54"/>
          <a:stretch/>
        </p:blipFill>
        <p:spPr>
          <a:xfrm>
            <a:off x="12193672" y="3265464"/>
            <a:ext cx="1201534" cy="1201534"/>
          </a:xfrm>
          <a:prstGeom prst="rect">
            <a:avLst/>
          </a:prstGeom>
        </p:spPr>
      </p:pic>
      <p:pic>
        <p:nvPicPr>
          <p:cNvPr id="13" name="Picture Placeholder 104">
            <a:extLst>
              <a:ext uri="{FF2B5EF4-FFF2-40B4-BE49-F238E27FC236}">
                <a16:creationId xmlns:a16="http://schemas.microsoft.com/office/drawing/2014/main" id="{804C0112-405E-C5DC-690F-0D806B26704A}"/>
              </a:ext>
            </a:extLst>
          </p:cNvPr>
          <p:cNvPicPr>
            <a:picLocks noChangeAspect="1"/>
          </p:cNvPicPr>
          <p:nvPr/>
        </p:nvPicPr>
        <p:blipFill rotWithShape="1">
          <a:blip r:embed="rId10"/>
          <a:srcRect t="54" b="54"/>
          <a:stretch/>
        </p:blipFill>
        <p:spPr>
          <a:xfrm>
            <a:off x="21385387" y="10602197"/>
            <a:ext cx="1430286" cy="1430284"/>
          </a:xfrm>
          <a:prstGeom prst="rect">
            <a:avLst/>
          </a:prstGeom>
        </p:spPr>
      </p:pic>
      <p:pic>
        <p:nvPicPr>
          <p:cNvPr id="15" name="Picture Placeholder 50" descr="Logo&#10;&#10;Description automatically generated">
            <a:extLst>
              <a:ext uri="{FF2B5EF4-FFF2-40B4-BE49-F238E27FC236}">
                <a16:creationId xmlns:a16="http://schemas.microsoft.com/office/drawing/2014/main" id="{E3EA5320-7245-BA22-A2FC-9A3D38799040}"/>
              </a:ext>
            </a:extLst>
          </p:cNvPr>
          <p:cNvPicPr>
            <a:picLocks noChangeAspect="1"/>
          </p:cNvPicPr>
          <p:nvPr/>
        </p:nvPicPr>
        <p:blipFill rotWithShape="1">
          <a:blip r:embed="rId11"/>
          <a:srcRect l="54" r="54"/>
          <a:stretch/>
        </p:blipFill>
        <p:spPr>
          <a:xfrm>
            <a:off x="14442497" y="2756452"/>
            <a:ext cx="1601144" cy="1601144"/>
          </a:xfrm>
          <a:prstGeom prst="rect">
            <a:avLst/>
          </a:prstGeom>
        </p:spPr>
      </p:pic>
      <p:pic>
        <p:nvPicPr>
          <p:cNvPr id="16" name="Picture Placeholder 60" descr="Text&#10;&#10;Description automatically generated">
            <a:extLst>
              <a:ext uri="{FF2B5EF4-FFF2-40B4-BE49-F238E27FC236}">
                <a16:creationId xmlns:a16="http://schemas.microsoft.com/office/drawing/2014/main" id="{F7EF8354-AADA-D6F1-A530-02DAA4724B5B}"/>
              </a:ext>
            </a:extLst>
          </p:cNvPr>
          <p:cNvPicPr>
            <a:picLocks noChangeAspect="1"/>
          </p:cNvPicPr>
          <p:nvPr/>
        </p:nvPicPr>
        <p:blipFill rotWithShape="1">
          <a:blip r:embed="rId12"/>
          <a:srcRect/>
          <a:stretch/>
        </p:blipFill>
        <p:spPr>
          <a:xfrm>
            <a:off x="21626694" y="11488747"/>
            <a:ext cx="1030727" cy="1030727"/>
          </a:xfrm>
          <a:prstGeom prst="rect">
            <a:avLst/>
          </a:prstGeom>
        </p:spPr>
      </p:pic>
      <p:pic>
        <p:nvPicPr>
          <p:cNvPr id="17" name="Picture Placeholder 85" descr="Logo&#10;&#10;Description automatically generated with medium confidence">
            <a:extLst>
              <a:ext uri="{FF2B5EF4-FFF2-40B4-BE49-F238E27FC236}">
                <a16:creationId xmlns:a16="http://schemas.microsoft.com/office/drawing/2014/main" id="{0C0B66D2-6879-58FA-2FB4-C69DC9A95E5D}"/>
              </a:ext>
            </a:extLst>
          </p:cNvPr>
          <p:cNvPicPr>
            <a:picLocks noChangeAspect="1"/>
          </p:cNvPicPr>
          <p:nvPr/>
        </p:nvPicPr>
        <p:blipFill rotWithShape="1">
          <a:blip r:embed="rId13"/>
          <a:srcRect/>
          <a:stretch/>
        </p:blipFill>
        <p:spPr>
          <a:xfrm>
            <a:off x="14943031" y="10083358"/>
            <a:ext cx="1489490" cy="1489488"/>
          </a:xfrm>
          <a:prstGeom prst="rect">
            <a:avLst/>
          </a:prstGeom>
        </p:spPr>
      </p:pic>
      <p:pic>
        <p:nvPicPr>
          <p:cNvPr id="18" name="Picture Placeholder 35" descr="Text&#10;&#10;Description automatically generated with low confidence">
            <a:extLst>
              <a:ext uri="{FF2B5EF4-FFF2-40B4-BE49-F238E27FC236}">
                <a16:creationId xmlns:a16="http://schemas.microsoft.com/office/drawing/2014/main" id="{DA904298-3DCC-0D68-8102-D18AAF0D61A2}"/>
              </a:ext>
            </a:extLst>
          </p:cNvPr>
          <p:cNvPicPr>
            <a:picLocks noChangeAspect="1"/>
          </p:cNvPicPr>
          <p:nvPr/>
        </p:nvPicPr>
        <p:blipFill rotWithShape="1">
          <a:blip r:embed="rId14"/>
          <a:srcRect t="54" b="54"/>
          <a:stretch/>
        </p:blipFill>
        <p:spPr>
          <a:xfrm>
            <a:off x="14141042" y="10880090"/>
            <a:ext cx="1805789" cy="1805789"/>
          </a:xfrm>
          <a:prstGeom prst="rect">
            <a:avLst/>
          </a:prstGeom>
        </p:spPr>
      </p:pic>
      <p:pic>
        <p:nvPicPr>
          <p:cNvPr id="20" name="Picture Placeholder 48" descr="Logo, company name&#10;&#10;Description automatically generated">
            <a:extLst>
              <a:ext uri="{FF2B5EF4-FFF2-40B4-BE49-F238E27FC236}">
                <a16:creationId xmlns:a16="http://schemas.microsoft.com/office/drawing/2014/main" id="{F5AF183C-613D-86F0-AFCE-D30B34F75605}"/>
              </a:ext>
            </a:extLst>
          </p:cNvPr>
          <p:cNvPicPr>
            <a:picLocks noChangeAspect="1"/>
          </p:cNvPicPr>
          <p:nvPr/>
        </p:nvPicPr>
        <p:blipFill rotWithShape="1">
          <a:blip r:embed="rId15"/>
          <a:srcRect/>
          <a:stretch/>
        </p:blipFill>
        <p:spPr>
          <a:xfrm>
            <a:off x="17794498" y="6689022"/>
            <a:ext cx="1248876" cy="1248876"/>
          </a:xfrm>
          <a:prstGeom prst="rect">
            <a:avLst/>
          </a:prstGeom>
        </p:spPr>
      </p:pic>
      <p:pic>
        <p:nvPicPr>
          <p:cNvPr id="29" name="Picture Placeholder 91" descr="Logo&#10;&#10;Description automatically generated">
            <a:extLst>
              <a:ext uri="{FF2B5EF4-FFF2-40B4-BE49-F238E27FC236}">
                <a16:creationId xmlns:a16="http://schemas.microsoft.com/office/drawing/2014/main" id="{FFA2EBC8-6716-B693-6BA6-B17851BFCEBD}"/>
              </a:ext>
            </a:extLst>
          </p:cNvPr>
          <p:cNvPicPr>
            <a:picLocks noChangeAspect="1"/>
          </p:cNvPicPr>
          <p:nvPr/>
        </p:nvPicPr>
        <p:blipFill rotWithShape="1">
          <a:blip r:embed="rId16"/>
          <a:srcRect/>
          <a:stretch/>
        </p:blipFill>
        <p:spPr>
          <a:xfrm>
            <a:off x="20291508" y="10151932"/>
            <a:ext cx="1007566" cy="1007566"/>
          </a:xfrm>
          <a:prstGeom prst="rect">
            <a:avLst/>
          </a:prstGeom>
        </p:spPr>
      </p:pic>
      <p:pic>
        <p:nvPicPr>
          <p:cNvPr id="30" name="Picture Placeholder 20" descr="Logo&#10;&#10;Description automatically generated">
            <a:extLst>
              <a:ext uri="{FF2B5EF4-FFF2-40B4-BE49-F238E27FC236}">
                <a16:creationId xmlns:a16="http://schemas.microsoft.com/office/drawing/2014/main" id="{F4DC6078-74CC-2139-5151-4D5A782B9703}"/>
              </a:ext>
            </a:extLst>
          </p:cNvPr>
          <p:cNvPicPr>
            <a:picLocks noChangeAspect="1"/>
          </p:cNvPicPr>
          <p:nvPr/>
        </p:nvPicPr>
        <p:blipFill rotWithShape="1">
          <a:blip r:embed="rId17"/>
          <a:srcRect l="54" r="54"/>
          <a:stretch/>
        </p:blipFill>
        <p:spPr>
          <a:xfrm>
            <a:off x="10955707" y="1881281"/>
            <a:ext cx="1253430" cy="1253430"/>
          </a:xfrm>
          <a:prstGeom prst="rect">
            <a:avLst/>
          </a:prstGeom>
        </p:spPr>
      </p:pic>
      <p:pic>
        <p:nvPicPr>
          <p:cNvPr id="32" name="Picture Placeholder 57" descr="Logo, company name&#10;&#10;Description automatically generated">
            <a:extLst>
              <a:ext uri="{FF2B5EF4-FFF2-40B4-BE49-F238E27FC236}">
                <a16:creationId xmlns:a16="http://schemas.microsoft.com/office/drawing/2014/main" id="{A82CAC5A-0CCD-EEF5-95E6-3E9DCFD702DC}"/>
              </a:ext>
            </a:extLst>
          </p:cNvPr>
          <p:cNvPicPr>
            <a:picLocks noChangeAspect="1"/>
          </p:cNvPicPr>
          <p:nvPr/>
        </p:nvPicPr>
        <p:blipFill rotWithShape="1">
          <a:blip r:embed="rId18"/>
          <a:srcRect t="54" b="54"/>
          <a:stretch/>
        </p:blipFill>
        <p:spPr>
          <a:xfrm>
            <a:off x="14742673" y="7440011"/>
            <a:ext cx="1463040" cy="1463040"/>
          </a:xfrm>
          <a:prstGeom prst="rect">
            <a:avLst/>
          </a:prstGeom>
        </p:spPr>
      </p:pic>
      <p:pic>
        <p:nvPicPr>
          <p:cNvPr id="34" name="Picture Placeholder 26" descr="Logo&#10;&#10;Description automatically generated">
            <a:extLst>
              <a:ext uri="{FF2B5EF4-FFF2-40B4-BE49-F238E27FC236}">
                <a16:creationId xmlns:a16="http://schemas.microsoft.com/office/drawing/2014/main" id="{F20F89C4-579F-4612-8D6D-9ACBDDB84384}"/>
              </a:ext>
            </a:extLst>
          </p:cNvPr>
          <p:cNvPicPr>
            <a:picLocks noChangeAspect="1"/>
          </p:cNvPicPr>
          <p:nvPr/>
        </p:nvPicPr>
        <p:blipFill rotWithShape="1">
          <a:blip r:embed="rId19"/>
          <a:srcRect/>
          <a:stretch/>
        </p:blipFill>
        <p:spPr>
          <a:xfrm>
            <a:off x="17211337" y="3273287"/>
            <a:ext cx="1185888" cy="1185888"/>
          </a:xfrm>
          <a:prstGeom prst="rect">
            <a:avLst/>
          </a:prstGeom>
        </p:spPr>
      </p:pic>
      <p:pic>
        <p:nvPicPr>
          <p:cNvPr id="36" name="Picture Placeholder 118">
            <a:extLst>
              <a:ext uri="{FF2B5EF4-FFF2-40B4-BE49-F238E27FC236}">
                <a16:creationId xmlns:a16="http://schemas.microsoft.com/office/drawing/2014/main" id="{62F716F8-7C42-1A53-50A8-9982D7403DB9}"/>
              </a:ext>
            </a:extLst>
          </p:cNvPr>
          <p:cNvPicPr>
            <a:picLocks noChangeAspect="1"/>
          </p:cNvPicPr>
          <p:nvPr/>
        </p:nvPicPr>
        <p:blipFill rotWithShape="1">
          <a:blip r:embed="rId20"/>
          <a:srcRect t="54" b="54"/>
          <a:stretch/>
        </p:blipFill>
        <p:spPr>
          <a:xfrm>
            <a:off x="21503416" y="9598479"/>
            <a:ext cx="1238896" cy="1238896"/>
          </a:xfrm>
          <a:prstGeom prst="rect">
            <a:avLst/>
          </a:prstGeom>
        </p:spPr>
      </p:pic>
      <p:pic>
        <p:nvPicPr>
          <p:cNvPr id="38" name="Picture Placeholder 51" descr="Logo&#10;&#10;Description automatically generated">
            <a:extLst>
              <a:ext uri="{FF2B5EF4-FFF2-40B4-BE49-F238E27FC236}">
                <a16:creationId xmlns:a16="http://schemas.microsoft.com/office/drawing/2014/main" id="{F04EBCAE-F4AA-0962-965C-BE8587A14294}"/>
              </a:ext>
            </a:extLst>
          </p:cNvPr>
          <p:cNvPicPr>
            <a:picLocks noChangeAspect="1"/>
          </p:cNvPicPr>
          <p:nvPr/>
        </p:nvPicPr>
        <p:blipFill rotWithShape="1">
          <a:blip r:embed="rId21"/>
          <a:srcRect/>
          <a:stretch/>
        </p:blipFill>
        <p:spPr>
          <a:xfrm>
            <a:off x="12055192" y="2200837"/>
            <a:ext cx="1463040" cy="1463040"/>
          </a:xfrm>
          <a:prstGeom prst="rect">
            <a:avLst/>
          </a:prstGeom>
        </p:spPr>
      </p:pic>
      <p:pic>
        <p:nvPicPr>
          <p:cNvPr id="39" name="Picture Placeholder 111">
            <a:extLst>
              <a:ext uri="{FF2B5EF4-FFF2-40B4-BE49-F238E27FC236}">
                <a16:creationId xmlns:a16="http://schemas.microsoft.com/office/drawing/2014/main" id="{4059043D-F371-124C-0E2E-8F3BE4B6C6B9}"/>
              </a:ext>
            </a:extLst>
          </p:cNvPr>
          <p:cNvPicPr>
            <a:picLocks noChangeAspect="1"/>
          </p:cNvPicPr>
          <p:nvPr/>
        </p:nvPicPr>
        <p:blipFill rotWithShape="1">
          <a:blip r:embed="rId22"/>
          <a:srcRect/>
          <a:stretch/>
        </p:blipFill>
        <p:spPr>
          <a:xfrm>
            <a:off x="11033246" y="4054864"/>
            <a:ext cx="1300494" cy="1300494"/>
          </a:xfrm>
          <a:prstGeom prst="rect">
            <a:avLst/>
          </a:prstGeom>
        </p:spPr>
      </p:pic>
      <p:pic>
        <p:nvPicPr>
          <p:cNvPr id="40" name="Picture Placeholder 97">
            <a:extLst>
              <a:ext uri="{FF2B5EF4-FFF2-40B4-BE49-F238E27FC236}">
                <a16:creationId xmlns:a16="http://schemas.microsoft.com/office/drawing/2014/main" id="{7641C2C8-2FAD-5632-1543-8266E725BF82}"/>
              </a:ext>
            </a:extLst>
          </p:cNvPr>
          <p:cNvPicPr>
            <a:picLocks noChangeAspect="1"/>
          </p:cNvPicPr>
          <p:nvPr/>
        </p:nvPicPr>
        <p:blipFill rotWithShape="1">
          <a:blip r:embed="rId23"/>
          <a:srcRect/>
          <a:stretch/>
        </p:blipFill>
        <p:spPr>
          <a:xfrm>
            <a:off x="18696168" y="4090608"/>
            <a:ext cx="838820" cy="838818"/>
          </a:xfrm>
          <a:prstGeom prst="rect">
            <a:avLst/>
          </a:prstGeom>
        </p:spPr>
      </p:pic>
      <p:pic>
        <p:nvPicPr>
          <p:cNvPr id="41" name="Picture Placeholder 81" descr="A picture containing logo&#10;&#10;Description automatically generated">
            <a:extLst>
              <a:ext uri="{FF2B5EF4-FFF2-40B4-BE49-F238E27FC236}">
                <a16:creationId xmlns:a16="http://schemas.microsoft.com/office/drawing/2014/main" id="{E1762A07-26AB-7D1B-C7E0-2E4CDC961BF8}"/>
              </a:ext>
            </a:extLst>
          </p:cNvPr>
          <p:cNvPicPr>
            <a:picLocks noChangeAspect="1"/>
          </p:cNvPicPr>
          <p:nvPr/>
        </p:nvPicPr>
        <p:blipFill rotWithShape="1">
          <a:blip r:embed="rId24"/>
          <a:srcRect l="54" r="54"/>
          <a:stretch/>
        </p:blipFill>
        <p:spPr>
          <a:xfrm>
            <a:off x="18214670" y="1760124"/>
            <a:ext cx="1463040" cy="1463040"/>
          </a:xfrm>
          <a:prstGeom prst="rect">
            <a:avLst/>
          </a:prstGeom>
        </p:spPr>
      </p:pic>
      <p:pic>
        <p:nvPicPr>
          <p:cNvPr id="44" name="Picture Placeholder 38" descr="Logo, company name&#10;&#10;Description automatically generated">
            <a:extLst>
              <a:ext uri="{FF2B5EF4-FFF2-40B4-BE49-F238E27FC236}">
                <a16:creationId xmlns:a16="http://schemas.microsoft.com/office/drawing/2014/main" id="{1A1A9670-356B-8735-1296-66B7EB673DF0}"/>
              </a:ext>
            </a:extLst>
          </p:cNvPr>
          <p:cNvPicPr>
            <a:picLocks noChangeAspect="1"/>
          </p:cNvPicPr>
          <p:nvPr/>
        </p:nvPicPr>
        <p:blipFill rotWithShape="1">
          <a:blip r:embed="rId25"/>
          <a:srcRect t="54" b="54"/>
          <a:stretch/>
        </p:blipFill>
        <p:spPr>
          <a:xfrm>
            <a:off x="21556400" y="10230678"/>
            <a:ext cx="1246786" cy="1246786"/>
          </a:xfrm>
          <a:prstGeom prst="rect">
            <a:avLst/>
          </a:prstGeom>
        </p:spPr>
      </p:pic>
      <p:pic>
        <p:nvPicPr>
          <p:cNvPr id="45" name="Picture Placeholder 33" descr="Logo&#10;&#10;Description automatically generated">
            <a:extLst>
              <a:ext uri="{FF2B5EF4-FFF2-40B4-BE49-F238E27FC236}">
                <a16:creationId xmlns:a16="http://schemas.microsoft.com/office/drawing/2014/main" id="{AC44B2E7-6EFF-EB51-2C23-0FC2D09756DF}"/>
              </a:ext>
            </a:extLst>
          </p:cNvPr>
          <p:cNvPicPr>
            <a:picLocks noChangeAspect="1"/>
          </p:cNvPicPr>
          <p:nvPr/>
        </p:nvPicPr>
        <p:blipFill rotWithShape="1">
          <a:blip r:embed="rId26"/>
          <a:srcRect/>
          <a:stretch/>
        </p:blipFill>
        <p:spPr>
          <a:xfrm>
            <a:off x="18397225" y="2701544"/>
            <a:ext cx="1038064" cy="1038064"/>
          </a:xfrm>
          <a:prstGeom prst="rect">
            <a:avLst/>
          </a:prstGeom>
        </p:spPr>
      </p:pic>
      <p:pic>
        <p:nvPicPr>
          <p:cNvPr id="46" name="Picture Placeholder 30" descr="Logo&#10;&#10;Description automatically generated">
            <a:extLst>
              <a:ext uri="{FF2B5EF4-FFF2-40B4-BE49-F238E27FC236}">
                <a16:creationId xmlns:a16="http://schemas.microsoft.com/office/drawing/2014/main" id="{2B6AC324-DCAE-4122-B109-F5F7107503A4}"/>
              </a:ext>
            </a:extLst>
          </p:cNvPr>
          <p:cNvPicPr>
            <a:picLocks noChangeAspect="1"/>
          </p:cNvPicPr>
          <p:nvPr/>
        </p:nvPicPr>
        <p:blipFill rotWithShape="1">
          <a:blip r:embed="rId27"/>
          <a:srcRect/>
          <a:stretch/>
        </p:blipFill>
        <p:spPr>
          <a:xfrm>
            <a:off x="20285764" y="10798113"/>
            <a:ext cx="877990" cy="877990"/>
          </a:xfrm>
          <a:prstGeom prst="rect">
            <a:avLst/>
          </a:prstGeom>
        </p:spPr>
      </p:pic>
    </p:spTree>
    <p:extLst>
      <p:ext uri="{BB962C8B-B14F-4D97-AF65-F5344CB8AC3E}">
        <p14:creationId xmlns:p14="http://schemas.microsoft.com/office/powerpoint/2010/main" val="4212482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93CD96-1F5C-6B3F-E7D7-98691FD3AF8A}"/>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Slide Number Placeholder 2">
            <a:extLst>
              <a:ext uri="{FF2B5EF4-FFF2-40B4-BE49-F238E27FC236}">
                <a16:creationId xmlns:a16="http://schemas.microsoft.com/office/drawing/2014/main" id="{C3578D4A-ED67-B788-08D7-9BB9D654F8CD}"/>
              </a:ext>
            </a:extLst>
          </p:cNvPr>
          <p:cNvSpPr>
            <a:spLocks noGrp="1"/>
          </p:cNvSpPr>
          <p:nvPr>
            <p:ph type="sldNum" sz="quarter" idx="16"/>
          </p:nvPr>
        </p:nvSpPr>
        <p:spPr/>
        <p:txBody>
          <a:bodyPr/>
          <a:lstStyle/>
          <a:p>
            <a:fld id="{65CC2327-6B8B-47BD-B581-B21CDA88CCFB}" type="slidenum">
              <a:rPr lang="en-US" smtClean="0"/>
              <a:pPr/>
              <a:t>29</a:t>
            </a:fld>
            <a:endParaRPr lang="en-US"/>
          </a:p>
        </p:txBody>
      </p:sp>
      <p:sp>
        <p:nvSpPr>
          <p:cNvPr id="4" name="Text Placeholder 3">
            <a:extLst>
              <a:ext uri="{FF2B5EF4-FFF2-40B4-BE49-F238E27FC236}">
                <a16:creationId xmlns:a16="http://schemas.microsoft.com/office/drawing/2014/main" id="{E2774387-42D2-5E77-7FB0-B93DCF7DFBF6}"/>
              </a:ext>
            </a:extLst>
          </p:cNvPr>
          <p:cNvSpPr>
            <a:spLocks noGrp="1"/>
          </p:cNvSpPr>
          <p:nvPr>
            <p:ph type="body" sz="quarter" idx="13"/>
          </p:nvPr>
        </p:nvSpPr>
        <p:spPr/>
        <p:txBody>
          <a:bodyPr lIns="0" rIns="0" anchor="ctr" anchorCtr="0"/>
          <a:lstStyle/>
          <a:p>
            <a:pPr marL="349250" indent="-334963" algn="ctr"/>
            <a:r>
              <a:rPr lang="en-US"/>
              <a:t>Insert screenshot from </a:t>
            </a:r>
            <a:r>
              <a:rPr lang="en-US" b="1"/>
              <a:t>EEP</a:t>
            </a:r>
            <a:r>
              <a:rPr lang="en-US"/>
              <a:t> workbook into zoomable slide</a:t>
            </a:r>
          </a:p>
          <a:p>
            <a:pPr marL="349250" indent="-334963" algn="ctr"/>
            <a:endParaRPr lang="en-US"/>
          </a:p>
          <a:p>
            <a:pPr marL="349250" indent="-334963" algn="ctr"/>
            <a:endParaRPr lang="en-US"/>
          </a:p>
        </p:txBody>
      </p:sp>
      <p:sp>
        <p:nvSpPr>
          <p:cNvPr id="6" name="Title 5">
            <a:extLst>
              <a:ext uri="{FF2B5EF4-FFF2-40B4-BE49-F238E27FC236}">
                <a16:creationId xmlns:a16="http://schemas.microsoft.com/office/drawing/2014/main" id="{BDD403AA-4332-A0AF-7A94-C5FE13BD557F}"/>
              </a:ext>
            </a:extLst>
          </p:cNvPr>
          <p:cNvSpPr>
            <a:spLocks noGrp="1"/>
          </p:cNvSpPr>
          <p:nvPr>
            <p:ph type="title"/>
          </p:nvPr>
        </p:nvSpPr>
        <p:spPr/>
        <p:txBody>
          <a:bodyPr/>
          <a:lstStyle/>
          <a:p>
            <a:r>
              <a:rPr lang="en-US"/>
              <a:t>Effective Entitlement Position (EEP)</a:t>
            </a:r>
          </a:p>
        </p:txBody>
      </p:sp>
      <p:sp>
        <p:nvSpPr>
          <p:cNvPr id="7" name="Text Placeholder 6">
            <a:extLst>
              <a:ext uri="{FF2B5EF4-FFF2-40B4-BE49-F238E27FC236}">
                <a16:creationId xmlns:a16="http://schemas.microsoft.com/office/drawing/2014/main" id="{9F399C85-35F3-D674-9458-F8BA1285D4FE}"/>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388804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93CD96-1F5C-6B3F-E7D7-98691FD3AF8A}"/>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Slide Number Placeholder 2">
            <a:extLst>
              <a:ext uri="{FF2B5EF4-FFF2-40B4-BE49-F238E27FC236}">
                <a16:creationId xmlns:a16="http://schemas.microsoft.com/office/drawing/2014/main" id="{C3578D4A-ED67-B788-08D7-9BB9D654F8CD}"/>
              </a:ext>
            </a:extLst>
          </p:cNvPr>
          <p:cNvSpPr>
            <a:spLocks noGrp="1"/>
          </p:cNvSpPr>
          <p:nvPr>
            <p:ph type="sldNum" sz="quarter" idx="16"/>
          </p:nvPr>
        </p:nvSpPr>
        <p:spPr/>
        <p:txBody>
          <a:bodyPr/>
          <a:lstStyle/>
          <a:p>
            <a:fld id="{65CC2327-6B8B-47BD-B581-B21CDA88CCFB}" type="slidenum">
              <a:rPr lang="en-US" smtClean="0"/>
              <a:pPr/>
              <a:t>30</a:t>
            </a:fld>
            <a:endParaRPr lang="en-US"/>
          </a:p>
        </p:txBody>
      </p:sp>
      <p:sp>
        <p:nvSpPr>
          <p:cNvPr id="4" name="Text Placeholder 3">
            <a:extLst>
              <a:ext uri="{FF2B5EF4-FFF2-40B4-BE49-F238E27FC236}">
                <a16:creationId xmlns:a16="http://schemas.microsoft.com/office/drawing/2014/main" id="{E2774387-42D2-5E77-7FB0-B93DCF7DFBF6}"/>
              </a:ext>
            </a:extLst>
          </p:cNvPr>
          <p:cNvSpPr>
            <a:spLocks noGrp="1"/>
          </p:cNvSpPr>
          <p:nvPr>
            <p:ph type="body" sz="quarter" idx="13"/>
          </p:nvPr>
        </p:nvSpPr>
        <p:spPr/>
        <p:txBody>
          <a:bodyPr lIns="0" rIns="0" anchor="ctr" anchorCtr="0"/>
          <a:lstStyle/>
          <a:p>
            <a:pPr marL="349250" indent="-334963" algn="ctr"/>
            <a:r>
              <a:rPr lang="en-US"/>
              <a:t>Insert screenshot from </a:t>
            </a:r>
            <a:r>
              <a:rPr lang="en-US" b="1"/>
              <a:t>ELP</a:t>
            </a:r>
            <a:r>
              <a:rPr lang="en-US"/>
              <a:t> workbook into zoomable slide</a:t>
            </a:r>
          </a:p>
          <a:p>
            <a:pPr marL="349250" indent="-334963" algn="ctr"/>
            <a:endParaRPr lang="en-US"/>
          </a:p>
          <a:p>
            <a:pPr marL="349250" indent="-334963" algn="ctr"/>
            <a:endParaRPr lang="en-US"/>
          </a:p>
        </p:txBody>
      </p:sp>
      <p:sp>
        <p:nvSpPr>
          <p:cNvPr id="6" name="Title 5">
            <a:extLst>
              <a:ext uri="{FF2B5EF4-FFF2-40B4-BE49-F238E27FC236}">
                <a16:creationId xmlns:a16="http://schemas.microsoft.com/office/drawing/2014/main" id="{BDD403AA-4332-A0AF-7A94-C5FE13BD557F}"/>
              </a:ext>
            </a:extLst>
          </p:cNvPr>
          <p:cNvSpPr>
            <a:spLocks noGrp="1"/>
          </p:cNvSpPr>
          <p:nvPr>
            <p:ph type="title"/>
          </p:nvPr>
        </p:nvSpPr>
        <p:spPr/>
        <p:txBody>
          <a:bodyPr/>
          <a:lstStyle/>
          <a:p>
            <a:r>
              <a:rPr lang="en-US"/>
              <a:t>Effective License Position (ELP)</a:t>
            </a:r>
          </a:p>
        </p:txBody>
      </p:sp>
      <p:sp>
        <p:nvSpPr>
          <p:cNvPr id="7" name="Text Placeholder 6">
            <a:extLst>
              <a:ext uri="{FF2B5EF4-FFF2-40B4-BE49-F238E27FC236}">
                <a16:creationId xmlns:a16="http://schemas.microsoft.com/office/drawing/2014/main" id="{9F399C85-35F3-D674-9458-F8BA1285D4FE}"/>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719412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93CD96-1F5C-6B3F-E7D7-98691FD3AF8A}"/>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2026 Anglepoint Group, Inc. Confidential. Distribution prohibited. All rights reserved.</a:t>
            </a:r>
          </a:p>
        </p:txBody>
      </p:sp>
      <p:sp>
        <p:nvSpPr>
          <p:cNvPr id="3" name="Slide Number Placeholder 2">
            <a:extLst>
              <a:ext uri="{FF2B5EF4-FFF2-40B4-BE49-F238E27FC236}">
                <a16:creationId xmlns:a16="http://schemas.microsoft.com/office/drawing/2014/main" id="{C3578D4A-ED67-B788-08D7-9BB9D654F8CD}"/>
              </a:ext>
            </a:extLst>
          </p:cNvPr>
          <p:cNvSpPr>
            <a:spLocks noGrp="1"/>
          </p:cNvSpPr>
          <p:nvPr>
            <p:ph type="sldNum" sz="quarter" idx="16"/>
          </p:nvPr>
        </p:nvSpPr>
        <p:spPr/>
        <p:txBody>
          <a:bodyPr/>
          <a:lstStyle/>
          <a:p>
            <a:fld id="{65CC2327-6B8B-47BD-B581-B21CDA88CCFB}" type="slidenum">
              <a:rPr lang="en-US" smtClean="0"/>
              <a:pPr/>
              <a:t>31</a:t>
            </a:fld>
            <a:endParaRPr lang="en-US"/>
          </a:p>
        </p:txBody>
      </p:sp>
      <p:sp>
        <p:nvSpPr>
          <p:cNvPr id="4" name="Text Placeholder 3">
            <a:extLst>
              <a:ext uri="{FF2B5EF4-FFF2-40B4-BE49-F238E27FC236}">
                <a16:creationId xmlns:a16="http://schemas.microsoft.com/office/drawing/2014/main" id="{E2774387-42D2-5E77-7FB0-B93DCF7DFBF6}"/>
              </a:ext>
            </a:extLst>
          </p:cNvPr>
          <p:cNvSpPr>
            <a:spLocks noGrp="1"/>
          </p:cNvSpPr>
          <p:nvPr>
            <p:ph type="body" sz="quarter" idx="13"/>
          </p:nvPr>
        </p:nvSpPr>
        <p:spPr/>
        <p:txBody>
          <a:bodyPr lIns="0" rIns="0" anchor="ctr" anchorCtr="0"/>
          <a:lstStyle/>
          <a:p>
            <a:pPr marL="349250" indent="-334963" algn="ctr"/>
            <a:r>
              <a:rPr lang="en-US"/>
              <a:t>Insert example </a:t>
            </a:r>
            <a:r>
              <a:rPr lang="en-US" b="1"/>
              <a:t>ROAR </a:t>
            </a:r>
            <a:r>
              <a:rPr lang="en-US"/>
              <a:t>screenshot into zoomable slide</a:t>
            </a:r>
          </a:p>
          <a:p>
            <a:pPr marL="349250" indent="-334963" algn="ctr"/>
            <a:endParaRPr lang="en-US"/>
          </a:p>
          <a:p>
            <a:pPr marL="349250" indent="-334963" algn="ctr"/>
            <a:endParaRPr lang="en-US"/>
          </a:p>
        </p:txBody>
      </p:sp>
      <p:sp>
        <p:nvSpPr>
          <p:cNvPr id="6" name="Title 5">
            <a:extLst>
              <a:ext uri="{FF2B5EF4-FFF2-40B4-BE49-F238E27FC236}">
                <a16:creationId xmlns:a16="http://schemas.microsoft.com/office/drawing/2014/main" id="{BDD403AA-4332-A0AF-7A94-C5FE13BD557F}"/>
              </a:ext>
            </a:extLst>
          </p:cNvPr>
          <p:cNvSpPr>
            <a:spLocks noGrp="1"/>
          </p:cNvSpPr>
          <p:nvPr>
            <p:ph type="title"/>
          </p:nvPr>
        </p:nvSpPr>
        <p:spPr/>
        <p:txBody>
          <a:bodyPr/>
          <a:lstStyle/>
          <a:p>
            <a:r>
              <a:rPr lang="en-US"/>
              <a:t>Risk &amp; Opportunity Assessment Report (ROAR)</a:t>
            </a:r>
          </a:p>
        </p:txBody>
      </p:sp>
      <p:sp>
        <p:nvSpPr>
          <p:cNvPr id="7" name="Text Placeholder 6">
            <a:extLst>
              <a:ext uri="{FF2B5EF4-FFF2-40B4-BE49-F238E27FC236}">
                <a16:creationId xmlns:a16="http://schemas.microsoft.com/office/drawing/2014/main" id="{9F399C85-35F3-D674-9458-F8BA1285D4FE}"/>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8960214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1266"/>
        <p:cNvGrpSpPr/>
        <p:nvPr/>
      </p:nvGrpSpPr>
      <p:grpSpPr>
        <a:xfrm>
          <a:off x="0" y="0"/>
          <a:ext cx="0" cy="0"/>
          <a:chOff x="0" y="0"/>
          <a:chExt cx="0" cy="0"/>
        </a:xfrm>
      </p:grpSpPr>
      <p:sp>
        <p:nvSpPr>
          <p:cNvPr id="1267" name="Google Shape;1267;p8"/>
          <p:cNvSpPr txBox="1">
            <a:spLocks noGrp="1"/>
          </p:cNvSpPr>
          <p:nvPr>
            <p:ph type="title"/>
          </p:nvPr>
        </p:nvSpPr>
        <p:spPr>
          <a:xfrm>
            <a:off x="1588" y="823746"/>
            <a:ext cx="24383874" cy="1170280"/>
          </a:xfrm>
          <a:noFill/>
          <a:ln>
            <a:noFill/>
          </a:ln>
        </p:spPr>
        <p:txBody>
          <a:bodyPr spcFirstLastPara="1" vert="horz" wrap="square" lIns="91414" tIns="45694" rIns="91414" bIns="45694" rtlCol="0" anchor="t" anchorCtr="0">
            <a:noAutofit/>
          </a:bodyPr>
          <a:lstStyle/>
          <a:p>
            <a:pPr lvl="0"/>
            <a:r>
              <a:rPr lang="en-US"/>
              <a:t>Cost Avoidance Recommendations</a:t>
            </a:r>
          </a:p>
        </p:txBody>
      </p:sp>
      <p:sp>
        <p:nvSpPr>
          <p:cNvPr id="5" name="Text Placeholder 4">
            <a:extLst>
              <a:ext uri="{FF2B5EF4-FFF2-40B4-BE49-F238E27FC236}">
                <a16:creationId xmlns:a16="http://schemas.microsoft.com/office/drawing/2014/main" id="{77012ED7-DFEC-70A7-002E-E13570189734}"/>
              </a:ext>
            </a:extLst>
          </p:cNvPr>
          <p:cNvSpPr>
            <a:spLocks noGrp="1"/>
          </p:cNvSpPr>
          <p:nvPr>
            <p:ph type="body" sz="quarter" idx="14"/>
          </p:nvPr>
        </p:nvSpPr>
        <p:spPr/>
        <p:txBody>
          <a:bodyPr/>
          <a:lstStyle/>
          <a:p>
            <a:r>
              <a:rPr lang="en-US"/>
              <a:t>From Potential Recommendations to Realized Cost Avoidance</a:t>
            </a:r>
          </a:p>
        </p:txBody>
      </p:sp>
      <p:sp>
        <p:nvSpPr>
          <p:cNvPr id="8" name="Slide Number Placeholder 7">
            <a:extLst>
              <a:ext uri="{FF2B5EF4-FFF2-40B4-BE49-F238E27FC236}">
                <a16:creationId xmlns:a16="http://schemas.microsoft.com/office/drawing/2014/main" id="{16D905C1-B5F1-8689-69CF-C6162370958D}"/>
              </a:ext>
            </a:extLst>
          </p:cNvPr>
          <p:cNvSpPr>
            <a:spLocks noGrp="1"/>
          </p:cNvSpPr>
          <p:nvPr>
            <p:ph type="sldNum" sz="quarter" idx="16"/>
          </p:nvPr>
        </p:nvSpPr>
        <p:spPr/>
        <p:txBody>
          <a:bodyPr/>
          <a:lstStyle/>
          <a:p>
            <a:pPr>
              <a:buClr>
                <a:srgbClr val="000000"/>
              </a:buClr>
            </a:pPr>
            <a:fld id="{65CC2327-6B8B-47BD-B581-B21CDA88CCFB}" type="slidenum">
              <a:rPr lang="en-US">
                <a:solidFill>
                  <a:srgbClr val="FFB81C"/>
                </a:solidFill>
                <a:latin typeface="Arial"/>
                <a:sym typeface="Arial"/>
              </a:rPr>
              <a:pPr>
                <a:buClr>
                  <a:srgbClr val="000000"/>
                </a:buClr>
              </a:pPr>
              <a:t>32</a:t>
            </a:fld>
            <a:endParaRPr lang="en-US">
              <a:solidFill>
                <a:srgbClr val="FFB81C"/>
              </a:solidFill>
              <a:latin typeface="Arial"/>
              <a:sym typeface="Arial"/>
            </a:endParaRPr>
          </a:p>
        </p:txBody>
      </p:sp>
      <p:graphicFrame>
        <p:nvGraphicFramePr>
          <p:cNvPr id="3" name="Table 2">
            <a:extLst>
              <a:ext uri="{FF2B5EF4-FFF2-40B4-BE49-F238E27FC236}">
                <a16:creationId xmlns:a16="http://schemas.microsoft.com/office/drawing/2014/main" id="{6BE4B5F4-B0BB-0790-802A-EED21A324CB4}"/>
              </a:ext>
            </a:extLst>
          </p:cNvPr>
          <p:cNvGraphicFramePr>
            <a:graphicFrameLocks noGrp="1"/>
          </p:cNvGraphicFramePr>
          <p:nvPr/>
        </p:nvGraphicFramePr>
        <p:xfrm>
          <a:off x="1110469" y="3484042"/>
          <a:ext cx="21895604" cy="9525640"/>
        </p:xfrm>
        <a:graphic>
          <a:graphicData uri="http://schemas.openxmlformats.org/drawingml/2006/table">
            <a:tbl>
              <a:tblPr firstRow="1" bandRow="1">
                <a:tableStyleId>{5C22544A-7EE6-4342-B048-85BDC9FD1C3A}</a:tableStyleId>
              </a:tblPr>
              <a:tblGrid>
                <a:gridCol w="3973838">
                  <a:extLst>
                    <a:ext uri="{9D8B030D-6E8A-4147-A177-3AD203B41FA5}">
                      <a16:colId xmlns:a16="http://schemas.microsoft.com/office/drawing/2014/main" val="632656465"/>
                    </a:ext>
                  </a:extLst>
                </a:gridCol>
                <a:gridCol w="5077874">
                  <a:extLst>
                    <a:ext uri="{9D8B030D-6E8A-4147-A177-3AD203B41FA5}">
                      <a16:colId xmlns:a16="http://schemas.microsoft.com/office/drawing/2014/main" val="299969117"/>
                    </a:ext>
                  </a:extLst>
                </a:gridCol>
                <a:gridCol w="2656590">
                  <a:extLst>
                    <a:ext uri="{9D8B030D-6E8A-4147-A177-3AD203B41FA5}">
                      <a16:colId xmlns:a16="http://schemas.microsoft.com/office/drawing/2014/main" val="2677054790"/>
                    </a:ext>
                  </a:extLst>
                </a:gridCol>
                <a:gridCol w="2710432">
                  <a:extLst>
                    <a:ext uri="{9D8B030D-6E8A-4147-A177-3AD203B41FA5}">
                      <a16:colId xmlns:a16="http://schemas.microsoft.com/office/drawing/2014/main" val="3697212837"/>
                    </a:ext>
                  </a:extLst>
                </a:gridCol>
                <a:gridCol w="4793572">
                  <a:extLst>
                    <a:ext uri="{9D8B030D-6E8A-4147-A177-3AD203B41FA5}">
                      <a16:colId xmlns:a16="http://schemas.microsoft.com/office/drawing/2014/main" val="2738130912"/>
                    </a:ext>
                  </a:extLst>
                </a:gridCol>
                <a:gridCol w="2683298">
                  <a:extLst>
                    <a:ext uri="{9D8B030D-6E8A-4147-A177-3AD203B41FA5}">
                      <a16:colId xmlns:a16="http://schemas.microsoft.com/office/drawing/2014/main" val="3029787886"/>
                    </a:ext>
                  </a:extLst>
                </a:gridCol>
              </a:tblGrid>
              <a:tr h="869534">
                <a:tc gridSpan="4">
                  <a:txBody>
                    <a:bodyPr/>
                    <a:lstStyle/>
                    <a:p>
                      <a:pPr algn="l" defTabSz="457200">
                        <a:defRPr/>
                      </a:pPr>
                      <a:r>
                        <a:rPr lang="en-US" sz="2200" b="1" i="0" spc="100" baseline="0">
                          <a:solidFill>
                            <a:schemeClr val="tx2"/>
                          </a:solidFill>
                          <a:effectLst/>
                          <a:latin typeface="TT Norms Pro" panose="02000503030000020003" pitchFamily="2" charset="0"/>
                        </a:rPr>
                        <a:t>OBSERVATIONS &amp; RECOMMENDATIONS:</a:t>
                      </a:r>
                    </a:p>
                  </a:txBody>
                  <a:tcPr marL="0" marR="182808" marT="91428" marB="91404">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hMerge="1">
                  <a:txBody>
                    <a:bodyPr/>
                    <a:lstStyle/>
                    <a:p>
                      <a:pPr algn="l" defTabSz="457200">
                        <a:defRPr/>
                      </a:pPr>
                      <a:endParaRPr lang="en-US" sz="5400" b="1">
                        <a:solidFill>
                          <a:srgbClr val="FFFFFF"/>
                        </a:solidFill>
                        <a:effectLst/>
                        <a:latin typeface="TT Norms Pro" panose="02000503030000020003" pitchFamily="2" charset="0"/>
                      </a:endParaRPr>
                    </a:p>
                  </a:txBody>
                  <a:tcPr marL="365760" marR="182832" marT="91416" marB="91416"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hMerge="1">
                  <a:txBody>
                    <a:bodyPr/>
                    <a:lstStyle/>
                    <a:p>
                      <a:pPr algn="l" defTabSz="457200">
                        <a:defRPr/>
                      </a:pPr>
                      <a:endParaRPr lang="en-US" sz="5400" b="1">
                        <a:solidFill>
                          <a:srgbClr val="FFFFFF"/>
                        </a:solidFill>
                        <a:effectLst/>
                        <a:latin typeface="TT Norms Pro" panose="02000503030000020003" pitchFamily="2" charset="0"/>
                      </a:endParaRPr>
                    </a:p>
                  </a:txBody>
                  <a:tcPr marL="365760" marR="182832" marT="91416" marB="91416"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hMerge="1">
                  <a:txBody>
                    <a:bodyPr/>
                    <a:lstStyle/>
                    <a:p>
                      <a:pPr algn="l" defTabSz="457200">
                        <a:defRPr/>
                      </a:pPr>
                      <a:endParaRPr lang="en-US" sz="5400" b="1">
                        <a:solidFill>
                          <a:srgbClr val="FFFFFF"/>
                        </a:solidFill>
                        <a:effectLst/>
                        <a:latin typeface="TT Norms Pro" panose="02000503030000020003" pitchFamily="2" charset="0"/>
                      </a:endParaRPr>
                    </a:p>
                  </a:txBody>
                  <a:tcPr marL="365760" marR="182832" marT="91416" marB="91416"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algn="l" defTabSz="457200">
                        <a:defRPr/>
                      </a:pPr>
                      <a:endParaRPr lang="en-US" sz="2200" b="1" i="0" spc="100" baseline="0">
                        <a:solidFill>
                          <a:schemeClr val="tx2"/>
                        </a:solidFill>
                        <a:effectLst/>
                        <a:latin typeface="TT Norms Pro" panose="02000503030000020003" pitchFamily="2" charset="0"/>
                      </a:endParaRPr>
                    </a:p>
                  </a:txBody>
                  <a:tcPr marL="0" marR="182808" marT="91428" marB="91404">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l" defTabSz="457200">
                        <a:defRPr/>
                      </a:pPr>
                      <a:endParaRPr lang="en-US" sz="2400" spc="100" baseline="0">
                        <a:solidFill>
                          <a:schemeClr val="tx2"/>
                        </a:solidFill>
                        <a:effectLst/>
                        <a:latin typeface="TT Norms Pro" panose="02000503030000020003" pitchFamily="2" charset="0"/>
                      </a:endParaRPr>
                    </a:p>
                  </a:txBody>
                  <a:tcPr marL="0" marR="182808" marT="91428" marB="91404">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839956366"/>
                  </a:ext>
                </a:extLst>
              </a:tr>
              <a:tr h="1097138">
                <a:tc>
                  <a:txBody>
                    <a:bodyPr/>
                    <a:lstStyle/>
                    <a:p>
                      <a:pPr algn="ctr" defTabSz="457200">
                        <a:defRPr/>
                      </a:pPr>
                      <a:r>
                        <a:rPr lang="en-US" sz="2000" b="1" i="0">
                          <a:solidFill>
                            <a:schemeClr val="bg1"/>
                          </a:solidFill>
                          <a:effectLst/>
                          <a:latin typeface="TT Norms Pro" panose="02000503030000020003" pitchFamily="2" charset="0"/>
                        </a:rPr>
                        <a:t>OBSERVATION</a:t>
                      </a:r>
                    </a:p>
                  </a:txBody>
                  <a:tcPr marL="91428" marR="91428" marT="91404" marB="9140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algn="ctr" defTabSz="457200">
                        <a:defRPr/>
                      </a:pPr>
                      <a:r>
                        <a:rPr lang="en-US" sz="2000" b="1" i="0">
                          <a:solidFill>
                            <a:schemeClr val="bg1"/>
                          </a:solidFill>
                          <a:effectLst/>
                          <a:latin typeface="TT Norms Pro" panose="02000503030000020003" pitchFamily="2" charset="0"/>
                        </a:rPr>
                        <a:t>RECOMMENDATION</a:t>
                      </a:r>
                    </a:p>
                  </a:txBody>
                  <a:tcPr marL="91428" marR="91428" marT="91404" marB="9140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a:txBody>
                    <a:bodyPr/>
                    <a:lstStyle/>
                    <a:p>
                      <a:pPr algn="ctr" defTabSz="457200">
                        <a:defRPr/>
                      </a:pPr>
                      <a:r>
                        <a:rPr lang="en-US" sz="2000" b="1" i="0">
                          <a:solidFill>
                            <a:schemeClr val="bg1"/>
                          </a:solidFill>
                          <a:effectLst/>
                          <a:latin typeface="TT Norms Pro" panose="02000503030000020003" pitchFamily="2" charset="0"/>
                        </a:rPr>
                        <a:t>QUANTIFIED </a:t>
                      </a:r>
                      <a:br>
                        <a:rPr lang="en-US" sz="2000" b="1" i="0">
                          <a:solidFill>
                            <a:schemeClr val="bg1"/>
                          </a:solidFill>
                          <a:effectLst/>
                          <a:latin typeface="TT Norms Pro" panose="02000503030000020003" pitchFamily="2" charset="0"/>
                        </a:rPr>
                      </a:br>
                      <a:r>
                        <a:rPr lang="en-US" sz="2000" b="1" i="0">
                          <a:solidFill>
                            <a:schemeClr val="bg1"/>
                          </a:solidFill>
                          <a:effectLst/>
                          <a:latin typeface="TT Norms Pro" panose="02000503030000020003" pitchFamily="2" charset="0"/>
                        </a:rPr>
                        <a:t>COST AVOIDANCE</a:t>
                      </a:r>
                    </a:p>
                  </a:txBody>
                  <a:tcPr marL="91428" marR="91428" marT="91404" marB="9140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4"/>
                    </a:solidFill>
                  </a:tcPr>
                </a:tc>
                <a:tc>
                  <a:txBody>
                    <a:bodyPr/>
                    <a:lstStyle/>
                    <a:p>
                      <a:pPr algn="ctr" defTabSz="457200">
                        <a:defRPr/>
                      </a:pPr>
                      <a:r>
                        <a:rPr lang="en-US" sz="2000" b="1" i="0">
                          <a:solidFill>
                            <a:schemeClr val="bg1"/>
                          </a:solidFill>
                          <a:effectLst/>
                          <a:latin typeface="TT Norms Pro" panose="02000503030000020003" pitchFamily="2" charset="0"/>
                        </a:rPr>
                        <a:t>OWNER</a:t>
                      </a:r>
                    </a:p>
                  </a:txBody>
                  <a:tcPr marL="182856" marR="91428" marT="91404" marB="9140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algn="ctr" defTabSz="457200">
                        <a:defRPr/>
                      </a:pPr>
                      <a:r>
                        <a:rPr lang="en-US" sz="2000" b="1" i="0">
                          <a:solidFill>
                            <a:schemeClr val="bg1"/>
                          </a:solidFill>
                          <a:effectLst/>
                          <a:latin typeface="TT Norms Pro" panose="02000503030000020003" pitchFamily="2" charset="0"/>
                        </a:rPr>
                        <a:t>LATEST UPDATE</a:t>
                      </a:r>
                    </a:p>
                  </a:txBody>
                  <a:tcPr marL="182856" marR="91428" marT="91404" marB="9140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algn="ctr"/>
                      <a:r>
                        <a:rPr lang="en-US" sz="2000" b="1" i="0">
                          <a:solidFill>
                            <a:schemeClr val="bg1"/>
                          </a:solidFill>
                          <a:effectLst/>
                          <a:latin typeface="TT Norms Pro"/>
                        </a:rPr>
                        <a:t>TARGET DATE </a:t>
                      </a:r>
                      <a:br>
                        <a:rPr lang="en-US" sz="2000" b="1" i="0">
                          <a:solidFill>
                            <a:schemeClr val="bg1"/>
                          </a:solidFill>
                          <a:effectLst/>
                          <a:latin typeface="TT Norms Pro"/>
                        </a:rPr>
                      </a:br>
                      <a:r>
                        <a:rPr lang="en-US" sz="2000" b="1" i="0">
                          <a:solidFill>
                            <a:schemeClr val="bg1"/>
                          </a:solidFill>
                          <a:effectLst/>
                          <a:latin typeface="TT Norms Pro"/>
                        </a:rPr>
                        <a:t>FOR RESOLUTION</a:t>
                      </a:r>
                      <a:endParaRPr lang="en-US" sz="2000" b="1" i="0">
                        <a:solidFill>
                          <a:schemeClr val="bg1"/>
                        </a:solidFill>
                        <a:effectLst/>
                        <a:latin typeface="TT Norms Pro" panose="02000503030000020003" pitchFamily="2" charset="0"/>
                      </a:endParaRPr>
                    </a:p>
                  </a:txBody>
                  <a:tcPr marL="182856" marR="91428" marT="91404" marB="9140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extLst>
                  <a:ext uri="{0D108BD9-81ED-4DB2-BD59-A6C34878D82A}">
                    <a16:rowId xmlns:a16="http://schemas.microsoft.com/office/drawing/2014/main" val="32318665"/>
                  </a:ext>
                </a:extLst>
              </a:tr>
              <a:tr h="1706856">
                <a:tc>
                  <a:txBody>
                    <a:bodyPr/>
                    <a:lstStyle/>
                    <a:p>
                      <a:pPr marL="0" indent="0" algn="l" defTabSz="457200">
                        <a:buFont typeface="Wingdings" panose="05000000000000000000" pitchFamily="2" charset="2"/>
                        <a:buNone/>
                        <a:defRPr/>
                      </a:pPr>
                      <a:r>
                        <a:rPr lang="en-US" sz="2000" b="1" kern="0">
                          <a:solidFill>
                            <a:schemeClr val="tx2"/>
                          </a:solidFill>
                          <a:latin typeface="TT Norms Pro" panose="02000503030000020003" pitchFamily="50" charset="0"/>
                          <a:cs typeface="Arial" charset="0"/>
                        </a:rPr>
                        <a:t>Non-EBA installations</a:t>
                      </a:r>
                    </a:p>
                    <a:p>
                      <a:pPr marL="0" indent="0" algn="l" defTabSz="457200">
                        <a:buFont typeface="Wingdings" panose="05000000000000000000" pitchFamily="2" charset="2"/>
                        <a:buNone/>
                        <a:defRPr/>
                      </a:pPr>
                      <a:r>
                        <a:rPr lang="en-US" sz="2000" b="0" kern="0">
                          <a:solidFill>
                            <a:schemeClr val="tx2"/>
                          </a:solidFill>
                          <a:latin typeface="TT Norms Pro" panose="02000503030000020003" pitchFamily="50" charset="0"/>
                          <a:cs typeface="Arial" charset="0"/>
                        </a:rPr>
                        <a:t>Local installations identified outside the EBA which is non-compliant</a:t>
                      </a:r>
                      <a:endParaRPr lang="en-US" sz="2000" b="0" kern="0">
                        <a:solidFill>
                          <a:schemeClr val="tx2"/>
                        </a:solidFill>
                        <a:latin typeface="TT Norms Pro" panose="02000503030000020003" pitchFamily="50" charset="0"/>
                        <a:ea typeface="+mn-ea"/>
                        <a:cs typeface="Arial" charset="0"/>
                      </a:endParaRP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Educate users on Autodesk EBA rules</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Migrate licenses from local unsupported versions to the EBA Global Pool</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ctr" defTabSz="457200">
                        <a:buFont typeface="Wingdings" panose="05000000000000000000" pitchFamily="2" charset="2"/>
                        <a:buNone/>
                        <a:defRPr/>
                      </a:pPr>
                      <a:r>
                        <a:rPr lang="en-US" sz="2800" b="1" kern="0">
                          <a:solidFill>
                            <a:schemeClr val="tx2"/>
                          </a:solidFill>
                          <a:latin typeface="TT Norms Pro" panose="02000503030000020003" pitchFamily="50" charset="0"/>
                          <a:cs typeface="Arial" charset="0"/>
                        </a:rPr>
                        <a:t>$89K</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l" defTabSz="457200">
                        <a:buFont typeface="Wingdings" panose="05000000000000000000" pitchFamily="2" charset="2"/>
                        <a:buNone/>
                        <a:tabLst>
                          <a:tab pos="2328863" algn="l"/>
                        </a:tabLst>
                        <a:defRPr/>
                      </a:pPr>
                      <a:r>
                        <a:rPr lang="en-US" sz="2000" b="0" kern="0">
                          <a:solidFill>
                            <a:schemeClr val="tx2"/>
                          </a:solidFill>
                          <a:latin typeface="TT Norms Pro" panose="02000503030000020003" pitchFamily="50" charset="0"/>
                          <a:cs typeface="Arial" charset="0"/>
                        </a:rPr>
                        <a:t>Leo Frias, </a:t>
                      </a:r>
                    </a:p>
                    <a:p>
                      <a:pPr marL="0" indent="0" algn="l" defTabSz="457200">
                        <a:buFont typeface="Wingdings" panose="05000000000000000000" pitchFamily="2" charset="2"/>
                        <a:buNone/>
                        <a:tabLst>
                          <a:tab pos="2328863" algn="l"/>
                        </a:tabLst>
                        <a:defRPr/>
                      </a:pPr>
                      <a:r>
                        <a:rPr lang="en-US" sz="2000" b="0" kern="0">
                          <a:solidFill>
                            <a:schemeClr val="tx2"/>
                          </a:solidFill>
                          <a:latin typeface="TT Norms Pro" panose="02000503030000020003" pitchFamily="50" charset="0"/>
                          <a:cs typeface="Arial" charset="0"/>
                        </a:rPr>
                        <a:t>SAM Manager</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Confirmed with Business Units to accept risk and not migrate.</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000" b="1" kern="0">
                          <a:solidFill>
                            <a:schemeClr val="tx2"/>
                          </a:solidFill>
                          <a:latin typeface="TT Norms Pro" panose="02000503030000020003" pitchFamily="50" charset="0"/>
                          <a:ea typeface="+mn-ea"/>
                          <a:cs typeface="Arial" charset="0"/>
                        </a:rPr>
                        <a:t>Closed</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311763562"/>
                  </a:ext>
                </a:extLst>
              </a:tr>
              <a:tr h="2621256">
                <a:tc>
                  <a:txBody>
                    <a:bodyPr/>
                    <a:lstStyle/>
                    <a:p>
                      <a:pPr marL="0" indent="0" algn="l" defTabSz="457200">
                        <a:buFont typeface="Wingdings" panose="05000000000000000000" pitchFamily="2" charset="2"/>
                        <a:buNone/>
                        <a:defRPr/>
                      </a:pPr>
                      <a:r>
                        <a:rPr lang="en-US" sz="2000" b="1" kern="0">
                          <a:solidFill>
                            <a:schemeClr val="tx2"/>
                          </a:solidFill>
                          <a:latin typeface="TT Norms Pro" panose="02000503030000020003" pitchFamily="50" charset="0"/>
                          <a:ea typeface="+mn-ea"/>
                          <a:cs typeface="Arial" charset="0"/>
                        </a:rPr>
                        <a:t>Unsupported Software</a:t>
                      </a:r>
                    </a:p>
                    <a:p>
                      <a:pPr marL="0" marR="0" lvl="0" indent="0" algn="l" defTabSz="4572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en-US" sz="2000" b="0">
                          <a:solidFill>
                            <a:schemeClr val="tx2"/>
                          </a:solidFill>
                          <a:latin typeface="TT Norms Pro"/>
                        </a:rPr>
                        <a:t>Unsupported AutoCAD 2015 &amp; AutoCAD Electrical 2017 in use by 50 users</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Understand the use case for generic users</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Educate users on security risks and risks of non-compliance</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Upgrade users where possible</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Consider negotiating EOL software into next EBA</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ctr" defTabSz="457200">
                        <a:buFont typeface="Wingdings" panose="05000000000000000000" pitchFamily="2" charset="2"/>
                        <a:buNone/>
                        <a:defRPr/>
                      </a:pPr>
                      <a:r>
                        <a:rPr lang="en-US" sz="2800" b="1" kern="0">
                          <a:solidFill>
                            <a:schemeClr val="tx2"/>
                          </a:solidFill>
                          <a:latin typeface="TT Norms Pro" panose="02000503030000020003" pitchFamily="50" charset="0"/>
                          <a:cs typeface="Arial" charset="0"/>
                        </a:rPr>
                        <a:t>$262K</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l" defTabSz="4572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en-US" sz="2000" b="0" kern="0">
                          <a:solidFill>
                            <a:schemeClr val="tx2"/>
                          </a:solidFill>
                          <a:latin typeface="TT Norms Pro" panose="02000503030000020003" pitchFamily="50" charset="0"/>
                          <a:cs typeface="Arial" charset="0"/>
                        </a:rPr>
                        <a:t>Leo Frias, </a:t>
                      </a:r>
                    </a:p>
                    <a:p>
                      <a:pPr marL="0" marR="0" lvl="0" indent="0" algn="l" defTabSz="4572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en-US" sz="2000" b="0" kern="0">
                          <a:solidFill>
                            <a:schemeClr val="tx2"/>
                          </a:solidFill>
                          <a:latin typeface="TT Norms Pro" panose="02000503030000020003" pitchFamily="50" charset="0"/>
                          <a:cs typeface="Arial" charset="0"/>
                        </a:rPr>
                        <a:t>SAM Manager</a:t>
                      </a:r>
                    </a:p>
                    <a:p>
                      <a:pPr marL="0" marR="0" lvl="0" indent="0" algn="l" defTabSz="4572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en-US" sz="2000" b="0" kern="0">
                          <a:solidFill>
                            <a:schemeClr val="tx2"/>
                          </a:solidFill>
                          <a:latin typeface="TT Norms Pro" panose="02000503030000020003" pitchFamily="50" charset="0"/>
                          <a:cs typeface="Arial" charset="0"/>
                        </a:rPr>
                        <a:t>Piotr Ciaston, </a:t>
                      </a:r>
                    </a:p>
                    <a:p>
                      <a:pPr marL="0" marR="0" lvl="0" indent="0" algn="l" defTabSz="4572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en-US" sz="2000" b="0" kern="0">
                          <a:solidFill>
                            <a:schemeClr val="tx2"/>
                          </a:solidFill>
                          <a:latin typeface="TT Norms Pro" panose="02000503030000020003" pitchFamily="50" charset="0"/>
                          <a:cs typeface="Arial" charset="0"/>
                        </a:rPr>
                        <a:t>Vendor Manager</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5 users have upgraded.</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In contact with 20 users who confirmed use case for old versions is required.</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Autodesk confirmed older versions will be included in next EBA as part of Piotr’s negotiation.</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0" marR="0" lvl="0" indent="0" algn="ctr" defTabSz="4572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en-US" sz="2000" b="1" kern="0">
                          <a:solidFill>
                            <a:schemeClr val="tx2"/>
                          </a:solidFill>
                          <a:latin typeface="TT Norms Pro" panose="02000503030000020003" pitchFamily="50" charset="0"/>
                          <a:ea typeface="+mn-ea"/>
                          <a:cs typeface="Arial" charset="0"/>
                        </a:rPr>
                        <a:t>April 4, 2026</a:t>
                      </a:r>
                    </a:p>
                    <a:p>
                      <a:pPr marL="0" marR="0" lvl="0" indent="0" algn="ctr" defTabSz="4572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en-US" sz="2000" b="1" kern="0">
                          <a:solidFill>
                            <a:schemeClr val="tx2"/>
                          </a:solidFill>
                          <a:latin typeface="TT Norms Pro" panose="02000503030000020003" pitchFamily="50" charset="0"/>
                          <a:ea typeface="+mn-ea"/>
                          <a:cs typeface="Arial" charset="0"/>
                        </a:rPr>
                        <a:t>(EBA Renewal)</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2397027578"/>
                  </a:ext>
                </a:extLst>
              </a:tr>
              <a:tr h="3230856">
                <a:tc>
                  <a:txBody>
                    <a:bodyPr/>
                    <a:lstStyle/>
                    <a:p>
                      <a:pPr marL="0" marR="0" lvl="0" indent="0" algn="l" defTabSz="4572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en-US" sz="2000" b="1" i="0" u="none" strike="noStrike" kern="0" cap="none">
                          <a:solidFill>
                            <a:schemeClr val="tx2"/>
                          </a:solidFill>
                          <a:latin typeface="TT Norms Pro" panose="02000503030000020003" pitchFamily="50" charset="0"/>
                          <a:ea typeface="+mn-ea"/>
                          <a:cs typeface="Arial" charset="0"/>
                          <a:sym typeface="Arial"/>
                        </a:rPr>
                        <a:t>Generic Users</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Generic Usage has been identified by Autodesk in the ‘License Red Flags’. </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Autodesk has agreed with Piotr that Generic Usage is permitted relating to VDI usage, however, in most other cases is not allowed.</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Identify users and understand the use case for generic users</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Educate users on Autodesk licensing rules</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Remove generic accounts and ensure each user accesses Autodesk software for one account</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2000" b="0" i="0" u="none" strike="noStrike" cap="none">
                        <a:solidFill>
                          <a:schemeClr val="tx2"/>
                        </a:solidFill>
                        <a:latin typeface="TT Norms Pro"/>
                        <a:ea typeface="+mn-ea"/>
                        <a:cs typeface="+mn-cs"/>
                        <a:sym typeface="Arial"/>
                      </a:endParaRP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ctr" defTabSz="457200">
                        <a:buFont typeface="Wingdings" panose="05000000000000000000" pitchFamily="2" charset="2"/>
                        <a:buNone/>
                        <a:defRPr/>
                      </a:pPr>
                      <a:r>
                        <a:rPr lang="en-US" sz="2800" b="1" kern="0">
                          <a:solidFill>
                            <a:schemeClr val="tx2"/>
                          </a:solidFill>
                          <a:latin typeface="TT Norms Pro" panose="02000503030000020003" pitchFamily="50" charset="0"/>
                          <a:cs typeface="Arial" charset="0"/>
                        </a:rPr>
                        <a:t>$554K</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l" defTabSz="457200">
                        <a:buFont typeface="Wingdings" panose="05000000000000000000" pitchFamily="2" charset="2"/>
                        <a:buNone/>
                        <a:defRPr/>
                      </a:pPr>
                      <a:r>
                        <a:rPr lang="en-US" sz="2000" b="0" kern="0">
                          <a:solidFill>
                            <a:schemeClr val="tx2"/>
                          </a:solidFill>
                          <a:latin typeface="TT Norms Pro" panose="02000503030000020003" pitchFamily="50" charset="0"/>
                          <a:cs typeface="Arial" charset="0"/>
                        </a:rPr>
                        <a:t>Leo Frias, </a:t>
                      </a:r>
                    </a:p>
                    <a:p>
                      <a:pPr marL="0" indent="0" algn="l" defTabSz="457200">
                        <a:buFont typeface="Wingdings" panose="05000000000000000000" pitchFamily="2" charset="2"/>
                        <a:buNone/>
                        <a:defRPr/>
                      </a:pPr>
                      <a:r>
                        <a:rPr lang="en-US" sz="2000" b="0" kern="0">
                          <a:solidFill>
                            <a:schemeClr val="tx2"/>
                          </a:solidFill>
                          <a:latin typeface="TT Norms Pro" panose="02000503030000020003" pitchFamily="50" charset="0"/>
                          <a:cs typeface="Arial" charset="0"/>
                        </a:rPr>
                        <a:t>SAM Manager</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2000" b="0" i="0" u="none" strike="noStrike" cap="none">
                        <a:solidFill>
                          <a:schemeClr val="tx2"/>
                        </a:solidFill>
                        <a:latin typeface="TT Norms Pro"/>
                        <a:ea typeface="+mn-ea"/>
                        <a:cs typeface="+mn-cs"/>
                        <a:sym typeface="Arial"/>
                      </a:endParaRP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2 generic users unknown.</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1 generic account removed with correct user accounts</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1 account cannot be adjusted.</a:t>
                      </a:r>
                    </a:p>
                    <a:p>
                      <a:pPr marL="173038" marR="0" lvl="0" indent="-173038"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000" b="0" i="0" u="none" strike="noStrike" cap="none">
                          <a:solidFill>
                            <a:schemeClr val="tx2"/>
                          </a:solidFill>
                          <a:latin typeface="TT Norms Pro"/>
                          <a:ea typeface="+mn-ea"/>
                          <a:cs typeface="+mn-cs"/>
                          <a:sym typeface="Arial"/>
                        </a:rPr>
                        <a:t>Piotr to negotiate potential pre-set token consumption rate for generic users in next EBA.</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0" marR="0" lvl="0" indent="0" algn="ctr" defTabSz="4572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en-US" sz="2000" b="1" kern="0">
                          <a:solidFill>
                            <a:schemeClr val="tx2"/>
                          </a:solidFill>
                          <a:latin typeface="TT Norms Pro" panose="02000503030000020003" pitchFamily="50" charset="0"/>
                          <a:ea typeface="+mn-ea"/>
                          <a:cs typeface="Arial" charset="0"/>
                        </a:rPr>
                        <a:t>April 4, 2026</a:t>
                      </a:r>
                    </a:p>
                    <a:p>
                      <a:pPr marL="0" marR="0" lvl="0" indent="0" algn="ctr" defTabSz="4572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en-US" sz="2000" b="1" kern="0">
                          <a:solidFill>
                            <a:schemeClr val="tx2"/>
                          </a:solidFill>
                          <a:latin typeface="TT Norms Pro" panose="02000503030000020003" pitchFamily="50" charset="0"/>
                          <a:ea typeface="+mn-ea"/>
                          <a:cs typeface="Arial" charset="0"/>
                        </a:rPr>
                        <a:t>(EBA Renewal)</a:t>
                      </a:r>
                    </a:p>
                  </a:txBody>
                  <a:tcPr marL="365712" marR="365712" marT="91428" marB="9142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2971777310"/>
                  </a:ext>
                </a:extLst>
              </a:tr>
            </a:tbl>
          </a:graphicData>
        </a:graphic>
      </p:graphicFrame>
    </p:spTree>
    <p:extLst>
      <p:ext uri="{BB962C8B-B14F-4D97-AF65-F5344CB8AC3E}">
        <p14:creationId xmlns:p14="http://schemas.microsoft.com/office/powerpoint/2010/main" val="13790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1266"/>
        <p:cNvGrpSpPr/>
        <p:nvPr/>
      </p:nvGrpSpPr>
      <p:grpSpPr>
        <a:xfrm>
          <a:off x="0" y="0"/>
          <a:ext cx="0" cy="0"/>
          <a:chOff x="0" y="0"/>
          <a:chExt cx="0" cy="0"/>
        </a:xfrm>
      </p:grpSpPr>
      <p:sp>
        <p:nvSpPr>
          <p:cNvPr id="1267" name="Google Shape;1267;p8"/>
          <p:cNvSpPr txBox="1">
            <a:spLocks noGrp="1"/>
          </p:cNvSpPr>
          <p:nvPr>
            <p:ph type="title"/>
          </p:nvPr>
        </p:nvSpPr>
        <p:spPr>
          <a:xfrm>
            <a:off x="1588" y="823746"/>
            <a:ext cx="24383874" cy="1170280"/>
          </a:xfrm>
          <a:noFill/>
          <a:ln>
            <a:noFill/>
          </a:ln>
        </p:spPr>
        <p:txBody>
          <a:bodyPr spcFirstLastPara="1" vert="horz" wrap="square" lIns="91414" tIns="45694" rIns="91414" bIns="45694" rtlCol="0" anchor="t" anchorCtr="0">
            <a:noAutofit/>
          </a:bodyPr>
          <a:lstStyle/>
          <a:p>
            <a:pPr lvl="0"/>
            <a:r>
              <a:rPr lang="en-US"/>
              <a:t>Recommendations Registered</a:t>
            </a:r>
          </a:p>
        </p:txBody>
      </p:sp>
      <p:sp>
        <p:nvSpPr>
          <p:cNvPr id="5" name="Text Placeholder 4">
            <a:extLst>
              <a:ext uri="{FF2B5EF4-FFF2-40B4-BE49-F238E27FC236}">
                <a16:creationId xmlns:a16="http://schemas.microsoft.com/office/drawing/2014/main" id="{77012ED7-DFEC-70A7-002E-E13570189734}"/>
              </a:ext>
            </a:extLst>
          </p:cNvPr>
          <p:cNvSpPr>
            <a:spLocks noGrp="1"/>
          </p:cNvSpPr>
          <p:nvPr>
            <p:ph type="body" sz="quarter" idx="14"/>
          </p:nvPr>
        </p:nvSpPr>
        <p:spPr/>
        <p:txBody>
          <a:bodyPr/>
          <a:lstStyle/>
          <a:p>
            <a:r>
              <a:rPr lang="en-US"/>
              <a:t>Out Clients take our recommendations seriously and actually do something about it</a:t>
            </a:r>
          </a:p>
        </p:txBody>
      </p:sp>
      <p:sp>
        <p:nvSpPr>
          <p:cNvPr id="8" name="Slide Number Placeholder 7">
            <a:extLst>
              <a:ext uri="{FF2B5EF4-FFF2-40B4-BE49-F238E27FC236}">
                <a16:creationId xmlns:a16="http://schemas.microsoft.com/office/drawing/2014/main" id="{16D905C1-B5F1-8689-69CF-C6162370958D}"/>
              </a:ext>
            </a:extLst>
          </p:cNvPr>
          <p:cNvSpPr>
            <a:spLocks noGrp="1"/>
          </p:cNvSpPr>
          <p:nvPr>
            <p:ph type="sldNum" sz="quarter" idx="16"/>
          </p:nvPr>
        </p:nvSpPr>
        <p:spPr/>
        <p:txBody>
          <a:bodyPr/>
          <a:lstStyle/>
          <a:p>
            <a:pPr>
              <a:buClr>
                <a:srgbClr val="000000"/>
              </a:buClr>
            </a:pPr>
            <a:fld id="{65CC2327-6B8B-47BD-B581-B21CDA88CCFB}" type="slidenum">
              <a:rPr lang="en-US">
                <a:solidFill>
                  <a:srgbClr val="FFB81C"/>
                </a:solidFill>
                <a:latin typeface="Arial"/>
                <a:sym typeface="Arial"/>
              </a:rPr>
              <a:pPr>
                <a:buClr>
                  <a:srgbClr val="000000"/>
                </a:buClr>
              </a:pPr>
              <a:t>33</a:t>
            </a:fld>
            <a:endParaRPr lang="en-US">
              <a:solidFill>
                <a:srgbClr val="FFB81C"/>
              </a:solidFill>
              <a:latin typeface="Arial"/>
              <a:sym typeface="Arial"/>
            </a:endParaRPr>
          </a:p>
        </p:txBody>
      </p:sp>
      <p:sp>
        <p:nvSpPr>
          <p:cNvPr id="2" name="Rectangle 1">
            <a:extLst>
              <a:ext uri="{FF2B5EF4-FFF2-40B4-BE49-F238E27FC236}">
                <a16:creationId xmlns:a16="http://schemas.microsoft.com/office/drawing/2014/main" id="{624C865C-8B9F-74CC-3CEA-876BA1362C6C}"/>
              </a:ext>
            </a:extLst>
          </p:cNvPr>
          <p:cNvSpPr/>
          <p:nvPr/>
        </p:nvSpPr>
        <p:spPr>
          <a:xfrm>
            <a:off x="1178536" y="2972911"/>
            <a:ext cx="17405814" cy="9353846"/>
          </a:xfrm>
          <a:prstGeom prst="rect">
            <a:avLst/>
          </a:prstGeom>
          <a:solidFill>
            <a:schemeClr val="bg1"/>
          </a:solidFill>
          <a:ln w="31750" cap="flat">
            <a:solidFill>
              <a:srgbClr val="072C49"/>
            </a:solidFill>
            <a:prstDash val="solid"/>
            <a:miter/>
          </a:ln>
          <a:effectLst>
            <a:outerShdw dist="381000" dir="2700000" algn="tl" rotWithShape="0">
              <a:schemeClr val="tx2">
                <a:alpha val="15000"/>
              </a:schemeClr>
            </a:outerShdw>
          </a:effectLst>
        </p:spPr>
        <p:txBody>
          <a:bodyPr rtlCol="0" anchor="ctr"/>
          <a:lstStyle/>
          <a:p>
            <a:pPr defTabSz="914218">
              <a:buClr>
                <a:srgbClr val="000000"/>
              </a:buClr>
            </a:pPr>
            <a:endParaRPr lang="en-US" sz="1400" kern="0">
              <a:solidFill>
                <a:srgbClr val="000000"/>
              </a:solidFill>
              <a:latin typeface="Arial"/>
              <a:cs typeface="Arial"/>
              <a:sym typeface="Arial"/>
            </a:endParaRPr>
          </a:p>
        </p:txBody>
      </p:sp>
      <p:sp>
        <p:nvSpPr>
          <p:cNvPr id="4" name="Rectangle 3">
            <a:extLst>
              <a:ext uri="{FF2B5EF4-FFF2-40B4-BE49-F238E27FC236}">
                <a16:creationId xmlns:a16="http://schemas.microsoft.com/office/drawing/2014/main" id="{911C0793-0F27-865D-BC37-BCC3601796B6}"/>
              </a:ext>
            </a:extLst>
          </p:cNvPr>
          <p:cNvSpPr/>
          <p:nvPr/>
        </p:nvSpPr>
        <p:spPr>
          <a:xfrm>
            <a:off x="19364721" y="3356798"/>
            <a:ext cx="3443732" cy="369332"/>
          </a:xfrm>
          <a:prstGeom prst="rect">
            <a:avLst/>
          </a:prstGeom>
          <a:solidFill>
            <a:srgbClr val="FFFFFF"/>
          </a:solidFill>
          <a:ln w="127000" cap="flat">
            <a:noFill/>
            <a:prstDash val="solid"/>
            <a:miter/>
          </a:ln>
        </p:spPr>
        <p:txBody>
          <a:bodyPr wrap="square" rtlCol="0" anchor="t" anchorCtr="0">
            <a:spAutoFit/>
          </a:bodyPr>
          <a:lstStyle/>
          <a:p>
            <a:pPr marL="177764" indent="-177764" defTabSz="914218">
              <a:spcBef>
                <a:spcPts val="1200"/>
              </a:spcBef>
              <a:buClr>
                <a:srgbClr val="000000"/>
              </a:buClr>
              <a:buFont typeface="Arial" panose="020B0604020202020204" pitchFamily="34" charset="0"/>
              <a:buChar char="•"/>
            </a:pPr>
            <a:endParaRPr lang="en-GB" kern="0">
              <a:solidFill>
                <a:srgbClr val="002B48"/>
              </a:solidFill>
              <a:latin typeface="TT Norms Pro" panose="02000503030000020003" pitchFamily="2" charset="0"/>
              <a:cs typeface="Arial"/>
              <a:sym typeface="Arial"/>
            </a:endParaRPr>
          </a:p>
        </p:txBody>
      </p:sp>
      <p:pic>
        <p:nvPicPr>
          <p:cNvPr id="6" name="Picture 5">
            <a:extLst>
              <a:ext uri="{FF2B5EF4-FFF2-40B4-BE49-F238E27FC236}">
                <a16:creationId xmlns:a16="http://schemas.microsoft.com/office/drawing/2014/main" id="{4696D574-EC84-9D8D-AC2A-55D500771606}"/>
              </a:ext>
            </a:extLst>
          </p:cNvPr>
          <p:cNvPicPr>
            <a:picLocks/>
          </p:cNvPicPr>
          <p:nvPr/>
        </p:nvPicPr>
        <p:blipFill rotWithShape="1">
          <a:blip r:embed="rId3"/>
          <a:srcRect r="1363" b="1127"/>
          <a:stretch/>
        </p:blipFill>
        <p:spPr>
          <a:xfrm>
            <a:off x="1578722" y="3296696"/>
            <a:ext cx="16548486" cy="8566992"/>
          </a:xfrm>
          <a:prstGeom prst="rect">
            <a:avLst/>
          </a:prstGeom>
          <a:ln w="31750">
            <a:noFill/>
          </a:ln>
          <a:effectLst/>
        </p:spPr>
      </p:pic>
      <p:sp>
        <p:nvSpPr>
          <p:cNvPr id="3" name="Rectangle 2">
            <a:extLst>
              <a:ext uri="{FF2B5EF4-FFF2-40B4-BE49-F238E27FC236}">
                <a16:creationId xmlns:a16="http://schemas.microsoft.com/office/drawing/2014/main" id="{94FDDBC5-29A8-1952-3CB7-BE230EA15E56}"/>
              </a:ext>
            </a:extLst>
          </p:cNvPr>
          <p:cNvSpPr/>
          <p:nvPr/>
        </p:nvSpPr>
        <p:spPr>
          <a:xfrm>
            <a:off x="3927247" y="4513541"/>
            <a:ext cx="2367564" cy="919070"/>
          </a:xfrm>
          <a:prstGeom prst="rect">
            <a:avLst/>
          </a:prstGeom>
          <a:solidFill>
            <a:srgbClr val="6264A7"/>
          </a:solidFill>
          <a:ln>
            <a:solidFill>
              <a:srgbClr val="6264A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9" name="Rectangle 8">
            <a:extLst>
              <a:ext uri="{FF2B5EF4-FFF2-40B4-BE49-F238E27FC236}">
                <a16:creationId xmlns:a16="http://schemas.microsoft.com/office/drawing/2014/main" id="{24E69766-95A6-516D-2D73-9CCCCEB602A9}"/>
              </a:ext>
            </a:extLst>
          </p:cNvPr>
          <p:cNvSpPr/>
          <p:nvPr/>
        </p:nvSpPr>
        <p:spPr>
          <a:xfrm>
            <a:off x="5326623" y="4034116"/>
            <a:ext cx="2761128" cy="107576"/>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a:p>
        </p:txBody>
      </p:sp>
    </p:spTree>
    <p:extLst>
      <p:ext uri="{BB962C8B-B14F-4D97-AF65-F5344CB8AC3E}">
        <p14:creationId xmlns:p14="http://schemas.microsoft.com/office/powerpoint/2010/main" val="1024444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1266"/>
        <p:cNvGrpSpPr/>
        <p:nvPr/>
      </p:nvGrpSpPr>
      <p:grpSpPr>
        <a:xfrm>
          <a:off x="0" y="0"/>
          <a:ext cx="0" cy="0"/>
          <a:chOff x="0" y="0"/>
          <a:chExt cx="0" cy="0"/>
        </a:xfrm>
      </p:grpSpPr>
      <p:sp>
        <p:nvSpPr>
          <p:cNvPr id="1267" name="Google Shape;1267;p8"/>
          <p:cNvSpPr txBox="1">
            <a:spLocks noGrp="1"/>
          </p:cNvSpPr>
          <p:nvPr>
            <p:ph type="title"/>
          </p:nvPr>
        </p:nvSpPr>
        <p:spPr>
          <a:xfrm>
            <a:off x="1588" y="823746"/>
            <a:ext cx="24383874" cy="1170280"/>
          </a:xfrm>
          <a:noFill/>
          <a:ln>
            <a:noFill/>
          </a:ln>
        </p:spPr>
        <p:txBody>
          <a:bodyPr spcFirstLastPara="1" vert="horz" wrap="square" lIns="91414" tIns="45694" rIns="91414" bIns="45694" rtlCol="0" anchor="t" anchorCtr="0">
            <a:noAutofit/>
          </a:bodyPr>
          <a:lstStyle/>
          <a:p>
            <a:pPr lvl="0"/>
            <a:r>
              <a:rPr lang="en-US"/>
              <a:t>Managed Remediation Activities</a:t>
            </a:r>
          </a:p>
        </p:txBody>
      </p:sp>
      <p:sp>
        <p:nvSpPr>
          <p:cNvPr id="5" name="Text Placeholder 4">
            <a:extLst>
              <a:ext uri="{FF2B5EF4-FFF2-40B4-BE49-F238E27FC236}">
                <a16:creationId xmlns:a16="http://schemas.microsoft.com/office/drawing/2014/main" id="{77012ED7-DFEC-70A7-002E-E13570189734}"/>
              </a:ext>
            </a:extLst>
          </p:cNvPr>
          <p:cNvSpPr>
            <a:spLocks noGrp="1"/>
          </p:cNvSpPr>
          <p:nvPr>
            <p:ph type="body" sz="quarter" idx="14"/>
          </p:nvPr>
        </p:nvSpPr>
        <p:spPr/>
        <p:txBody>
          <a:bodyPr/>
          <a:lstStyle/>
          <a:p>
            <a:r>
              <a:rPr lang="en-US"/>
              <a:t>Relentless pursuit to convert potential opportunities to realized avoidance &amp; savings</a:t>
            </a:r>
          </a:p>
        </p:txBody>
      </p:sp>
      <p:sp>
        <p:nvSpPr>
          <p:cNvPr id="8" name="Slide Number Placeholder 7">
            <a:extLst>
              <a:ext uri="{FF2B5EF4-FFF2-40B4-BE49-F238E27FC236}">
                <a16:creationId xmlns:a16="http://schemas.microsoft.com/office/drawing/2014/main" id="{16D905C1-B5F1-8689-69CF-C6162370958D}"/>
              </a:ext>
            </a:extLst>
          </p:cNvPr>
          <p:cNvSpPr>
            <a:spLocks noGrp="1"/>
          </p:cNvSpPr>
          <p:nvPr>
            <p:ph type="sldNum" sz="quarter" idx="16"/>
          </p:nvPr>
        </p:nvSpPr>
        <p:spPr/>
        <p:txBody>
          <a:bodyPr/>
          <a:lstStyle/>
          <a:p>
            <a:pPr>
              <a:buClr>
                <a:srgbClr val="000000"/>
              </a:buClr>
            </a:pPr>
            <a:fld id="{65CC2327-6B8B-47BD-B581-B21CDA88CCFB}" type="slidenum">
              <a:rPr lang="en-US">
                <a:solidFill>
                  <a:srgbClr val="FFB81C"/>
                </a:solidFill>
                <a:latin typeface="Arial"/>
                <a:sym typeface="Arial"/>
              </a:rPr>
              <a:pPr>
                <a:buClr>
                  <a:srgbClr val="000000"/>
                </a:buClr>
              </a:pPr>
              <a:t>34</a:t>
            </a:fld>
            <a:endParaRPr lang="en-US">
              <a:solidFill>
                <a:srgbClr val="FFB81C"/>
              </a:solidFill>
              <a:latin typeface="Arial"/>
              <a:sym typeface="Arial"/>
            </a:endParaRPr>
          </a:p>
        </p:txBody>
      </p:sp>
      <p:sp>
        <p:nvSpPr>
          <p:cNvPr id="3" name="Rectangle 2">
            <a:extLst>
              <a:ext uri="{FF2B5EF4-FFF2-40B4-BE49-F238E27FC236}">
                <a16:creationId xmlns:a16="http://schemas.microsoft.com/office/drawing/2014/main" id="{35FE89B1-48C7-3CB3-CE25-620370BCE497}"/>
              </a:ext>
            </a:extLst>
          </p:cNvPr>
          <p:cNvSpPr/>
          <p:nvPr/>
        </p:nvSpPr>
        <p:spPr>
          <a:xfrm>
            <a:off x="1178533" y="2972911"/>
            <a:ext cx="19896116" cy="9353846"/>
          </a:xfrm>
          <a:prstGeom prst="rect">
            <a:avLst/>
          </a:prstGeom>
          <a:solidFill>
            <a:schemeClr val="bg1"/>
          </a:solidFill>
          <a:ln w="31750" cap="flat">
            <a:solidFill>
              <a:srgbClr val="072C49"/>
            </a:solidFill>
            <a:prstDash val="solid"/>
            <a:miter/>
          </a:ln>
          <a:effectLst>
            <a:outerShdw dist="381000" dir="2700000" algn="tl" rotWithShape="0">
              <a:schemeClr val="tx2">
                <a:alpha val="15000"/>
              </a:schemeClr>
            </a:outerShdw>
          </a:effectLst>
        </p:spPr>
        <p:txBody>
          <a:bodyPr rtlCol="0" anchor="ctr"/>
          <a:lstStyle/>
          <a:p>
            <a:pPr defTabSz="914218">
              <a:buClr>
                <a:srgbClr val="000000"/>
              </a:buClr>
            </a:pPr>
            <a:endParaRPr lang="en-US" sz="1400" kern="0">
              <a:solidFill>
                <a:srgbClr val="000000"/>
              </a:solidFill>
              <a:latin typeface="Arial"/>
              <a:cs typeface="Arial"/>
              <a:sym typeface="Arial"/>
            </a:endParaRPr>
          </a:p>
        </p:txBody>
      </p:sp>
      <p:pic>
        <p:nvPicPr>
          <p:cNvPr id="9" name="Picture 8">
            <a:extLst>
              <a:ext uri="{FF2B5EF4-FFF2-40B4-BE49-F238E27FC236}">
                <a16:creationId xmlns:a16="http://schemas.microsoft.com/office/drawing/2014/main" id="{56C653F6-18B5-1DF7-3C0B-16E8640DDC4D}"/>
              </a:ext>
            </a:extLst>
          </p:cNvPr>
          <p:cNvPicPr>
            <a:picLocks noChangeAspect="1"/>
          </p:cNvPicPr>
          <p:nvPr/>
        </p:nvPicPr>
        <p:blipFill rotWithShape="1">
          <a:blip r:embed="rId3"/>
          <a:srcRect b="4319"/>
          <a:stretch/>
        </p:blipFill>
        <p:spPr>
          <a:xfrm>
            <a:off x="1607153" y="3281757"/>
            <a:ext cx="19222200" cy="8594570"/>
          </a:xfrm>
          <a:prstGeom prst="rect">
            <a:avLst/>
          </a:prstGeom>
        </p:spPr>
      </p:pic>
    </p:spTree>
    <p:extLst>
      <p:ext uri="{BB962C8B-B14F-4D97-AF65-F5344CB8AC3E}">
        <p14:creationId xmlns:p14="http://schemas.microsoft.com/office/powerpoint/2010/main" val="905948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1266"/>
        <p:cNvGrpSpPr/>
        <p:nvPr/>
      </p:nvGrpSpPr>
      <p:grpSpPr>
        <a:xfrm>
          <a:off x="0" y="0"/>
          <a:ext cx="0" cy="0"/>
          <a:chOff x="0" y="0"/>
          <a:chExt cx="0" cy="0"/>
        </a:xfrm>
      </p:grpSpPr>
      <p:sp>
        <p:nvSpPr>
          <p:cNvPr id="1267" name="Google Shape;1267;p8"/>
          <p:cNvSpPr txBox="1">
            <a:spLocks noGrp="1"/>
          </p:cNvSpPr>
          <p:nvPr>
            <p:ph type="title"/>
          </p:nvPr>
        </p:nvSpPr>
        <p:spPr>
          <a:xfrm>
            <a:off x="1588" y="823746"/>
            <a:ext cx="24383874" cy="1170280"/>
          </a:xfrm>
          <a:noFill/>
          <a:ln>
            <a:noFill/>
          </a:ln>
        </p:spPr>
        <p:txBody>
          <a:bodyPr spcFirstLastPara="1" vert="horz" wrap="square" lIns="91414" tIns="45694" rIns="91414" bIns="45694" rtlCol="0" anchor="t" anchorCtr="0">
            <a:noAutofit/>
          </a:bodyPr>
          <a:lstStyle/>
          <a:p>
            <a:pPr lvl="0"/>
            <a:r>
              <a:rPr lang="en-US"/>
              <a:t>Actionable Intelligence Provided</a:t>
            </a:r>
          </a:p>
        </p:txBody>
      </p:sp>
      <p:sp>
        <p:nvSpPr>
          <p:cNvPr id="5" name="Text Placeholder 4">
            <a:extLst>
              <a:ext uri="{FF2B5EF4-FFF2-40B4-BE49-F238E27FC236}">
                <a16:creationId xmlns:a16="http://schemas.microsoft.com/office/drawing/2014/main" id="{77012ED7-DFEC-70A7-002E-E13570189734}"/>
              </a:ext>
            </a:extLst>
          </p:cNvPr>
          <p:cNvSpPr>
            <a:spLocks noGrp="1"/>
          </p:cNvSpPr>
          <p:nvPr>
            <p:ph type="body" sz="quarter" idx="14"/>
          </p:nvPr>
        </p:nvSpPr>
        <p:spPr/>
        <p:txBody>
          <a:bodyPr/>
          <a:lstStyle/>
          <a:p>
            <a:r>
              <a:rPr lang="en-US"/>
              <a:t>Everything needed to know how to remove the risk in one place</a:t>
            </a:r>
          </a:p>
        </p:txBody>
      </p:sp>
      <p:sp>
        <p:nvSpPr>
          <p:cNvPr id="8" name="Slide Number Placeholder 7">
            <a:extLst>
              <a:ext uri="{FF2B5EF4-FFF2-40B4-BE49-F238E27FC236}">
                <a16:creationId xmlns:a16="http://schemas.microsoft.com/office/drawing/2014/main" id="{16D905C1-B5F1-8689-69CF-C6162370958D}"/>
              </a:ext>
            </a:extLst>
          </p:cNvPr>
          <p:cNvSpPr>
            <a:spLocks noGrp="1"/>
          </p:cNvSpPr>
          <p:nvPr>
            <p:ph type="sldNum" sz="quarter" idx="16"/>
          </p:nvPr>
        </p:nvSpPr>
        <p:spPr/>
        <p:txBody>
          <a:bodyPr/>
          <a:lstStyle/>
          <a:p>
            <a:pPr>
              <a:buClr>
                <a:srgbClr val="000000"/>
              </a:buClr>
            </a:pPr>
            <a:fld id="{65CC2327-6B8B-47BD-B581-B21CDA88CCFB}" type="slidenum">
              <a:rPr lang="en-US">
                <a:solidFill>
                  <a:srgbClr val="FFB81C"/>
                </a:solidFill>
                <a:latin typeface="Arial"/>
                <a:sym typeface="Arial"/>
              </a:rPr>
              <a:pPr>
                <a:buClr>
                  <a:srgbClr val="000000"/>
                </a:buClr>
              </a:pPr>
              <a:t>35</a:t>
            </a:fld>
            <a:endParaRPr lang="en-US">
              <a:solidFill>
                <a:srgbClr val="FFB81C"/>
              </a:solidFill>
              <a:latin typeface="Arial"/>
              <a:sym typeface="Arial"/>
            </a:endParaRPr>
          </a:p>
        </p:txBody>
      </p:sp>
      <p:sp>
        <p:nvSpPr>
          <p:cNvPr id="3" name="Rectangle 2">
            <a:extLst>
              <a:ext uri="{FF2B5EF4-FFF2-40B4-BE49-F238E27FC236}">
                <a16:creationId xmlns:a16="http://schemas.microsoft.com/office/drawing/2014/main" id="{35FE89B1-48C7-3CB3-CE25-620370BCE497}"/>
              </a:ext>
            </a:extLst>
          </p:cNvPr>
          <p:cNvSpPr/>
          <p:nvPr/>
        </p:nvSpPr>
        <p:spPr>
          <a:xfrm>
            <a:off x="1178533" y="2972911"/>
            <a:ext cx="19896116" cy="9353846"/>
          </a:xfrm>
          <a:prstGeom prst="rect">
            <a:avLst/>
          </a:prstGeom>
          <a:solidFill>
            <a:schemeClr val="bg1"/>
          </a:solidFill>
          <a:ln w="31750" cap="flat">
            <a:solidFill>
              <a:srgbClr val="072C49"/>
            </a:solidFill>
            <a:prstDash val="solid"/>
            <a:miter/>
          </a:ln>
          <a:effectLst>
            <a:outerShdw dist="381000" dir="2700000" algn="tl" rotWithShape="0">
              <a:schemeClr val="tx2">
                <a:alpha val="15000"/>
              </a:schemeClr>
            </a:outerShdw>
          </a:effectLst>
        </p:spPr>
        <p:txBody>
          <a:bodyPr rtlCol="0" anchor="ctr"/>
          <a:lstStyle/>
          <a:p>
            <a:pPr defTabSz="914218">
              <a:buClr>
                <a:srgbClr val="000000"/>
              </a:buClr>
            </a:pPr>
            <a:endParaRPr lang="en-US" sz="1400" kern="0">
              <a:solidFill>
                <a:srgbClr val="000000"/>
              </a:solidFill>
              <a:latin typeface="Arial"/>
              <a:cs typeface="Arial"/>
              <a:sym typeface="Arial"/>
            </a:endParaRPr>
          </a:p>
        </p:txBody>
      </p:sp>
      <p:sp>
        <p:nvSpPr>
          <p:cNvPr id="2" name="Rectangle 1">
            <a:extLst>
              <a:ext uri="{FF2B5EF4-FFF2-40B4-BE49-F238E27FC236}">
                <a16:creationId xmlns:a16="http://schemas.microsoft.com/office/drawing/2014/main" id="{C402D5CC-DCEA-7D65-6D7C-C00D22E0D83B}"/>
              </a:ext>
            </a:extLst>
          </p:cNvPr>
          <p:cNvSpPr/>
          <p:nvPr/>
        </p:nvSpPr>
        <p:spPr>
          <a:xfrm>
            <a:off x="1178533" y="2972911"/>
            <a:ext cx="20156276" cy="9353846"/>
          </a:xfrm>
          <a:prstGeom prst="rect">
            <a:avLst/>
          </a:prstGeom>
          <a:solidFill>
            <a:schemeClr val="bg1"/>
          </a:solidFill>
          <a:ln w="31750" cap="flat">
            <a:solidFill>
              <a:srgbClr val="072C49"/>
            </a:solidFill>
            <a:prstDash val="solid"/>
            <a:miter/>
          </a:ln>
          <a:effectLst>
            <a:outerShdw dist="381000" dir="2700000" algn="tl" rotWithShape="0">
              <a:schemeClr val="tx2">
                <a:alpha val="15000"/>
              </a:schemeClr>
            </a:outerShdw>
          </a:effectLst>
        </p:spPr>
        <p:txBody>
          <a:bodyPr rtlCol="0" anchor="ctr"/>
          <a:lstStyle/>
          <a:p>
            <a:pPr defTabSz="914218">
              <a:buClr>
                <a:srgbClr val="000000"/>
              </a:buClr>
            </a:pPr>
            <a:endParaRPr lang="en-US" sz="1400" kern="0">
              <a:solidFill>
                <a:srgbClr val="000000"/>
              </a:solidFill>
              <a:latin typeface="Arial"/>
              <a:cs typeface="Arial"/>
              <a:sym typeface="Arial"/>
            </a:endParaRPr>
          </a:p>
        </p:txBody>
      </p:sp>
      <p:pic>
        <p:nvPicPr>
          <p:cNvPr id="4" name="Picture 3">
            <a:extLst>
              <a:ext uri="{FF2B5EF4-FFF2-40B4-BE49-F238E27FC236}">
                <a16:creationId xmlns:a16="http://schemas.microsoft.com/office/drawing/2014/main" id="{8CED9C90-01F0-66EB-EAF8-38848B014685}"/>
              </a:ext>
            </a:extLst>
          </p:cNvPr>
          <p:cNvPicPr>
            <a:picLocks noChangeAspect="1"/>
          </p:cNvPicPr>
          <p:nvPr/>
        </p:nvPicPr>
        <p:blipFill rotWithShape="1">
          <a:blip r:embed="rId3"/>
          <a:srcRect l="1227" b="24660"/>
          <a:stretch/>
        </p:blipFill>
        <p:spPr>
          <a:xfrm>
            <a:off x="1490510" y="3317166"/>
            <a:ext cx="19471570" cy="8679092"/>
          </a:xfrm>
          <a:prstGeom prst="rect">
            <a:avLst/>
          </a:prstGeom>
        </p:spPr>
      </p:pic>
    </p:spTree>
    <p:extLst>
      <p:ext uri="{BB962C8B-B14F-4D97-AF65-F5344CB8AC3E}">
        <p14:creationId xmlns:p14="http://schemas.microsoft.com/office/powerpoint/2010/main" val="2676356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C58B2D-F73F-C425-228F-EF21493D6246}"/>
              </a:ext>
            </a:extLst>
          </p:cNvPr>
          <p:cNvSpPr>
            <a:spLocks noGrp="1"/>
          </p:cNvSpPr>
          <p:nvPr>
            <p:ph type="sldNum" sz="quarter" idx="16"/>
          </p:nvPr>
        </p:nvSpPr>
        <p:spPr/>
        <p:txBody>
          <a:bodyPr/>
          <a:lstStyle/>
          <a:p>
            <a:pPr>
              <a:buClr>
                <a:srgbClr val="000000"/>
              </a:buClr>
            </a:pPr>
            <a:fld id="{65CC2327-6B8B-47BD-B581-B21CDA88CCFB}" type="slidenum">
              <a:rPr lang="en-US">
                <a:solidFill>
                  <a:srgbClr val="FFB81C"/>
                </a:solidFill>
                <a:latin typeface="Arial"/>
                <a:sym typeface="Arial"/>
              </a:rPr>
              <a:pPr>
                <a:buClr>
                  <a:srgbClr val="000000"/>
                </a:buClr>
              </a:pPr>
              <a:t>36</a:t>
            </a:fld>
            <a:endParaRPr lang="en-US">
              <a:solidFill>
                <a:srgbClr val="FFB81C"/>
              </a:solidFill>
              <a:latin typeface="Arial"/>
              <a:sym typeface="Arial"/>
            </a:endParaRPr>
          </a:p>
        </p:txBody>
      </p:sp>
      <p:sp>
        <p:nvSpPr>
          <p:cNvPr id="17" name="Title 7">
            <a:extLst>
              <a:ext uri="{FF2B5EF4-FFF2-40B4-BE49-F238E27FC236}">
                <a16:creationId xmlns:a16="http://schemas.microsoft.com/office/drawing/2014/main" id="{9F3851DF-CFD9-84FD-4D4D-660C582E3FE6}"/>
              </a:ext>
            </a:extLst>
          </p:cNvPr>
          <p:cNvSpPr>
            <a:spLocks noGrp="1"/>
          </p:cNvSpPr>
          <p:nvPr>
            <p:ph type="title"/>
          </p:nvPr>
        </p:nvSpPr>
        <p:spPr>
          <a:xfrm>
            <a:off x="1590" y="639169"/>
            <a:ext cx="6332238" cy="3843538"/>
          </a:xfrm>
        </p:spPr>
        <p:txBody>
          <a:bodyPr/>
          <a:lstStyle/>
          <a:p>
            <a:r>
              <a:rPr lang="en-US"/>
              <a:t>Executive Summary</a:t>
            </a:r>
          </a:p>
        </p:txBody>
      </p:sp>
      <p:graphicFrame>
        <p:nvGraphicFramePr>
          <p:cNvPr id="18" name="Table 69">
            <a:extLst>
              <a:ext uri="{FF2B5EF4-FFF2-40B4-BE49-F238E27FC236}">
                <a16:creationId xmlns:a16="http://schemas.microsoft.com/office/drawing/2014/main" id="{86B066C1-7B32-095D-EEE9-D8864BF70FF5}"/>
              </a:ext>
            </a:extLst>
          </p:cNvPr>
          <p:cNvGraphicFramePr>
            <a:graphicFrameLocks noGrp="1"/>
          </p:cNvGraphicFramePr>
          <p:nvPr>
            <p:extLst>
              <p:ext uri="{D42A27DB-BD31-4B8C-83A1-F6EECF244321}">
                <p14:modId xmlns:p14="http://schemas.microsoft.com/office/powerpoint/2010/main" val="3909555554"/>
              </p:ext>
            </p:extLst>
          </p:nvPr>
        </p:nvGraphicFramePr>
        <p:xfrm>
          <a:off x="8208009" y="1641021"/>
          <a:ext cx="15099060" cy="4896450"/>
        </p:xfrm>
        <a:graphic>
          <a:graphicData uri="http://schemas.openxmlformats.org/drawingml/2006/table">
            <a:tbl>
              <a:tblPr firstRow="1" bandRow="1">
                <a:tableStyleId>{5C22544A-7EE6-4342-B048-85BDC9FD1C3A}</a:tableStyleId>
              </a:tblPr>
              <a:tblGrid>
                <a:gridCol w="760068">
                  <a:extLst>
                    <a:ext uri="{9D8B030D-6E8A-4147-A177-3AD203B41FA5}">
                      <a16:colId xmlns:a16="http://schemas.microsoft.com/office/drawing/2014/main" val="3093722492"/>
                    </a:ext>
                  </a:extLst>
                </a:gridCol>
                <a:gridCol w="4922728">
                  <a:extLst>
                    <a:ext uri="{9D8B030D-6E8A-4147-A177-3AD203B41FA5}">
                      <a16:colId xmlns:a16="http://schemas.microsoft.com/office/drawing/2014/main" val="3256641959"/>
                    </a:ext>
                  </a:extLst>
                </a:gridCol>
                <a:gridCol w="4922728">
                  <a:extLst>
                    <a:ext uri="{9D8B030D-6E8A-4147-A177-3AD203B41FA5}">
                      <a16:colId xmlns:a16="http://schemas.microsoft.com/office/drawing/2014/main" val="3451412053"/>
                    </a:ext>
                  </a:extLst>
                </a:gridCol>
                <a:gridCol w="1356402">
                  <a:extLst>
                    <a:ext uri="{9D8B030D-6E8A-4147-A177-3AD203B41FA5}">
                      <a16:colId xmlns:a16="http://schemas.microsoft.com/office/drawing/2014/main" val="3679382994"/>
                    </a:ext>
                  </a:extLst>
                </a:gridCol>
                <a:gridCol w="1660082">
                  <a:extLst>
                    <a:ext uri="{9D8B030D-6E8A-4147-A177-3AD203B41FA5}">
                      <a16:colId xmlns:a16="http://schemas.microsoft.com/office/drawing/2014/main" val="833567662"/>
                    </a:ext>
                  </a:extLst>
                </a:gridCol>
                <a:gridCol w="1477052">
                  <a:extLst>
                    <a:ext uri="{9D8B030D-6E8A-4147-A177-3AD203B41FA5}">
                      <a16:colId xmlns:a16="http://schemas.microsoft.com/office/drawing/2014/main" val="485058056"/>
                    </a:ext>
                  </a:extLst>
                </a:gridCol>
              </a:tblGrid>
              <a:tr h="1029266">
                <a:tc gridSpan="4">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i="0">
                          <a:solidFill>
                            <a:schemeClr val="tx2"/>
                          </a:solidFill>
                          <a:latin typeface="TT Norms Pro" panose="02000503030000020003" pitchFamily="2" charset="0"/>
                        </a:rPr>
                        <a:t>IDENTIFIED RISK &amp; COST AVOIDANCE:</a:t>
                      </a:r>
                    </a:p>
                  </a:txBody>
                  <a:tcPr marL="0" marR="531952" marT="177316" marB="531952">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hMerge="1">
                  <a:txBody>
                    <a:bodyPr/>
                    <a:lstStyle/>
                    <a:p>
                      <a:endParaRPr lang="en-US"/>
                    </a:p>
                  </a:txBody>
                  <a:tcPr>
                    <a:lnL w="12700" cmpd="sng">
                      <a:noFill/>
                    </a:lnL>
                  </a:tcPr>
                </a:tc>
                <a:tc hMerge="1">
                  <a:txBody>
                    <a:bodyPr/>
                    <a:lstStyle/>
                    <a:p>
                      <a:endParaRPr lang="en-GB"/>
                    </a:p>
                  </a:txBody>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a:solidFill>
                          <a:schemeClr val="tx2"/>
                        </a:solidFill>
                        <a:latin typeface="TT Norms Pro" panose="020B0604020202020204" charset="0"/>
                      </a:endParaRPr>
                    </a:p>
                  </a:txBody>
                  <a:tcPr marL="0" marR="274320" marT="91440" marB="27432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200" b="1">
                        <a:solidFill>
                          <a:schemeClr val="tx2"/>
                        </a:solidFill>
                        <a:latin typeface="TT Norms Pro" panose="020B0604020202020204" charset="0"/>
                      </a:endParaRPr>
                    </a:p>
                  </a:txBody>
                  <a:tcPr marL="0" marR="265942" marT="88648" marB="3545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200" b="1">
                        <a:solidFill>
                          <a:schemeClr val="tx2"/>
                        </a:solidFill>
                        <a:latin typeface="TT Norms Pro" panose="020B0604020202020204" charset="0"/>
                      </a:endParaRPr>
                    </a:p>
                  </a:txBody>
                  <a:tcPr marL="0" marR="265942" marT="88648" marB="3545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98958496"/>
                  </a:ext>
                </a:extLst>
              </a:tr>
              <a:tr h="998792">
                <a:tc gridSpan="2">
                  <a:txBody>
                    <a:bodyPr/>
                    <a:lstStyle/>
                    <a:p>
                      <a:pPr marL="15875"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a:rPr>
                        <a:t>PRODUCTS</a:t>
                      </a:r>
                    </a:p>
                  </a:txBody>
                  <a:tcPr marL="709268" marR="709268" marT="354634" marB="35463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hMerge="1">
                  <a:txBody>
                    <a:bodyPr/>
                    <a:lstStyle/>
                    <a:p>
                      <a:pPr marL="0" indent="0">
                        <a:buFont typeface="Arial" panose="020B0604020202020204" pitchFamily="34" charset="0"/>
                        <a:buNone/>
                        <a:tabLst/>
                      </a:pPr>
                      <a:endParaRPr lang="en-US" sz="2400" b="0">
                        <a:solidFill>
                          <a:schemeClr val="tx2"/>
                        </a:solidFill>
                        <a:latin typeface="TT Norms Pro" panose="02000503030000020003" pitchFamily="2" charset="0"/>
                      </a:endParaRPr>
                    </a:p>
                  </a:txBody>
                  <a:tcPr marL="365760" marR="365760" marT="182880" marB="182880" anchor="ctr">
                    <a:lnL w="19050" cap="flat" cmpd="sng" algn="ctr">
                      <a:solidFill>
                        <a:schemeClr val="tx2"/>
                      </a:solidFill>
                      <a:prstDash val="solid"/>
                      <a:round/>
                      <a:headEnd type="none" w="med" len="med"/>
                      <a:tailEnd type="none" w="med" len="med"/>
                    </a:lnL>
                    <a:lnR w="19050" cap="flat" cmpd="sng" algn="ctr">
                      <a:noFill/>
                      <a:prstDash val="solid"/>
                      <a:round/>
                      <a:headEnd type="none" w="med" len="med"/>
                      <a:tailEnd type="none" w="med" len="med"/>
                    </a:lnR>
                    <a:lnB w="76200" cap="flat" cmpd="sng" algn="ctr">
                      <a:solidFill>
                        <a:schemeClr val="bg1"/>
                      </a:solidFill>
                      <a:prstDash val="solid"/>
                      <a:round/>
                      <a:headEnd type="none" w="med" len="med"/>
                      <a:tailEnd type="none" w="med" len="med"/>
                    </a:lnB>
                    <a:solidFill>
                      <a:schemeClr val="tx1">
                        <a:lumMod val="20000"/>
                        <a:lumOff val="80000"/>
                        <a:alpha val="50000"/>
                      </a:schemeClr>
                    </a:solidFill>
                  </a:tcPr>
                </a:tc>
                <a:tc>
                  <a:txBody>
                    <a:bodyPr/>
                    <a:lstStyle/>
                    <a:p>
                      <a:pPr marL="15875"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a:rPr>
                        <a:t>REMEDIATION ACTION</a:t>
                      </a:r>
                    </a:p>
                  </a:txBody>
                  <a:tcPr marL="177294" marR="265942" marT="132970" marB="17729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a:txBody>
                    <a:bodyPr/>
                    <a:lstStyle/>
                    <a:p>
                      <a:pPr marL="0" marR="0" lvl="0" indent="0" algn="ctr" defTabSz="1828252" rtl="0" eaLnBrk="1" fontAlgn="auto" latinLnBrk="0" hangingPunct="1">
                        <a:lnSpc>
                          <a:spcPct val="90000"/>
                        </a:lnSpc>
                        <a:spcBef>
                          <a:spcPts val="0"/>
                        </a:spcBef>
                        <a:spcAft>
                          <a:spcPts val="0"/>
                        </a:spcAft>
                        <a:buClrTx/>
                        <a:buSzTx/>
                        <a:buFont typeface="Arial" panose="020B0604020202020204" pitchFamily="34" charset="0"/>
                        <a:buNone/>
                        <a:tabLst/>
                        <a:defRPr/>
                      </a:pPr>
                      <a:r>
                        <a:rPr lang="en-US" sz="1400" b="1" i="0" spc="0" baseline="0">
                          <a:solidFill>
                            <a:schemeClr val="bg1"/>
                          </a:solidFill>
                          <a:effectLst/>
                          <a:latin typeface="TT Norms Pro" panose="02000503030000020003" pitchFamily="2" charset="0"/>
                        </a:rPr>
                        <a:t>IDENTIFIED</a:t>
                      </a:r>
                      <a:br>
                        <a:rPr lang="en-US" sz="1400" b="1" i="0" spc="0" baseline="0">
                          <a:solidFill>
                            <a:srgbClr val="FFFFFF"/>
                          </a:solidFill>
                          <a:effectLst/>
                          <a:latin typeface="TT Norms Pro" panose="02000503030000020003" pitchFamily="2" charset="0"/>
                        </a:rPr>
                      </a:br>
                      <a:r>
                        <a:rPr lang="en-US" sz="1400" b="1" i="0" spc="0" baseline="0">
                          <a:solidFill>
                            <a:schemeClr val="bg1"/>
                          </a:solidFill>
                          <a:effectLst/>
                          <a:latin typeface="TT Norms Pro" panose="02000503030000020003" pitchFamily="2" charset="0"/>
                        </a:rPr>
                        <a:t>RISK</a:t>
                      </a:r>
                    </a:p>
                  </a:txBody>
                  <a:tcPr marL="0" marR="0" marT="265942" marB="17729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4"/>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i="0" spc="0" baseline="0">
                          <a:solidFill>
                            <a:schemeClr val="tx2"/>
                          </a:solidFill>
                          <a:effectLst/>
                          <a:latin typeface="+mn-lt"/>
                        </a:rPr>
                        <a:t>POTENTIAL</a:t>
                      </a:r>
                    </a:p>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i="0" spc="0" baseline="0">
                          <a:solidFill>
                            <a:schemeClr val="tx2"/>
                          </a:solidFill>
                          <a:effectLst/>
                          <a:latin typeface="TT Norms Pro"/>
                        </a:rPr>
                        <a:t>COST AVOIDANCE</a:t>
                      </a:r>
                    </a:p>
                  </a:txBody>
                  <a:tcPr marL="0" marR="0" marT="132970" marB="8864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rtl="0" eaLnBrk="1" fontAlgn="auto" latinLnBrk="0" hangingPunct="1">
                        <a:lnSpc>
                          <a:spcPct val="90000"/>
                        </a:lnSpc>
                        <a:spcBef>
                          <a:spcPts val="0"/>
                        </a:spcBef>
                        <a:spcAft>
                          <a:spcPts val="0"/>
                        </a:spcAft>
                        <a:buClrTx/>
                        <a:buSzTx/>
                        <a:buFont typeface="Arial" panose="020B0604020202020204" pitchFamily="34" charset="0"/>
                        <a:buNone/>
                      </a:pPr>
                      <a:r>
                        <a:rPr lang="en-US" sz="1400" b="1" i="0" spc="0" baseline="0">
                          <a:solidFill>
                            <a:schemeClr val="bg1"/>
                          </a:solidFill>
                          <a:effectLst/>
                          <a:latin typeface="TT Norms Pro"/>
                        </a:rPr>
                        <a:t>REMAINING </a:t>
                      </a:r>
                      <a:br>
                        <a:rPr lang="en-US" sz="1400" b="1" i="0" spc="0" baseline="0">
                          <a:solidFill>
                            <a:srgbClr val="FFFFFF"/>
                          </a:solidFill>
                          <a:effectLst/>
                          <a:latin typeface="TT Norms Pro"/>
                        </a:rPr>
                      </a:br>
                      <a:r>
                        <a:rPr lang="en-US" sz="1400" b="1" i="0" spc="0" baseline="0">
                          <a:solidFill>
                            <a:schemeClr val="bg1"/>
                          </a:solidFill>
                          <a:effectLst/>
                          <a:latin typeface="TT Norms Pro"/>
                        </a:rPr>
                        <a:t>RISK </a:t>
                      </a:r>
                      <a:endParaRPr lang="en-US" sz="1400" b="1" i="0" spc="0" baseline="0">
                        <a:solidFill>
                          <a:schemeClr val="bg1"/>
                        </a:solidFill>
                        <a:effectLst/>
                        <a:latin typeface="TT Norms Pro" panose="02000503030000020003" pitchFamily="2" charset="0"/>
                      </a:endParaRPr>
                    </a:p>
                  </a:txBody>
                  <a:tcPr marL="0" marR="0" marT="265942" marB="17729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solidFill>
                  </a:tcPr>
                </a:tc>
                <a:extLst>
                  <a:ext uri="{0D108BD9-81ED-4DB2-BD59-A6C34878D82A}">
                    <a16:rowId xmlns:a16="http://schemas.microsoft.com/office/drawing/2014/main" val="2974407461"/>
                  </a:ext>
                </a:extLst>
              </a:tr>
              <a:tr h="733722">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600" b="1">
                          <a:solidFill>
                            <a:schemeClr val="tx2"/>
                          </a:solidFill>
                          <a:latin typeface="TT Norms Pro"/>
                        </a:rPr>
                        <a:t>●</a:t>
                      </a:r>
                    </a:p>
                  </a:txBody>
                  <a:tcPr marL="0" marR="0" marT="44324" marB="4432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a:solidFill>
                            <a:schemeClr val="tx2"/>
                          </a:solidFill>
                          <a:latin typeface="TT Norms Pro"/>
                        </a:rPr>
                        <a:t>On-premise local installations outside the EBA in use, but are not permitted</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a:solidFill>
                            <a:schemeClr val="tx2"/>
                          </a:solidFill>
                          <a:latin typeface="TT Norms Pro"/>
                        </a:rPr>
                        <a:t>Transition all users to the Global EBA and remove all traces of local installation.</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0">
                          <a:solidFill>
                            <a:schemeClr val="tx2"/>
                          </a:solidFill>
                          <a:latin typeface="TT Norms Pro"/>
                        </a:rPr>
                        <a:t>$89K</a:t>
                      </a:r>
                      <a:r>
                        <a:rPr lang="en-US" sz="1800" b="0" baseline="30000">
                          <a:solidFill>
                            <a:schemeClr val="tx2"/>
                          </a:solidFill>
                          <a:latin typeface="TT Norms Pro"/>
                        </a:rPr>
                        <a:t>1</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2B49"/>
                          </a:solidFill>
                          <a:effectLst/>
                          <a:uLnTx/>
                          <a:uFillTx/>
                          <a:latin typeface="TT Norms Pro"/>
                          <a:ea typeface="+mn-ea"/>
                          <a:cs typeface="+mn-cs"/>
                        </a:rPr>
                        <a:t>$89K</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0">
                          <a:solidFill>
                            <a:schemeClr val="tx2"/>
                          </a:solidFill>
                          <a:latin typeface="TT Norms Pro"/>
                        </a:rPr>
                        <a:t>$-</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1368709903"/>
                  </a:ext>
                </a:extLst>
              </a:tr>
              <a:tr h="733722">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600" b="1">
                          <a:solidFill>
                            <a:schemeClr val="tx2"/>
                          </a:solidFill>
                          <a:latin typeface="TT Norms Pro"/>
                        </a:rPr>
                        <a:t>●</a:t>
                      </a:r>
                    </a:p>
                  </a:txBody>
                  <a:tcPr marL="0" marR="0" marT="44324" marB="4432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a:solidFill>
                            <a:schemeClr val="tx2"/>
                          </a:solidFill>
                          <a:latin typeface="TT Norms Pro"/>
                        </a:rPr>
                        <a:t>Unsupported AutoCAD 2015 &amp; AutoCAD Electrical 2017 in use</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a:solidFill>
                            <a:schemeClr val="tx2"/>
                          </a:solidFill>
                          <a:latin typeface="TT Norms Pro"/>
                        </a:rPr>
                        <a:t>Upgrade unsupported versions or negotiate inclusion with support into EBA. </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0">
                          <a:solidFill>
                            <a:schemeClr val="tx2"/>
                          </a:solidFill>
                          <a:latin typeface="TT Norms Pro"/>
                        </a:rPr>
                        <a:t>$262K</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2B49"/>
                          </a:solidFill>
                          <a:effectLst/>
                          <a:uLnTx/>
                          <a:uFillTx/>
                          <a:latin typeface="TT Norms Pro"/>
                          <a:ea typeface="+mn-ea"/>
                          <a:cs typeface="+mn-cs"/>
                        </a:rPr>
                        <a:t>$262K</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0">
                          <a:solidFill>
                            <a:schemeClr val="tx2"/>
                          </a:solidFill>
                          <a:latin typeface="+mn-lt"/>
                        </a:rPr>
                        <a:t>$-K</a:t>
                      </a:r>
                      <a:endParaRPr lang="en-US" sz="1800" b="0">
                        <a:solidFill>
                          <a:schemeClr val="tx2"/>
                        </a:solidFill>
                        <a:latin typeface="TT Norms Pro"/>
                      </a:endParaRP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892822533"/>
                  </a:ext>
                </a:extLst>
              </a:tr>
              <a:tr h="775844">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600" b="1">
                          <a:solidFill>
                            <a:schemeClr val="tx2"/>
                          </a:solidFill>
                          <a:latin typeface="TT Norms Pro"/>
                        </a:rPr>
                        <a:t>●</a:t>
                      </a:r>
                    </a:p>
                  </a:txBody>
                  <a:tcPr marL="0" marR="0" marT="44324" marB="4432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a:solidFill>
                            <a:schemeClr val="tx2"/>
                          </a:solidFill>
                          <a:latin typeface="TT Norms Pro"/>
                        </a:rPr>
                        <a:t>Non-human usage of multiple products identified in breach of user-based license metric use-rights</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a:solidFill>
                            <a:schemeClr val="tx2"/>
                          </a:solidFill>
                          <a:latin typeface="TT Norms Pro"/>
                        </a:rPr>
                        <a:t>Remove generic accounts and ensure each user accesses Autodesk software for one account</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0">
                          <a:solidFill>
                            <a:schemeClr val="tx2"/>
                          </a:solidFill>
                          <a:latin typeface="TT Norms Pro"/>
                        </a:rPr>
                        <a:t>$554K</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2B49"/>
                          </a:solidFill>
                          <a:effectLst/>
                          <a:uLnTx/>
                          <a:uFillTx/>
                          <a:latin typeface="TT Norms Pro"/>
                          <a:ea typeface="+mn-ea"/>
                          <a:cs typeface="+mn-cs"/>
                        </a:rPr>
                        <a:t>$-</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0">
                          <a:solidFill>
                            <a:schemeClr val="tx2"/>
                          </a:solidFill>
                          <a:latin typeface="TT Norms Pro"/>
                        </a:rPr>
                        <a:t>$554K</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522426730"/>
                  </a:ext>
                </a:extLst>
              </a:tr>
              <a:tr h="625104">
                <a:tc gridSpan="2">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800" b="1">
                        <a:solidFill>
                          <a:schemeClr val="tx2"/>
                        </a:solidFill>
                        <a:latin typeface="TT Norms Pro" panose="02000503030000020003" pitchFamily="2" charset="0"/>
                      </a:endParaRPr>
                    </a:p>
                  </a:txBody>
                  <a:tcPr marL="354634" marR="709268" marT="0" marB="0" anchor="ct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0">
                        <a:solidFill>
                          <a:schemeClr val="tx2"/>
                        </a:solidFill>
                        <a:latin typeface="TT Norms Pro" panose="02000503030000020003" pitchFamily="2" charset="0"/>
                      </a:endParaRPr>
                    </a:p>
                  </a:txBody>
                  <a:tcPr marL="182880" marR="365760" marT="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800" b="1">
                        <a:solidFill>
                          <a:schemeClr val="tx2"/>
                        </a:solidFill>
                        <a:latin typeface="TT Norms Pro" panose="02000503030000020003" pitchFamily="2" charset="0"/>
                      </a:endParaRPr>
                    </a:p>
                  </a:txBody>
                  <a:tcPr marL="177294" marR="265942" marT="44324" marB="44324" anchor="ctr">
                    <a:lnL w="12700" cap="flat" cmpd="sng" algn="ctr">
                      <a:solidFill>
                        <a:schemeClr val="bg1"/>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a:solidFill>
                            <a:schemeClr val="tx2"/>
                          </a:solidFill>
                          <a:latin typeface="TT Norms Pro"/>
                        </a:rPr>
                        <a:t>$905K</a:t>
                      </a:r>
                    </a:p>
                  </a:txBody>
                  <a:tcPr marL="0" marR="0"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a:solidFill>
                            <a:schemeClr val="tx2"/>
                          </a:solidFill>
                          <a:latin typeface="TT Norms Pro"/>
                        </a:rPr>
                        <a:t>$351K</a:t>
                      </a:r>
                    </a:p>
                  </a:txBody>
                  <a:tcPr marL="0" marR="0"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a:solidFill>
                            <a:schemeClr val="tx2"/>
                          </a:solidFill>
                          <a:latin typeface="TT Norms Pro"/>
                        </a:rPr>
                        <a:t>$554K</a:t>
                      </a:r>
                    </a:p>
                  </a:txBody>
                  <a:tcPr marL="0" marR="0"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extLst>
                  <a:ext uri="{0D108BD9-81ED-4DB2-BD59-A6C34878D82A}">
                    <a16:rowId xmlns:a16="http://schemas.microsoft.com/office/drawing/2014/main" val="4006064635"/>
                  </a:ext>
                </a:extLst>
              </a:tr>
            </a:tbl>
          </a:graphicData>
        </a:graphic>
      </p:graphicFrame>
      <p:graphicFrame>
        <p:nvGraphicFramePr>
          <p:cNvPr id="19" name="Table 69">
            <a:extLst>
              <a:ext uri="{FF2B5EF4-FFF2-40B4-BE49-F238E27FC236}">
                <a16:creationId xmlns:a16="http://schemas.microsoft.com/office/drawing/2014/main" id="{5B72BDCF-576F-8F19-56C8-DE663109446D}"/>
              </a:ext>
            </a:extLst>
          </p:cNvPr>
          <p:cNvGraphicFramePr>
            <a:graphicFrameLocks noGrp="1"/>
          </p:cNvGraphicFramePr>
          <p:nvPr/>
        </p:nvGraphicFramePr>
        <p:xfrm>
          <a:off x="8207817" y="7348180"/>
          <a:ext cx="15091584" cy="5489676"/>
        </p:xfrm>
        <a:graphic>
          <a:graphicData uri="http://schemas.openxmlformats.org/drawingml/2006/table">
            <a:tbl>
              <a:tblPr firstRow="1" bandRow="1">
                <a:tableStyleId>{5C22544A-7EE6-4342-B048-85BDC9FD1C3A}</a:tableStyleId>
              </a:tblPr>
              <a:tblGrid>
                <a:gridCol w="760068">
                  <a:extLst>
                    <a:ext uri="{9D8B030D-6E8A-4147-A177-3AD203B41FA5}">
                      <a16:colId xmlns:a16="http://schemas.microsoft.com/office/drawing/2014/main" val="3093722492"/>
                    </a:ext>
                  </a:extLst>
                </a:gridCol>
                <a:gridCol w="4888790">
                  <a:extLst>
                    <a:ext uri="{9D8B030D-6E8A-4147-A177-3AD203B41FA5}">
                      <a16:colId xmlns:a16="http://schemas.microsoft.com/office/drawing/2014/main" val="3256641959"/>
                    </a:ext>
                  </a:extLst>
                </a:gridCol>
                <a:gridCol w="4989682">
                  <a:extLst>
                    <a:ext uri="{9D8B030D-6E8A-4147-A177-3AD203B41FA5}">
                      <a16:colId xmlns:a16="http://schemas.microsoft.com/office/drawing/2014/main" val="3055322396"/>
                    </a:ext>
                  </a:extLst>
                </a:gridCol>
                <a:gridCol w="2226522">
                  <a:extLst>
                    <a:ext uri="{9D8B030D-6E8A-4147-A177-3AD203B41FA5}">
                      <a16:colId xmlns:a16="http://schemas.microsoft.com/office/drawing/2014/main" val="537300094"/>
                    </a:ext>
                  </a:extLst>
                </a:gridCol>
                <a:gridCol w="2226522">
                  <a:extLst>
                    <a:ext uri="{9D8B030D-6E8A-4147-A177-3AD203B41FA5}">
                      <a16:colId xmlns:a16="http://schemas.microsoft.com/office/drawing/2014/main" val="3872573653"/>
                    </a:ext>
                  </a:extLst>
                </a:gridCol>
              </a:tblGrid>
              <a:tr h="793710">
                <a:tc gridSpan="2">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i="0" baseline="0">
                          <a:solidFill>
                            <a:schemeClr val="tx2"/>
                          </a:solidFill>
                          <a:latin typeface="TT Norms Pro" panose="02000503030000020003" pitchFamily="2" charset="0"/>
                        </a:rPr>
                        <a:t>POTENTIAL COST SAVINGS:</a:t>
                      </a:r>
                    </a:p>
                  </a:txBody>
                  <a:tcPr marL="177316" marR="177316" marT="88658" marB="8865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hMerge="1">
                  <a:txBody>
                    <a:bodyPr/>
                    <a:lstStyle/>
                    <a:p>
                      <a:endParaRPr lang="en-US"/>
                    </a:p>
                  </a:txBody>
                  <a:tcPr>
                    <a:lnL w="12700" cmpd="sng">
                      <a:noFill/>
                    </a:ln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i="0" baseline="0">
                        <a:solidFill>
                          <a:schemeClr val="tx2"/>
                        </a:solidFill>
                        <a:latin typeface="TT Norms Pro" panose="02000503030000020003" pitchFamily="2" charset="0"/>
                      </a:endParaRPr>
                    </a:p>
                  </a:txBody>
                  <a:tcPr marL="0" marR="265942" marT="88648" marB="3545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200" b="1" baseline="0">
                        <a:solidFill>
                          <a:schemeClr val="tx2"/>
                        </a:solidFill>
                        <a:latin typeface="TT Norms Pro" panose="020B0604020202020204" charset="0"/>
                      </a:endParaRPr>
                    </a:p>
                  </a:txBody>
                  <a:tcPr marL="0" marR="265942" marT="88648" marB="3545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200" b="1" baseline="0">
                        <a:solidFill>
                          <a:schemeClr val="tx2"/>
                        </a:solidFill>
                        <a:latin typeface="TT Norms Pro" panose="020B0604020202020204" charset="0"/>
                      </a:endParaRPr>
                    </a:p>
                  </a:txBody>
                  <a:tcPr marL="0" marR="265942" marT="88648" marB="3545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98958496"/>
                  </a:ext>
                </a:extLst>
              </a:tr>
              <a:tr h="998792">
                <a:tc gridSpan="2">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Normal"/>
                        </a:rPr>
                        <a:t>PRODUCTS</a:t>
                      </a:r>
                    </a:p>
                  </a:txBody>
                  <a:tcPr marL="709268" marR="709268" marT="354634" marB="35463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hMerge="1">
                  <a:txBody>
                    <a:bodyPr/>
                    <a:lstStyle/>
                    <a:p>
                      <a:pPr marL="0" indent="0">
                        <a:buFont typeface="Arial" panose="020B0604020202020204" pitchFamily="34" charset="0"/>
                        <a:buNone/>
                        <a:tabLst/>
                      </a:pPr>
                      <a:endParaRPr lang="en-US" sz="2400" b="0">
                        <a:solidFill>
                          <a:schemeClr val="tx2"/>
                        </a:solidFill>
                        <a:latin typeface="TT Norms Pro" panose="02000503030000020003" pitchFamily="2" charset="0"/>
                      </a:endParaRPr>
                    </a:p>
                  </a:txBody>
                  <a:tcPr marL="365760" marR="365760" marT="182880" marB="182880" anchor="ctr">
                    <a:lnL w="19050" cap="flat" cmpd="sng" algn="ctr">
                      <a:solidFill>
                        <a:schemeClr val="tx2"/>
                      </a:solidFill>
                      <a:prstDash val="solid"/>
                      <a:round/>
                      <a:headEnd type="none" w="med" len="med"/>
                      <a:tailEnd type="none" w="med" len="med"/>
                    </a:lnL>
                    <a:lnR w="19050" cap="flat" cmpd="sng" algn="ctr">
                      <a:noFill/>
                      <a:prstDash val="solid"/>
                      <a:round/>
                      <a:headEnd type="none" w="med" len="med"/>
                      <a:tailEnd type="none" w="med" len="med"/>
                    </a:lnR>
                    <a:lnB w="76200" cap="flat" cmpd="sng" algn="ctr">
                      <a:solidFill>
                        <a:schemeClr val="bg1"/>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Normal"/>
                        </a:rPr>
                        <a:t>COST SAVINGS ACTION</a:t>
                      </a:r>
                    </a:p>
                  </a:txBody>
                  <a:tcPr marL="177294" marR="265942" marT="88648" marB="8864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i="0" spc="0" baseline="0">
                          <a:solidFill>
                            <a:schemeClr val="bg1"/>
                          </a:solidFill>
                          <a:effectLst/>
                          <a:latin typeface="TT Norms Pro" panose="02000503030000020003" pitchFamily="2" charset="0"/>
                        </a:rPr>
                        <a:t>TIMELINE</a:t>
                      </a:r>
                      <a:endParaRPr lang="en-US" sz="1400" b="1" i="0" spc="0" baseline="30000">
                        <a:solidFill>
                          <a:schemeClr val="bg1"/>
                        </a:solidFill>
                        <a:effectLst/>
                        <a:latin typeface="TT Norms Pro" panose="02000503030000020003" pitchFamily="2" charset="0"/>
                      </a:endParaRPr>
                    </a:p>
                  </a:txBody>
                  <a:tcPr marL="177294" marR="265942" marT="88648" marB="8864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6"/>
                    </a:solidFill>
                  </a:tcPr>
                </a:tc>
                <a:tc>
                  <a:txBody>
                    <a:bodyPr/>
                    <a:lstStyle/>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400" b="1" i="0" spc="0" baseline="0">
                          <a:solidFill>
                            <a:schemeClr val="bg1"/>
                          </a:solidFill>
                          <a:effectLst/>
                          <a:latin typeface="TT Norms Pro" panose="02000503030000020003" pitchFamily="2" charset="0"/>
                        </a:rPr>
                        <a:t>POTENTIAL COST </a:t>
                      </a: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400" b="1" i="0" spc="0" baseline="0">
                          <a:solidFill>
                            <a:schemeClr val="bg1"/>
                          </a:solidFill>
                          <a:effectLst/>
                          <a:latin typeface="TT Norms Pro" panose="02000503030000020003" pitchFamily="2" charset="0"/>
                        </a:rPr>
                        <a:t>SAVINGS</a:t>
                      </a:r>
                    </a:p>
                  </a:txBody>
                  <a:tcPr marL="177294" marR="265942" marT="88648" marB="88648"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extLst>
                  <a:ext uri="{0D108BD9-81ED-4DB2-BD59-A6C34878D82A}">
                    <a16:rowId xmlns:a16="http://schemas.microsoft.com/office/drawing/2014/main" val="2974407461"/>
                  </a:ext>
                </a:extLst>
              </a:tr>
              <a:tr h="718384">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600" b="1">
                          <a:solidFill>
                            <a:schemeClr val="tx2"/>
                          </a:solidFill>
                          <a:latin typeface="TT Norms Pro"/>
                        </a:rPr>
                        <a:t>●</a:t>
                      </a:r>
                    </a:p>
                  </a:txBody>
                  <a:tcPr marL="0" marR="0" marT="44324" marB="4432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tabLst/>
                      </a:pPr>
                      <a:r>
                        <a:rPr lang="en-US" sz="1600" b="0">
                          <a:solidFill>
                            <a:schemeClr val="tx2"/>
                          </a:solidFill>
                          <a:latin typeface="TT Norms Pro"/>
                        </a:rPr>
                        <a:t>Duplicate maintenance payment between local agreement and Global contract</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tabLst/>
                      </a:pPr>
                      <a:r>
                        <a:rPr lang="en-US" sz="1600" b="0">
                          <a:solidFill>
                            <a:schemeClr val="tx2"/>
                          </a:solidFill>
                          <a:latin typeface="TT Norms Pro"/>
                        </a:rPr>
                        <a:t>Cease maintenance on local agreement and transition to global pool</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lgn="ctr">
                        <a:buFont typeface="Arial" panose="020B0604020202020204" pitchFamily="34" charset="0"/>
                        <a:buNone/>
                        <a:tabLst/>
                      </a:pPr>
                      <a:r>
                        <a:rPr lang="en-US" sz="1800" b="0">
                          <a:solidFill>
                            <a:schemeClr val="tx2"/>
                          </a:solidFill>
                          <a:latin typeface="TT Norms Pro"/>
                        </a:rPr>
                        <a:t>Feb 2022</a:t>
                      </a:r>
                      <a:r>
                        <a:rPr lang="en-US" sz="1800" b="0" baseline="30000">
                          <a:solidFill>
                            <a:schemeClr val="tx2"/>
                          </a:solidFill>
                          <a:latin typeface="TT Norms Pro"/>
                        </a:rPr>
                        <a:t>2</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r">
                        <a:buFont typeface="Arial" panose="020B0604020202020204" pitchFamily="34" charset="0"/>
                        <a:buNone/>
                        <a:tabLst/>
                      </a:pPr>
                      <a:r>
                        <a:rPr lang="en-US" sz="1800" b="0">
                          <a:solidFill>
                            <a:schemeClr val="tx2"/>
                          </a:solidFill>
                          <a:latin typeface="TT Norms Pro"/>
                        </a:rPr>
                        <a:t>$126K</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1751186866"/>
                  </a:ext>
                </a:extLst>
              </a:tr>
              <a:tr h="718384">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600" b="1">
                          <a:solidFill>
                            <a:schemeClr val="tx2"/>
                          </a:solidFill>
                          <a:latin typeface="TT Norms Pro"/>
                        </a:rPr>
                        <a:t>●</a:t>
                      </a:r>
                    </a:p>
                  </a:txBody>
                  <a:tcPr marL="0" marR="0" marT="44324" marB="44324"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tabLst/>
                      </a:pPr>
                      <a:r>
                        <a:rPr lang="en-US" sz="1600" b="0">
                          <a:solidFill>
                            <a:schemeClr val="tx2"/>
                          </a:solidFill>
                          <a:latin typeface="TT Norms Pro"/>
                        </a:rPr>
                        <a:t>Under-utilized consumption of pre-paid tokens</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tabLst/>
                      </a:pPr>
                      <a:r>
                        <a:rPr lang="en-US" sz="1600" b="0">
                          <a:solidFill>
                            <a:schemeClr val="tx2"/>
                          </a:solidFill>
                          <a:latin typeface="TT Norms Pro"/>
                        </a:rPr>
                        <a:t>Negotiate decreased value of EBA</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lgn="ctr">
                        <a:buFont typeface="Arial" panose="020B0604020202020204" pitchFamily="34" charset="0"/>
                        <a:buNone/>
                        <a:tabLst/>
                      </a:pPr>
                      <a:r>
                        <a:rPr lang="en-US" sz="1800" b="0">
                          <a:solidFill>
                            <a:schemeClr val="tx2"/>
                          </a:solidFill>
                          <a:latin typeface="TT Norms Pro"/>
                        </a:rPr>
                        <a:t>Nov 2022</a:t>
                      </a:r>
                      <a:r>
                        <a:rPr lang="en-US" sz="1800" b="0" baseline="30000">
                          <a:solidFill>
                            <a:schemeClr val="tx2"/>
                          </a:solidFill>
                          <a:latin typeface="TT Norms Pro"/>
                        </a:rPr>
                        <a:t>3</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r">
                        <a:buFont typeface="Arial" panose="020B0604020202020204" pitchFamily="34" charset="0"/>
                        <a:buNone/>
                        <a:tabLst/>
                      </a:pPr>
                      <a:r>
                        <a:rPr lang="en-US" sz="1800" b="0">
                          <a:solidFill>
                            <a:schemeClr val="tx2"/>
                          </a:solidFill>
                          <a:latin typeface="TT Norms Pro"/>
                        </a:rPr>
                        <a:t>$1M</a:t>
                      </a: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674514045"/>
                  </a:ext>
                </a:extLst>
              </a:tr>
              <a:tr h="650530">
                <a:tc gridSpan="2">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600" b="1">
                        <a:solidFill>
                          <a:schemeClr val="tx2"/>
                        </a:solidFill>
                        <a:latin typeface="TT Norms Pro" panose="02000503030000020003" pitchFamily="2" charset="0"/>
                      </a:endParaRPr>
                    </a:p>
                  </a:txBody>
                  <a:tcPr marL="354634" marR="709268"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0">
                        <a:solidFill>
                          <a:schemeClr val="tx2"/>
                        </a:solidFill>
                        <a:latin typeface="TT Norms Pro" panose="02000503030000020003" pitchFamily="2" charset="0"/>
                      </a:endParaRPr>
                    </a:p>
                  </a:txBody>
                  <a:tcPr marL="182880" marR="365760" marT="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600" b="1">
                        <a:solidFill>
                          <a:schemeClr val="tx2"/>
                        </a:solidFill>
                        <a:latin typeface="TT Norms Pro" panose="02000503030000020003" pitchFamily="2" charset="0"/>
                      </a:endParaRPr>
                    </a:p>
                  </a:txBody>
                  <a:tcPr marL="265942" marR="265942" marT="44324" marB="443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800" b="1">
                        <a:solidFill>
                          <a:schemeClr val="tx2"/>
                        </a:solidFill>
                        <a:latin typeface="TT Norms Pro" panose="02000503030000020003" pitchFamily="2" charset="0"/>
                      </a:endParaRPr>
                    </a:p>
                  </a:txBody>
                  <a:tcPr marL="177294" marR="354588" marT="44324" marB="0" anchor="ctr">
                    <a:lnL w="1905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a:solidFill>
                            <a:schemeClr val="tx2"/>
                          </a:solidFill>
                          <a:latin typeface="+mn-lt"/>
                        </a:rPr>
                        <a:t>$1.1M</a:t>
                      </a:r>
                      <a:endParaRPr lang="en-US" sz="2000" b="1" baseline="30000">
                        <a:solidFill>
                          <a:schemeClr val="tx2"/>
                        </a:solidFill>
                        <a:latin typeface="TT Norms Pro"/>
                      </a:endParaRPr>
                    </a:p>
                  </a:txBody>
                  <a:tcPr marL="177294" marR="354588" marT="44324"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32657E">
                        <a:alpha val="25098"/>
                      </a:srgbClr>
                    </a:solidFill>
                  </a:tcPr>
                </a:tc>
                <a:extLst>
                  <a:ext uri="{0D108BD9-81ED-4DB2-BD59-A6C34878D82A}">
                    <a16:rowId xmlns:a16="http://schemas.microsoft.com/office/drawing/2014/main" val="4006064635"/>
                  </a:ext>
                </a:extLst>
              </a:tr>
              <a:tr h="1609876">
                <a:tc gridSpan="4">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600" b="1">
                          <a:solidFill>
                            <a:schemeClr val="tx2"/>
                          </a:solidFill>
                          <a:latin typeface="TT Norms Pro" panose="02000503030000020003" pitchFamily="50" charset="0"/>
                          <a:cs typeface="Calibri"/>
                          <a:sym typeface="Calibri"/>
                        </a:rPr>
                        <a:t>Notes: </a:t>
                      </a: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600" b="1" baseline="30000">
                          <a:solidFill>
                            <a:schemeClr val="tx2"/>
                          </a:solidFill>
                          <a:latin typeface="TT Norms Pro" panose="02000503030000020003" pitchFamily="50" charset="0"/>
                          <a:cs typeface="Calibri"/>
                          <a:sym typeface="Calibri"/>
                        </a:rPr>
                        <a:t>1 </a:t>
                      </a:r>
                      <a:r>
                        <a:rPr lang="en-US" sz="1600" b="0" baseline="0">
                          <a:solidFill>
                            <a:schemeClr val="tx2"/>
                          </a:solidFill>
                          <a:latin typeface="TT Norms Pro" panose="02000503030000020003" pitchFamily="50" charset="0"/>
                          <a:cs typeface="Calibri"/>
                          <a:sym typeface="Calibri"/>
                        </a:rPr>
                        <a:t>The value of EBA token for local installation licenses has been used to calculate risk identified. </a:t>
                      </a: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600" b="1" baseline="30000">
                          <a:solidFill>
                            <a:schemeClr val="tx2"/>
                          </a:solidFill>
                          <a:latin typeface="TT Norms Pro" panose="02000503030000020003" pitchFamily="50" charset="0"/>
                          <a:cs typeface="Calibri"/>
                          <a:sym typeface="Calibri"/>
                        </a:rPr>
                        <a:t>2 </a:t>
                      </a:r>
                      <a:r>
                        <a:rPr lang="en-US" sz="1600" baseline="0">
                          <a:solidFill>
                            <a:schemeClr val="tx2"/>
                          </a:solidFill>
                          <a:latin typeface="TT Norms Pro" panose="02000503030000020003" pitchFamily="50" charset="0"/>
                          <a:cs typeface="Calibri"/>
                          <a:sym typeface="Calibri"/>
                        </a:rPr>
                        <a:t>Cost Savings can be realized at the expiry date of the local agreement.</a:t>
                      </a: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600" baseline="0">
                          <a:solidFill>
                            <a:schemeClr val="tx2"/>
                          </a:solidFill>
                          <a:latin typeface="TT Norms Pro" panose="02000503030000020003" pitchFamily="50" charset="0"/>
                          <a:cs typeface="Calibri"/>
                          <a:sym typeface="Calibri"/>
                        </a:rPr>
                        <a:t>3 Cost Savings opportunities can be realized in line with future forecasted business growth at the EBA renewal in November 2022. </a:t>
                      </a:r>
                      <a:endParaRPr lang="en-US" sz="1600" baseline="30000">
                        <a:solidFill>
                          <a:schemeClr val="tx2"/>
                        </a:solidFill>
                        <a:latin typeface="TT Norms Pro" panose="02000503030000020003" pitchFamily="50" charset="0"/>
                        <a:cs typeface="Calibri"/>
                        <a:sym typeface="Calibri"/>
                      </a:endParaRPr>
                    </a:p>
                  </a:txBody>
                  <a:tcPr marL="354634" marR="709268" marT="88658" marB="8865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GB"/>
                    </a:p>
                  </a:txBody>
                  <a:tcPr/>
                </a:tc>
                <a:tc hMerge="1">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2000" b="1">
                          <a:solidFill>
                            <a:schemeClr val="tx2"/>
                          </a:solidFill>
                          <a:latin typeface="TT Norms Pro" panose="02000503030000020003" pitchFamily="50" charset="0"/>
                          <a:cs typeface="Calibri"/>
                          <a:sym typeface="Calibri"/>
                        </a:rPr>
                        <a:t>NOTE:</a:t>
                      </a: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2000">
                          <a:solidFill>
                            <a:schemeClr val="tx2"/>
                          </a:solidFill>
                          <a:latin typeface="TT Norms Pro" panose="02000503030000020003" pitchFamily="50" charset="0"/>
                          <a:cs typeface="Calibri"/>
                          <a:sym typeface="Calibri"/>
                        </a:rPr>
                        <a:t>Identified shortages in these areas represent a cost savings of</a:t>
                      </a:r>
                      <a:r>
                        <a:rPr lang="en-US" sz="2000" b="0">
                          <a:solidFill>
                            <a:schemeClr val="tx2"/>
                          </a:solidFill>
                          <a:latin typeface="TT Norms Pro" panose="02000503030000020003" pitchFamily="50" charset="0"/>
                          <a:cs typeface="Calibri"/>
                          <a:sym typeface="Calibri"/>
                        </a:rPr>
                        <a:t> $55k </a:t>
                      </a:r>
                      <a:r>
                        <a:rPr lang="en-US" sz="2000">
                          <a:solidFill>
                            <a:schemeClr val="tx2"/>
                          </a:solidFill>
                          <a:latin typeface="TT Norms Pro" panose="02000503030000020003" pitchFamily="50" charset="0"/>
                          <a:ea typeface="Calibri"/>
                          <a:cs typeface="Calibri"/>
                          <a:sym typeface="Calibri"/>
                        </a:rPr>
                        <a:t>over a 3-year period. </a:t>
                      </a:r>
                      <a:endParaRPr lang="en-US" sz="2000">
                        <a:solidFill>
                          <a:schemeClr val="tx2"/>
                        </a:solidFill>
                        <a:latin typeface="TT Norms Pro" panose="02000503030000020003" pitchFamily="50" charset="0"/>
                        <a:cs typeface="Calibri"/>
                        <a:sym typeface="Calibri"/>
                      </a:endParaRPr>
                    </a:p>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anchor="ctr">
                    <a:lnL w="1905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800" baseline="30000">
                        <a:solidFill>
                          <a:schemeClr val="tx2"/>
                        </a:solidFill>
                        <a:latin typeface="TT Norms Pro" panose="02000503030000020003" pitchFamily="50" charset="0"/>
                        <a:cs typeface="Calibri"/>
                        <a:sym typeface="Calibri"/>
                      </a:endParaRPr>
                    </a:p>
                  </a:txBody>
                  <a:tcPr marL="265942" marR="265942" marT="44324" marB="44324"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27346805"/>
                  </a:ext>
                </a:extLst>
              </a:tr>
            </a:tbl>
          </a:graphicData>
        </a:graphic>
      </p:graphicFrame>
      <p:graphicFrame>
        <p:nvGraphicFramePr>
          <p:cNvPr id="20" name="Table 11">
            <a:extLst>
              <a:ext uri="{FF2B5EF4-FFF2-40B4-BE49-F238E27FC236}">
                <a16:creationId xmlns:a16="http://schemas.microsoft.com/office/drawing/2014/main" id="{AA46F141-D740-6B4C-474D-0017BB2A0230}"/>
              </a:ext>
            </a:extLst>
          </p:cNvPr>
          <p:cNvGraphicFramePr>
            <a:graphicFrameLocks noGrp="1"/>
          </p:cNvGraphicFramePr>
          <p:nvPr/>
        </p:nvGraphicFramePr>
        <p:xfrm>
          <a:off x="815571" y="5090506"/>
          <a:ext cx="4760900" cy="7258756"/>
        </p:xfrm>
        <a:graphic>
          <a:graphicData uri="http://schemas.openxmlformats.org/drawingml/2006/table">
            <a:tbl>
              <a:tblPr firstRow="1" bandRow="1">
                <a:tableStyleId>{5C22544A-7EE6-4342-B048-85BDC9FD1C3A}</a:tableStyleId>
              </a:tblPr>
              <a:tblGrid>
                <a:gridCol w="4760900">
                  <a:extLst>
                    <a:ext uri="{9D8B030D-6E8A-4147-A177-3AD203B41FA5}">
                      <a16:colId xmlns:a16="http://schemas.microsoft.com/office/drawing/2014/main" val="3711417744"/>
                    </a:ext>
                  </a:extLst>
                </a:gridCol>
              </a:tblGrid>
              <a:tr h="361544">
                <a:tc>
                  <a:txBody>
                    <a:bodyPr/>
                    <a:lstStyle/>
                    <a:p>
                      <a:pPr marL="0" marR="0" lvl="0" indent="0" algn="l" rtl="0" eaLnBrk="1" fontAlgn="auto" latinLnBrk="0" hangingPunct="1">
                        <a:lnSpc>
                          <a:spcPct val="100000"/>
                        </a:lnSpc>
                        <a:spcBef>
                          <a:spcPts val="0"/>
                        </a:spcBef>
                        <a:spcAft>
                          <a:spcPts val="0"/>
                        </a:spcAft>
                        <a:buClrTx/>
                        <a:buSzTx/>
                        <a:buFontTx/>
                        <a:buNone/>
                      </a:pPr>
                      <a:r>
                        <a:rPr lang="en-US" sz="1800" b="0">
                          <a:solidFill>
                            <a:schemeClr val="bg1"/>
                          </a:solidFill>
                          <a:latin typeface="TT Norms Pro"/>
                        </a:rPr>
                        <a:t>IDENTIFIED RISK:</a:t>
                      </a:r>
                    </a:p>
                  </a:txBody>
                  <a:tcPr marL="0" marR="83426" marT="41712" marB="41712">
                    <a:lnL w="12700" cmpd="sng">
                      <a:noFill/>
                    </a:lnL>
                    <a:lnR w="12700" cmpd="sng">
                      <a:noFill/>
                    </a:lnR>
                    <a:lnT w="12700" cmpd="sng">
                      <a:noFill/>
                    </a:lnT>
                    <a:lnB w="38100" cmpd="sng">
                      <a:noFill/>
                    </a:lnB>
                    <a:noFill/>
                  </a:tcPr>
                </a:tc>
                <a:extLst>
                  <a:ext uri="{0D108BD9-81ED-4DB2-BD59-A6C34878D82A}">
                    <a16:rowId xmlns:a16="http://schemas.microsoft.com/office/drawing/2014/main" val="412691490"/>
                  </a:ext>
                </a:extLst>
              </a:tr>
              <a:tr h="1557426">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8000" b="1">
                          <a:solidFill>
                            <a:schemeClr val="accent4"/>
                          </a:solidFill>
                          <a:latin typeface="TT Norms Pro Light" panose="02000503020000020003" pitchFamily="2" charset="0"/>
                        </a:rPr>
                        <a:t>$</a:t>
                      </a:r>
                      <a:r>
                        <a:rPr lang="en-US" sz="8000" b="1">
                          <a:solidFill>
                            <a:schemeClr val="bg1"/>
                          </a:solidFill>
                          <a:latin typeface="TT Norms Pro Normal" panose="02000503030000020003" pitchFamily="2" charset="0"/>
                        </a:rPr>
                        <a:t>905K</a:t>
                      </a:r>
                    </a:p>
                  </a:txBody>
                  <a:tcPr marL="0" marR="83426" marT="0" marB="333700">
                    <a:lnL w="12700" cmpd="sng">
                      <a:noFill/>
                    </a:lnL>
                    <a:lnR w="12700" cmpd="sng">
                      <a:noFill/>
                    </a:lnR>
                    <a:lnT w="38100" cmpd="sng">
                      <a:noFill/>
                    </a:lnT>
                    <a:lnB w="12700" cmpd="sng">
                      <a:noFill/>
                    </a:lnB>
                    <a:noFill/>
                  </a:tcPr>
                </a:tc>
                <a:extLst>
                  <a:ext uri="{0D108BD9-81ED-4DB2-BD59-A6C34878D82A}">
                    <a16:rowId xmlns:a16="http://schemas.microsoft.com/office/drawing/2014/main" val="211131438"/>
                  </a:ext>
                </a:extLst>
              </a:tr>
              <a:tr h="361544">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TT Norms Pro"/>
                        </a:rPr>
                        <a:t>POTENTIAL COST AVOIDANCE:</a:t>
                      </a:r>
                    </a:p>
                  </a:txBody>
                  <a:tcPr marL="0" marR="83426" marT="41712" marB="41712">
                    <a:lnL w="12700" cmpd="sng">
                      <a:noFill/>
                    </a:lnL>
                    <a:lnR w="12700" cmpd="sng">
                      <a:noFill/>
                    </a:lnR>
                    <a:lnT w="38100" cmpd="sng">
                      <a:noFill/>
                    </a:lnT>
                    <a:lnB w="12700" cmpd="sng">
                      <a:noFill/>
                    </a:lnB>
                    <a:noFill/>
                  </a:tcPr>
                </a:tc>
                <a:extLst>
                  <a:ext uri="{0D108BD9-81ED-4DB2-BD59-A6C34878D82A}">
                    <a16:rowId xmlns:a16="http://schemas.microsoft.com/office/drawing/2014/main" val="1730448780"/>
                  </a:ext>
                </a:extLst>
              </a:tr>
              <a:tr h="1474002">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8000" b="1">
                          <a:solidFill>
                            <a:schemeClr val="accent2"/>
                          </a:solidFill>
                          <a:latin typeface="TT Norms Pro Light"/>
                        </a:rPr>
                        <a:t>$</a:t>
                      </a:r>
                      <a:r>
                        <a:rPr lang="en-US" sz="8000" b="1">
                          <a:solidFill>
                            <a:schemeClr val="bg1"/>
                          </a:solidFill>
                          <a:latin typeface="TT Norms Pro Normal"/>
                        </a:rPr>
                        <a:t>351K</a:t>
                      </a:r>
                    </a:p>
                  </a:txBody>
                  <a:tcPr marL="0" marR="83426" marT="0" marB="250274">
                    <a:lnL w="12700" cmpd="sng">
                      <a:noFill/>
                    </a:lnL>
                    <a:lnR w="12700" cmpd="sng">
                      <a:noFill/>
                    </a:lnR>
                    <a:lnT w="38100" cmpd="sng">
                      <a:noFill/>
                    </a:lnT>
                    <a:lnB w="12700" cmpd="sng">
                      <a:noFill/>
                    </a:lnB>
                    <a:noFill/>
                  </a:tcPr>
                </a:tc>
                <a:extLst>
                  <a:ext uri="{0D108BD9-81ED-4DB2-BD59-A6C34878D82A}">
                    <a16:rowId xmlns:a16="http://schemas.microsoft.com/office/drawing/2014/main" val="1774239166"/>
                  </a:ext>
                </a:extLst>
              </a:tr>
              <a:tr h="1752120">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TT Norms Pro" panose="020B0604020202020204" charset="0"/>
                          <a:ea typeface="+mn-ea"/>
                          <a:cs typeface="+mn-cs"/>
                        </a:rPr>
                        <a:t>REMAINING RISK:</a:t>
                      </a:r>
                    </a:p>
                    <a:p>
                      <a:pPr marL="0" marR="0" lvl="0" indent="0" algn="l" defTabSz="1828252" rtl="0" eaLnBrk="1" fontAlgn="auto" latinLnBrk="0" hangingPunct="1">
                        <a:lnSpc>
                          <a:spcPct val="100000"/>
                        </a:lnSpc>
                        <a:spcBef>
                          <a:spcPts val="0"/>
                        </a:spcBef>
                        <a:spcAft>
                          <a:spcPts val="0"/>
                        </a:spcAft>
                        <a:buClrTx/>
                        <a:buSzTx/>
                        <a:buFontTx/>
                        <a:buNone/>
                        <a:tabLst/>
                        <a:defRPr/>
                      </a:pPr>
                      <a:r>
                        <a:rPr lang="en-US" sz="8000" b="1">
                          <a:solidFill>
                            <a:schemeClr val="bg2"/>
                          </a:solidFill>
                          <a:latin typeface="TT Norms Pro Light" panose="02000503020000020003" pitchFamily="2" charset="0"/>
                        </a:rPr>
                        <a:t>$</a:t>
                      </a:r>
                      <a:r>
                        <a:rPr lang="en-US" sz="8000" b="1">
                          <a:solidFill>
                            <a:schemeClr val="bg1"/>
                          </a:solidFill>
                          <a:latin typeface="TT Norms Pro Normal" panose="02000503030000020003" pitchFamily="2" charset="0"/>
                        </a:rPr>
                        <a:t>554K</a:t>
                      </a:r>
                    </a:p>
                  </a:txBody>
                  <a:tcPr marL="0" marR="83426" marT="0" marB="250274">
                    <a:lnL w="12700" cmpd="sng">
                      <a:noFill/>
                    </a:lnL>
                    <a:lnR w="12700" cmpd="sng">
                      <a:noFill/>
                    </a:lnR>
                    <a:lnT w="12700" cmpd="sng">
                      <a:noFill/>
                    </a:lnT>
                    <a:lnB w="12700" cmpd="sng">
                      <a:noFill/>
                    </a:lnB>
                    <a:noFill/>
                  </a:tcPr>
                </a:tc>
                <a:extLst>
                  <a:ext uri="{0D108BD9-81ED-4DB2-BD59-A6C34878D82A}">
                    <a16:rowId xmlns:a16="http://schemas.microsoft.com/office/drawing/2014/main" val="3207772844"/>
                  </a:ext>
                </a:extLst>
              </a:tr>
              <a:tr h="1752120">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TT Norms Pro" panose="020B0604020202020204" charset="0"/>
                          <a:ea typeface="+mn-ea"/>
                          <a:cs typeface="+mn-cs"/>
                        </a:rPr>
                        <a:t>POTENTIAL COST SAVINGS:</a:t>
                      </a:r>
                    </a:p>
                    <a:p>
                      <a:pPr marL="0" marR="0" lvl="0" indent="0" algn="l" defTabSz="1828252" rtl="0" eaLnBrk="1" fontAlgn="auto" latinLnBrk="0" hangingPunct="1">
                        <a:lnSpc>
                          <a:spcPct val="100000"/>
                        </a:lnSpc>
                        <a:spcBef>
                          <a:spcPts val="0"/>
                        </a:spcBef>
                        <a:spcAft>
                          <a:spcPts val="0"/>
                        </a:spcAft>
                        <a:buClrTx/>
                        <a:buSzTx/>
                        <a:buFontTx/>
                        <a:buNone/>
                        <a:tabLst/>
                        <a:defRPr/>
                      </a:pPr>
                      <a:r>
                        <a:rPr lang="en-US" sz="8000" b="1">
                          <a:solidFill>
                            <a:schemeClr val="accent5"/>
                          </a:solidFill>
                          <a:latin typeface="TT Norms Pro Light" panose="02000503020000020003" pitchFamily="2" charset="0"/>
                        </a:rPr>
                        <a:t>$</a:t>
                      </a:r>
                      <a:r>
                        <a:rPr lang="en-US" sz="8000" b="1">
                          <a:solidFill>
                            <a:schemeClr val="bg1"/>
                          </a:solidFill>
                          <a:latin typeface="TT Norms Pro Normal" panose="02000503030000020003" pitchFamily="2" charset="0"/>
                        </a:rPr>
                        <a:t>1.1M</a:t>
                      </a:r>
                    </a:p>
                  </a:txBody>
                  <a:tcPr marL="0" marR="83426" marT="0" marB="250274">
                    <a:lnL w="12700" cmpd="sng">
                      <a:noFill/>
                    </a:lnL>
                    <a:lnR w="12700" cmpd="sng">
                      <a:noFill/>
                    </a:lnR>
                    <a:lnT w="12700" cmpd="sng">
                      <a:noFill/>
                    </a:lnT>
                    <a:lnB w="12700" cmpd="sng">
                      <a:noFill/>
                    </a:lnB>
                    <a:noFill/>
                  </a:tcPr>
                </a:tc>
                <a:extLst>
                  <a:ext uri="{0D108BD9-81ED-4DB2-BD59-A6C34878D82A}">
                    <a16:rowId xmlns:a16="http://schemas.microsoft.com/office/drawing/2014/main" val="132026514"/>
                  </a:ext>
                </a:extLst>
              </a:tr>
            </a:tbl>
          </a:graphicData>
        </a:graphic>
      </p:graphicFrame>
    </p:spTree>
    <p:extLst>
      <p:ext uri="{BB962C8B-B14F-4D97-AF65-F5344CB8AC3E}">
        <p14:creationId xmlns:p14="http://schemas.microsoft.com/office/powerpoint/2010/main" val="74802075"/>
      </p:ext>
    </p:extLst>
  </p:cSld>
  <p:clrMapOvr>
    <a:masterClrMapping/>
  </p:clrMapOvr>
</p:sld>
</file>

<file path=ppt/theme/theme1.xml><?xml version="1.0" encoding="utf-8"?>
<a:theme xmlns:a="http://schemas.openxmlformats.org/drawingml/2006/main" name="Anglepoint Theme">
  <a:themeElements>
    <a:clrScheme name="Anglepoint">
      <a:dk1>
        <a:srgbClr val="5B6670"/>
      </a:dk1>
      <a:lt1>
        <a:srgbClr val="FFFFFF"/>
      </a:lt1>
      <a:dk2>
        <a:srgbClr val="002B49"/>
      </a:dk2>
      <a:lt2>
        <a:srgbClr val="CFD2D3"/>
      </a:lt2>
      <a:accent1>
        <a:srgbClr val="32657E"/>
      </a:accent1>
      <a:accent2>
        <a:srgbClr val="FFB81C"/>
      </a:accent2>
      <a:accent3>
        <a:srgbClr val="FF9015"/>
      </a:accent3>
      <a:accent4>
        <a:srgbClr val="DC4745"/>
      </a:accent4>
      <a:accent5>
        <a:srgbClr val="55B7B3"/>
      </a:accent5>
      <a:accent6>
        <a:srgbClr val="0288AB"/>
      </a:accent6>
      <a:hlink>
        <a:srgbClr val="31647F"/>
      </a:hlink>
      <a:folHlink>
        <a:srgbClr val="0487AB"/>
      </a:folHlink>
    </a:clrScheme>
    <a:fontScheme name="Anglepoint Fonts">
      <a:majorFont>
        <a:latin typeface="TT Norms Pro"/>
        <a:ea typeface=""/>
        <a:cs typeface=""/>
      </a:majorFont>
      <a:minorFont>
        <a:latin typeface="TT Norm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127000" cap="flat">
          <a:noFill/>
          <a:prstDash val="solid"/>
          <a:miter/>
        </a:ln>
      </a:spPr>
      <a:bodyPr rtlCol="0" anchor="ctr"/>
      <a:lstStyle>
        <a:defPPr algn="l">
          <a:defRPr/>
        </a:defPPr>
      </a:lstStyle>
    </a:spDef>
    <a:lnDef>
      <a:spPr>
        <a:solidFill>
          <a:srgbClr val="FFFFFF"/>
        </a:solidFill>
        <a:ln w="25400" cap="flat">
          <a:solidFill>
            <a:srgbClr val="082C49"/>
          </a:solidFill>
          <a:prstDash val="solid"/>
          <a:miter/>
        </a:ln>
      </a:spPr>
      <a:bodyPr/>
      <a:lstStyle/>
    </a:lnDef>
    <a:txDef>
      <a:spPr>
        <a:noFill/>
      </a:spPr>
      <a:bodyPr wrap="square" rtlCol="0">
        <a:spAutoFit/>
      </a:bodyPr>
      <a:lstStyle>
        <a:defPPr algn="l">
          <a:lnSpc>
            <a:spcPct val="90000"/>
          </a:lnSpc>
          <a:spcAft>
            <a:spcPts val="600"/>
          </a:spcAft>
          <a:defRPr dirty="0" err="1" smtClean="0">
            <a:solidFill>
              <a:schemeClr val="tx2"/>
            </a:solidFill>
          </a:defRPr>
        </a:defPPr>
      </a:lstStyle>
    </a:txDef>
  </a:objectDefaults>
  <a:extraClrSchemeLst/>
  <a:extLst>
    <a:ext uri="{05A4C25C-085E-4340-85A3-A5531E510DB2}">
      <thm15:themeFamily xmlns:thm15="http://schemas.microsoft.com/office/thememl/2012/main" name="Anglepoint - Blank Template - 2022 11 22.pptx" id="{7ECA8E11-D6C3-4D5C-BD4C-E2556A189F91}" vid="{3F856000-E599-45F7-A8DD-639BF2C89C2D}"/>
    </a:ext>
  </a:extLst>
</a:theme>
</file>

<file path=ppt/theme/theme2.xml><?xml version="1.0" encoding="utf-8"?>
<a:theme xmlns:a="http://schemas.openxmlformats.org/drawingml/2006/main" name="Anglepoint Theme">
  <a:themeElements>
    <a:clrScheme name="Anglepoint updated Yello">
      <a:dk1>
        <a:srgbClr val="5B6670"/>
      </a:dk1>
      <a:lt1>
        <a:srgbClr val="FFFFFF"/>
      </a:lt1>
      <a:dk2>
        <a:srgbClr val="002B49"/>
      </a:dk2>
      <a:lt2>
        <a:srgbClr val="CFD2D3"/>
      </a:lt2>
      <a:accent1>
        <a:srgbClr val="32657E"/>
      </a:accent1>
      <a:accent2>
        <a:srgbClr val="FFB81C"/>
      </a:accent2>
      <a:accent3>
        <a:srgbClr val="FF9015"/>
      </a:accent3>
      <a:accent4>
        <a:srgbClr val="DC4745"/>
      </a:accent4>
      <a:accent5>
        <a:srgbClr val="55B7B3"/>
      </a:accent5>
      <a:accent6>
        <a:srgbClr val="0288AB"/>
      </a:accent6>
      <a:hlink>
        <a:srgbClr val="31647F"/>
      </a:hlink>
      <a:folHlink>
        <a:srgbClr val="0487AB"/>
      </a:folHlink>
    </a:clrScheme>
    <a:fontScheme name="Anglepoint">
      <a:majorFont>
        <a:latin typeface="TT Norms Pro"/>
        <a:ea typeface=""/>
        <a:cs typeface=""/>
      </a:majorFont>
      <a:minorFont>
        <a:latin typeface="TT Norm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22971" cap="flat">
          <a:solidFill>
            <a:srgbClr val="082C49"/>
          </a:solidFill>
          <a:prstDash val="solid"/>
          <a:miter/>
        </a:ln>
      </a:spPr>
      <a:bodyPr rtlCol="0" anchor="ctr"/>
      <a:lstStyle>
        <a:defPPr algn="l">
          <a:defRPr/>
        </a:defPPr>
      </a:lstStyle>
    </a:spDef>
    <a:lnDef>
      <a:spPr>
        <a:solidFill>
          <a:srgbClr val="FFFFFF"/>
        </a:solidFill>
        <a:ln w="22971" cap="flat">
          <a:solidFill>
            <a:srgbClr val="082C49"/>
          </a:solidFill>
          <a:prstDash val="solid"/>
          <a:miter/>
        </a:ln>
      </a:spPr>
      <a:bodyPr/>
      <a:lstStyle/>
    </a:lnDef>
    <a:txDef>
      <a:spPr>
        <a:noFill/>
      </a:spPr>
      <a:bodyPr wrap="square" rtlCol="0">
        <a:spAutoFit/>
      </a:bodyPr>
      <a:lstStyle>
        <a:defPPr algn="l">
          <a:lnSpc>
            <a:spcPct val="90000"/>
          </a:lnSpc>
          <a:spcAft>
            <a:spcPts val="600"/>
          </a:spcAft>
          <a:defRPr dirty="0" err="1" smtClean="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nglepoint Colors">
      <a:dk1>
        <a:srgbClr val="002B49"/>
      </a:dk1>
      <a:lt1>
        <a:srgbClr val="FFFFFF"/>
      </a:lt1>
      <a:dk2>
        <a:srgbClr val="5B6670"/>
      </a:dk2>
      <a:lt2>
        <a:srgbClr val="CFD2D3"/>
      </a:lt2>
      <a:accent1>
        <a:srgbClr val="32657E"/>
      </a:accent1>
      <a:accent2>
        <a:srgbClr val="F8D03F"/>
      </a:accent2>
      <a:accent3>
        <a:srgbClr val="FF9015"/>
      </a:accent3>
      <a:accent4>
        <a:srgbClr val="DC4745"/>
      </a:accent4>
      <a:accent5>
        <a:srgbClr val="55B7B3"/>
      </a:accent5>
      <a:accent6>
        <a:srgbClr val="0288AB"/>
      </a:accent6>
      <a:hlink>
        <a:srgbClr val="31647F"/>
      </a:hlink>
      <a:folHlink>
        <a:srgbClr val="0487A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Anglepoint Colors">
      <a:dk1>
        <a:srgbClr val="002B49"/>
      </a:dk1>
      <a:lt1>
        <a:srgbClr val="FFFFFF"/>
      </a:lt1>
      <a:dk2>
        <a:srgbClr val="5B6670"/>
      </a:dk2>
      <a:lt2>
        <a:srgbClr val="CFD2D3"/>
      </a:lt2>
      <a:accent1>
        <a:srgbClr val="32657E"/>
      </a:accent1>
      <a:accent2>
        <a:srgbClr val="F8D03F"/>
      </a:accent2>
      <a:accent3>
        <a:srgbClr val="FF9015"/>
      </a:accent3>
      <a:accent4>
        <a:srgbClr val="DC4745"/>
      </a:accent4>
      <a:accent5>
        <a:srgbClr val="55B7B3"/>
      </a:accent5>
      <a:accent6>
        <a:srgbClr val="0288AB"/>
      </a:accent6>
      <a:hlink>
        <a:srgbClr val="31647F"/>
      </a:hlink>
      <a:folHlink>
        <a:srgbClr val="0487AB"/>
      </a:folHlink>
    </a:clrScheme>
    <a:fontScheme name="Anglepoint Fonts">
      <a:majorFont>
        <a:latin typeface="TT Norms Pro"/>
        <a:ea typeface=""/>
        <a:cs typeface=""/>
      </a:majorFont>
      <a:minorFont>
        <a:latin typeface="TT Norm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5938E7E77DA943AF2FA0B5B4FEB0BE" ma:contentTypeVersion="24" ma:contentTypeDescription="Create a new document." ma:contentTypeScope="" ma:versionID="834eaf186b1c6165d617a9f110bacc1b">
  <xsd:schema xmlns:xsd="http://www.w3.org/2001/XMLSchema" xmlns:xs="http://www.w3.org/2001/XMLSchema" xmlns:p="http://schemas.microsoft.com/office/2006/metadata/properties" xmlns:ns1="http://schemas.microsoft.com/sharepoint/v3" xmlns:ns2="b0325072-6ca6-440b-8681-08629de71fab" xmlns:ns3="80ccd373-3f44-4dcc-8488-8d3ec86e1dd7" targetNamespace="http://schemas.microsoft.com/office/2006/metadata/properties" ma:root="true" ma:fieldsID="05c853a14d1f00d18a4615c1e96f87ba" ns1:_="" ns2:_="" ns3:_="">
    <xsd:import namespace="http://schemas.microsoft.com/sharepoint/v3"/>
    <xsd:import namespace="b0325072-6ca6-440b-8681-08629de71fab"/>
    <xsd:import namespace="80ccd373-3f44-4dcc-8488-8d3ec86e1dd7"/>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2:TaxCatchAll" minOccurs="0"/>
                <xsd:element ref="ns3:MediaServiceOCR" minOccurs="0"/>
                <xsd:element ref="ns3:MediaServiceGenerationTime" minOccurs="0"/>
                <xsd:element ref="ns3:MediaServiceEventHashCode" minOccurs="0"/>
                <xsd:element ref="ns3:lcf76f155ced4ddcb4097134ff3c332f" minOccurs="0"/>
                <xsd:element ref="ns3:MediaServiceSearchProperties" minOccurs="0"/>
                <xsd:element ref="ns1:_ip_UnifiedCompliancePolicyProperties" minOccurs="0"/>
                <xsd:element ref="ns1:_ip_UnifiedCompliancePolicyUIAction" minOccurs="0"/>
                <xsd:element ref="ns3:MediaServiceObjectDetectorVersions" minOccurs="0"/>
                <xsd:element ref="ns1:KpiDescription" minOccurs="0"/>
                <xsd:element ref="ns3:MediaServiceLocation" minOccurs="0"/>
                <xsd:element ref="ns3:Status" minOccurs="0"/>
                <xsd:element ref="ns3:MediaServiceBillingMetadata" minOccurs="0"/>
                <xsd:element ref="ns3: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element name="KpiDescription" ma:index="27" nillable="true" ma:displayName="Description" ma:description="The description provides information about the purpose of the goal." ma:internalName="Kpi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0325072-6ca6-440b-8681-08629de71fab"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8bfad0eb-f5ba-4c8d-8049-c8f74fc40489}" ma:internalName="TaxCatchAll" ma:showField="CatchAllData" ma:web="b0325072-6ca6-440b-8681-08629de71fa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0ccd373-3f44-4dcc-8488-8d3ec86e1dd7"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ea1bd80-f4d5-4d0d-8651-f5d00940d241"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Location" ma:index="28" nillable="true" ma:displayName="Location" ma:description="" ma:indexed="true" ma:internalName="MediaServiceLocation" ma:readOnly="true">
      <xsd:simpleType>
        <xsd:restriction base="dms:Text"/>
      </xsd:simpleType>
    </xsd:element>
    <xsd:element name="Status" ma:index="29" nillable="true" ma:displayName="Status" ma:default="Active" ma:description="Filter by Active or Inactive Client Delivery folders" ma:format="Dropdown" ma:internalName="Status">
      <xsd:simpleType>
        <xsd:restriction base="dms:Choice">
          <xsd:enumeration value="Active"/>
          <xsd:enumeration value="Inactive"/>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_Flow_SignoffStatus" ma:index="31" nillable="true" ma:displayName="Sign-off status" ma:internalName="_x0024_Resources_x003a_core_x002c_Signoff_Status">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80ccd373-3f44-4dcc-8488-8d3ec86e1dd7">
      <Terms xmlns="http://schemas.microsoft.com/office/infopath/2007/PartnerControls"/>
    </lcf76f155ced4ddcb4097134ff3c332f>
    <TaxCatchAll xmlns="b0325072-6ca6-440b-8681-08629de71fab" xsi:nil="true"/>
    <_Flow_SignoffStatus xmlns="80ccd373-3f44-4dcc-8488-8d3ec86e1dd7" xsi:nil="true"/>
    <KpiDescription xmlns="http://schemas.microsoft.com/sharepoint/v3" xsi:nil="true"/>
    <Status xmlns="80ccd373-3f44-4dcc-8488-8d3ec86e1dd7">Active</Status>
    <_dlc_DocId xmlns="b0325072-6ca6-440b-8681-08629de71fab">UMY4YTAERFMW-1570188246-3552753</_dlc_DocId>
    <_dlc_DocIdUrl xmlns="b0325072-6ca6-440b-8681-08629de71fab">
      <Url>https://anglepointgroup.sharepoint.com/sites/ClientDelivery/_layouts/15/DocIdRedir.aspx?ID=UMY4YTAERFMW-1570188246-3552753</Url>
      <Description>UMY4YTAERFMW-1570188246-3552753</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39D331CD-3A2B-4039-A650-BA9BBB1A6C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0325072-6ca6-440b-8681-08629de71fab"/>
    <ds:schemaRef ds:uri="80ccd373-3f44-4dcc-8488-8d3ec86e1d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4D5FFAD-1762-4DA9-94C7-DA5334049020}">
  <ds:schemaRefs>
    <ds:schemaRef ds:uri="http://www.w3.org/XML/1998/namespace"/>
    <ds:schemaRef ds:uri="http://schemas.microsoft.com/office/2006/metadata/properties"/>
    <ds:schemaRef ds:uri="http://purl.org/dc/dcmitype/"/>
    <ds:schemaRef ds:uri="http://purl.org/dc/terms/"/>
    <ds:schemaRef ds:uri="http://schemas.microsoft.com/sharepoint/v3"/>
    <ds:schemaRef ds:uri="http://schemas.openxmlformats.org/package/2006/metadata/core-properties"/>
    <ds:schemaRef ds:uri="http://schemas.microsoft.com/office/2006/documentManagement/types"/>
    <ds:schemaRef ds:uri="http://schemas.microsoft.com/office/infopath/2007/PartnerControls"/>
    <ds:schemaRef ds:uri="80ccd373-3f44-4dcc-8488-8d3ec86e1dd7"/>
    <ds:schemaRef ds:uri="b0325072-6ca6-440b-8681-08629de71fab"/>
    <ds:schemaRef ds:uri="http://purl.org/dc/elements/1.1/"/>
  </ds:schemaRefs>
</ds:datastoreItem>
</file>

<file path=customXml/itemProps3.xml><?xml version="1.0" encoding="utf-8"?>
<ds:datastoreItem xmlns:ds="http://schemas.openxmlformats.org/officeDocument/2006/customXml" ds:itemID="{4A0D5F18-D58A-423A-A0A0-561872A82B63}">
  <ds:schemaRefs>
    <ds:schemaRef ds:uri="http://schemas.microsoft.com/sharepoint/v3/contenttype/forms"/>
  </ds:schemaRefs>
</ds:datastoreItem>
</file>

<file path=customXml/itemProps4.xml><?xml version="1.0" encoding="utf-8"?>
<ds:datastoreItem xmlns:ds="http://schemas.openxmlformats.org/officeDocument/2006/customXml" ds:itemID="{67F9F4E4-C78A-4F16-A8F2-5D67F63648FE}">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Anglepoint Theme</Template>
  <TotalTime>192</TotalTime>
  <Words>3479</Words>
  <Application>Microsoft Office PowerPoint</Application>
  <PresentationFormat>Custom</PresentationFormat>
  <Paragraphs>709</Paragraphs>
  <Slides>36</Slides>
  <Notes>10</Notes>
  <HiddenSlides>8</HiddenSlides>
  <MMClips>0</MMClips>
  <ScaleCrop>false</ScaleCrop>
  <HeadingPairs>
    <vt:vector size="4" baseType="variant">
      <vt:variant>
        <vt:lpstr>Theme</vt:lpstr>
      </vt:variant>
      <vt:variant>
        <vt:i4>2</vt:i4>
      </vt:variant>
      <vt:variant>
        <vt:lpstr>Slide Titles</vt:lpstr>
      </vt:variant>
      <vt:variant>
        <vt:i4>36</vt:i4>
      </vt:variant>
    </vt:vector>
  </HeadingPairs>
  <TitlesOfParts>
    <vt:vector size="38" baseType="lpstr">
      <vt:lpstr>Anglepoint Theme</vt:lpstr>
      <vt:lpstr>Anglepoint Theme</vt:lpstr>
      <vt:lpstr>IBM Risk &amp; Opportunity Assessment Report (ROAR)</vt:lpstr>
      <vt:lpstr>PRESENTERS</vt:lpstr>
      <vt:lpstr>AGENDA</vt:lpstr>
      <vt:lpstr>Engagement overview</vt:lpstr>
      <vt:lpstr>Engagement Objectives</vt:lpstr>
      <vt:lpstr>Engagement Scope</vt:lpstr>
      <vt:lpstr>Process Overview</vt:lpstr>
      <vt:lpstr>Executive Summary</vt:lpstr>
      <vt:lpstr>Executive Summary</vt:lpstr>
      <vt:lpstr>Identified Cost Optimization</vt:lpstr>
      <vt:lpstr>recommendations</vt:lpstr>
      <vt:lpstr>Actionable Cost Savings Recommendations</vt:lpstr>
      <vt:lpstr>Questions &amp; Answers</vt:lpstr>
      <vt:lpstr>Next steps</vt:lpstr>
      <vt:lpstr>Recommended Next Steps</vt:lpstr>
      <vt:lpstr>PowerPoint Presentation</vt:lpstr>
      <vt:lpstr>Appendix</vt:lpstr>
      <vt:lpstr>Definitions:  EEP, ELP and ROAR</vt:lpstr>
      <vt:lpstr>Definitions:  Risk, Cost Avoidance, &amp; Cost Savings</vt:lpstr>
      <vt:lpstr>Notable Contract Events</vt:lpstr>
      <vt:lpstr>Notable Contract Terms</vt:lpstr>
      <vt:lpstr>IBM Managed Service Process Overview</vt:lpstr>
      <vt:lpstr>Anglepoint is the leading provider of ITAM &amp; cloud managed services to the Forbes Global 2000.</vt:lpstr>
      <vt:lpstr>PowerPoint Presentation</vt:lpstr>
      <vt:lpstr>Recognized for Consistent Leadership</vt:lpstr>
      <vt:lpstr>Product/Service Rating on Critical Capabilities</vt:lpstr>
      <vt:lpstr>Service Practice Areas</vt:lpstr>
      <vt:lpstr>PowerPoint Presentation</vt:lpstr>
      <vt:lpstr>Effective Entitlement Position (EEP)</vt:lpstr>
      <vt:lpstr>Effective License Position (ELP)</vt:lpstr>
      <vt:lpstr>Risk &amp; Opportunity Assessment Report (ROAR)</vt:lpstr>
      <vt:lpstr>Cost Avoidance Recommendations</vt:lpstr>
      <vt:lpstr>Recommendations Registered</vt:lpstr>
      <vt:lpstr>Managed Remediation Activities</vt:lpstr>
      <vt:lpstr>Actionable Intelligence Provided</vt:lpstr>
      <vt:lpstr>Executive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[Publisher] Risk &amp; Opportunity Assessment Report (ROAR)</dc:title>
  <dc:subject>Blank Template - 2022 11 22</dc:subject>
  <dc:creator>Justin Britton</dc:creator>
  <cp:keywords>2022 11 22</cp:keywords>
  <dc:description/>
  <cp:lastModifiedBy>Malia Wallace</cp:lastModifiedBy>
  <cp:revision>10</cp:revision>
  <cp:lastPrinted>2022-06-08T16:58:07Z</cp:lastPrinted>
  <dcterms:created xsi:type="dcterms:W3CDTF">2023-01-04T22:29:55Z</dcterms:created>
  <dcterms:modified xsi:type="dcterms:W3CDTF">2026-06-10T23:36:36Z</dcterms:modified>
  <cp:category>Anglepoint Official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0x010100AF5938E7E77DA943AF2FA0B5B4FEB0BE</vt:lpwstr>
  </property>
  <property fmtid="{D5CDD505-2E9C-101B-9397-08002B2CF9AE}" pid="3" name="MediaServiceImageTags">
    <vt:lpwstr/>
  </property>
  <property fmtid="{D5CDD505-2E9C-101B-9397-08002B2CF9AE}" pid="4" name="Order">
    <vt:r8>183740400</vt:r8>
  </property>
  <property fmtid="{D5CDD505-2E9C-101B-9397-08002B2CF9AE}" pid="5" name="xd_Signature">
    <vt:bool>false</vt:bool>
  </property>
  <property fmtid="{D5CDD505-2E9C-101B-9397-08002B2CF9AE}" pid="6" name="xd_ProgID">
    <vt:lpwstr/>
  </property>
  <property fmtid="{D5CDD505-2E9C-101B-9397-08002B2CF9AE}" pid="7" name="_ExtendedDescription">
    <vt:lpwstr/>
  </property>
  <property fmtid="{D5CDD505-2E9C-101B-9397-08002B2CF9AE}" pid="8" name="_dlc_DocId">
    <vt:lpwstr>UMY4YTAERFMW-1570188246-1837404</vt:lpwstr>
  </property>
  <property fmtid="{D5CDD505-2E9C-101B-9397-08002B2CF9AE}" pid="9" name="TriggerFlowInfo">
    <vt:lpwstr/>
  </property>
  <property fmtid="{D5CDD505-2E9C-101B-9397-08002B2CF9AE}" pid="10" name="_dlc_DocIdUrl">
    <vt:lpwstr>https://anglepointgroup.sharepoint.com/sites/ClientDelivery/_layouts/15/DocIdRedir.aspx?ID=UMY4YTAERFMW-1570188246-1837404, UMY4YTAERFMW-1570188246-1837404</vt:lpwstr>
  </property>
  <property fmtid="{D5CDD505-2E9C-101B-9397-08002B2CF9AE}" pid="11" name="ComplianceAssetId">
    <vt:lpwstr/>
  </property>
  <property fmtid="{D5CDD505-2E9C-101B-9397-08002B2CF9AE}" pid="12" name="TemplateUrl">
    <vt:lpwstr/>
  </property>
  <property fmtid="{D5CDD505-2E9C-101B-9397-08002B2CF9AE}" pid="13" name="MSIP_Label_2ebe2f3e-66d1-43aa-862c-e03747748ea8_Enabled">
    <vt:lpwstr>true</vt:lpwstr>
  </property>
  <property fmtid="{D5CDD505-2E9C-101B-9397-08002B2CF9AE}" pid="14" name="MSIP_Label_2ebe2f3e-66d1-43aa-862c-e03747748ea8_SetDate">
    <vt:lpwstr>2025-02-28T09:41:21Z</vt:lpwstr>
  </property>
  <property fmtid="{D5CDD505-2E9C-101B-9397-08002B2CF9AE}" pid="15" name="MSIP_Label_2ebe2f3e-66d1-43aa-862c-e03747748ea8_Method">
    <vt:lpwstr>Standard</vt:lpwstr>
  </property>
  <property fmtid="{D5CDD505-2E9C-101B-9397-08002B2CF9AE}" pid="16" name="MSIP_Label_2ebe2f3e-66d1-43aa-862c-e03747748ea8_Name">
    <vt:lpwstr>2ebe2f3e-66d1-43aa-862c-e03747748ea8</vt:lpwstr>
  </property>
  <property fmtid="{D5CDD505-2E9C-101B-9397-08002B2CF9AE}" pid="17" name="MSIP_Label_2ebe2f3e-66d1-43aa-862c-e03747748ea8_SiteId">
    <vt:lpwstr>a542f95f-3ffc-42ca-8982-86980508f40c</vt:lpwstr>
  </property>
  <property fmtid="{D5CDD505-2E9C-101B-9397-08002B2CF9AE}" pid="18" name="MSIP_Label_2ebe2f3e-66d1-43aa-862c-e03747748ea8_ActionId">
    <vt:lpwstr>b7662437-db54-43f9-9298-44502ca09cb5</vt:lpwstr>
  </property>
  <property fmtid="{D5CDD505-2E9C-101B-9397-08002B2CF9AE}" pid="19" name="MSIP_Label_2ebe2f3e-66d1-43aa-862c-e03747748ea8_ContentBits">
    <vt:lpwstr>0</vt:lpwstr>
  </property>
  <property fmtid="{D5CDD505-2E9C-101B-9397-08002B2CF9AE}" pid="20" name="MSIP_Label_2ebe2f3e-66d1-43aa-862c-e03747748ea8_Tag">
    <vt:lpwstr>10, 3, 0, 2</vt:lpwstr>
  </property>
  <property fmtid="{D5CDD505-2E9C-101B-9397-08002B2CF9AE}" pid="21" name="_dlc_DocIdItemGuid">
    <vt:lpwstr>59c41ad3-58e4-4bb4-8f7b-04dda238338c</vt:lpwstr>
  </property>
</Properties>
</file>