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3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  <p:sldMasterId id="2147483903" r:id="rId5"/>
    <p:sldMasterId id="2147483956" r:id="rId6"/>
    <p:sldMasterId id="2147483974" r:id="rId7"/>
  </p:sldMasterIdLst>
  <p:notesMasterIdLst>
    <p:notesMasterId r:id="rId20"/>
  </p:notesMasterIdLst>
  <p:handoutMasterIdLst>
    <p:handoutMasterId r:id="rId21"/>
  </p:handoutMasterIdLst>
  <p:sldIdLst>
    <p:sldId id="6444" r:id="rId8"/>
    <p:sldId id="2147481724" r:id="rId9"/>
    <p:sldId id="2147481725" r:id="rId10"/>
    <p:sldId id="2147481707" r:id="rId11"/>
    <p:sldId id="2147481601" r:id="rId12"/>
    <p:sldId id="2147481604" r:id="rId13"/>
    <p:sldId id="2147481602" r:id="rId14"/>
    <p:sldId id="2147481605" r:id="rId15"/>
    <p:sldId id="2147481720" r:id="rId16"/>
    <p:sldId id="2147481603" r:id="rId17"/>
    <p:sldId id="2147481606" r:id="rId18"/>
    <p:sldId id="2147478934" r:id="rId19"/>
  </p:sldIdLst>
  <p:sldSz cx="24387175" cy="13716000"/>
  <p:notesSz cx="9144000" cy="6858000"/>
  <p:embeddedFontLst>
    <p:embeddedFont>
      <p:font typeface="Figtree"/>
      <p:regular r:id="rId22"/>
      <p:bold r:id="rId23"/>
      <p:italic r:id="rId24"/>
      <p:boldItalic r:id="rId25"/>
    </p:embeddedFont>
    <p:embeddedFont>
      <p:font typeface="Figtree ExtraBold"/>
      <p:bold r:id="rId26"/>
      <p:boldItalic r:id="rId27"/>
    </p:embeddedFont>
    <p:embeddedFont>
      <p:font typeface="Figtree Light"/>
      <p:regular r:id="rId28"/>
      <p:italic r:id="rId29"/>
    </p:embeddedFont>
    <p:embeddedFont>
      <p:font typeface="TT Norms Pro" panose="020B060402020202020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&amp; Agenda" id="{FDADB27F-9A9B-4F13-BAA0-F775B1667398}">
          <p14:sldIdLst>
            <p14:sldId id="6444"/>
            <p14:sldId id="2147481724"/>
            <p14:sldId id="2147481725"/>
          </p14:sldIdLst>
        </p14:section>
        <p14:section name="01 - ITAM Strategy" id="{92129280-99D1-45BA-89D5-2EC9505482F6}">
          <p14:sldIdLst>
            <p14:sldId id="2147481707"/>
            <p14:sldId id="2147481601"/>
            <p14:sldId id="2147481604"/>
            <p14:sldId id="2147481602"/>
            <p14:sldId id="2147481605"/>
          </p14:sldIdLst>
        </p14:section>
        <p14:section name="02 - Service Overview" id="{2E68A3F4-CFA8-4118-8D56-E7A11B8A1BF9}">
          <p14:sldIdLst/>
        </p14:section>
        <p14:section name="03 - Guest Speaker" id="{6C1B232C-97E7-4E8E-809D-8A2D9E690181}">
          <p14:sldIdLst/>
        </p14:section>
        <p14:section name="04 - In the Market &amp; At Home" id="{E53C3601-D17C-4D13-A7E0-4F80F93EFF37}">
          <p14:sldIdLst/>
        </p14:section>
        <p14:section name="05- 90 Day Success Plan" id="{8DDB8013-386C-4D99-8DA9-C419DAC45179}">
          <p14:sldIdLst>
            <p14:sldId id="2147481720"/>
            <p14:sldId id="2147481603"/>
            <p14:sldId id="2147481606"/>
          </p14:sldIdLst>
        </p14:section>
        <p14:section name="06 - Next Steps" id="{9558BF21-C5A1-4FC5-ABC2-2B01C4FD33F9}">
          <p14:sldIdLst>
            <p14:sldId id="2147478934"/>
          </p14:sldIdLst>
        </p14:section>
        <p14:section name="06 - Appendix" id="{5137A14A-D06A-4660-8CEF-3203BB970D16}">
          <p14:sldIdLst/>
        </p14:section>
        <p14:section name="Optional Slides " id="{06506EB4-6AEB-4185-B2BD-6A930ABA16D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04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pos="778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E99552-346C-EC49-BDF8-E9BFDB5CAD99}" name="Ryan Krueger" initials="RK" userId="S::ryan.krueger@anglepoint.com::d0b82d94-0fa5-4f89-a1a4-21ebe21db60d" providerId="AD"/>
  <p188:author id="{9A0FA055-0163-1424-0AC0-151E7CC3216B}" name="Sarah Marriott" initials="SM" userId="S::sarah.marriott@anglepoint.com::4cd3f04c-8b01-47e3-95ad-6703defc56c3" providerId="AD"/>
  <p188:author id="{DBE8E599-9E13-DD26-9845-0E2ABFFAEADF}" name="Selina Baranowski" initials="SB" userId="S::selina.baranowski@anglepoint.com::a96aff02-ec72-4e95-9f2c-68c487586473" providerId="AD"/>
  <p188:author id="{4AD43EA3-FF19-90FA-16E9-DA23BCC63EB2}" name="Zarra McConville" initials="ZM" userId="S::zarra.leonte@anglepoint.com::aaac95ad-87cd-4491-b38a-119e3ad60dd4" providerId="AD"/>
  <p188:author id="{4EACEAB0-DEEA-2D41-5C14-04A9681412A9}" name="Will Harding" initials="WH" userId="S::will.harding@anglepoint.com::e30ea7ce-513c-4f76-b48e-5df267dc241a" providerId="AD"/>
  <p188:author id="{02AC85B1-7634-5051-78CF-E88391D5F959}" name="Justin Britton" initials="JB" userId="S::justin.britton@anglepoint.com::7d1af93e-32db-4f35-82ea-b4e28135125a" providerId="AD"/>
  <p188:author id="{0401F1BE-3D5F-53AA-D088-9064AC4AC1A9}" name="Vicki Dobson" initials="VD" userId="S::vicki.dobson@anglepoint.com::e4643133-75de-4527-b52e-112ccdc17a0a" providerId="AD"/>
  <p188:author id="{4AD1DEE3-7643-094D-8476-522D4E3D5449}" name="Brian White" initials="BW" userId="S::brian.white@anglepoint.com::ba35ac58-cc20-436d-bcdf-2265e698e121" providerId="AD"/>
  <p188:author id="{3F5CDCE9-FE59-F53C-E6B5-B728097F8E6E}" name="Patricia St-Pierre" initials="PS" userId="S::patricia.st-pierre@anglepoint.com::ba23e31d-e1c9-4fee-a511-f6b885938bc3" providerId="AD"/>
  <p188:author id="{5E119AF2-E469-28A0-97B4-36FB90DD4FAE}" name="Ashlee Gohdes" initials="AG" userId="S::ashlee.gohdes@anglepoint.com::1e0c3e71-5eb1-478f-a8da-21ccb67ae95e" providerId="AD"/>
  <p188:author id="{49D51AF9-523B-F79A-C080-9B4F70242196}" name="Ashlee Gohdes" initials="AG" userId="S::Ashlee.Gohdes@anglepoint.com::1e0c3e71-5eb1-478f-a8da-21ccb67ae9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0E3"/>
    <a:srgbClr val="E9A000"/>
    <a:srgbClr val="E49900"/>
    <a:srgbClr val="008366"/>
    <a:srgbClr val="001D3B"/>
    <a:srgbClr val="00B478"/>
    <a:srgbClr val="AD2422"/>
    <a:srgbClr val="008D66"/>
    <a:srgbClr val="F8BC00"/>
    <a:srgbClr val="006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FFF49A-8745-ECD3-D142-78792811F536}" v="10" dt="2026-07-21T19:21:15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65" autoAdjust="0"/>
  </p:normalViewPr>
  <p:slideViewPr>
    <p:cSldViewPr snapToGrid="0">
      <p:cViewPr varScale="1">
        <p:scale>
          <a:sx n="58" d="100"/>
          <a:sy n="58" d="100"/>
        </p:scale>
        <p:origin x="679" y="62"/>
      </p:cViewPr>
      <p:guideLst>
        <p:guide orient="horz" pos="5040"/>
        <p:guide pos="7681"/>
        <p:guide pos="77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5.fntdata"/><Relationship Id="rId39" Type="http://schemas.microsoft.com/office/2018/10/relationships/authors" Target="authors.xml"/><Relationship Id="rId21" Type="http://schemas.openxmlformats.org/officeDocument/2006/relationships/handoutMaster" Target="handoutMasters/handoutMaster1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7EA9A0B8-DDBC-4E14-88F1-9CD106DE2A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"/>
          </p:nvPr>
        </p:nvSpPr>
        <p:spPr>
          <a:xfrm>
            <a:off x="-1" y="6720840"/>
            <a:ext cx="9141884" cy="13716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91440" tIns="182880" rIns="91440" bIns="182880" rtlCol="0" anchor="ctr" anchorCtr="0"/>
          <a:lstStyle>
            <a:lvl1pPr algn="l">
              <a:defRPr sz="1200"/>
            </a:lvl1pPr>
          </a:lstStyle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>© 2023 Anglepoint Group, Inc. Confidential. Distribution prohibited. All rights reserved.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521E6EB1-2BBE-40FB-BB43-A6B3E9AFCD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quarter" idx="1"/>
          </p:nvPr>
        </p:nvSpPr>
        <p:spPr>
          <a:xfrm>
            <a:off x="0" y="6720840"/>
            <a:ext cx="594360" cy="137160"/>
          </a:xfrm>
          <a:prstGeom prst="rect">
            <a:avLst/>
          </a:prstGeom>
        </p:spPr>
        <p:txBody>
          <a:bodyPr vert="horz" lIns="45720" tIns="182880" rIns="0" bIns="182880" rtlCol="0" anchor="ctr" anchorCtr="0"/>
          <a:lstStyle>
            <a:lvl1pPr algn="r">
              <a:defRPr sz="1200"/>
            </a:lvl1pPr>
          </a:lstStyle>
          <a:p>
            <a:pPr algn="l">
              <a:defRPr/>
            </a:pPr>
            <a:fld id="{E8FA1ABC-0233-4D1F-843C-A2A66BED4A25}" type="datetime4">
              <a:rPr lang="en-US" sz="400" smtClean="0">
                <a:solidFill>
                  <a:srgbClr val="FFFFFF"/>
                </a:solidFill>
                <a:latin typeface="Figtree" pitchFamily="2" charset="0"/>
              </a:rPr>
              <a:t>July 21, 2026</a:t>
            </a:fld>
            <a:endParaRPr lang="en-US" sz="400">
              <a:solidFill>
                <a:srgbClr val="FFFFFF"/>
              </a:solidFill>
              <a:latin typeface="Figtree" pitchFamily="2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B330D4A-FCF0-4700-9341-E32B06C0AA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3"/>
          </p:nvPr>
        </p:nvSpPr>
        <p:spPr>
          <a:xfrm>
            <a:off x="8549640" y="6720840"/>
            <a:ext cx="594360" cy="137160"/>
          </a:xfrm>
          <a:prstGeom prst="rect">
            <a:avLst/>
          </a:prstGeom>
        </p:spPr>
        <p:txBody>
          <a:bodyPr vert="horz" lIns="0" tIns="18288" rIns="45720" bIns="0" rtlCol="0" anchor="b"/>
          <a:lstStyle>
            <a:lvl1pPr algn="r">
              <a:defRPr sz="1200"/>
            </a:lvl1pPr>
          </a:lstStyle>
          <a:p>
            <a:fld id="{14467186-0FDE-49C2-A6A3-2B6450395E40}" type="slidenum">
              <a:rPr lang="en-US" sz="700" b="1" smtClean="0">
                <a:solidFill>
                  <a:schemeClr val="accent2"/>
                </a:solidFill>
                <a:latin typeface="Figtree" pitchFamily="2" charset="0"/>
              </a:rPr>
              <a:t>‹#›</a:t>
            </a:fld>
            <a:endParaRPr lang="en-US" sz="700" b="1">
              <a:solidFill>
                <a:schemeClr val="accent2"/>
              </a:solidFill>
              <a:latin typeface="Figtree" pitchFamily="2" charset="0"/>
            </a:endParaRPr>
          </a:p>
        </p:txBody>
      </p:sp>
      <p:sp>
        <p:nvSpPr>
          <p:cNvPr id="25" name="Subtitle">
            <a:extLst>
              <a:ext uri="{FF2B5EF4-FFF2-40B4-BE49-F238E27FC236}">
                <a16:creationId xmlns:a16="http://schemas.microsoft.com/office/drawing/2014/main" id="{071E5275-9C5C-478A-B549-52E7B79656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2" y="-2544"/>
            <a:ext cx="3602639" cy="212845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0" i="0" kern="1200" cap="all" spc="100" baseline="0">
                <a:solidFill>
                  <a:schemeClr val="accent1"/>
                </a:solidFill>
                <a:latin typeface="TT Norms Pro" panose="0200050303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800">
                <a:latin typeface="Figtree" pitchFamily="2" charset="0"/>
              </a:rPr>
              <a:t>Thank you for your time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2AB40D5-A6FB-4AD3-AE7C-04B850EA9C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hdr" sz="quarter"/>
          </p:nvPr>
        </p:nvSpPr>
        <p:spPr>
          <a:xfrm>
            <a:off x="0" y="2"/>
            <a:ext cx="4572000" cy="442259"/>
          </a:xfrm>
          <a:prstGeom prst="rect">
            <a:avLst/>
          </a:prstGeom>
        </p:spPr>
        <p:txBody>
          <a:bodyPr vert="horz" lIns="274320" tIns="45720" rIns="91440" bIns="45720" rtlCol="0"/>
          <a:lstStyle>
            <a:lvl1pPr algn="l">
              <a:defRPr sz="1200"/>
            </a:lvl1pPr>
          </a:lstStyle>
          <a:p>
            <a:r>
              <a:rPr kumimoji="0" lang="en-US" sz="2800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Figtree" pitchFamily="2" charset="0"/>
                <a:ea typeface="+mj-ea"/>
                <a:cs typeface="+mj-cs"/>
              </a:rPr>
              <a:t>Presentation Handout</a:t>
            </a:r>
            <a:endParaRPr lang="en-US" sz="2800">
              <a:latin typeface="Figtree" pitchFamily="2" charset="0"/>
            </a:endParaRPr>
          </a:p>
        </p:txBody>
      </p:sp>
      <p:pic>
        <p:nvPicPr>
          <p:cNvPr id="9" name="Anglepoint Logo">
            <a:hlinkClick r:id="" action="ppaction://noaction"/>
            <a:extLst>
              <a:ext uri="{FF2B5EF4-FFF2-40B4-BE49-F238E27FC236}">
                <a16:creationId xmlns:a16="http://schemas.microsoft.com/office/drawing/2014/main" id="{D19A17A5-149C-4FD7-87DC-47F0FF666F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9748" y="58275"/>
            <a:ext cx="703822" cy="15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32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oter">
            <a:extLst>
              <a:ext uri="{FF2B5EF4-FFF2-40B4-BE49-F238E27FC236}">
                <a16:creationId xmlns:a16="http://schemas.microsoft.com/office/drawing/2014/main" id="{A62C398F-CE24-4A9B-A3EF-BD94401A70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4"/>
          </p:nvPr>
        </p:nvSpPr>
        <p:spPr>
          <a:xfrm>
            <a:off x="2116" y="6720840"/>
            <a:ext cx="9141884" cy="13716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91440" tIns="182880" rIns="91440" bIns="182880" rtlCol="0" anchor="ctr" anchorCtr="0"/>
          <a:lstStyle>
            <a:lvl1pPr algn="l">
              <a:defRPr sz="1200">
                <a:latin typeface="Figtree" pitchFamily="2" charset="0"/>
              </a:defRPr>
            </a:lvl1pPr>
          </a:lstStyle>
          <a:p>
            <a:pPr algn="ctr">
              <a:defRPr/>
            </a:pPr>
            <a:r>
              <a:rPr lang="en-US" sz="400">
                <a:solidFill>
                  <a:srgbClr val="FFFFFF"/>
                </a:solidFill>
              </a:rPr>
              <a:t>© 2023 Anglepoint Group, Inc. Confidential. Distribution prohibited. All rights reserved.</a:t>
            </a:r>
          </a:p>
        </p:txBody>
      </p:sp>
      <p:sp>
        <p:nvSpPr>
          <p:cNvPr id="36" name="Date">
            <a:extLst>
              <a:ext uri="{FF2B5EF4-FFF2-40B4-BE49-F238E27FC236}">
                <a16:creationId xmlns:a16="http://schemas.microsoft.com/office/drawing/2014/main" id="{BDF1B651-4C76-48AB-A4AD-86FCF5DA09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quarter" idx="1"/>
          </p:nvPr>
        </p:nvSpPr>
        <p:spPr>
          <a:xfrm>
            <a:off x="0" y="6720840"/>
            <a:ext cx="594360" cy="137160"/>
          </a:xfrm>
          <a:prstGeom prst="rect">
            <a:avLst/>
          </a:prstGeom>
        </p:spPr>
        <p:txBody>
          <a:bodyPr vert="horz" lIns="45720" tIns="182880" rIns="0" bIns="182880" rtlCol="0" anchor="ctr" anchorCtr="0"/>
          <a:lstStyle>
            <a:lvl1pPr algn="r">
              <a:defRPr sz="1200">
                <a:latin typeface="Figtree" pitchFamily="2" charset="0"/>
              </a:defRPr>
            </a:lvl1pPr>
          </a:lstStyle>
          <a:p>
            <a:pPr algn="l">
              <a:defRPr/>
            </a:pPr>
            <a:fld id="{E8FA1ABC-0233-4D1F-843C-A2A66BED4A25}" type="datetime4">
              <a:rPr lang="en-US" sz="400" smtClean="0">
                <a:solidFill>
                  <a:srgbClr val="FFFFFF"/>
                </a:solidFill>
              </a:rPr>
              <a:pPr algn="l">
                <a:defRPr/>
              </a:pPr>
              <a:t>July 21, 2026</a:t>
            </a:fld>
            <a:endParaRPr lang="en-US" sz="400">
              <a:solidFill>
                <a:srgbClr val="FFFFFF"/>
              </a:solidFill>
            </a:endParaRPr>
          </a:p>
        </p:txBody>
      </p:sp>
      <p:sp>
        <p:nvSpPr>
          <p:cNvPr id="37" name="Slide Number">
            <a:extLst>
              <a:ext uri="{FF2B5EF4-FFF2-40B4-BE49-F238E27FC236}">
                <a16:creationId xmlns:a16="http://schemas.microsoft.com/office/drawing/2014/main" id="{A3FA0C85-637B-4271-A1B3-A1727304FB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5"/>
          </p:nvPr>
        </p:nvSpPr>
        <p:spPr>
          <a:xfrm>
            <a:off x="8549640" y="6720840"/>
            <a:ext cx="594360" cy="137160"/>
          </a:xfrm>
          <a:prstGeom prst="rect">
            <a:avLst/>
          </a:prstGeom>
        </p:spPr>
        <p:txBody>
          <a:bodyPr vert="horz" lIns="0" tIns="18288" rIns="45720" bIns="0" rtlCol="0" anchor="t" anchorCtr="0"/>
          <a:lstStyle>
            <a:lvl1pPr algn="r">
              <a:defRPr sz="1200">
                <a:latin typeface="Figtree" pitchFamily="2" charset="0"/>
              </a:defRPr>
            </a:lvl1pPr>
          </a:lstStyle>
          <a:p>
            <a:fld id="{14467186-0FDE-49C2-A6A3-2B6450395E40}" type="slidenum">
              <a:rPr lang="en-US" sz="700" b="1" smtClean="0">
                <a:solidFill>
                  <a:schemeClr val="accent2"/>
                </a:solidFill>
              </a:rPr>
              <a:pPr/>
              <a:t>‹#›</a:t>
            </a:fld>
            <a:endParaRPr lang="en-US" sz="700" b="1">
              <a:solidFill>
                <a:schemeClr val="accent2"/>
              </a:solidFill>
            </a:endParaRPr>
          </a:p>
        </p:txBody>
      </p:sp>
      <p:sp>
        <p:nvSpPr>
          <p:cNvPr id="5" name="Notes"/>
          <p:cNvSpPr>
            <a:spLocks noGrp="1" noRot="1" noMove="1" noResize="1" noEditPoints="1" noAdjustHandles="1" noChangeArrowheads="1" noChangeShapeType="1"/>
          </p:cNvSpPr>
          <p:nvPr>
            <p:ph type="body" sz="quarter" idx="3"/>
          </p:nvPr>
        </p:nvSpPr>
        <p:spPr>
          <a:xfrm>
            <a:off x="594360" y="3300412"/>
            <a:ext cx="7955280" cy="329439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Image"/>
          <p:cNvSpPr>
            <a:spLocks noGrp="1" noRot="1" noChangeAspect="1" noMove="1" noResize="1" noEditPoints="1" noAdjustHandles="1" noChangeArrowheads="1" noChangeShapeType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31" name="Title">
            <a:extLst>
              <a:ext uri="{FF2B5EF4-FFF2-40B4-BE49-F238E27FC236}">
                <a16:creationId xmlns:a16="http://schemas.microsoft.com/office/drawing/2014/main" id="{F3C5BC61-BDD1-45BA-A307-7DD33532E4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hdr" sz="quarter"/>
          </p:nvPr>
        </p:nvSpPr>
        <p:spPr>
          <a:xfrm>
            <a:off x="0" y="2"/>
            <a:ext cx="4572000" cy="44225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igtree" pitchFamily="2" charset="0"/>
              </a:defRPr>
            </a:lvl1pPr>
          </a:lstStyle>
          <a:p>
            <a:r>
              <a:rPr lang="en-US" sz="2800" b="1" spc="-100">
                <a:solidFill>
                  <a:srgbClr val="002B49"/>
                </a:solidFill>
                <a:ea typeface="+mj-ea"/>
                <a:cs typeface="+mj-cs"/>
              </a:rPr>
              <a:t>Title (Title Caps, 28 Pt Bold)</a:t>
            </a:r>
            <a:endParaRPr lang="en-US" sz="2800"/>
          </a:p>
        </p:txBody>
      </p:sp>
      <p:sp>
        <p:nvSpPr>
          <p:cNvPr id="30" name="Subtitle">
            <a:extLst>
              <a:ext uri="{FF2B5EF4-FFF2-40B4-BE49-F238E27FC236}">
                <a16:creationId xmlns:a16="http://schemas.microsoft.com/office/drawing/2014/main" id="{69F9D400-DC13-412C-B39B-6AD77D9FA1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2" y="-2544"/>
            <a:ext cx="3602639" cy="228600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0" i="0" kern="1200" cap="all" spc="100" baseline="0">
                <a:solidFill>
                  <a:schemeClr val="accent1"/>
                </a:solidFill>
                <a:latin typeface="TT Norms Pro" panose="0200050303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800">
                <a:latin typeface="Figtree" pitchFamily="2" charset="0"/>
              </a:rPr>
              <a:t>Optional Subtitle (ALL CAPS, 8 pt regular)</a:t>
            </a:r>
          </a:p>
        </p:txBody>
      </p:sp>
      <p:pic>
        <p:nvPicPr>
          <p:cNvPr id="10" name="Anglepoint Logo">
            <a:hlinkClick r:id="" action="ppaction://noaction"/>
            <a:extLst>
              <a:ext uri="{FF2B5EF4-FFF2-40B4-BE49-F238E27FC236}">
                <a16:creationId xmlns:a16="http://schemas.microsoft.com/office/drawing/2014/main" id="{EC413498-7945-4CC2-87DE-7DF7364A3F1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9748" y="58275"/>
            <a:ext cx="703822" cy="15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0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87338" indent="-287338" algn="l" defTabSz="1828343" rtl="0" eaLnBrk="1" latinLnBrk="0" hangingPunct="1">
      <a:buFont typeface="Arial" panose="020B0604020202020204" pitchFamily="34" charset="0"/>
      <a:buChar char="•"/>
      <a:defRPr sz="1800" b="0" i="0" kern="1200">
        <a:solidFill>
          <a:schemeClr val="tx1"/>
        </a:solidFill>
        <a:latin typeface="Figtree" pitchFamily="2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A4464-C3E6-4262-A2B5-86C74B940F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15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67186-0FDE-49C2-A6A3-2B6450395E40}" type="slidenum">
              <a:rPr lang="en-US" sz="700" b="1" smtClean="0">
                <a:solidFill>
                  <a:schemeClr val="accent2"/>
                </a:solidFill>
              </a:rPr>
              <a:t>4</a:t>
            </a:fld>
            <a:endParaRPr lang="en-US" sz="700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289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105F-8546-66B2-169B-956FE23B8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272F1-824D-6DEA-6545-2B9A90D9F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EC306-36BE-8BA4-7197-437AE91A3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Ashlee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E00A1-781D-C020-4279-141D43134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67186-0FDE-49C2-A6A3-2B6450395E40}" type="slidenum">
              <a:rPr lang="en-US" sz="700" b="1" smtClean="0">
                <a:solidFill>
                  <a:schemeClr val="accent2"/>
                </a:solidFill>
              </a:rPr>
              <a:t>9</a:t>
            </a:fld>
            <a:endParaRPr lang="en-US" sz="700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559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88772-F903-741B-54EF-447C642D7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  <p:sp>
        <p:nvSpPr>
          <p:cNvPr id="8" name="Optional Logo">
            <a:extLst>
              <a:ext uri="{FF2B5EF4-FFF2-40B4-BE49-F238E27FC236}">
                <a16:creationId xmlns:a16="http://schemas.microsoft.com/office/drawing/2014/main" id="{C483C36E-BCA9-5F44-9FE8-29FFDB0F4B8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187083" y="10902126"/>
            <a:ext cx="2743200" cy="27432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i="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client/partner logo</a:t>
            </a:r>
          </a:p>
        </p:txBody>
      </p:sp>
      <p:sp>
        <p:nvSpPr>
          <p:cNvPr id="15" name="+">
            <a:extLst>
              <a:ext uri="{FF2B5EF4-FFF2-40B4-BE49-F238E27FC236}">
                <a16:creationId xmlns:a16="http://schemas.microsoft.com/office/drawing/2014/main" id="{077BF308-9D58-4CAF-AE7E-E9D758E464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5916289" y="11491914"/>
            <a:ext cx="1074821" cy="1563624"/>
          </a:xfrm>
        </p:spPr>
        <p:txBody>
          <a:bodyPr lIns="0" tIns="0" rIns="0" bIns="0" anchor="ctr">
            <a:noAutofit/>
          </a:bodyPr>
          <a:lstStyle>
            <a:lvl1pPr marL="0" indent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buNone/>
              <a:defRPr lang="en-US" sz="8800" b="0" i="0" kern="1200" dirty="0" smtClean="0">
                <a:solidFill>
                  <a:schemeClr val="bg2"/>
                </a:solidFill>
                <a:latin typeface="Figtree Light" pitchFamily="2" charset="0"/>
                <a:ea typeface="+mn-ea"/>
                <a:cs typeface="+mn-cs"/>
              </a:defRPr>
            </a:lvl1pPr>
            <a:lvl2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2pPr>
            <a:lvl3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3pPr>
            <a:lvl4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4pPr>
            <a:lvl5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+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F145EFD1-3597-8E45-87D1-CDA0A2402A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9435" y="11869711"/>
            <a:ext cx="3740881" cy="808030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BEE64100-429B-FB4A-B45A-2DD55333A1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0" y="8229600"/>
            <a:ext cx="24387175" cy="801520"/>
          </a:xfrm>
          <a:prstGeom prst="rect">
            <a:avLst/>
          </a:prstGeom>
        </p:spPr>
        <p:txBody>
          <a:bodyPr lIns="1828800" tIns="0" anchor="t"/>
          <a:lstStyle>
            <a:lvl1pPr marL="23812" indent="0">
              <a:spcBef>
                <a:spcPts val="0"/>
              </a:spcBef>
              <a:buNone/>
              <a:tabLst/>
              <a:defRPr sz="3601"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Subtitle (Title Caps, 36 pt regular)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7D282642-4511-408F-8D41-257A13317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3962400"/>
            <a:ext cx="24387048" cy="4114800"/>
          </a:xfrm>
        </p:spPr>
        <p:txBody>
          <a:bodyPr lIns="1828800" tIns="0" rIns="1371600" anchor="b" anchorCtr="0">
            <a:noAutofit/>
          </a:bodyPr>
          <a:lstStyle>
            <a:lvl1pPr marL="0" indent="0">
              <a:defRPr sz="13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(aligned with filename)</a:t>
            </a:r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BBAFF28C-3D3A-C94B-B112-4D26EB915D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2017070" y="1389459"/>
            <a:ext cx="3838298" cy="1044901"/>
          </a:xfrm>
          <a:prstGeom prst="rect">
            <a:avLst/>
          </a:prstGeom>
          <a:ln w="38100">
            <a:solidFill>
              <a:schemeClr val="bg2"/>
            </a:solidFill>
          </a:ln>
        </p:spPr>
        <p:txBody>
          <a:bodyPr wrap="square" lIns="457200" tIns="365760" rIns="457200" bIns="274320" anchor="ctr" anchorCtr="0">
            <a:spAutoFit/>
          </a:bodyPr>
          <a:lstStyle>
            <a:lvl1pPr marL="0" indent="0" algn="ctr">
              <a:buNone/>
              <a:defRPr sz="2800" b="0" i="0" cap="all" baseline="0">
                <a:solidFill>
                  <a:schemeClr val="bg1"/>
                </a:solidFill>
                <a:latin typeface="Figtree" pitchFamily="2" charset="0"/>
              </a:defRPr>
            </a:lvl1pPr>
            <a:lvl2pPr marL="914081" indent="0">
              <a:buNone/>
              <a:defRPr b="1" i="0">
                <a:latin typeface="TT Norms Pro" panose="02000503030000020003" pitchFamily="2" charset="0"/>
              </a:defRPr>
            </a:lvl2pPr>
            <a:lvl3pPr marL="1828158" indent="0">
              <a:buNone/>
              <a:defRPr b="1" i="0">
                <a:latin typeface="TT Norms Pro" panose="02000503030000020003" pitchFamily="2" charset="0"/>
              </a:defRPr>
            </a:lvl3pPr>
            <a:lvl4pPr marL="2742239" indent="0">
              <a:buNone/>
              <a:defRPr b="1" i="0">
                <a:latin typeface="TT Norms Pro" panose="02000503030000020003" pitchFamily="2" charset="0"/>
              </a:defRPr>
            </a:lvl4pPr>
            <a:lvl5pPr marL="3656318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Month Year</a:t>
            </a:r>
          </a:p>
        </p:txBody>
      </p:sp>
    </p:spTree>
    <p:extLst>
      <p:ext uri="{BB962C8B-B14F-4D97-AF65-F5344CB8AC3E}">
        <p14:creationId xmlns:p14="http://schemas.microsoft.com/office/powerpoint/2010/main" val="215469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">
            <a:extLst>
              <a:ext uri="{FF2B5EF4-FFF2-40B4-BE49-F238E27FC236}">
                <a16:creationId xmlns:a16="http://schemas.microsoft.com/office/drawing/2014/main" id="{1F8E4EC8-42F3-4930-8A9E-F10CA0FCF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July 21,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53556C-BFD6-75A2-AB3D-42E2D627F94A}"/>
              </a:ext>
            </a:extLst>
          </p:cNvPr>
          <p:cNvGrpSpPr/>
          <p:nvPr userDrawn="1"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23F3071-F725-BEA4-6B48-0A17BE67AF4D}"/>
                </a:ext>
              </a:extLst>
            </p:cNvPr>
            <p:cNvGrpSpPr/>
            <p:nvPr userDrawn="1"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6DD4EC5F-9EDC-DD83-5508-015ED99FCAC1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1F268117-BD56-1731-6F95-EB7C79EF8EE5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9CF397B4-504B-1441-B1E5-CAC019081AEB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7711A8E-6E88-AF24-AE0D-DE349595CE10}"/>
                </a:ext>
              </a:extLst>
            </p:cNvPr>
            <p:cNvGrpSpPr/>
            <p:nvPr userDrawn="1"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5" name="Freeform 9">
                <a:extLst>
                  <a:ext uri="{FF2B5EF4-FFF2-40B4-BE49-F238E27FC236}">
                    <a16:creationId xmlns:a16="http://schemas.microsoft.com/office/drawing/2014/main" id="{9573F505-5A5B-C782-B66B-A328DBAF3C0A}"/>
                  </a:ext>
                </a:extLst>
              </p:cNvPr>
              <p:cNvSpPr/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" name="Freeform 10">
                <a:extLst>
                  <a:ext uri="{FF2B5EF4-FFF2-40B4-BE49-F238E27FC236}">
                    <a16:creationId xmlns:a16="http://schemas.microsoft.com/office/drawing/2014/main" id="{313C311C-411F-CA8D-95C5-8EDBD37B7C6D}"/>
                  </a:ext>
                </a:extLst>
              </p:cNvPr>
              <p:cNvSpPr/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300CF4BA-AEA0-51A7-6AF2-62F8BFCF8C2E}"/>
                  </a:ext>
                </a:extLst>
              </p:cNvPr>
              <p:cNvSpPr/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9BD17F91-B314-CC28-0777-16073368EB46}"/>
                  </a:ext>
                </a:extLst>
              </p:cNvPr>
              <p:cNvSpPr/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C0024F0-4321-4607-6D8E-08959FEA9C76}"/>
                  </a:ext>
                </a:extLst>
              </p:cNvPr>
              <p:cNvSpPr/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2C85ABCA-1FB7-84B2-BA68-22A947D34559}"/>
                  </a:ext>
                </a:extLst>
              </p:cNvPr>
              <p:cNvSpPr/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A9209104-6EEF-1867-AAAF-044075700E76}"/>
                  </a:ext>
                </a:extLst>
              </p:cNvPr>
              <p:cNvSpPr/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518DFD7-6F49-9E1D-8ACC-2C99CF5D59AB}"/>
                  </a:ext>
                </a:extLst>
              </p:cNvPr>
              <p:cNvSpPr/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0CF1CD2B-7718-A078-1A1F-02E1C8BF7D4E}"/>
                  </a:ext>
                </a:extLst>
              </p:cNvPr>
              <p:cNvSpPr/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3D0E2C2C-C250-F137-750D-8A36EB69774A}"/>
                  </a:ext>
                </a:extLst>
              </p:cNvPr>
              <p:cNvSpPr/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82E2AE6C-1660-963D-9252-45D75DE43429}"/>
                  </a:ext>
                </a:extLst>
              </p:cNvPr>
              <p:cNvSpPr/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2C224A1D-A29D-4452-AD9D-3640B5DA43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defPPr>
              <a:defRPr lang="en-US"/>
            </a:defPPr>
            <a:lvl1pPr marL="0" algn="l" defTabSz="457131" rtl="0" eaLnBrk="1" latinLnBrk="0" hangingPunct="1">
              <a:defRPr sz="800" kern="1200">
                <a:solidFill>
                  <a:schemeClr val="bg1"/>
                </a:solidFill>
                <a:latin typeface="TT Norms Pro" panose="020B0604020202020204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7B6BA-D44D-4729-BD5A-BF29607FF773}" type="datetime4">
              <a:rPr lang="en-US" smtClean="0">
                <a:latin typeface="Figtree" pitchFamily="2" charset="0"/>
              </a:rPr>
              <a:pPr/>
              <a:t>July 21, 2026</a:t>
            </a:fld>
            <a:endParaRPr lang="en-US">
              <a:latin typeface="Figtree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6F078EB-DEFD-4309-BB37-5573CCD31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0B8F79EE-ACBD-46F9-9F0D-235A653AE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4" y="3670712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60B56E13-134C-40AD-8247-0C3F425B0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4127912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B7E03F3E-57DA-4167-BE3A-75401D0149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1672" y="369493"/>
            <a:ext cx="1485185" cy="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A0437F40-13F9-4D0E-873E-085D7DD6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069439" y="0"/>
            <a:ext cx="9317736" cy="13441680"/>
          </a:xfrm>
          <a:custGeom>
            <a:avLst/>
            <a:gdLst>
              <a:gd name="connsiteX0" fmla="*/ 0 w 10803986"/>
              <a:gd name="connsiteY0" fmla="*/ 0 h 13441680"/>
              <a:gd name="connsiteX1" fmla="*/ 10803986 w 10803986"/>
              <a:gd name="connsiteY1" fmla="*/ 0 h 13441680"/>
              <a:gd name="connsiteX2" fmla="*/ 10803986 w 10803986"/>
              <a:gd name="connsiteY2" fmla="*/ 13441680 h 13441680"/>
              <a:gd name="connsiteX3" fmla="*/ 0 w 10803986"/>
              <a:gd name="connsiteY3" fmla="*/ 13441680 h 13441680"/>
              <a:gd name="connsiteX4" fmla="*/ 0 w 10803986"/>
              <a:gd name="connsiteY4" fmla="*/ 7135948 h 13441680"/>
              <a:gd name="connsiteX5" fmla="*/ 483329 w 10803986"/>
              <a:gd name="connsiteY5" fmla="*/ 6720840 h 13441680"/>
              <a:gd name="connsiteX6" fmla="*/ 0 w 10803986"/>
              <a:gd name="connsiteY6" fmla="*/ 6305733 h 1344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3986" h="13441680">
                <a:moveTo>
                  <a:pt x="0" y="0"/>
                </a:moveTo>
                <a:lnTo>
                  <a:pt x="10803986" y="0"/>
                </a:lnTo>
                <a:lnTo>
                  <a:pt x="10803986" y="13441680"/>
                </a:lnTo>
                <a:lnTo>
                  <a:pt x="0" y="13441680"/>
                </a:lnTo>
                <a:lnTo>
                  <a:pt x="0" y="7135948"/>
                </a:lnTo>
                <a:lnTo>
                  <a:pt x="483329" y="6720840"/>
                </a:lnTo>
                <a:lnTo>
                  <a:pt x="0" y="6305733"/>
                </a:lnTo>
                <a:close/>
              </a:path>
            </a:pathLst>
          </a:custGeom>
          <a:gradFill>
            <a:gsLst>
              <a:gs pos="4600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Figtree Light" pitchFamily="2" charset="0"/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5057329-94EE-4239-B419-DC91DAE24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E515052-BF9E-496C-8871-64690D5BC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/>
        <p:txBody>
          <a:bodyPr/>
          <a:lstStyle/>
          <a:p>
            <a:fld id="{EE18E972-2F40-1C44-89BC-C8C1CAFD99D4}" type="datetime4">
              <a:rPr lang="en-US" smtClean="0"/>
              <a:t>July 21, 2026</a:t>
            </a:fld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AE5466B-0154-447D-BD3D-5364CD98D2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Users">
            <a:extLst>
              <a:ext uri="{FF2B5EF4-FFF2-40B4-BE49-F238E27FC236}">
                <a16:creationId xmlns:a16="http://schemas.microsoft.com/office/drawing/2014/main" id="{7F94CF75-E5AC-4EB4-B577-B1144D6C554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43767" y="12145700"/>
            <a:ext cx="1773229" cy="444275"/>
            <a:chOff x="21643767" y="12145700"/>
            <a:chExt cx="1773229" cy="444275"/>
          </a:xfrm>
        </p:grpSpPr>
        <p:sp>
          <p:nvSpPr>
            <p:cNvPr id="120" name="Users in Thousands">
              <a:extLst>
                <a:ext uri="{FF2B5EF4-FFF2-40B4-BE49-F238E27FC236}">
                  <a16:creationId xmlns:a16="http://schemas.microsoft.com/office/drawing/2014/main" id="{0173795A-B298-4492-94E5-246F0E61EA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7" hasCustomPrompt="1"/>
            </p:nvPr>
          </p:nvSpPr>
          <p:spPr>
            <a:xfrm>
              <a:off x="22776916" y="12207817"/>
              <a:ext cx="640080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none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 err="1"/>
                <a:t>XXXk</a:t>
              </a:r>
              <a:endParaRPr lang="en-US"/>
            </a:p>
          </p:txBody>
        </p:sp>
        <p:sp>
          <p:nvSpPr>
            <p:cNvPr id="119" name="&quot;users&quot;">
              <a:extLst>
                <a:ext uri="{FF2B5EF4-FFF2-40B4-BE49-F238E27FC236}">
                  <a16:creationId xmlns:a16="http://schemas.microsoft.com/office/drawing/2014/main" id="{B60E4962-D8C1-4523-B00E-7D6A32203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214028" y="12207817"/>
              <a:ext cx="551415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89" name="Users Icon">
              <a:extLst>
                <a:ext uri="{FF2B5EF4-FFF2-40B4-BE49-F238E27FC236}">
                  <a16:creationId xmlns:a16="http://schemas.microsoft.com/office/drawing/2014/main" id="{3FC5945D-BD3B-4BCB-80D8-3E6CA4436E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643767" y="12145700"/>
              <a:ext cx="471502" cy="444275"/>
            </a:xfrm>
            <a:custGeom>
              <a:avLst/>
              <a:gdLst>
                <a:gd name="connsiteX0" fmla="*/ 445329 w 451456"/>
                <a:gd name="connsiteY0" fmla="*/ 238316 h 425387"/>
                <a:gd name="connsiteX1" fmla="*/ 385282 w 451456"/>
                <a:gd name="connsiteY1" fmla="*/ 208063 h 425387"/>
                <a:gd name="connsiteX2" fmla="*/ 398885 w 451456"/>
                <a:gd name="connsiteY2" fmla="*/ 160524 h 425387"/>
                <a:gd name="connsiteX3" fmla="*/ 344107 w 451456"/>
                <a:gd name="connsiteY3" fmla="*/ 105328 h 425387"/>
                <a:gd name="connsiteX4" fmla="*/ 299991 w 451456"/>
                <a:gd name="connsiteY4" fmla="*/ 120640 h 425387"/>
                <a:gd name="connsiteX5" fmla="*/ 267026 w 451456"/>
                <a:gd name="connsiteY5" fmla="*/ 103353 h 425387"/>
                <a:gd name="connsiteX6" fmla="*/ 280506 w 451456"/>
                <a:gd name="connsiteY6" fmla="*/ 55195 h 425387"/>
                <a:gd name="connsiteX7" fmla="*/ 225728 w 451456"/>
                <a:gd name="connsiteY7" fmla="*/ 0 h 425387"/>
                <a:gd name="connsiteX8" fmla="*/ 171563 w 451456"/>
                <a:gd name="connsiteY8" fmla="*/ 55195 h 425387"/>
                <a:gd name="connsiteX9" fmla="*/ 185043 w 451456"/>
                <a:gd name="connsiteY9" fmla="*/ 103353 h 425387"/>
                <a:gd name="connsiteX10" fmla="*/ 151466 w 451456"/>
                <a:gd name="connsiteY10" fmla="*/ 120022 h 425387"/>
                <a:gd name="connsiteX11" fmla="*/ 107350 w 451456"/>
                <a:gd name="connsiteY11" fmla="*/ 104711 h 425387"/>
                <a:gd name="connsiteX12" fmla="*/ 52572 w 451456"/>
                <a:gd name="connsiteY12" fmla="*/ 160524 h 425387"/>
                <a:gd name="connsiteX13" fmla="*/ 66052 w 451456"/>
                <a:gd name="connsiteY13" fmla="*/ 208681 h 425387"/>
                <a:gd name="connsiteX14" fmla="*/ 6005 w 451456"/>
                <a:gd name="connsiteY14" fmla="*/ 238316 h 425387"/>
                <a:gd name="connsiteX15" fmla="*/ 0 w 451456"/>
                <a:gd name="connsiteY15" fmla="*/ 248194 h 425387"/>
                <a:gd name="connsiteX16" fmla="*/ 0 w 451456"/>
                <a:gd name="connsiteY16" fmla="*/ 340187 h 425387"/>
                <a:gd name="connsiteX17" fmla="*/ 21936 w 451456"/>
                <a:gd name="connsiteY17" fmla="*/ 340187 h 425387"/>
                <a:gd name="connsiteX18" fmla="*/ 21936 w 451456"/>
                <a:gd name="connsiteY18" fmla="*/ 254986 h 425387"/>
                <a:gd name="connsiteX19" fmla="*/ 81983 w 451456"/>
                <a:gd name="connsiteY19" fmla="*/ 224733 h 425387"/>
                <a:gd name="connsiteX20" fmla="*/ 132839 w 451456"/>
                <a:gd name="connsiteY20" fmla="*/ 224733 h 425387"/>
                <a:gd name="connsiteX21" fmla="*/ 171563 w 451456"/>
                <a:gd name="connsiteY21" fmla="*/ 244119 h 425387"/>
                <a:gd name="connsiteX22" fmla="*/ 184921 w 451456"/>
                <a:gd name="connsiteY22" fmla="*/ 287584 h 425387"/>
                <a:gd name="connsiteX23" fmla="*/ 124874 w 451456"/>
                <a:gd name="connsiteY23" fmla="*/ 317837 h 425387"/>
                <a:gd name="connsiteX24" fmla="*/ 118869 w 451456"/>
                <a:gd name="connsiteY24" fmla="*/ 327715 h 425387"/>
                <a:gd name="connsiteX25" fmla="*/ 118869 w 451456"/>
                <a:gd name="connsiteY25" fmla="*/ 425388 h 425387"/>
                <a:gd name="connsiteX26" fmla="*/ 140682 w 451456"/>
                <a:gd name="connsiteY26" fmla="*/ 425388 h 425387"/>
                <a:gd name="connsiteX27" fmla="*/ 140682 w 451456"/>
                <a:gd name="connsiteY27" fmla="*/ 334507 h 425387"/>
                <a:gd name="connsiteX28" fmla="*/ 200852 w 451456"/>
                <a:gd name="connsiteY28" fmla="*/ 304254 h 425387"/>
                <a:gd name="connsiteX29" fmla="*/ 251585 w 451456"/>
                <a:gd name="connsiteY29" fmla="*/ 304254 h 425387"/>
                <a:gd name="connsiteX30" fmla="*/ 311632 w 451456"/>
                <a:gd name="connsiteY30" fmla="*/ 334507 h 425387"/>
                <a:gd name="connsiteX31" fmla="*/ 311632 w 451456"/>
                <a:gd name="connsiteY31" fmla="*/ 425388 h 425387"/>
                <a:gd name="connsiteX32" fmla="*/ 333568 w 451456"/>
                <a:gd name="connsiteY32" fmla="*/ 425388 h 425387"/>
                <a:gd name="connsiteX33" fmla="*/ 333568 w 451456"/>
                <a:gd name="connsiteY33" fmla="*/ 327715 h 425387"/>
                <a:gd name="connsiteX34" fmla="*/ 327563 w 451456"/>
                <a:gd name="connsiteY34" fmla="*/ 317837 h 425387"/>
                <a:gd name="connsiteX35" fmla="*/ 267516 w 451456"/>
                <a:gd name="connsiteY35" fmla="*/ 287584 h 425387"/>
                <a:gd name="connsiteX36" fmla="*/ 280874 w 451456"/>
                <a:gd name="connsiteY36" fmla="*/ 244119 h 425387"/>
                <a:gd name="connsiteX37" fmla="*/ 318618 w 451456"/>
                <a:gd name="connsiteY37" fmla="*/ 224733 h 425387"/>
                <a:gd name="connsiteX38" fmla="*/ 369474 w 451456"/>
                <a:gd name="connsiteY38" fmla="*/ 224733 h 425387"/>
                <a:gd name="connsiteX39" fmla="*/ 429521 w 451456"/>
                <a:gd name="connsiteY39" fmla="*/ 254986 h 425387"/>
                <a:gd name="connsiteX40" fmla="*/ 429521 w 451456"/>
                <a:gd name="connsiteY40" fmla="*/ 340187 h 425387"/>
                <a:gd name="connsiteX41" fmla="*/ 451456 w 451456"/>
                <a:gd name="connsiteY41" fmla="*/ 340187 h 425387"/>
                <a:gd name="connsiteX42" fmla="*/ 451456 w 451456"/>
                <a:gd name="connsiteY42" fmla="*/ 248194 h 425387"/>
                <a:gd name="connsiteX43" fmla="*/ 445329 w 451456"/>
                <a:gd name="connsiteY43" fmla="*/ 238316 h 425387"/>
                <a:gd name="connsiteX44" fmla="*/ 225728 w 451456"/>
                <a:gd name="connsiteY44" fmla="*/ 22103 h 425387"/>
                <a:gd name="connsiteX45" fmla="*/ 258570 w 451456"/>
                <a:gd name="connsiteY45" fmla="*/ 55195 h 425387"/>
                <a:gd name="connsiteX46" fmla="*/ 225728 w 451456"/>
                <a:gd name="connsiteY46" fmla="*/ 105946 h 425387"/>
                <a:gd name="connsiteX47" fmla="*/ 192886 w 451456"/>
                <a:gd name="connsiteY47" fmla="*/ 55195 h 425387"/>
                <a:gd name="connsiteX48" fmla="*/ 225728 w 451456"/>
                <a:gd name="connsiteY48" fmla="*/ 22103 h 425387"/>
                <a:gd name="connsiteX49" fmla="*/ 107350 w 451456"/>
                <a:gd name="connsiteY49" fmla="*/ 210656 h 425387"/>
                <a:gd name="connsiteX50" fmla="*/ 74508 w 451456"/>
                <a:gd name="connsiteY50" fmla="*/ 159906 h 425387"/>
                <a:gd name="connsiteX51" fmla="*/ 107350 w 451456"/>
                <a:gd name="connsiteY51" fmla="*/ 126814 h 425387"/>
                <a:gd name="connsiteX52" fmla="*/ 140192 w 451456"/>
                <a:gd name="connsiteY52" fmla="*/ 159906 h 425387"/>
                <a:gd name="connsiteX53" fmla="*/ 107350 w 451456"/>
                <a:gd name="connsiteY53" fmla="*/ 210656 h 425387"/>
                <a:gd name="connsiteX54" fmla="*/ 225728 w 451456"/>
                <a:gd name="connsiteY54" fmla="*/ 290177 h 425387"/>
                <a:gd name="connsiteX55" fmla="*/ 192886 w 451456"/>
                <a:gd name="connsiteY55" fmla="*/ 239427 h 425387"/>
                <a:gd name="connsiteX56" fmla="*/ 225728 w 451456"/>
                <a:gd name="connsiteY56" fmla="*/ 206211 h 425387"/>
                <a:gd name="connsiteX57" fmla="*/ 258570 w 451456"/>
                <a:gd name="connsiteY57" fmla="*/ 239427 h 425387"/>
                <a:gd name="connsiteX58" fmla="*/ 225728 w 451456"/>
                <a:gd name="connsiteY58" fmla="*/ 290177 h 425387"/>
                <a:gd name="connsiteX59" fmla="*/ 225728 w 451456"/>
                <a:gd name="connsiteY59" fmla="*/ 184108 h 425387"/>
                <a:gd name="connsiteX60" fmla="*/ 172544 w 451456"/>
                <a:gd name="connsiteY60" fmla="*/ 220164 h 425387"/>
                <a:gd name="connsiteX61" fmla="*/ 148647 w 451456"/>
                <a:gd name="connsiteY61" fmla="*/ 207816 h 425387"/>
                <a:gd name="connsiteX62" fmla="*/ 162127 w 451456"/>
                <a:gd name="connsiteY62" fmla="*/ 159659 h 425387"/>
                <a:gd name="connsiteX63" fmla="*/ 160412 w 451456"/>
                <a:gd name="connsiteY63" fmla="*/ 139903 h 425387"/>
                <a:gd name="connsiteX64" fmla="*/ 200361 w 451456"/>
                <a:gd name="connsiteY64" fmla="*/ 119899 h 425387"/>
                <a:gd name="connsiteX65" fmla="*/ 251095 w 451456"/>
                <a:gd name="connsiteY65" fmla="*/ 119899 h 425387"/>
                <a:gd name="connsiteX66" fmla="*/ 291045 w 451456"/>
                <a:gd name="connsiteY66" fmla="*/ 139903 h 425387"/>
                <a:gd name="connsiteX67" fmla="*/ 289207 w 451456"/>
                <a:gd name="connsiteY67" fmla="*/ 160524 h 425387"/>
                <a:gd name="connsiteX68" fmla="*/ 302809 w 451456"/>
                <a:gd name="connsiteY68" fmla="*/ 208681 h 425387"/>
                <a:gd name="connsiteX69" fmla="*/ 278300 w 451456"/>
                <a:gd name="connsiteY69" fmla="*/ 221029 h 425387"/>
                <a:gd name="connsiteX70" fmla="*/ 225728 w 451456"/>
                <a:gd name="connsiteY70" fmla="*/ 184108 h 425387"/>
                <a:gd name="connsiteX71" fmla="*/ 344107 w 451456"/>
                <a:gd name="connsiteY71" fmla="*/ 210656 h 425387"/>
                <a:gd name="connsiteX72" fmla="*/ 311142 w 451456"/>
                <a:gd name="connsiteY72" fmla="*/ 159906 h 425387"/>
                <a:gd name="connsiteX73" fmla="*/ 344107 w 451456"/>
                <a:gd name="connsiteY73" fmla="*/ 126814 h 425387"/>
                <a:gd name="connsiteX74" fmla="*/ 376949 w 451456"/>
                <a:gd name="connsiteY74" fmla="*/ 159906 h 425387"/>
                <a:gd name="connsiteX75" fmla="*/ 344107 w 451456"/>
                <a:gd name="connsiteY75" fmla="*/ 210656 h 4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1456" h="425387">
                  <a:moveTo>
                    <a:pt x="445329" y="238316"/>
                  </a:moveTo>
                  <a:lnTo>
                    <a:pt x="385282" y="208063"/>
                  </a:lnTo>
                  <a:cubicBezTo>
                    <a:pt x="394177" y="193827"/>
                    <a:pt x="398892" y="177346"/>
                    <a:pt x="398885" y="160524"/>
                  </a:cubicBezTo>
                  <a:cubicBezTo>
                    <a:pt x="398885" y="121257"/>
                    <a:pt x="382954" y="105328"/>
                    <a:pt x="344107" y="105328"/>
                  </a:cubicBezTo>
                  <a:cubicBezTo>
                    <a:pt x="322907" y="105328"/>
                    <a:pt x="308691" y="110020"/>
                    <a:pt x="299991" y="120640"/>
                  </a:cubicBezTo>
                  <a:lnTo>
                    <a:pt x="267026" y="103353"/>
                  </a:lnTo>
                  <a:cubicBezTo>
                    <a:pt x="275939" y="88904"/>
                    <a:pt x="280613" y="72208"/>
                    <a:pt x="280506" y="55195"/>
                  </a:cubicBezTo>
                  <a:cubicBezTo>
                    <a:pt x="280506" y="16052"/>
                    <a:pt x="264575" y="0"/>
                    <a:pt x="225728" y="0"/>
                  </a:cubicBezTo>
                  <a:cubicBezTo>
                    <a:pt x="186882" y="0"/>
                    <a:pt x="171563" y="16052"/>
                    <a:pt x="171563" y="55195"/>
                  </a:cubicBezTo>
                  <a:cubicBezTo>
                    <a:pt x="171457" y="72208"/>
                    <a:pt x="176130" y="88904"/>
                    <a:pt x="185043" y="103353"/>
                  </a:cubicBezTo>
                  <a:lnTo>
                    <a:pt x="151466" y="120022"/>
                  </a:lnTo>
                  <a:cubicBezTo>
                    <a:pt x="142765" y="109403"/>
                    <a:pt x="128550" y="104711"/>
                    <a:pt x="107350" y="104711"/>
                  </a:cubicBezTo>
                  <a:cubicBezTo>
                    <a:pt x="68503" y="104711"/>
                    <a:pt x="52572" y="120640"/>
                    <a:pt x="52572" y="160524"/>
                  </a:cubicBezTo>
                  <a:cubicBezTo>
                    <a:pt x="52465" y="177536"/>
                    <a:pt x="57139" y="194232"/>
                    <a:pt x="66052" y="208681"/>
                  </a:cubicBezTo>
                  <a:lnTo>
                    <a:pt x="6005" y="238316"/>
                  </a:lnTo>
                  <a:cubicBezTo>
                    <a:pt x="2304" y="240192"/>
                    <a:pt x="-23" y="244019"/>
                    <a:pt x="0" y="248194"/>
                  </a:cubicBezTo>
                  <a:lnTo>
                    <a:pt x="0" y="340187"/>
                  </a:lnTo>
                  <a:lnTo>
                    <a:pt x="21936" y="340187"/>
                  </a:lnTo>
                  <a:lnTo>
                    <a:pt x="21936" y="254986"/>
                  </a:lnTo>
                  <a:lnTo>
                    <a:pt x="81983" y="224733"/>
                  </a:lnTo>
                  <a:cubicBezTo>
                    <a:pt x="97275" y="235424"/>
                    <a:pt x="117547" y="235424"/>
                    <a:pt x="132839" y="224733"/>
                  </a:cubicBezTo>
                  <a:lnTo>
                    <a:pt x="171563" y="244119"/>
                  </a:lnTo>
                  <a:cubicBezTo>
                    <a:pt x="172248" y="259521"/>
                    <a:pt x="176848" y="274488"/>
                    <a:pt x="184921" y="287584"/>
                  </a:cubicBezTo>
                  <a:lnTo>
                    <a:pt x="124874" y="317837"/>
                  </a:lnTo>
                  <a:cubicBezTo>
                    <a:pt x="121172" y="319713"/>
                    <a:pt x="118846" y="323540"/>
                    <a:pt x="118869" y="327715"/>
                  </a:cubicBezTo>
                  <a:lnTo>
                    <a:pt x="118869" y="425388"/>
                  </a:lnTo>
                  <a:lnTo>
                    <a:pt x="140682" y="425388"/>
                  </a:lnTo>
                  <a:lnTo>
                    <a:pt x="140682" y="334507"/>
                  </a:lnTo>
                  <a:lnTo>
                    <a:pt x="200852" y="304254"/>
                  </a:lnTo>
                  <a:cubicBezTo>
                    <a:pt x="216094" y="314959"/>
                    <a:pt x="236343" y="314959"/>
                    <a:pt x="251585" y="304254"/>
                  </a:cubicBezTo>
                  <a:lnTo>
                    <a:pt x="311632" y="334507"/>
                  </a:lnTo>
                  <a:lnTo>
                    <a:pt x="311632" y="425388"/>
                  </a:lnTo>
                  <a:lnTo>
                    <a:pt x="333568" y="425388"/>
                  </a:lnTo>
                  <a:lnTo>
                    <a:pt x="333568" y="327715"/>
                  </a:lnTo>
                  <a:cubicBezTo>
                    <a:pt x="333591" y="323540"/>
                    <a:pt x="331265" y="319713"/>
                    <a:pt x="327563" y="317837"/>
                  </a:cubicBezTo>
                  <a:lnTo>
                    <a:pt x="267516" y="287584"/>
                  </a:lnTo>
                  <a:cubicBezTo>
                    <a:pt x="275589" y="274488"/>
                    <a:pt x="280189" y="259521"/>
                    <a:pt x="280874" y="244119"/>
                  </a:cubicBezTo>
                  <a:lnTo>
                    <a:pt x="318618" y="224733"/>
                  </a:lnTo>
                  <a:cubicBezTo>
                    <a:pt x="333909" y="235424"/>
                    <a:pt x="354182" y="235424"/>
                    <a:pt x="369474" y="224733"/>
                  </a:cubicBezTo>
                  <a:lnTo>
                    <a:pt x="429521" y="254986"/>
                  </a:lnTo>
                  <a:lnTo>
                    <a:pt x="429521" y="340187"/>
                  </a:lnTo>
                  <a:lnTo>
                    <a:pt x="451456" y="340187"/>
                  </a:lnTo>
                  <a:lnTo>
                    <a:pt x="451456" y="248194"/>
                  </a:lnTo>
                  <a:cubicBezTo>
                    <a:pt x="451486" y="243983"/>
                    <a:pt x="449099" y="240134"/>
                    <a:pt x="445329" y="238316"/>
                  </a:cubicBezTo>
                  <a:close/>
                  <a:moveTo>
                    <a:pt x="225728" y="22103"/>
                  </a:moveTo>
                  <a:cubicBezTo>
                    <a:pt x="254036" y="22103"/>
                    <a:pt x="258570" y="30006"/>
                    <a:pt x="258570" y="55195"/>
                  </a:cubicBezTo>
                  <a:cubicBezTo>
                    <a:pt x="258570" y="80385"/>
                    <a:pt x="245090" y="105946"/>
                    <a:pt x="225728" y="105946"/>
                  </a:cubicBezTo>
                  <a:cubicBezTo>
                    <a:pt x="206366" y="105946"/>
                    <a:pt x="192886" y="79768"/>
                    <a:pt x="192886" y="55195"/>
                  </a:cubicBezTo>
                  <a:cubicBezTo>
                    <a:pt x="192886" y="30623"/>
                    <a:pt x="197420" y="22103"/>
                    <a:pt x="225728" y="22103"/>
                  </a:cubicBezTo>
                  <a:close/>
                  <a:moveTo>
                    <a:pt x="107350" y="210656"/>
                  </a:moveTo>
                  <a:cubicBezTo>
                    <a:pt x="87742" y="210656"/>
                    <a:pt x="74508" y="184355"/>
                    <a:pt x="74508" y="159906"/>
                  </a:cubicBezTo>
                  <a:cubicBezTo>
                    <a:pt x="74508" y="135457"/>
                    <a:pt x="79042" y="126814"/>
                    <a:pt x="107350" y="126814"/>
                  </a:cubicBezTo>
                  <a:cubicBezTo>
                    <a:pt x="135658" y="126814"/>
                    <a:pt x="140192" y="134593"/>
                    <a:pt x="140192" y="159906"/>
                  </a:cubicBezTo>
                  <a:cubicBezTo>
                    <a:pt x="140192" y="185220"/>
                    <a:pt x="127079" y="210656"/>
                    <a:pt x="107350" y="210656"/>
                  </a:cubicBezTo>
                  <a:close/>
                  <a:moveTo>
                    <a:pt x="225728" y="290177"/>
                  </a:moveTo>
                  <a:cubicBezTo>
                    <a:pt x="205999" y="290177"/>
                    <a:pt x="192886" y="263876"/>
                    <a:pt x="192886" y="239427"/>
                  </a:cubicBezTo>
                  <a:cubicBezTo>
                    <a:pt x="192886" y="214978"/>
                    <a:pt x="197420" y="206211"/>
                    <a:pt x="225728" y="206211"/>
                  </a:cubicBezTo>
                  <a:cubicBezTo>
                    <a:pt x="254036" y="206211"/>
                    <a:pt x="258570" y="214114"/>
                    <a:pt x="258570" y="239427"/>
                  </a:cubicBezTo>
                  <a:cubicBezTo>
                    <a:pt x="258570" y="264741"/>
                    <a:pt x="245090" y="290177"/>
                    <a:pt x="225728" y="290177"/>
                  </a:cubicBezTo>
                  <a:close/>
                  <a:moveTo>
                    <a:pt x="225728" y="184108"/>
                  </a:moveTo>
                  <a:cubicBezTo>
                    <a:pt x="193989" y="184108"/>
                    <a:pt x="177568" y="194851"/>
                    <a:pt x="172544" y="220164"/>
                  </a:cubicBezTo>
                  <a:lnTo>
                    <a:pt x="148647" y="207816"/>
                  </a:lnTo>
                  <a:cubicBezTo>
                    <a:pt x="157561" y="193367"/>
                    <a:pt x="162234" y="176672"/>
                    <a:pt x="162127" y="159659"/>
                  </a:cubicBezTo>
                  <a:cubicBezTo>
                    <a:pt x="162236" y="153032"/>
                    <a:pt x="161661" y="146410"/>
                    <a:pt x="160412" y="139903"/>
                  </a:cubicBezTo>
                  <a:lnTo>
                    <a:pt x="200361" y="119899"/>
                  </a:lnTo>
                  <a:cubicBezTo>
                    <a:pt x="215659" y="130427"/>
                    <a:pt x="235798" y="130427"/>
                    <a:pt x="251095" y="119899"/>
                  </a:cubicBezTo>
                  <a:lnTo>
                    <a:pt x="291045" y="139903"/>
                  </a:lnTo>
                  <a:cubicBezTo>
                    <a:pt x="289689" y="146688"/>
                    <a:pt x="289073" y="153603"/>
                    <a:pt x="289207" y="160524"/>
                  </a:cubicBezTo>
                  <a:cubicBezTo>
                    <a:pt x="289082" y="177556"/>
                    <a:pt x="293803" y="194267"/>
                    <a:pt x="302809" y="208681"/>
                  </a:cubicBezTo>
                  <a:lnTo>
                    <a:pt x="278300" y="221029"/>
                  </a:lnTo>
                  <a:cubicBezTo>
                    <a:pt x="273889" y="194851"/>
                    <a:pt x="257345" y="184108"/>
                    <a:pt x="225728" y="184108"/>
                  </a:cubicBezTo>
                  <a:close/>
                  <a:moveTo>
                    <a:pt x="344107" y="210656"/>
                  </a:moveTo>
                  <a:cubicBezTo>
                    <a:pt x="324377" y="210656"/>
                    <a:pt x="311142" y="184355"/>
                    <a:pt x="311142" y="159906"/>
                  </a:cubicBezTo>
                  <a:cubicBezTo>
                    <a:pt x="311142" y="135457"/>
                    <a:pt x="315676" y="126814"/>
                    <a:pt x="344107" y="126814"/>
                  </a:cubicBezTo>
                  <a:cubicBezTo>
                    <a:pt x="372537" y="126814"/>
                    <a:pt x="376949" y="134593"/>
                    <a:pt x="376949" y="159906"/>
                  </a:cubicBezTo>
                  <a:cubicBezTo>
                    <a:pt x="376949" y="185220"/>
                    <a:pt x="363714" y="210656"/>
                    <a:pt x="344107" y="210656"/>
                  </a:cubicBezTo>
                  <a:close/>
                </a:path>
              </a:pathLst>
            </a:custGeom>
            <a:solidFill>
              <a:schemeClr val="accent5"/>
            </a:solidFill>
            <a:ln w="120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8" name="Revenue">
            <a:extLst>
              <a:ext uri="{FF2B5EF4-FFF2-40B4-BE49-F238E27FC236}">
                <a16:creationId xmlns:a16="http://schemas.microsoft.com/office/drawing/2014/main" id="{55A2EA66-F58A-4458-A3FC-CE43458B2E3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097339" y="12207817"/>
            <a:ext cx="2033047" cy="320040"/>
            <a:chOff x="19097339" y="12207817"/>
            <a:chExt cx="2033047" cy="320040"/>
          </a:xfrm>
        </p:grpSpPr>
        <p:sp>
          <p:nvSpPr>
            <p:cNvPr id="116" name="Revenue in Billions USD">
              <a:extLst>
                <a:ext uri="{FF2B5EF4-FFF2-40B4-BE49-F238E27FC236}">
                  <a16:creationId xmlns:a16="http://schemas.microsoft.com/office/drawing/2014/main" id="{E287B836-FF18-4A66-8DB5-69CBE7D07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6" hasCustomPrompt="1"/>
            </p:nvPr>
          </p:nvSpPr>
          <p:spPr>
            <a:xfrm>
              <a:off x="20387554" y="12207817"/>
              <a:ext cx="742832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$XXXB</a:t>
              </a:r>
            </a:p>
          </p:txBody>
        </p:sp>
        <p:sp>
          <p:nvSpPr>
            <p:cNvPr id="115" name="&quot;revenue&quot;">
              <a:extLst>
                <a:ext uri="{FF2B5EF4-FFF2-40B4-BE49-F238E27FC236}">
                  <a16:creationId xmlns:a16="http://schemas.microsoft.com/office/drawing/2014/main" id="{82196980-AC81-4C03-8A0D-FA86BD6119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549180" y="12207817"/>
              <a:ext cx="835368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6" name="Revenue Icon">
              <a:extLst>
                <a:ext uri="{FF2B5EF4-FFF2-40B4-BE49-F238E27FC236}">
                  <a16:creationId xmlns:a16="http://schemas.microsoft.com/office/drawing/2014/main" id="{F12DAC35-D828-41DB-84AE-796CC015A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097339" y="12209099"/>
              <a:ext cx="355806" cy="317476"/>
            </a:xfrm>
            <a:custGeom>
              <a:avLst/>
              <a:gdLst>
                <a:gd name="connsiteX0" fmla="*/ 355807 w 355806"/>
                <a:gd name="connsiteY0" fmla="*/ 292933 h 317476"/>
                <a:gd name="connsiteX1" fmla="*/ 355807 w 355806"/>
                <a:gd name="connsiteY1" fmla="*/ 317477 h 317476"/>
                <a:gd name="connsiteX2" fmla="*/ 0 w 355806"/>
                <a:gd name="connsiteY2" fmla="*/ 317477 h 317476"/>
                <a:gd name="connsiteX3" fmla="*/ 0 w 355806"/>
                <a:gd name="connsiteY3" fmla="*/ 0 h 317476"/>
                <a:gd name="connsiteX4" fmla="*/ 25190 w 355806"/>
                <a:gd name="connsiteY4" fmla="*/ 0 h 317476"/>
                <a:gd name="connsiteX5" fmla="*/ 25190 w 355806"/>
                <a:gd name="connsiteY5" fmla="*/ 292933 h 317476"/>
                <a:gd name="connsiteX6" fmla="*/ 146983 w 355806"/>
                <a:gd name="connsiteY6" fmla="*/ 157941 h 317476"/>
                <a:gd name="connsiteX7" fmla="*/ 177337 w 355806"/>
                <a:gd name="connsiteY7" fmla="*/ 187516 h 317476"/>
                <a:gd name="connsiteX8" fmla="*/ 228724 w 355806"/>
                <a:gd name="connsiteY8" fmla="*/ 137569 h 317476"/>
                <a:gd name="connsiteX9" fmla="*/ 260463 w 355806"/>
                <a:gd name="connsiteY9" fmla="*/ 168495 h 317476"/>
                <a:gd name="connsiteX10" fmla="*/ 328350 w 355806"/>
                <a:gd name="connsiteY10" fmla="*/ 102471 h 317476"/>
                <a:gd name="connsiteX11" fmla="*/ 354547 w 355806"/>
                <a:gd name="connsiteY11" fmla="*/ 127997 h 317476"/>
                <a:gd name="connsiteX12" fmla="*/ 354547 w 355806"/>
                <a:gd name="connsiteY12" fmla="*/ 60133 h 317476"/>
                <a:gd name="connsiteX13" fmla="*/ 284645 w 355806"/>
                <a:gd name="connsiteY13" fmla="*/ 60133 h 317476"/>
                <a:gd name="connsiteX14" fmla="*/ 309835 w 355806"/>
                <a:gd name="connsiteY14" fmla="*/ 85413 h 317476"/>
                <a:gd name="connsiteX15" fmla="*/ 259456 w 355806"/>
                <a:gd name="connsiteY15" fmla="*/ 134501 h 317476"/>
                <a:gd name="connsiteX16" fmla="*/ 228724 w 355806"/>
                <a:gd name="connsiteY16" fmla="*/ 103085 h 317476"/>
                <a:gd name="connsiteX17" fmla="*/ 177337 w 355806"/>
                <a:gd name="connsiteY17" fmla="*/ 153155 h 317476"/>
                <a:gd name="connsiteX18" fmla="*/ 146983 w 355806"/>
                <a:gd name="connsiteY18" fmla="*/ 123456 h 317476"/>
                <a:gd name="connsiteX19" fmla="*/ 54032 w 355806"/>
                <a:gd name="connsiteY19" fmla="*/ 214024 h 317476"/>
                <a:gd name="connsiteX20" fmla="*/ 71917 w 355806"/>
                <a:gd name="connsiteY20" fmla="*/ 231450 h 31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806" h="317476">
                  <a:moveTo>
                    <a:pt x="355807" y="292933"/>
                  </a:moveTo>
                  <a:lnTo>
                    <a:pt x="355807" y="317477"/>
                  </a:lnTo>
                  <a:lnTo>
                    <a:pt x="0" y="317477"/>
                  </a:lnTo>
                  <a:lnTo>
                    <a:pt x="0" y="0"/>
                  </a:lnTo>
                  <a:lnTo>
                    <a:pt x="25190" y="0"/>
                  </a:lnTo>
                  <a:lnTo>
                    <a:pt x="25190" y="292933"/>
                  </a:lnTo>
                  <a:close/>
                  <a:moveTo>
                    <a:pt x="146983" y="157941"/>
                  </a:moveTo>
                  <a:lnTo>
                    <a:pt x="177337" y="187516"/>
                  </a:lnTo>
                  <a:lnTo>
                    <a:pt x="228724" y="137569"/>
                  </a:lnTo>
                  <a:lnTo>
                    <a:pt x="260463" y="168495"/>
                  </a:lnTo>
                  <a:lnTo>
                    <a:pt x="328350" y="102471"/>
                  </a:lnTo>
                  <a:lnTo>
                    <a:pt x="354547" y="127997"/>
                  </a:lnTo>
                  <a:lnTo>
                    <a:pt x="354547" y="60133"/>
                  </a:lnTo>
                  <a:lnTo>
                    <a:pt x="284645" y="60133"/>
                  </a:lnTo>
                  <a:lnTo>
                    <a:pt x="309835" y="85413"/>
                  </a:lnTo>
                  <a:lnTo>
                    <a:pt x="259456" y="134501"/>
                  </a:lnTo>
                  <a:lnTo>
                    <a:pt x="228724" y="103085"/>
                  </a:lnTo>
                  <a:lnTo>
                    <a:pt x="177337" y="153155"/>
                  </a:lnTo>
                  <a:lnTo>
                    <a:pt x="146983" y="123456"/>
                  </a:lnTo>
                  <a:lnTo>
                    <a:pt x="54032" y="214024"/>
                  </a:lnTo>
                  <a:lnTo>
                    <a:pt x="71917" y="231450"/>
                  </a:lnTo>
                  <a:close/>
                </a:path>
              </a:pathLst>
            </a:custGeom>
            <a:solidFill>
              <a:schemeClr val="accent5"/>
            </a:solidFill>
            <a:ln w="12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" name="Headquarters">
            <a:extLst>
              <a:ext uri="{FF2B5EF4-FFF2-40B4-BE49-F238E27FC236}">
                <a16:creationId xmlns:a16="http://schemas.microsoft.com/office/drawing/2014/main" id="{C2C66D39-F49A-4075-8214-59047ED65B7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126034" y="12156253"/>
            <a:ext cx="2456159" cy="423169"/>
            <a:chOff x="16126034" y="12156253"/>
            <a:chExt cx="2456159" cy="423169"/>
          </a:xfrm>
        </p:grpSpPr>
        <p:sp>
          <p:nvSpPr>
            <p:cNvPr id="108" name="Headquarters Area">
              <a:extLst>
                <a:ext uri="{FF2B5EF4-FFF2-40B4-BE49-F238E27FC236}">
                  <a16:creationId xmlns:a16="http://schemas.microsoft.com/office/drawing/2014/main" id="{B2E667B4-6BA4-4DE5-BF10-BDF0495AE3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5" hasCustomPrompt="1"/>
            </p:nvPr>
          </p:nvSpPr>
          <p:spPr>
            <a:xfrm>
              <a:off x="17900868" y="12207817"/>
              <a:ext cx="681325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AREA</a:t>
              </a:r>
            </a:p>
          </p:txBody>
        </p:sp>
        <p:sp>
          <p:nvSpPr>
            <p:cNvPr id="82" name="&quot;headquarters&quot;">
              <a:extLst>
                <a:ext uri="{FF2B5EF4-FFF2-40B4-BE49-F238E27FC236}">
                  <a16:creationId xmlns:a16="http://schemas.microsoft.com/office/drawing/2014/main" id="{1EE71E7C-B26C-4AA0-B252-C5DE2999E7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598959" y="12207817"/>
              <a:ext cx="1298903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headquarters</a:t>
              </a:r>
            </a:p>
          </p:txBody>
        </p:sp>
        <p:sp>
          <p:nvSpPr>
            <p:cNvPr id="88" name="Headquarters Icon">
              <a:extLst>
                <a:ext uri="{FF2B5EF4-FFF2-40B4-BE49-F238E27FC236}">
                  <a16:creationId xmlns:a16="http://schemas.microsoft.com/office/drawing/2014/main" id="{17D3FF4D-D7D8-4DD6-9802-7EBF1D0263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126034" y="12156253"/>
              <a:ext cx="400035" cy="423169"/>
            </a:xfrm>
            <a:custGeom>
              <a:avLst/>
              <a:gdLst>
                <a:gd name="connsiteX0" fmla="*/ 357727 w 400035"/>
                <a:gd name="connsiteY0" fmla="*/ 91971 h 423169"/>
                <a:gd name="connsiteX1" fmla="*/ 228118 w 400035"/>
                <a:gd name="connsiteY1" fmla="*/ 20102 h 423169"/>
                <a:gd name="connsiteX2" fmla="*/ 190414 w 400035"/>
                <a:gd name="connsiteY2" fmla="*/ 1482 h 423169"/>
                <a:gd name="connsiteX3" fmla="*/ 171422 w 400035"/>
                <a:gd name="connsiteY3" fmla="*/ 38446 h 423169"/>
                <a:gd name="connsiteX4" fmla="*/ 209126 w 400035"/>
                <a:gd name="connsiteY4" fmla="*/ 57066 h 423169"/>
                <a:gd name="connsiteX5" fmla="*/ 226732 w 400035"/>
                <a:gd name="connsiteY5" fmla="*/ 41836 h 423169"/>
                <a:gd name="connsiteX6" fmla="*/ 340093 w 400035"/>
                <a:gd name="connsiteY6" fmla="*/ 105431 h 423169"/>
                <a:gd name="connsiteX7" fmla="*/ 376368 w 400035"/>
                <a:gd name="connsiteY7" fmla="*/ 227436 h 423169"/>
                <a:gd name="connsiteX8" fmla="*/ 300795 w 400035"/>
                <a:gd name="connsiteY8" fmla="*/ 347959 h 423169"/>
                <a:gd name="connsiteX9" fmla="*/ 313390 w 400035"/>
                <a:gd name="connsiteY9" fmla="*/ 365864 h 423169"/>
                <a:gd name="connsiteX10" fmla="*/ 398789 w 400035"/>
                <a:gd name="connsiteY10" fmla="*/ 230029 h 423169"/>
                <a:gd name="connsiteX11" fmla="*/ 357727 w 400035"/>
                <a:gd name="connsiteY11" fmla="*/ 91971 h 423169"/>
                <a:gd name="connsiteX12" fmla="*/ 200030 w 400035"/>
                <a:gd name="connsiteY12" fmla="*/ 37390 h 423169"/>
                <a:gd name="connsiteX13" fmla="*/ 191970 w 400035"/>
                <a:gd name="connsiteY13" fmla="*/ 29734 h 423169"/>
                <a:gd name="connsiteX14" fmla="*/ 199780 w 400035"/>
                <a:gd name="connsiteY14" fmla="*/ 21833 h 423169"/>
                <a:gd name="connsiteX15" fmla="*/ 207839 w 400035"/>
                <a:gd name="connsiteY15" fmla="*/ 29489 h 423169"/>
                <a:gd name="connsiteX16" fmla="*/ 207839 w 400035"/>
                <a:gd name="connsiteY16" fmla="*/ 29734 h 423169"/>
                <a:gd name="connsiteX17" fmla="*/ 200030 w 400035"/>
                <a:gd name="connsiteY17" fmla="*/ 37390 h 423169"/>
                <a:gd name="connsiteX18" fmla="*/ 84024 w 400035"/>
                <a:gd name="connsiteY18" fmla="*/ 157666 h 423169"/>
                <a:gd name="connsiteX19" fmla="*/ 101658 w 400035"/>
                <a:gd name="connsiteY19" fmla="*/ 130005 h 423169"/>
                <a:gd name="connsiteX20" fmla="*/ 149773 w 400035"/>
                <a:gd name="connsiteY20" fmla="*/ 146552 h 423169"/>
                <a:gd name="connsiteX21" fmla="*/ 144987 w 400035"/>
                <a:gd name="connsiteY21" fmla="*/ 197922 h 423169"/>
                <a:gd name="connsiteX22" fmla="*/ 86039 w 400035"/>
                <a:gd name="connsiteY22" fmla="*/ 197922 h 423169"/>
                <a:gd name="connsiteX23" fmla="*/ 47140 w 400035"/>
                <a:gd name="connsiteY23" fmla="*/ 181396 h 423169"/>
                <a:gd name="connsiteX24" fmla="*/ 30283 w 400035"/>
                <a:gd name="connsiteY24" fmla="*/ 219533 h 423169"/>
                <a:gd name="connsiteX25" fmla="*/ 69182 w 400035"/>
                <a:gd name="connsiteY25" fmla="*/ 236059 h 423169"/>
                <a:gd name="connsiteX26" fmla="*/ 86039 w 400035"/>
                <a:gd name="connsiteY26" fmla="*/ 219533 h 423169"/>
                <a:gd name="connsiteX27" fmla="*/ 144987 w 400035"/>
                <a:gd name="connsiteY27" fmla="*/ 219533 h 423169"/>
                <a:gd name="connsiteX28" fmla="*/ 151159 w 400035"/>
                <a:gd name="connsiteY28" fmla="*/ 276830 h 423169"/>
                <a:gd name="connsiteX29" fmla="*/ 103547 w 400035"/>
                <a:gd name="connsiteY29" fmla="*/ 292760 h 423169"/>
                <a:gd name="connsiteX30" fmla="*/ 84402 w 400035"/>
                <a:gd name="connsiteY30" fmla="*/ 265593 h 423169"/>
                <a:gd name="connsiteX31" fmla="*/ 64627 w 400035"/>
                <a:gd name="connsiteY31" fmla="*/ 275349 h 423169"/>
                <a:gd name="connsiteX32" fmla="*/ 136674 w 400035"/>
                <a:gd name="connsiteY32" fmla="*/ 342155 h 423169"/>
                <a:gd name="connsiteX33" fmla="*/ 199652 w 400035"/>
                <a:gd name="connsiteY33" fmla="*/ 355244 h 423169"/>
                <a:gd name="connsiteX34" fmla="*/ 201541 w 400035"/>
                <a:gd name="connsiteY34" fmla="*/ 355244 h 423169"/>
                <a:gd name="connsiteX35" fmla="*/ 336062 w 400035"/>
                <a:gd name="connsiteY35" fmla="*/ 275349 h 423169"/>
                <a:gd name="connsiteX36" fmla="*/ 316287 w 400035"/>
                <a:gd name="connsiteY36" fmla="*/ 265593 h 423169"/>
                <a:gd name="connsiteX37" fmla="*/ 297142 w 400035"/>
                <a:gd name="connsiteY37" fmla="*/ 292760 h 423169"/>
                <a:gd name="connsiteX38" fmla="*/ 249530 w 400035"/>
                <a:gd name="connsiteY38" fmla="*/ 276830 h 423169"/>
                <a:gd name="connsiteX39" fmla="*/ 255198 w 400035"/>
                <a:gd name="connsiteY39" fmla="*/ 219533 h 423169"/>
                <a:gd name="connsiteX40" fmla="*/ 314146 w 400035"/>
                <a:gd name="connsiteY40" fmla="*/ 219533 h 423169"/>
                <a:gd name="connsiteX41" fmla="*/ 353045 w 400035"/>
                <a:gd name="connsiteY41" fmla="*/ 236059 h 423169"/>
                <a:gd name="connsiteX42" fmla="*/ 369902 w 400035"/>
                <a:gd name="connsiteY42" fmla="*/ 197922 h 423169"/>
                <a:gd name="connsiteX43" fmla="*/ 331003 w 400035"/>
                <a:gd name="connsiteY43" fmla="*/ 181396 h 423169"/>
                <a:gd name="connsiteX44" fmla="*/ 314146 w 400035"/>
                <a:gd name="connsiteY44" fmla="*/ 197922 h 423169"/>
                <a:gd name="connsiteX45" fmla="*/ 254947 w 400035"/>
                <a:gd name="connsiteY45" fmla="*/ 197922 h 423169"/>
                <a:gd name="connsiteX46" fmla="*/ 250286 w 400035"/>
                <a:gd name="connsiteY46" fmla="*/ 146552 h 423169"/>
                <a:gd name="connsiteX47" fmla="*/ 298275 w 400035"/>
                <a:gd name="connsiteY47" fmla="*/ 130005 h 423169"/>
                <a:gd name="connsiteX48" fmla="*/ 315909 w 400035"/>
                <a:gd name="connsiteY48" fmla="*/ 157666 h 423169"/>
                <a:gd name="connsiteX49" fmla="*/ 335936 w 400035"/>
                <a:gd name="connsiteY49" fmla="*/ 148528 h 423169"/>
                <a:gd name="connsiteX50" fmla="*/ 264519 w 400035"/>
                <a:gd name="connsiteY50" fmla="*/ 76535 h 423169"/>
                <a:gd name="connsiteX51" fmla="*/ 201541 w 400035"/>
                <a:gd name="connsiteY51" fmla="*/ 62087 h 423169"/>
                <a:gd name="connsiteX52" fmla="*/ 199400 w 400035"/>
                <a:gd name="connsiteY52" fmla="*/ 62087 h 423169"/>
                <a:gd name="connsiteX53" fmla="*/ 150655 w 400035"/>
                <a:gd name="connsiteY53" fmla="*/ 70484 h 423169"/>
                <a:gd name="connsiteX54" fmla="*/ 63997 w 400035"/>
                <a:gd name="connsiteY54" fmla="*/ 148528 h 423169"/>
                <a:gd name="connsiteX55" fmla="*/ 58833 w 400035"/>
                <a:gd name="connsiteY55" fmla="*/ 216445 h 423169"/>
                <a:gd name="connsiteX56" fmla="*/ 50773 w 400035"/>
                <a:gd name="connsiteY56" fmla="*/ 208789 h 423169"/>
                <a:gd name="connsiteX57" fmla="*/ 58583 w 400035"/>
                <a:gd name="connsiteY57" fmla="*/ 200888 h 423169"/>
                <a:gd name="connsiteX58" fmla="*/ 66642 w 400035"/>
                <a:gd name="connsiteY58" fmla="*/ 208544 h 423169"/>
                <a:gd name="connsiteX59" fmla="*/ 66642 w 400035"/>
                <a:gd name="connsiteY59" fmla="*/ 208789 h 423169"/>
                <a:gd name="connsiteX60" fmla="*/ 58591 w 400035"/>
                <a:gd name="connsiteY60" fmla="*/ 216453 h 423169"/>
                <a:gd name="connsiteX61" fmla="*/ 58329 w 400035"/>
                <a:gd name="connsiteY61" fmla="*/ 216445 h 423169"/>
                <a:gd name="connsiteX62" fmla="*/ 342234 w 400035"/>
                <a:gd name="connsiteY62" fmla="*/ 201010 h 423169"/>
                <a:gd name="connsiteX63" fmla="*/ 350169 w 400035"/>
                <a:gd name="connsiteY63" fmla="*/ 208789 h 423169"/>
                <a:gd name="connsiteX64" fmla="*/ 342234 w 400035"/>
                <a:gd name="connsiteY64" fmla="*/ 216569 h 423169"/>
                <a:gd name="connsiteX65" fmla="*/ 334299 w 400035"/>
                <a:gd name="connsiteY65" fmla="*/ 208789 h 423169"/>
                <a:gd name="connsiteX66" fmla="*/ 341730 w 400035"/>
                <a:gd name="connsiteY66" fmla="*/ 201010 h 423169"/>
                <a:gd name="connsiteX67" fmla="*/ 145113 w 400035"/>
                <a:gd name="connsiteY67" fmla="*/ 322397 h 423169"/>
                <a:gd name="connsiteX68" fmla="*/ 120929 w 400035"/>
                <a:gd name="connsiteY68" fmla="*/ 309060 h 423169"/>
                <a:gd name="connsiteX69" fmla="*/ 155441 w 400035"/>
                <a:gd name="connsiteY69" fmla="*/ 298564 h 423169"/>
                <a:gd name="connsiteX70" fmla="*/ 168037 w 400035"/>
                <a:gd name="connsiteY70" fmla="*/ 330423 h 423169"/>
                <a:gd name="connsiteX71" fmla="*/ 145113 w 400035"/>
                <a:gd name="connsiteY71" fmla="*/ 322397 h 423169"/>
                <a:gd name="connsiteX72" fmla="*/ 200659 w 400035"/>
                <a:gd name="connsiteY72" fmla="*/ 333634 h 423169"/>
                <a:gd name="connsiteX73" fmla="*/ 199400 w 400035"/>
                <a:gd name="connsiteY73" fmla="*/ 333634 h 423169"/>
                <a:gd name="connsiteX74" fmla="*/ 177232 w 400035"/>
                <a:gd name="connsiteY74" fmla="*/ 294736 h 423169"/>
                <a:gd name="connsiteX75" fmla="*/ 200030 w 400035"/>
                <a:gd name="connsiteY75" fmla="*/ 293624 h 423169"/>
                <a:gd name="connsiteX76" fmla="*/ 222702 w 400035"/>
                <a:gd name="connsiteY76" fmla="*/ 294736 h 423169"/>
                <a:gd name="connsiteX77" fmla="*/ 200659 w 400035"/>
                <a:gd name="connsiteY77" fmla="*/ 333758 h 423169"/>
                <a:gd name="connsiteX78" fmla="*/ 200659 w 400035"/>
                <a:gd name="connsiteY78" fmla="*/ 271891 h 423169"/>
                <a:gd name="connsiteX79" fmla="*/ 172949 w 400035"/>
                <a:gd name="connsiteY79" fmla="*/ 273373 h 423169"/>
                <a:gd name="connsiteX80" fmla="*/ 167785 w 400035"/>
                <a:gd name="connsiteY80" fmla="*/ 219409 h 423169"/>
                <a:gd name="connsiteX81" fmla="*/ 233534 w 400035"/>
                <a:gd name="connsiteY81" fmla="*/ 219409 h 423169"/>
                <a:gd name="connsiteX82" fmla="*/ 228244 w 400035"/>
                <a:gd name="connsiteY82" fmla="*/ 273373 h 423169"/>
                <a:gd name="connsiteX83" fmla="*/ 200030 w 400035"/>
                <a:gd name="connsiteY83" fmla="*/ 272014 h 423169"/>
                <a:gd name="connsiteX84" fmla="*/ 279004 w 400035"/>
                <a:gd name="connsiteY84" fmla="*/ 309060 h 423169"/>
                <a:gd name="connsiteX85" fmla="*/ 232400 w 400035"/>
                <a:gd name="connsiteY85" fmla="*/ 330423 h 423169"/>
                <a:gd name="connsiteX86" fmla="*/ 244996 w 400035"/>
                <a:gd name="connsiteY86" fmla="*/ 298564 h 423169"/>
                <a:gd name="connsiteX87" fmla="*/ 279004 w 400035"/>
                <a:gd name="connsiteY87" fmla="*/ 309060 h 423169"/>
                <a:gd name="connsiteX88" fmla="*/ 254443 w 400035"/>
                <a:gd name="connsiteY88" fmla="*/ 95923 h 423169"/>
                <a:gd name="connsiteX89" fmla="*/ 282153 w 400035"/>
                <a:gd name="connsiteY89" fmla="*/ 113828 h 423169"/>
                <a:gd name="connsiteX90" fmla="*/ 246004 w 400035"/>
                <a:gd name="connsiteY90" fmla="*/ 125312 h 423169"/>
                <a:gd name="connsiteX91" fmla="*/ 232526 w 400035"/>
                <a:gd name="connsiteY91" fmla="*/ 88266 h 423169"/>
                <a:gd name="connsiteX92" fmla="*/ 254443 w 400035"/>
                <a:gd name="connsiteY92" fmla="*/ 95923 h 423169"/>
                <a:gd name="connsiteX93" fmla="*/ 199400 w 400035"/>
                <a:gd name="connsiteY93" fmla="*/ 83574 h 423169"/>
                <a:gd name="connsiteX94" fmla="*/ 200533 w 400035"/>
                <a:gd name="connsiteY94" fmla="*/ 83574 h 423169"/>
                <a:gd name="connsiteX95" fmla="*/ 224339 w 400035"/>
                <a:gd name="connsiteY95" fmla="*/ 128400 h 423169"/>
                <a:gd name="connsiteX96" fmla="*/ 200030 w 400035"/>
                <a:gd name="connsiteY96" fmla="*/ 129758 h 423169"/>
                <a:gd name="connsiteX97" fmla="*/ 175594 w 400035"/>
                <a:gd name="connsiteY97" fmla="*/ 128400 h 423169"/>
                <a:gd name="connsiteX98" fmla="*/ 199400 w 400035"/>
                <a:gd name="connsiteY98" fmla="*/ 83821 h 423169"/>
                <a:gd name="connsiteX99" fmla="*/ 200030 w 400035"/>
                <a:gd name="connsiteY99" fmla="*/ 151368 h 423169"/>
                <a:gd name="connsiteX100" fmla="*/ 228622 w 400035"/>
                <a:gd name="connsiteY100" fmla="*/ 149763 h 423169"/>
                <a:gd name="connsiteX101" fmla="*/ 232904 w 400035"/>
                <a:gd name="connsiteY101" fmla="*/ 197922 h 423169"/>
                <a:gd name="connsiteX102" fmla="*/ 167155 w 400035"/>
                <a:gd name="connsiteY102" fmla="*/ 197922 h 423169"/>
                <a:gd name="connsiteX103" fmla="*/ 171312 w 400035"/>
                <a:gd name="connsiteY103" fmla="*/ 150010 h 423169"/>
                <a:gd name="connsiteX104" fmla="*/ 200030 w 400035"/>
                <a:gd name="connsiteY104" fmla="*/ 151615 h 423169"/>
                <a:gd name="connsiteX105" fmla="*/ 157582 w 400035"/>
                <a:gd name="connsiteY105" fmla="*/ 90983 h 423169"/>
                <a:gd name="connsiteX106" fmla="*/ 167281 w 400035"/>
                <a:gd name="connsiteY106" fmla="*/ 88020 h 423169"/>
                <a:gd name="connsiteX107" fmla="*/ 153930 w 400035"/>
                <a:gd name="connsiteY107" fmla="*/ 125065 h 423169"/>
                <a:gd name="connsiteX108" fmla="*/ 117780 w 400035"/>
                <a:gd name="connsiteY108" fmla="*/ 113581 h 423169"/>
                <a:gd name="connsiteX109" fmla="*/ 157582 w 400035"/>
                <a:gd name="connsiteY109" fmla="*/ 90983 h 423169"/>
                <a:gd name="connsiteX110" fmla="*/ 200030 w 400035"/>
                <a:gd name="connsiteY110" fmla="*/ 364629 h 423169"/>
                <a:gd name="connsiteX111" fmla="*/ 172823 w 400035"/>
                <a:gd name="connsiteY111" fmla="*/ 381794 h 423169"/>
                <a:gd name="connsiteX112" fmla="*/ 60596 w 400035"/>
                <a:gd name="connsiteY112" fmla="*/ 318198 h 423169"/>
                <a:gd name="connsiteX113" fmla="*/ 22809 w 400035"/>
                <a:gd name="connsiteY113" fmla="*/ 192366 h 423169"/>
                <a:gd name="connsiteX114" fmla="*/ 98383 w 400035"/>
                <a:gd name="connsiteY114" fmla="*/ 68879 h 423169"/>
                <a:gd name="connsiteX115" fmla="*/ 85787 w 400035"/>
                <a:gd name="connsiteY115" fmla="*/ 50974 h 423169"/>
                <a:gd name="connsiteX116" fmla="*/ 1271 w 400035"/>
                <a:gd name="connsiteY116" fmla="*/ 190019 h 423169"/>
                <a:gd name="connsiteX117" fmla="*/ 43340 w 400035"/>
                <a:gd name="connsiteY117" fmla="*/ 331658 h 423169"/>
                <a:gd name="connsiteX118" fmla="*/ 171815 w 400035"/>
                <a:gd name="connsiteY118" fmla="*/ 403404 h 423169"/>
                <a:gd name="connsiteX119" fmla="*/ 209746 w 400035"/>
                <a:gd name="connsiteY119" fmla="*/ 421574 h 423169"/>
                <a:gd name="connsiteX120" fmla="*/ 228280 w 400035"/>
                <a:gd name="connsiteY120" fmla="*/ 384387 h 423169"/>
                <a:gd name="connsiteX121" fmla="*/ 200030 w 400035"/>
                <a:gd name="connsiteY121" fmla="*/ 364629 h 423169"/>
                <a:gd name="connsiteX122" fmla="*/ 200030 w 400035"/>
                <a:gd name="connsiteY122" fmla="*/ 401675 h 423169"/>
                <a:gd name="connsiteX123" fmla="*/ 191970 w 400035"/>
                <a:gd name="connsiteY123" fmla="*/ 394019 h 423169"/>
                <a:gd name="connsiteX124" fmla="*/ 199780 w 400035"/>
                <a:gd name="connsiteY124" fmla="*/ 386118 h 423169"/>
                <a:gd name="connsiteX125" fmla="*/ 207839 w 400035"/>
                <a:gd name="connsiteY125" fmla="*/ 393774 h 423169"/>
                <a:gd name="connsiteX126" fmla="*/ 207839 w 400035"/>
                <a:gd name="connsiteY126" fmla="*/ 394019 h 423169"/>
                <a:gd name="connsiteX127" fmla="*/ 200030 w 400035"/>
                <a:gd name="connsiteY127" fmla="*/ 401675 h 42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00035" h="423169">
                  <a:moveTo>
                    <a:pt x="357727" y="91971"/>
                  </a:moveTo>
                  <a:cubicBezTo>
                    <a:pt x="325408" y="52739"/>
                    <a:pt x="279066" y="27043"/>
                    <a:pt x="228118" y="20102"/>
                  </a:cubicBezTo>
                  <a:cubicBezTo>
                    <a:pt x="222951" y="4753"/>
                    <a:pt x="206070" y="-3583"/>
                    <a:pt x="190414" y="1482"/>
                  </a:cubicBezTo>
                  <a:cubicBezTo>
                    <a:pt x="174758" y="6548"/>
                    <a:pt x="166255" y="23097"/>
                    <a:pt x="171422" y="38446"/>
                  </a:cubicBezTo>
                  <a:cubicBezTo>
                    <a:pt x="176590" y="53795"/>
                    <a:pt x="193470" y="62132"/>
                    <a:pt x="209126" y="57066"/>
                  </a:cubicBezTo>
                  <a:cubicBezTo>
                    <a:pt x="216870" y="54560"/>
                    <a:pt x="223232" y="49057"/>
                    <a:pt x="226732" y="41836"/>
                  </a:cubicBezTo>
                  <a:cubicBezTo>
                    <a:pt x="271329" y="48313"/>
                    <a:pt x="311801" y="71019"/>
                    <a:pt x="340093" y="105431"/>
                  </a:cubicBezTo>
                  <a:cubicBezTo>
                    <a:pt x="368445" y="139653"/>
                    <a:pt x="381523" y="183638"/>
                    <a:pt x="376368" y="227436"/>
                  </a:cubicBezTo>
                  <a:cubicBezTo>
                    <a:pt x="370409" y="276526"/>
                    <a:pt x="342783" y="320583"/>
                    <a:pt x="300795" y="347959"/>
                  </a:cubicBezTo>
                  <a:lnTo>
                    <a:pt x="313390" y="365864"/>
                  </a:lnTo>
                  <a:cubicBezTo>
                    <a:pt x="360805" y="335062"/>
                    <a:pt x="392028" y="285398"/>
                    <a:pt x="398789" y="230029"/>
                  </a:cubicBezTo>
                  <a:cubicBezTo>
                    <a:pt x="404625" y="180466"/>
                    <a:pt x="389820" y="130691"/>
                    <a:pt x="357727" y="91971"/>
                  </a:cubicBezTo>
                  <a:close/>
                  <a:moveTo>
                    <a:pt x="200030" y="37390"/>
                  </a:moveTo>
                  <a:cubicBezTo>
                    <a:pt x="195648" y="37458"/>
                    <a:pt x="192039" y="34030"/>
                    <a:pt x="191970" y="29734"/>
                  </a:cubicBezTo>
                  <a:cubicBezTo>
                    <a:pt x="191901" y="25438"/>
                    <a:pt x="195398" y="21900"/>
                    <a:pt x="199780" y="21833"/>
                  </a:cubicBezTo>
                  <a:cubicBezTo>
                    <a:pt x="204162" y="21765"/>
                    <a:pt x="207770" y="25193"/>
                    <a:pt x="207839" y="29489"/>
                  </a:cubicBezTo>
                  <a:cubicBezTo>
                    <a:pt x="207840" y="29571"/>
                    <a:pt x="207840" y="29652"/>
                    <a:pt x="207839" y="29734"/>
                  </a:cubicBezTo>
                  <a:cubicBezTo>
                    <a:pt x="207771" y="33935"/>
                    <a:pt x="204314" y="37324"/>
                    <a:pt x="200030" y="37390"/>
                  </a:cubicBezTo>
                  <a:close/>
                  <a:moveTo>
                    <a:pt x="84024" y="157666"/>
                  </a:moveTo>
                  <a:cubicBezTo>
                    <a:pt x="88713" y="147766"/>
                    <a:pt x="94636" y="138475"/>
                    <a:pt x="101658" y="130005"/>
                  </a:cubicBezTo>
                  <a:cubicBezTo>
                    <a:pt x="116760" y="137853"/>
                    <a:pt x="132979" y="143431"/>
                    <a:pt x="149773" y="146552"/>
                  </a:cubicBezTo>
                  <a:cubicBezTo>
                    <a:pt x="147055" y="163557"/>
                    <a:pt x="145456" y="180716"/>
                    <a:pt x="144987" y="197922"/>
                  </a:cubicBezTo>
                  <a:lnTo>
                    <a:pt x="86039" y="197922"/>
                  </a:lnTo>
                  <a:cubicBezTo>
                    <a:pt x="79952" y="182828"/>
                    <a:pt x="62537" y="175429"/>
                    <a:pt x="47140" y="181396"/>
                  </a:cubicBezTo>
                  <a:cubicBezTo>
                    <a:pt x="31743" y="187364"/>
                    <a:pt x="24196" y="204438"/>
                    <a:pt x="30283" y="219533"/>
                  </a:cubicBezTo>
                  <a:cubicBezTo>
                    <a:pt x="36370" y="234627"/>
                    <a:pt x="53786" y="242027"/>
                    <a:pt x="69182" y="236059"/>
                  </a:cubicBezTo>
                  <a:cubicBezTo>
                    <a:pt x="76890" y="233072"/>
                    <a:pt x="82992" y="227089"/>
                    <a:pt x="86039" y="219533"/>
                  </a:cubicBezTo>
                  <a:lnTo>
                    <a:pt x="144987" y="219533"/>
                  </a:lnTo>
                  <a:cubicBezTo>
                    <a:pt x="145639" y="238752"/>
                    <a:pt x="147701" y="257901"/>
                    <a:pt x="151159" y="276830"/>
                  </a:cubicBezTo>
                  <a:cubicBezTo>
                    <a:pt x="134604" y="279923"/>
                    <a:pt x="118576" y="285285"/>
                    <a:pt x="103547" y="292760"/>
                  </a:cubicBezTo>
                  <a:cubicBezTo>
                    <a:pt x="95862" y="284657"/>
                    <a:pt x="89414" y="275507"/>
                    <a:pt x="84402" y="265593"/>
                  </a:cubicBezTo>
                  <a:lnTo>
                    <a:pt x="64627" y="275349"/>
                  </a:lnTo>
                  <a:cubicBezTo>
                    <a:pt x="80100" y="305071"/>
                    <a:pt x="105542" y="328663"/>
                    <a:pt x="136674" y="342155"/>
                  </a:cubicBezTo>
                  <a:cubicBezTo>
                    <a:pt x="156504" y="350779"/>
                    <a:pt x="177957" y="355238"/>
                    <a:pt x="199652" y="355244"/>
                  </a:cubicBezTo>
                  <a:lnTo>
                    <a:pt x="201541" y="355244"/>
                  </a:lnTo>
                  <a:cubicBezTo>
                    <a:pt x="258097" y="355384"/>
                    <a:pt x="310000" y="324557"/>
                    <a:pt x="336062" y="275349"/>
                  </a:cubicBezTo>
                  <a:lnTo>
                    <a:pt x="316287" y="265593"/>
                  </a:lnTo>
                  <a:cubicBezTo>
                    <a:pt x="311294" y="275517"/>
                    <a:pt x="304843" y="284670"/>
                    <a:pt x="297142" y="292760"/>
                  </a:cubicBezTo>
                  <a:cubicBezTo>
                    <a:pt x="282113" y="285285"/>
                    <a:pt x="266085" y="279923"/>
                    <a:pt x="249530" y="276830"/>
                  </a:cubicBezTo>
                  <a:cubicBezTo>
                    <a:pt x="252881" y="257897"/>
                    <a:pt x="254776" y="238744"/>
                    <a:pt x="255198" y="219533"/>
                  </a:cubicBezTo>
                  <a:lnTo>
                    <a:pt x="314146" y="219533"/>
                  </a:lnTo>
                  <a:cubicBezTo>
                    <a:pt x="320233" y="234627"/>
                    <a:pt x="337649" y="242027"/>
                    <a:pt x="353045" y="236059"/>
                  </a:cubicBezTo>
                  <a:cubicBezTo>
                    <a:pt x="368442" y="230092"/>
                    <a:pt x="375989" y="213017"/>
                    <a:pt x="369902" y="197922"/>
                  </a:cubicBezTo>
                  <a:cubicBezTo>
                    <a:pt x="363815" y="182828"/>
                    <a:pt x="346400" y="175429"/>
                    <a:pt x="331003" y="181396"/>
                  </a:cubicBezTo>
                  <a:cubicBezTo>
                    <a:pt x="323295" y="184383"/>
                    <a:pt x="317193" y="190366"/>
                    <a:pt x="314146" y="197922"/>
                  </a:cubicBezTo>
                  <a:lnTo>
                    <a:pt x="254947" y="197922"/>
                  </a:lnTo>
                  <a:cubicBezTo>
                    <a:pt x="254518" y="180719"/>
                    <a:pt x="252962" y="163560"/>
                    <a:pt x="250286" y="146552"/>
                  </a:cubicBezTo>
                  <a:cubicBezTo>
                    <a:pt x="267024" y="143375"/>
                    <a:pt x="283194" y="137800"/>
                    <a:pt x="298275" y="130005"/>
                  </a:cubicBezTo>
                  <a:cubicBezTo>
                    <a:pt x="305357" y="138433"/>
                    <a:pt x="311285" y="147732"/>
                    <a:pt x="315909" y="157666"/>
                  </a:cubicBezTo>
                  <a:lnTo>
                    <a:pt x="335936" y="148528"/>
                  </a:lnTo>
                  <a:cubicBezTo>
                    <a:pt x="321403" y="117112"/>
                    <a:pt x="296146" y="91652"/>
                    <a:pt x="264519" y="76535"/>
                  </a:cubicBezTo>
                  <a:cubicBezTo>
                    <a:pt x="244892" y="67163"/>
                    <a:pt x="223372" y="62226"/>
                    <a:pt x="201541" y="62087"/>
                  </a:cubicBezTo>
                  <a:lnTo>
                    <a:pt x="199400" y="62087"/>
                  </a:lnTo>
                  <a:cubicBezTo>
                    <a:pt x="182786" y="62189"/>
                    <a:pt x="166308" y="65027"/>
                    <a:pt x="150655" y="70484"/>
                  </a:cubicBezTo>
                  <a:cubicBezTo>
                    <a:pt x="112202" y="83955"/>
                    <a:pt x="80944" y="112105"/>
                    <a:pt x="63997" y="148528"/>
                  </a:cubicBezTo>
                  <a:close/>
                  <a:moveTo>
                    <a:pt x="58833" y="216445"/>
                  </a:moveTo>
                  <a:cubicBezTo>
                    <a:pt x="54451" y="216513"/>
                    <a:pt x="50842" y="213085"/>
                    <a:pt x="50773" y="208789"/>
                  </a:cubicBezTo>
                  <a:cubicBezTo>
                    <a:pt x="50704" y="204493"/>
                    <a:pt x="54201" y="200956"/>
                    <a:pt x="58583" y="200888"/>
                  </a:cubicBezTo>
                  <a:cubicBezTo>
                    <a:pt x="62965" y="200820"/>
                    <a:pt x="66573" y="204248"/>
                    <a:pt x="66642" y="208544"/>
                  </a:cubicBezTo>
                  <a:cubicBezTo>
                    <a:pt x="66643" y="208626"/>
                    <a:pt x="66643" y="208708"/>
                    <a:pt x="66642" y="208789"/>
                  </a:cubicBezTo>
                  <a:cubicBezTo>
                    <a:pt x="66577" y="213085"/>
                    <a:pt x="62973" y="216517"/>
                    <a:pt x="58591" y="216453"/>
                  </a:cubicBezTo>
                  <a:cubicBezTo>
                    <a:pt x="58503" y="216452"/>
                    <a:pt x="58416" y="216450"/>
                    <a:pt x="58329" y="216445"/>
                  </a:cubicBezTo>
                  <a:close/>
                  <a:moveTo>
                    <a:pt x="342234" y="201010"/>
                  </a:moveTo>
                  <a:cubicBezTo>
                    <a:pt x="346617" y="201010"/>
                    <a:pt x="350169" y="204493"/>
                    <a:pt x="350169" y="208789"/>
                  </a:cubicBezTo>
                  <a:cubicBezTo>
                    <a:pt x="350169" y="213086"/>
                    <a:pt x="346617" y="216569"/>
                    <a:pt x="342234" y="216569"/>
                  </a:cubicBezTo>
                  <a:cubicBezTo>
                    <a:pt x="337852" y="216569"/>
                    <a:pt x="334299" y="213086"/>
                    <a:pt x="334299" y="208789"/>
                  </a:cubicBezTo>
                  <a:cubicBezTo>
                    <a:pt x="334291" y="204678"/>
                    <a:pt x="337546" y="201271"/>
                    <a:pt x="341730" y="201010"/>
                  </a:cubicBezTo>
                  <a:close/>
                  <a:moveTo>
                    <a:pt x="145113" y="322397"/>
                  </a:moveTo>
                  <a:cubicBezTo>
                    <a:pt x="136584" y="318820"/>
                    <a:pt x="128476" y="314349"/>
                    <a:pt x="120929" y="309060"/>
                  </a:cubicBezTo>
                  <a:cubicBezTo>
                    <a:pt x="132008" y="304337"/>
                    <a:pt x="143581" y="300817"/>
                    <a:pt x="155441" y="298564"/>
                  </a:cubicBezTo>
                  <a:cubicBezTo>
                    <a:pt x="158396" y="309617"/>
                    <a:pt x="162621" y="320305"/>
                    <a:pt x="168037" y="330423"/>
                  </a:cubicBezTo>
                  <a:cubicBezTo>
                    <a:pt x="160170" y="328412"/>
                    <a:pt x="152499" y="325727"/>
                    <a:pt x="145113" y="322397"/>
                  </a:cubicBezTo>
                  <a:close/>
                  <a:moveTo>
                    <a:pt x="200659" y="333634"/>
                  </a:moveTo>
                  <a:lnTo>
                    <a:pt x="199400" y="333634"/>
                  </a:lnTo>
                  <a:cubicBezTo>
                    <a:pt x="193228" y="332770"/>
                    <a:pt x="184159" y="319433"/>
                    <a:pt x="177232" y="294736"/>
                  </a:cubicBezTo>
                  <a:cubicBezTo>
                    <a:pt x="184663" y="294118"/>
                    <a:pt x="192220" y="293624"/>
                    <a:pt x="200030" y="293624"/>
                  </a:cubicBezTo>
                  <a:cubicBezTo>
                    <a:pt x="207839" y="293624"/>
                    <a:pt x="215270" y="293624"/>
                    <a:pt x="222702" y="294736"/>
                  </a:cubicBezTo>
                  <a:cubicBezTo>
                    <a:pt x="215774" y="319433"/>
                    <a:pt x="206831" y="332770"/>
                    <a:pt x="200659" y="333758"/>
                  </a:cubicBezTo>
                  <a:close/>
                  <a:moveTo>
                    <a:pt x="200659" y="271891"/>
                  </a:moveTo>
                  <a:cubicBezTo>
                    <a:pt x="191213" y="271891"/>
                    <a:pt x="182018" y="272508"/>
                    <a:pt x="172949" y="273373"/>
                  </a:cubicBezTo>
                  <a:cubicBezTo>
                    <a:pt x="169840" y="255539"/>
                    <a:pt x="168113" y="237499"/>
                    <a:pt x="167785" y="219409"/>
                  </a:cubicBezTo>
                  <a:lnTo>
                    <a:pt x="233534" y="219409"/>
                  </a:lnTo>
                  <a:cubicBezTo>
                    <a:pt x="233167" y="237502"/>
                    <a:pt x="231399" y="255542"/>
                    <a:pt x="228244" y="273373"/>
                  </a:cubicBezTo>
                  <a:cubicBezTo>
                    <a:pt x="218671" y="272632"/>
                    <a:pt x="209350" y="272014"/>
                    <a:pt x="200030" y="272014"/>
                  </a:cubicBezTo>
                  <a:close/>
                  <a:moveTo>
                    <a:pt x="279004" y="309060"/>
                  </a:moveTo>
                  <a:cubicBezTo>
                    <a:pt x="265051" y="319112"/>
                    <a:pt x="249215" y="326371"/>
                    <a:pt x="232400" y="330423"/>
                  </a:cubicBezTo>
                  <a:cubicBezTo>
                    <a:pt x="237816" y="320305"/>
                    <a:pt x="242041" y="309617"/>
                    <a:pt x="244996" y="298564"/>
                  </a:cubicBezTo>
                  <a:cubicBezTo>
                    <a:pt x="256684" y="300852"/>
                    <a:pt x="268087" y="304371"/>
                    <a:pt x="279004" y="309060"/>
                  </a:cubicBezTo>
                  <a:close/>
                  <a:moveTo>
                    <a:pt x="254443" y="95923"/>
                  </a:moveTo>
                  <a:cubicBezTo>
                    <a:pt x="264455" y="100649"/>
                    <a:pt x="273775" y="106671"/>
                    <a:pt x="282153" y="113828"/>
                  </a:cubicBezTo>
                  <a:cubicBezTo>
                    <a:pt x="270596" y="119012"/>
                    <a:pt x="258466" y="122866"/>
                    <a:pt x="246004" y="125312"/>
                  </a:cubicBezTo>
                  <a:cubicBezTo>
                    <a:pt x="243064" y="112473"/>
                    <a:pt x="238538" y="100032"/>
                    <a:pt x="232526" y="88266"/>
                  </a:cubicBezTo>
                  <a:cubicBezTo>
                    <a:pt x="240061" y="90137"/>
                    <a:pt x="247399" y="92700"/>
                    <a:pt x="254443" y="95923"/>
                  </a:cubicBezTo>
                  <a:close/>
                  <a:moveTo>
                    <a:pt x="199400" y="83574"/>
                  </a:moveTo>
                  <a:lnTo>
                    <a:pt x="200533" y="83574"/>
                  </a:lnTo>
                  <a:cubicBezTo>
                    <a:pt x="207209" y="84315"/>
                    <a:pt x="217160" y="99751"/>
                    <a:pt x="224339" y="128400"/>
                  </a:cubicBezTo>
                  <a:cubicBezTo>
                    <a:pt x="216268" y="129290"/>
                    <a:pt x="208152" y="129743"/>
                    <a:pt x="200030" y="129758"/>
                  </a:cubicBezTo>
                  <a:cubicBezTo>
                    <a:pt x="191865" y="129743"/>
                    <a:pt x="183708" y="129290"/>
                    <a:pt x="175594" y="128400"/>
                  </a:cubicBezTo>
                  <a:cubicBezTo>
                    <a:pt x="182774" y="99998"/>
                    <a:pt x="192724" y="84562"/>
                    <a:pt x="199400" y="83821"/>
                  </a:cubicBezTo>
                  <a:close/>
                  <a:moveTo>
                    <a:pt x="200030" y="151368"/>
                  </a:moveTo>
                  <a:cubicBezTo>
                    <a:pt x="209583" y="151336"/>
                    <a:pt x="219127" y="150800"/>
                    <a:pt x="228622" y="149763"/>
                  </a:cubicBezTo>
                  <a:cubicBezTo>
                    <a:pt x="231117" y="165707"/>
                    <a:pt x="232548" y="181795"/>
                    <a:pt x="232904" y="197922"/>
                  </a:cubicBezTo>
                  <a:lnTo>
                    <a:pt x="167155" y="197922"/>
                  </a:lnTo>
                  <a:cubicBezTo>
                    <a:pt x="167422" y="181877"/>
                    <a:pt x="168810" y="165869"/>
                    <a:pt x="171312" y="150010"/>
                  </a:cubicBezTo>
                  <a:cubicBezTo>
                    <a:pt x="180848" y="151051"/>
                    <a:pt x="190434" y="151587"/>
                    <a:pt x="200030" y="151615"/>
                  </a:cubicBezTo>
                  <a:close/>
                  <a:moveTo>
                    <a:pt x="157582" y="90983"/>
                  </a:moveTo>
                  <a:cubicBezTo>
                    <a:pt x="160731" y="89872"/>
                    <a:pt x="164006" y="88884"/>
                    <a:pt x="167281" y="88020"/>
                  </a:cubicBezTo>
                  <a:cubicBezTo>
                    <a:pt x="161368" y="99814"/>
                    <a:pt x="156887" y="112248"/>
                    <a:pt x="153930" y="125065"/>
                  </a:cubicBezTo>
                  <a:cubicBezTo>
                    <a:pt x="141458" y="122657"/>
                    <a:pt x="129323" y="118802"/>
                    <a:pt x="117780" y="113581"/>
                  </a:cubicBezTo>
                  <a:cubicBezTo>
                    <a:pt x="129558" y="103769"/>
                    <a:pt x="143040" y="96115"/>
                    <a:pt x="157582" y="90983"/>
                  </a:cubicBezTo>
                  <a:close/>
                  <a:moveTo>
                    <a:pt x="200030" y="364629"/>
                  </a:moveTo>
                  <a:cubicBezTo>
                    <a:pt x="188320" y="364650"/>
                    <a:pt x="177694" y="371354"/>
                    <a:pt x="172823" y="381794"/>
                  </a:cubicBezTo>
                  <a:cubicBezTo>
                    <a:pt x="128640" y="375041"/>
                    <a:pt x="88619" y="352363"/>
                    <a:pt x="60596" y="318198"/>
                  </a:cubicBezTo>
                  <a:cubicBezTo>
                    <a:pt x="31290" y="282923"/>
                    <a:pt x="17674" y="237581"/>
                    <a:pt x="22809" y="192366"/>
                  </a:cubicBezTo>
                  <a:cubicBezTo>
                    <a:pt x="28482" y="142387"/>
                    <a:pt x="56072" y="97306"/>
                    <a:pt x="98383" y="68879"/>
                  </a:cubicBezTo>
                  <a:lnTo>
                    <a:pt x="85787" y="50974"/>
                  </a:lnTo>
                  <a:cubicBezTo>
                    <a:pt x="38309" y="83047"/>
                    <a:pt x="7449" y="133817"/>
                    <a:pt x="1271" y="190019"/>
                  </a:cubicBezTo>
                  <a:cubicBezTo>
                    <a:pt x="-4688" y="240856"/>
                    <a:pt x="10474" y="291905"/>
                    <a:pt x="43340" y="331658"/>
                  </a:cubicBezTo>
                  <a:cubicBezTo>
                    <a:pt x="75272" y="370754"/>
                    <a:pt x="121228" y="396418"/>
                    <a:pt x="171815" y="403404"/>
                  </a:cubicBezTo>
                  <a:cubicBezTo>
                    <a:pt x="177172" y="418690"/>
                    <a:pt x="194154" y="426825"/>
                    <a:pt x="209746" y="421574"/>
                  </a:cubicBezTo>
                  <a:cubicBezTo>
                    <a:pt x="225338" y="416323"/>
                    <a:pt x="233636" y="399674"/>
                    <a:pt x="228280" y="384387"/>
                  </a:cubicBezTo>
                  <a:cubicBezTo>
                    <a:pt x="224136" y="372560"/>
                    <a:pt x="212785" y="364622"/>
                    <a:pt x="200030" y="364629"/>
                  </a:cubicBezTo>
                  <a:close/>
                  <a:moveTo>
                    <a:pt x="200030" y="401675"/>
                  </a:moveTo>
                  <a:cubicBezTo>
                    <a:pt x="195648" y="401743"/>
                    <a:pt x="192039" y="398315"/>
                    <a:pt x="191970" y="394019"/>
                  </a:cubicBezTo>
                  <a:cubicBezTo>
                    <a:pt x="191901" y="389723"/>
                    <a:pt x="195398" y="386185"/>
                    <a:pt x="199780" y="386118"/>
                  </a:cubicBezTo>
                  <a:cubicBezTo>
                    <a:pt x="204162" y="386050"/>
                    <a:pt x="207770" y="389478"/>
                    <a:pt x="207839" y="393774"/>
                  </a:cubicBezTo>
                  <a:cubicBezTo>
                    <a:pt x="207840" y="393856"/>
                    <a:pt x="207840" y="393937"/>
                    <a:pt x="207839" y="394019"/>
                  </a:cubicBezTo>
                  <a:cubicBezTo>
                    <a:pt x="207771" y="398220"/>
                    <a:pt x="204314" y="401609"/>
                    <a:pt x="200030" y="401675"/>
                  </a:cubicBezTo>
                  <a:close/>
                </a:path>
              </a:pathLst>
            </a:custGeom>
            <a:solidFill>
              <a:schemeClr val="accent5"/>
            </a:solidFill>
            <a:ln w="12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90" name="Chart">
            <a:extLst>
              <a:ext uri="{FF2B5EF4-FFF2-40B4-BE49-F238E27FC236}">
                <a16:creationId xmlns:a16="http://schemas.microsoft.com/office/drawing/2014/main" id="{3C808DFA-C5F7-410F-B958-D7C50709B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chart" sz="quarter" idx="68" hasCustomPrompt="1"/>
          </p:nvPr>
        </p:nvSpPr>
        <p:spPr>
          <a:xfrm>
            <a:off x="16059066" y="2001085"/>
            <a:ext cx="7315200" cy="41148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create a chart</a:t>
            </a:r>
          </a:p>
        </p:txBody>
      </p:sp>
      <p:sp>
        <p:nvSpPr>
          <p:cNvPr id="7" name="Chart Date">
            <a:extLst>
              <a:ext uri="{FF2B5EF4-FFF2-40B4-BE49-F238E27FC236}">
                <a16:creationId xmlns:a16="http://schemas.microsoft.com/office/drawing/2014/main" id="{DAE85896-1111-4543-B3EA-8582738D0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1" hasCustomPrompt="1"/>
          </p:nvPr>
        </p:nvSpPr>
        <p:spPr>
          <a:xfrm>
            <a:off x="16059066" y="1685482"/>
            <a:ext cx="7315200" cy="228600"/>
          </a:xfrm>
        </p:spPr>
        <p:txBody>
          <a:bodyPr lIns="0" rIns="365760">
            <a:noAutofit/>
          </a:bodyPr>
          <a:lstStyle>
            <a:lvl1pPr marL="3175" indent="0" algn="r">
              <a:buNone/>
              <a:tabLst/>
              <a:defRPr sz="1050" b="0" i="1">
                <a:solidFill>
                  <a:schemeClr val="bg1"/>
                </a:solidFill>
              </a:defRPr>
            </a:lvl1pPr>
            <a:lvl2pPr marL="914355" indent="0">
              <a:buNone/>
              <a:defRPr sz="1000">
                <a:solidFill>
                  <a:schemeClr val="bg1"/>
                </a:solidFill>
              </a:defRPr>
            </a:lvl2pPr>
            <a:lvl3pPr marL="1373186" indent="0">
              <a:buNone/>
              <a:defRPr sz="1000">
                <a:solidFill>
                  <a:schemeClr val="bg1"/>
                </a:solidFill>
              </a:defRPr>
            </a:lvl3pPr>
            <a:lvl4pPr marL="1835150" indent="0">
              <a:buNone/>
              <a:defRPr sz="1000">
                <a:solidFill>
                  <a:schemeClr val="bg1"/>
                </a:solidFill>
              </a:defRPr>
            </a:lvl4pPr>
            <a:lvl5pPr marL="3657418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Mmm</a:t>
            </a:r>
            <a:r>
              <a:rPr lang="en-US"/>
              <a:t> YYYY (11 </a:t>
            </a:r>
            <a:r>
              <a:rPr lang="en-US" err="1"/>
              <a:t>pt</a:t>
            </a:r>
            <a:r>
              <a:rPr lang="en-US"/>
              <a:t> Italic)</a:t>
            </a:r>
          </a:p>
        </p:txBody>
      </p:sp>
      <p:sp>
        <p:nvSpPr>
          <p:cNvPr id="123" name="Results Bulleted List">
            <a:extLst>
              <a:ext uri="{FF2B5EF4-FFF2-40B4-BE49-F238E27FC236}">
                <a16:creationId xmlns:a16="http://schemas.microsoft.com/office/drawing/2014/main" id="{36832F5F-2DBC-4327-ADA2-700BB4CCD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8" hasCustomPrompt="1"/>
          </p:nvPr>
        </p:nvSpPr>
        <p:spPr>
          <a:xfrm>
            <a:off x="15740743" y="6663848"/>
            <a:ext cx="7975128" cy="4754880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0005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2pPr>
            <a:lvl3pPr marL="80168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3pPr>
            <a:lvl4pPr marL="120173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&quot;RESULTS&quot;">
            <a:extLst>
              <a:ext uri="{FF2B5EF4-FFF2-40B4-BE49-F238E27FC236}">
                <a16:creationId xmlns:a16="http://schemas.microsoft.com/office/drawing/2014/main" id="{BDE69417-172A-41FE-8CF0-69AA45011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099536" y="1038965"/>
            <a:ext cx="7251192" cy="620170"/>
          </a:xfrm>
          <a:prstGeom prst="rect">
            <a:avLst/>
          </a:prstGeom>
          <a:noFill/>
        </p:spPr>
        <p:txBody>
          <a:bodyPr wrap="square" lIns="13716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Tx/>
              <a:buSzPct val="100000"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ea typeface="Calibri"/>
                <a:cs typeface="Calibri"/>
                <a:sym typeface="Calibri"/>
              </a:rPr>
              <a:t>RESULTS</a:t>
            </a:r>
            <a:r>
              <a:rPr lang="en-US" sz="2800" b="1">
                <a:solidFill>
                  <a:schemeClr val="bg1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> </a:t>
            </a:r>
            <a:r>
              <a:rPr lang="en-US" sz="2800" b="1">
                <a:solidFill>
                  <a:schemeClr val="accent5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> </a:t>
            </a:r>
            <a:r>
              <a:rPr lang="de-DE" sz="2300">
                <a:solidFill>
                  <a:schemeClr val="accent5"/>
                </a:solidFill>
                <a:latin typeface="Figtree" pitchFamily="2" charset="0"/>
                <a:ea typeface="HGGothicE" panose="020B0909000000000000" pitchFamily="49" charset="-128"/>
                <a:cs typeface="Calibri"/>
                <a:sym typeface="Calibri"/>
              </a:rPr>
              <a:t>▼</a:t>
            </a:r>
            <a:endParaRPr lang="en-US" sz="2300" b="1">
              <a:solidFill>
                <a:schemeClr val="accent5"/>
              </a:solidFill>
              <a:latin typeface="Figtree" pitchFamily="2" charset="0"/>
              <a:cs typeface="Calibri"/>
            </a:endParaRPr>
          </a:p>
        </p:txBody>
      </p:sp>
      <p:sp>
        <p:nvSpPr>
          <p:cNvPr id="124" name="Solution Bulleted List">
            <a:extLst>
              <a:ext uri="{FF2B5EF4-FFF2-40B4-BE49-F238E27FC236}">
                <a16:creationId xmlns:a16="http://schemas.microsoft.com/office/drawing/2014/main" id="{8003FF54-213C-4E1E-A6A8-4CB140FEE2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9" hasCustomPrompt="1"/>
          </p:nvPr>
        </p:nvSpPr>
        <p:spPr>
          <a:xfrm>
            <a:off x="7526039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Challenge Bulleted List">
            <a:extLst>
              <a:ext uri="{FF2B5EF4-FFF2-40B4-BE49-F238E27FC236}">
                <a16:creationId xmlns:a16="http://schemas.microsoft.com/office/drawing/2014/main" id="{CB17ED53-144B-4ADB-ACCB-378E124C8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9" hasCustomPrompt="1"/>
          </p:nvPr>
        </p:nvSpPr>
        <p:spPr>
          <a:xfrm>
            <a:off x="795801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506538" indent="-246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8" name="Table of &quot;CHALLENGE&quot; &amp; &quot;SOLUTION&quot;">
            <a:extLst>
              <a:ext uri="{FF2B5EF4-FFF2-40B4-BE49-F238E27FC236}">
                <a16:creationId xmlns:a16="http://schemas.microsoft.com/office/drawing/2014/main" id="{E1BBC372-9A6F-4BB6-A198-244CFF252019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2946816653"/>
              </p:ext>
            </p:extLst>
          </p:nvPr>
        </p:nvGraphicFramePr>
        <p:xfrm>
          <a:off x="795801" y="5705981"/>
          <a:ext cx="13441680" cy="70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>
                  <a:extLst>
                    <a:ext uri="{9D8B030D-6E8A-4147-A177-3AD203B41FA5}">
                      <a16:colId xmlns:a16="http://schemas.microsoft.com/office/drawing/2014/main" val="3488762945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48670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>
                        <a:latin typeface="Figtree" pitchFamily="2" charset="0"/>
                      </a:endParaRPr>
                    </a:p>
                  </a:txBody>
                  <a:tcPr marL="731520" marT="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20" marT="0" marB="27432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90600"/>
                  </a:ext>
                </a:extLst>
              </a:tr>
              <a:tr h="580809">
                <a:tc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de-DE" sz="2300">
                          <a:solidFill>
                            <a:schemeClr val="accent4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r>
                        <a:rPr lang="de-DE" sz="2400">
                          <a:solidFill>
                            <a:schemeClr val="accent4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i="0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de-DE" sz="2300">
                          <a:solidFill>
                            <a:schemeClr val="accent3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18288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12891"/>
                  </a:ext>
                </a:extLst>
              </a:tr>
              <a:tr h="6172200">
                <a:tc>
                  <a:txBody>
                    <a:bodyPr/>
                    <a:lstStyle/>
                    <a:p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3657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3657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5341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4E058ED0-BD33-45D0-9A66-DF2F776A0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0" y="2524190"/>
            <a:ext cx="15060041" cy="2340864"/>
          </a:xfrm>
        </p:spPr>
        <p:txBody>
          <a:bodyPr rIns="914400" anchor="b"/>
          <a:lstStyle>
            <a:lvl1pPr marL="1270000" indent="0">
              <a:tabLst/>
              <a:defRPr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kumimoji="0" lang="en-US" sz="6599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/>
                <a:ea typeface="+mj-ea"/>
                <a:cs typeface="+mj-cs"/>
              </a:rPr>
              <a:t>Title (Title Caps, 66 Pt Bold)</a:t>
            </a:r>
            <a:endParaRPr lang="en-US"/>
          </a:p>
        </p:txBody>
      </p:sp>
      <p:sp>
        <p:nvSpPr>
          <p:cNvPr id="52" name="Section">
            <a:extLst>
              <a:ext uri="{FF2B5EF4-FFF2-40B4-BE49-F238E27FC236}">
                <a16:creationId xmlns:a16="http://schemas.microsoft.com/office/drawing/2014/main" id="{25B887B7-63D4-4312-A5E0-AD5D0BBC2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sp>
        <p:nvSpPr>
          <p:cNvPr id="87" name="Other Logo">
            <a:extLst>
              <a:ext uri="{FF2B5EF4-FFF2-40B4-BE49-F238E27FC236}">
                <a16:creationId xmlns:a16="http://schemas.microsoft.com/office/drawing/2014/main" id="{048FE6DB-DDA5-42EC-9201-A460A66B9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67" hasCustomPrompt="1"/>
          </p:nvPr>
        </p:nvSpPr>
        <p:spPr>
          <a:xfrm>
            <a:off x="1375270" y="446566"/>
            <a:ext cx="2331720" cy="233172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pic>
        <p:nvPicPr>
          <p:cNvPr id="92" name="Anglepoint Logo">
            <a:extLst>
              <a:ext uri="{FF2B5EF4-FFF2-40B4-BE49-F238E27FC236}">
                <a16:creationId xmlns:a16="http://schemas.microsoft.com/office/drawing/2014/main" id="{92E62252-6BEC-4DCD-88FD-13DA2FE94B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2361" y="361766"/>
            <a:ext cx="1487736" cy="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1-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AD453CE4-1370-4592-8A3C-6BCDFE783B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July 21,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Headshot 4">
            <a:extLst>
              <a:ext uri="{FF2B5EF4-FFF2-40B4-BE49-F238E27FC236}">
                <a16:creationId xmlns:a16="http://schemas.microsoft.com/office/drawing/2014/main" id="{D05FD0B9-B742-4C35-805E-E87F27B145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8235978" y="5680074"/>
            <a:ext cx="4636193" cy="6227064"/>
            <a:chOff x="18125007" y="5680074"/>
            <a:chExt cx="4636193" cy="6227064"/>
          </a:xfrm>
        </p:grpSpPr>
        <p:sp>
          <p:nvSpPr>
            <p:cNvPr id="64" name="Headshot 4 Title">
              <a:extLst>
                <a:ext uri="{FF2B5EF4-FFF2-40B4-BE49-F238E27FC236}">
                  <a16:creationId xmlns:a16="http://schemas.microsoft.com/office/drawing/2014/main" id="{20B932D0-1A8B-44BC-9869-9F1B8167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0" hasCustomPrompt="1"/>
            </p:nvPr>
          </p:nvSpPr>
          <p:spPr>
            <a:xfrm>
              <a:off x="1812500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5" name="Headshot 4 Name">
              <a:extLst>
                <a:ext uri="{FF2B5EF4-FFF2-40B4-BE49-F238E27FC236}">
                  <a16:creationId xmlns:a16="http://schemas.microsoft.com/office/drawing/2014/main" id="{1E568CFC-8CB7-49F5-BDEB-7269906FD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9" hasCustomPrompt="1"/>
            </p:nvPr>
          </p:nvSpPr>
          <p:spPr>
            <a:xfrm>
              <a:off x="1812500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66" name="Headshot 4 Image">
              <a:extLst>
                <a:ext uri="{FF2B5EF4-FFF2-40B4-BE49-F238E27FC236}">
                  <a16:creationId xmlns:a16="http://schemas.microsoft.com/office/drawing/2014/main" id="{412A36D4-2F79-47D0-9491-390F25BCF2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8" hasCustomPrompt="1"/>
            </p:nvPr>
          </p:nvSpPr>
          <p:spPr>
            <a:xfrm>
              <a:off x="18129706" y="5680074"/>
              <a:ext cx="4631494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60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3">
            <a:extLst>
              <a:ext uri="{FF2B5EF4-FFF2-40B4-BE49-F238E27FC236}">
                <a16:creationId xmlns:a16="http://schemas.microsoft.com/office/drawing/2014/main" id="{7EAD7FE4-B097-4B9B-9B1B-662FF51C3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662320" y="5680074"/>
            <a:ext cx="4636008" cy="6227064"/>
            <a:chOff x="12628463" y="5680074"/>
            <a:chExt cx="4636008" cy="6227064"/>
          </a:xfrm>
        </p:grpSpPr>
        <p:sp>
          <p:nvSpPr>
            <p:cNvPr id="68" name="Headshot 3 Title">
              <a:extLst>
                <a:ext uri="{FF2B5EF4-FFF2-40B4-BE49-F238E27FC236}">
                  <a16:creationId xmlns:a16="http://schemas.microsoft.com/office/drawing/2014/main" id="{2EEAA748-BC51-4483-9368-F5AB1080C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8" hasCustomPrompt="1"/>
            </p:nvPr>
          </p:nvSpPr>
          <p:spPr>
            <a:xfrm>
              <a:off x="12628463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9" name="Headshot 3 Name">
              <a:extLst>
                <a:ext uri="{FF2B5EF4-FFF2-40B4-BE49-F238E27FC236}">
                  <a16:creationId xmlns:a16="http://schemas.microsoft.com/office/drawing/2014/main" id="{0C5D5FB7-1AC5-4740-BA56-E28A4CB13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7" hasCustomPrompt="1"/>
            </p:nvPr>
          </p:nvSpPr>
          <p:spPr>
            <a:xfrm>
              <a:off x="12628463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0" name="Headshot 3 Image">
              <a:extLst>
                <a:ext uri="{FF2B5EF4-FFF2-40B4-BE49-F238E27FC236}">
                  <a16:creationId xmlns:a16="http://schemas.microsoft.com/office/drawing/2014/main" id="{75D7E82C-28D7-44EF-8BF9-5ACD48E22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9" hasCustomPrompt="1"/>
            </p:nvPr>
          </p:nvSpPr>
          <p:spPr>
            <a:xfrm>
              <a:off x="12628463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2">
            <a:extLst>
              <a:ext uri="{FF2B5EF4-FFF2-40B4-BE49-F238E27FC236}">
                <a16:creationId xmlns:a16="http://schemas.microsoft.com/office/drawing/2014/main" id="{BD338BD0-2C92-404F-9D20-3F994F2960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88662" y="5680074"/>
            <a:ext cx="4636008" cy="6227064"/>
            <a:chOff x="7129437" y="5680074"/>
            <a:chExt cx="4636008" cy="6227064"/>
          </a:xfrm>
        </p:grpSpPr>
        <p:sp>
          <p:nvSpPr>
            <p:cNvPr id="72" name="Headshot 2 Title">
              <a:extLst>
                <a:ext uri="{FF2B5EF4-FFF2-40B4-BE49-F238E27FC236}">
                  <a16:creationId xmlns:a16="http://schemas.microsoft.com/office/drawing/2014/main" id="{A4E888AC-0862-4C56-8D57-731D358F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6" hasCustomPrompt="1"/>
            </p:nvPr>
          </p:nvSpPr>
          <p:spPr>
            <a:xfrm>
              <a:off x="712943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3" name="Headshot 2 Name">
              <a:extLst>
                <a:ext uri="{FF2B5EF4-FFF2-40B4-BE49-F238E27FC236}">
                  <a16:creationId xmlns:a16="http://schemas.microsoft.com/office/drawing/2014/main" id="{3EEBB013-B979-4C20-8375-21C53316CB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5" hasCustomPrompt="1"/>
            </p:nvPr>
          </p:nvSpPr>
          <p:spPr>
            <a:xfrm>
              <a:off x="712943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4" name="Headshot 2 Image">
              <a:extLst>
                <a:ext uri="{FF2B5EF4-FFF2-40B4-BE49-F238E27FC236}">
                  <a16:creationId xmlns:a16="http://schemas.microsoft.com/office/drawing/2014/main" id="{CAAA4876-31CF-4A91-9E11-D482CF544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0" hasCustomPrompt="1"/>
            </p:nvPr>
          </p:nvSpPr>
          <p:spPr>
            <a:xfrm>
              <a:off x="7129437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5" name="Headshot 1">
            <a:extLst>
              <a:ext uri="{FF2B5EF4-FFF2-40B4-BE49-F238E27FC236}">
                <a16:creationId xmlns:a16="http://schemas.microsoft.com/office/drawing/2014/main" id="{5EC9A0CB-A4F9-44B2-8A25-48D40DC8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4" y="5680074"/>
            <a:ext cx="4636008" cy="6227064"/>
            <a:chOff x="1630411" y="5680074"/>
            <a:chExt cx="4636008" cy="6227064"/>
          </a:xfrm>
        </p:grpSpPr>
        <p:sp>
          <p:nvSpPr>
            <p:cNvPr id="76" name="Headshot 1 Title">
              <a:extLst>
                <a:ext uri="{FF2B5EF4-FFF2-40B4-BE49-F238E27FC236}">
                  <a16:creationId xmlns:a16="http://schemas.microsoft.com/office/drawing/2014/main" id="{0E18E760-9E4E-4D15-A6D3-65B5703343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630411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7" name="Headshot 1 Name">
              <a:extLst>
                <a:ext uri="{FF2B5EF4-FFF2-40B4-BE49-F238E27FC236}">
                  <a16:creationId xmlns:a16="http://schemas.microsoft.com/office/drawing/2014/main" id="{79591A9B-DB2A-426F-B599-31DAD9FF5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630411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8" name="Headshot 1 Image">
              <a:extLst>
                <a:ext uri="{FF2B5EF4-FFF2-40B4-BE49-F238E27FC236}">
                  <a16:creationId xmlns:a16="http://schemas.microsoft.com/office/drawing/2014/main" id="{B230C8B6-9F76-476B-9D4B-0D2E157BB2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1" hasCustomPrompt="1"/>
            </p:nvPr>
          </p:nvSpPr>
          <p:spPr>
            <a:xfrm>
              <a:off x="1630411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2388315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3" y="1913893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9" name="Anglepoint Logo">
            <a:extLst>
              <a:ext uri="{FF2B5EF4-FFF2-40B4-BE49-F238E27FC236}">
                <a16:creationId xmlns:a16="http://schemas.microsoft.com/office/drawing/2014/main" id="{D6FE01C8-6D5B-4516-84D1-AB14ED0CA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5-8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AD453CE4-1370-4592-8A3C-6BCDFE783B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July 21,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5" name="Headshot 9">
            <a:extLst>
              <a:ext uri="{FF2B5EF4-FFF2-40B4-BE49-F238E27FC236}">
                <a16:creationId xmlns:a16="http://schemas.microsoft.com/office/drawing/2014/main" id="{265D465F-465F-41F0-905B-A0718866370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7682610"/>
            <a:ext cx="3145536" cy="4224528"/>
            <a:chOff x="19719735" y="7682610"/>
            <a:chExt cx="3145536" cy="4224528"/>
          </a:xfrm>
        </p:grpSpPr>
        <p:sp>
          <p:nvSpPr>
            <p:cNvPr id="137" name="Headshot 9 Title">
              <a:extLst>
                <a:ext uri="{FF2B5EF4-FFF2-40B4-BE49-F238E27FC236}">
                  <a16:creationId xmlns:a16="http://schemas.microsoft.com/office/drawing/2014/main" id="{9B4EA6D6-E592-4893-8729-749BE936C1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6" hasCustomPrompt="1"/>
            </p:nvPr>
          </p:nvSpPr>
          <p:spPr>
            <a:xfrm>
              <a:off x="1971973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36" name="Headshot 9 Name">
              <a:extLst>
                <a:ext uri="{FF2B5EF4-FFF2-40B4-BE49-F238E27FC236}">
                  <a16:creationId xmlns:a16="http://schemas.microsoft.com/office/drawing/2014/main" id="{235AD1C0-3695-4688-B10E-37483D282F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5" hasCustomPrompt="1"/>
            </p:nvPr>
          </p:nvSpPr>
          <p:spPr>
            <a:xfrm>
              <a:off x="1971973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20" name="Headshot 9 Image">
              <a:extLst>
                <a:ext uri="{FF2B5EF4-FFF2-40B4-BE49-F238E27FC236}">
                  <a16:creationId xmlns:a16="http://schemas.microsoft.com/office/drawing/2014/main" id="{FE124FF8-6531-814A-8790-2179F5A3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5" hasCustomPrompt="1"/>
            </p:nvPr>
          </p:nvSpPr>
          <p:spPr>
            <a:xfrm>
              <a:off x="1971973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4" name="Headshot 8">
            <a:extLst>
              <a:ext uri="{FF2B5EF4-FFF2-40B4-BE49-F238E27FC236}">
                <a16:creationId xmlns:a16="http://schemas.microsoft.com/office/drawing/2014/main" id="{94E189EB-A124-410B-8446-E47E4CB3BD0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7682610"/>
            <a:ext cx="3145536" cy="4224528"/>
            <a:chOff x="16078821" y="7682610"/>
            <a:chExt cx="3145536" cy="4224528"/>
          </a:xfrm>
        </p:grpSpPr>
        <p:sp>
          <p:nvSpPr>
            <p:cNvPr id="129" name="Headshot 8 Title">
              <a:extLst>
                <a:ext uri="{FF2B5EF4-FFF2-40B4-BE49-F238E27FC236}">
                  <a16:creationId xmlns:a16="http://schemas.microsoft.com/office/drawing/2014/main" id="{425C8BBB-2629-403F-AE6C-77F2267462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4" hasCustomPrompt="1"/>
            </p:nvPr>
          </p:nvSpPr>
          <p:spPr>
            <a:xfrm>
              <a:off x="1607882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8" name="Headshot 8 Name">
              <a:extLst>
                <a:ext uri="{FF2B5EF4-FFF2-40B4-BE49-F238E27FC236}">
                  <a16:creationId xmlns:a16="http://schemas.microsoft.com/office/drawing/2014/main" id="{438637C9-22E4-43A3-B564-529C95070A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3" hasCustomPrompt="1"/>
            </p:nvPr>
          </p:nvSpPr>
          <p:spPr>
            <a:xfrm>
              <a:off x="1607882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9" name="Headshot 8 Image">
              <a:extLst>
                <a:ext uri="{FF2B5EF4-FFF2-40B4-BE49-F238E27FC236}">
                  <a16:creationId xmlns:a16="http://schemas.microsoft.com/office/drawing/2014/main" id="{4C5310C9-26B2-E043-B2F5-839DDD294C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4" hasCustomPrompt="1"/>
            </p:nvPr>
          </p:nvSpPr>
          <p:spPr>
            <a:xfrm>
              <a:off x="1607882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3" name="Headshot 7">
            <a:extLst>
              <a:ext uri="{FF2B5EF4-FFF2-40B4-BE49-F238E27FC236}">
                <a16:creationId xmlns:a16="http://schemas.microsoft.com/office/drawing/2014/main" id="{42397F74-C421-4949-99F7-8C41FC9E20B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7682610"/>
            <a:ext cx="3145604" cy="4224528"/>
            <a:chOff x="12437839" y="7682610"/>
            <a:chExt cx="3145604" cy="4224528"/>
          </a:xfrm>
        </p:grpSpPr>
        <p:sp>
          <p:nvSpPr>
            <p:cNvPr id="125" name="Headshot 7 Title">
              <a:extLst>
                <a:ext uri="{FF2B5EF4-FFF2-40B4-BE49-F238E27FC236}">
                  <a16:creationId xmlns:a16="http://schemas.microsoft.com/office/drawing/2014/main" id="{7B729B38-71D9-4F4A-8902-E9E95C3D40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2" hasCustomPrompt="1"/>
            </p:nvPr>
          </p:nvSpPr>
          <p:spPr>
            <a:xfrm>
              <a:off x="12437839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4" name="Headshot 7 Name">
              <a:extLst>
                <a:ext uri="{FF2B5EF4-FFF2-40B4-BE49-F238E27FC236}">
                  <a16:creationId xmlns:a16="http://schemas.microsoft.com/office/drawing/2014/main" id="{193D88E1-E637-430A-B896-20C10D9C81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1" hasCustomPrompt="1"/>
            </p:nvPr>
          </p:nvSpPr>
          <p:spPr>
            <a:xfrm>
              <a:off x="12437839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8" name="Headshot 7 Image">
              <a:extLst>
                <a:ext uri="{FF2B5EF4-FFF2-40B4-BE49-F238E27FC236}">
                  <a16:creationId xmlns:a16="http://schemas.microsoft.com/office/drawing/2014/main" id="{F4BD81BD-7377-EA4D-923F-88FE4E0D75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3" hasCustomPrompt="1"/>
            </p:nvPr>
          </p:nvSpPr>
          <p:spPr>
            <a:xfrm>
              <a:off x="12437907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2" name="Headshot 6">
            <a:extLst>
              <a:ext uri="{FF2B5EF4-FFF2-40B4-BE49-F238E27FC236}">
                <a16:creationId xmlns:a16="http://schemas.microsoft.com/office/drawing/2014/main" id="{18E1E0E5-C632-4067-9057-A7B2A5A316A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96965" y="7682610"/>
            <a:ext cx="3145563" cy="4224528"/>
            <a:chOff x="8796965" y="7682610"/>
            <a:chExt cx="3145563" cy="4224528"/>
          </a:xfrm>
        </p:grpSpPr>
        <p:sp>
          <p:nvSpPr>
            <p:cNvPr id="121" name="Headshot 6 Title">
              <a:extLst>
                <a:ext uri="{FF2B5EF4-FFF2-40B4-BE49-F238E27FC236}">
                  <a16:creationId xmlns:a16="http://schemas.microsoft.com/office/drawing/2014/main" id="{DFC132F2-8063-488A-8CD0-655B62AE9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0" hasCustomPrompt="1"/>
            </p:nvPr>
          </p:nvSpPr>
          <p:spPr>
            <a:xfrm>
              <a:off x="879696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0" name="Headshot 6 Name">
              <a:extLst>
                <a:ext uri="{FF2B5EF4-FFF2-40B4-BE49-F238E27FC236}">
                  <a16:creationId xmlns:a16="http://schemas.microsoft.com/office/drawing/2014/main" id="{DE3AF9B2-2DA5-417F-ADDC-5122F2E4EC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9" hasCustomPrompt="1"/>
            </p:nvPr>
          </p:nvSpPr>
          <p:spPr>
            <a:xfrm>
              <a:off x="879696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4" name="Headshot 6 Image">
              <a:extLst>
                <a:ext uri="{FF2B5EF4-FFF2-40B4-BE49-F238E27FC236}">
                  <a16:creationId xmlns:a16="http://schemas.microsoft.com/office/drawing/2014/main" id="{A52E1C16-97C6-0C4C-A4C1-DB214BC0F9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5" hasCustomPrompt="1"/>
            </p:nvPr>
          </p:nvSpPr>
          <p:spPr>
            <a:xfrm>
              <a:off x="8796992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1" name="Headshot 5">
            <a:extLst>
              <a:ext uri="{FF2B5EF4-FFF2-40B4-BE49-F238E27FC236}">
                <a16:creationId xmlns:a16="http://schemas.microsoft.com/office/drawing/2014/main" id="{F2B03436-5AFC-46B4-9CC4-5B2EBEEC534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156091" y="7682610"/>
            <a:ext cx="3145536" cy="4224528"/>
            <a:chOff x="5156091" y="7682610"/>
            <a:chExt cx="3145536" cy="4224528"/>
          </a:xfrm>
        </p:grpSpPr>
        <p:sp>
          <p:nvSpPr>
            <p:cNvPr id="117" name="Headshot 5 Title">
              <a:extLst>
                <a:ext uri="{FF2B5EF4-FFF2-40B4-BE49-F238E27FC236}">
                  <a16:creationId xmlns:a16="http://schemas.microsoft.com/office/drawing/2014/main" id="{318FE40D-EEA5-4248-AED1-CF755C16C6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8" hasCustomPrompt="1"/>
            </p:nvPr>
          </p:nvSpPr>
          <p:spPr>
            <a:xfrm>
              <a:off x="515609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16" name="Headshot 5 Name">
              <a:extLst>
                <a:ext uri="{FF2B5EF4-FFF2-40B4-BE49-F238E27FC236}">
                  <a16:creationId xmlns:a16="http://schemas.microsoft.com/office/drawing/2014/main" id="{02E3585C-5813-45A9-A772-E8845DD802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7" hasCustomPrompt="1"/>
            </p:nvPr>
          </p:nvSpPr>
          <p:spPr>
            <a:xfrm>
              <a:off x="515609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3" name="Headshot 5 Image">
              <a:extLst>
                <a:ext uri="{FF2B5EF4-FFF2-40B4-BE49-F238E27FC236}">
                  <a16:creationId xmlns:a16="http://schemas.microsoft.com/office/drawing/2014/main" id="{53CF112F-1D30-9D4F-BAB2-C745A662D1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4" hasCustomPrompt="1"/>
            </p:nvPr>
          </p:nvSpPr>
          <p:spPr>
            <a:xfrm>
              <a:off x="515609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15" name="Headshot 4">
            <a:extLst>
              <a:ext uri="{FF2B5EF4-FFF2-40B4-BE49-F238E27FC236}">
                <a16:creationId xmlns:a16="http://schemas.microsoft.com/office/drawing/2014/main" id="{60271B7F-6D55-418F-8383-E830A376DDD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5" y="7682610"/>
            <a:ext cx="3145536" cy="4224528"/>
            <a:chOff x="1515005" y="7682610"/>
            <a:chExt cx="3145536" cy="4224528"/>
          </a:xfrm>
        </p:grpSpPr>
        <p:sp>
          <p:nvSpPr>
            <p:cNvPr id="87" name="Headshot 4 Title">
              <a:extLst>
                <a:ext uri="{FF2B5EF4-FFF2-40B4-BE49-F238E27FC236}">
                  <a16:creationId xmlns:a16="http://schemas.microsoft.com/office/drawing/2014/main" id="{04C6C523-C73E-4677-8B82-DC1C371617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51500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86" name="Headshot 4 Name">
              <a:extLst>
                <a:ext uri="{FF2B5EF4-FFF2-40B4-BE49-F238E27FC236}">
                  <a16:creationId xmlns:a16="http://schemas.microsoft.com/office/drawing/2014/main" id="{5A43AAF7-BD7B-4D0F-8FC6-5D16B3A6BC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51500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55" name="Headshot 4 Image">
              <a:extLst>
                <a:ext uri="{FF2B5EF4-FFF2-40B4-BE49-F238E27FC236}">
                  <a16:creationId xmlns:a16="http://schemas.microsoft.com/office/drawing/2014/main" id="{7400B20C-D969-964E-B2B7-D2EF3E9D42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8" hasCustomPrompt="1"/>
            </p:nvPr>
          </p:nvSpPr>
          <p:spPr>
            <a:xfrm>
              <a:off x="151500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3">
            <a:extLst>
              <a:ext uri="{FF2B5EF4-FFF2-40B4-BE49-F238E27FC236}">
                <a16:creationId xmlns:a16="http://schemas.microsoft.com/office/drawing/2014/main" id="{63B34669-8FD3-47E7-A473-B2DA3DAA036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2787880"/>
            <a:ext cx="3145536" cy="4224528"/>
            <a:chOff x="19719735" y="2787880"/>
            <a:chExt cx="3145536" cy="4224528"/>
          </a:xfrm>
        </p:grpSpPr>
        <p:sp>
          <p:nvSpPr>
            <p:cNvPr id="149" name="Headshot 3 Title">
              <a:extLst>
                <a:ext uri="{FF2B5EF4-FFF2-40B4-BE49-F238E27FC236}">
                  <a16:creationId xmlns:a16="http://schemas.microsoft.com/office/drawing/2014/main" id="{FA7E17B7-A75B-459E-BD36-412F61E306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2" hasCustomPrompt="1"/>
            </p:nvPr>
          </p:nvSpPr>
          <p:spPr>
            <a:xfrm>
              <a:off x="19719735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8" name="Headshot 3 Name">
              <a:extLst>
                <a:ext uri="{FF2B5EF4-FFF2-40B4-BE49-F238E27FC236}">
                  <a16:creationId xmlns:a16="http://schemas.microsoft.com/office/drawing/2014/main" id="{604D779B-1F9A-469C-8BAC-1B180766BB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1" hasCustomPrompt="1"/>
            </p:nvPr>
          </p:nvSpPr>
          <p:spPr>
            <a:xfrm>
              <a:off x="19719735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7" name="Headshot 3 Image">
              <a:extLst>
                <a:ext uri="{FF2B5EF4-FFF2-40B4-BE49-F238E27FC236}">
                  <a16:creationId xmlns:a16="http://schemas.microsoft.com/office/drawing/2014/main" id="{BD059C14-E991-2640-98FB-741FA61927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2" hasCustomPrompt="1"/>
            </p:nvPr>
          </p:nvSpPr>
          <p:spPr>
            <a:xfrm>
              <a:off x="19719735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2">
            <a:extLst>
              <a:ext uri="{FF2B5EF4-FFF2-40B4-BE49-F238E27FC236}">
                <a16:creationId xmlns:a16="http://schemas.microsoft.com/office/drawing/2014/main" id="{C69FD3A4-69FC-4C70-8C94-C3D893C0F8E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2787880"/>
            <a:ext cx="3145536" cy="4224528"/>
            <a:chOff x="16078821" y="2787880"/>
            <a:chExt cx="3145536" cy="4224528"/>
          </a:xfrm>
        </p:grpSpPr>
        <p:sp>
          <p:nvSpPr>
            <p:cNvPr id="147" name="Headshot 2 Title">
              <a:extLst>
                <a:ext uri="{FF2B5EF4-FFF2-40B4-BE49-F238E27FC236}">
                  <a16:creationId xmlns:a16="http://schemas.microsoft.com/office/drawing/2014/main" id="{44F78D72-A4D7-412B-8D54-07450DA913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0" hasCustomPrompt="1"/>
            </p:nvPr>
          </p:nvSpPr>
          <p:spPr>
            <a:xfrm>
              <a:off x="16078821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6" name="Headshot 2 Name">
              <a:extLst>
                <a:ext uri="{FF2B5EF4-FFF2-40B4-BE49-F238E27FC236}">
                  <a16:creationId xmlns:a16="http://schemas.microsoft.com/office/drawing/2014/main" id="{C718CDDB-5D42-48CF-93CD-3607FB8BB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9" hasCustomPrompt="1"/>
            </p:nvPr>
          </p:nvSpPr>
          <p:spPr>
            <a:xfrm>
              <a:off x="16078821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6" name="Headshot 2 Image">
              <a:extLst>
                <a:ext uri="{FF2B5EF4-FFF2-40B4-BE49-F238E27FC236}">
                  <a16:creationId xmlns:a16="http://schemas.microsoft.com/office/drawing/2014/main" id="{5D53F939-BDBC-AD4F-B30F-7BB7432158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1" hasCustomPrompt="1"/>
            </p:nvPr>
          </p:nvSpPr>
          <p:spPr>
            <a:xfrm>
              <a:off x="16078821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8" name="Headshot 1">
            <a:extLst>
              <a:ext uri="{FF2B5EF4-FFF2-40B4-BE49-F238E27FC236}">
                <a16:creationId xmlns:a16="http://schemas.microsoft.com/office/drawing/2014/main" id="{6E6A6396-277A-47B2-9450-1EC6050EFB4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2787880"/>
            <a:ext cx="3145604" cy="4224528"/>
            <a:chOff x="12437839" y="2787880"/>
            <a:chExt cx="3145604" cy="4224528"/>
          </a:xfrm>
        </p:grpSpPr>
        <p:sp>
          <p:nvSpPr>
            <p:cNvPr id="145" name="Headshot 1 Title">
              <a:extLst>
                <a:ext uri="{FF2B5EF4-FFF2-40B4-BE49-F238E27FC236}">
                  <a16:creationId xmlns:a16="http://schemas.microsoft.com/office/drawing/2014/main" id="{79E2707B-5A69-40CC-8E44-FB933406F4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8" hasCustomPrompt="1"/>
            </p:nvPr>
          </p:nvSpPr>
          <p:spPr>
            <a:xfrm>
              <a:off x="12437839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4" name="Headshot 1 Name">
              <a:extLst>
                <a:ext uri="{FF2B5EF4-FFF2-40B4-BE49-F238E27FC236}">
                  <a16:creationId xmlns:a16="http://schemas.microsoft.com/office/drawing/2014/main" id="{1C075D70-4DC9-4766-9792-C861DA6932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7" hasCustomPrompt="1"/>
            </p:nvPr>
          </p:nvSpPr>
          <p:spPr>
            <a:xfrm>
              <a:off x="12437839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" name="Headshot 1 Image">
              <a:extLst>
                <a:ext uri="{FF2B5EF4-FFF2-40B4-BE49-F238E27FC236}">
                  <a16:creationId xmlns:a16="http://schemas.microsoft.com/office/drawing/2014/main" id="{15685170-DFAB-6547-8534-9967010DFF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0" hasCustomPrompt="1"/>
            </p:nvPr>
          </p:nvSpPr>
          <p:spPr>
            <a:xfrm>
              <a:off x="12437907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1515004" y="2388315"/>
            <a:ext cx="10251934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16" hasCustomPrompt="1"/>
          </p:nvPr>
        </p:nvSpPr>
        <p:spPr>
          <a:xfrm>
            <a:off x="1515003" y="1913893"/>
            <a:ext cx="1025042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5" name="Anglepoint Logo">
            <a:extLst>
              <a:ext uri="{FF2B5EF4-FFF2-40B4-BE49-F238E27FC236}">
                <a16:creationId xmlns:a16="http://schemas.microsoft.com/office/drawing/2014/main" id="{3A46ADE1-A0F8-435B-8CB2-CD9BC2D3AEF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79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F3C38E-FD23-A889-D445-8ABCDF83B456}"/>
              </a:ext>
            </a:extLst>
          </p:cNvPr>
          <p:cNvSpPr/>
          <p:nvPr userDrawn="1"/>
        </p:nvSpPr>
        <p:spPr>
          <a:xfrm>
            <a:off x="517" y="0"/>
            <a:ext cx="24386658" cy="13721779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73000"/>
                </a:schemeClr>
              </a:gs>
              <a:gs pos="87000">
                <a:srgbClr val="001C3B">
                  <a:alpha val="88000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EBFF5440-94F7-4579-96C0-93AE16AB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82725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A5F3BCE7-2230-48C6-9F7F-EB90130EF5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8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43" name="Date">
            <a:extLst>
              <a:ext uri="{FF2B5EF4-FFF2-40B4-BE49-F238E27FC236}">
                <a16:creationId xmlns:a16="http://schemas.microsoft.com/office/drawing/2014/main" id="{920E0566-C6B6-4063-8713-8F92FB697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70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79197C9B-6776-2944-90D9-A148B5F06E4E}" type="datetime4">
              <a:rPr lang="en-US" smtClean="0"/>
              <a:t>July 21,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A03D63E-46B0-4461-8045-CCF3D3EED8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16 Logos">
            <a:extLst>
              <a:ext uri="{FF2B5EF4-FFF2-40B4-BE49-F238E27FC236}">
                <a16:creationId xmlns:a16="http://schemas.microsoft.com/office/drawing/2014/main" id="{79B3F21C-BE41-41AB-892C-3A1DB86F429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4333"/>
            <a:ext cx="10972800" cy="10058399"/>
            <a:chOff x="10826220" y="1494332"/>
            <a:chExt cx="10972800" cy="10058399"/>
          </a:xfrm>
        </p:grpSpPr>
        <p:sp>
          <p:nvSpPr>
            <p:cNvPr id="38" name="Logo 16">
              <a:extLst>
                <a:ext uri="{FF2B5EF4-FFF2-40B4-BE49-F238E27FC236}">
                  <a16:creationId xmlns:a16="http://schemas.microsoft.com/office/drawing/2014/main" id="{C4DCC261-E207-3F4E-BF2C-4D682046B6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4" hasCustomPrompt="1"/>
            </p:nvPr>
          </p:nvSpPr>
          <p:spPr>
            <a:xfrm>
              <a:off x="19970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7" name="Logo 15">
              <a:extLst>
                <a:ext uri="{FF2B5EF4-FFF2-40B4-BE49-F238E27FC236}">
                  <a16:creationId xmlns:a16="http://schemas.microsoft.com/office/drawing/2014/main" id="{6EF833F9-BAAF-6A45-B384-376431515C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3" hasCustomPrompt="1"/>
            </p:nvPr>
          </p:nvSpPr>
          <p:spPr>
            <a:xfrm>
              <a:off x="16922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2" name="Logo 14">
              <a:extLst>
                <a:ext uri="{FF2B5EF4-FFF2-40B4-BE49-F238E27FC236}">
                  <a16:creationId xmlns:a16="http://schemas.microsoft.com/office/drawing/2014/main" id="{BFFE0A8A-E797-774B-BE30-A70A9846D0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7" hasCustomPrompt="1"/>
            </p:nvPr>
          </p:nvSpPr>
          <p:spPr>
            <a:xfrm>
              <a:off x="13874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0" name="Logo 13">
              <a:extLst>
                <a:ext uri="{FF2B5EF4-FFF2-40B4-BE49-F238E27FC236}">
                  <a16:creationId xmlns:a16="http://schemas.microsoft.com/office/drawing/2014/main" id="{7CCF94FD-D411-B04F-BD09-C15940DDF4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3" hasCustomPrompt="1"/>
            </p:nvPr>
          </p:nvSpPr>
          <p:spPr>
            <a:xfrm>
              <a:off x="10826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4" name="Logo 12">
              <a:extLst>
                <a:ext uri="{FF2B5EF4-FFF2-40B4-BE49-F238E27FC236}">
                  <a16:creationId xmlns:a16="http://schemas.microsoft.com/office/drawing/2014/main" id="{D37503E6-E4C3-7A4C-A4C7-D39FE17B3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2" hasCustomPrompt="1"/>
            </p:nvPr>
          </p:nvSpPr>
          <p:spPr>
            <a:xfrm>
              <a:off x="19970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3" name="Logo 11">
              <a:extLst>
                <a:ext uri="{FF2B5EF4-FFF2-40B4-BE49-F238E27FC236}">
                  <a16:creationId xmlns:a16="http://schemas.microsoft.com/office/drawing/2014/main" id="{F1BA1056-F051-5948-A98A-CFE8AE801F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1" hasCustomPrompt="1"/>
            </p:nvPr>
          </p:nvSpPr>
          <p:spPr>
            <a:xfrm>
              <a:off x="16922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1" name="Logo 10">
              <a:extLst>
                <a:ext uri="{FF2B5EF4-FFF2-40B4-BE49-F238E27FC236}">
                  <a16:creationId xmlns:a16="http://schemas.microsoft.com/office/drawing/2014/main" id="{5611E84E-A7D3-F849-8827-5FE361B49F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6" hasCustomPrompt="1"/>
            </p:nvPr>
          </p:nvSpPr>
          <p:spPr>
            <a:xfrm>
              <a:off x="13874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9" name="Logo 9">
              <a:extLst>
                <a:ext uri="{FF2B5EF4-FFF2-40B4-BE49-F238E27FC236}">
                  <a16:creationId xmlns:a16="http://schemas.microsoft.com/office/drawing/2014/main" id="{075CD6DA-163D-4A41-A5B3-3C5CF67BA6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2" hasCustomPrompt="1"/>
            </p:nvPr>
          </p:nvSpPr>
          <p:spPr>
            <a:xfrm>
              <a:off x="10826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1" name="Logo 8">
              <a:extLst>
                <a:ext uri="{FF2B5EF4-FFF2-40B4-BE49-F238E27FC236}">
                  <a16:creationId xmlns:a16="http://schemas.microsoft.com/office/drawing/2014/main" id="{903DD465-9A44-A844-8F88-FEB7E41392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0" hasCustomPrompt="1"/>
            </p:nvPr>
          </p:nvSpPr>
          <p:spPr>
            <a:xfrm>
              <a:off x="19970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29" name="Logo 7">
              <a:extLst>
                <a:ext uri="{FF2B5EF4-FFF2-40B4-BE49-F238E27FC236}">
                  <a16:creationId xmlns:a16="http://schemas.microsoft.com/office/drawing/2014/main" id="{D96CC5A6-7D99-D74E-945F-60453F9BF3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9" hasCustomPrompt="1"/>
            </p:nvPr>
          </p:nvSpPr>
          <p:spPr>
            <a:xfrm>
              <a:off x="16922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0" name="Logo 6">
              <a:extLst>
                <a:ext uri="{FF2B5EF4-FFF2-40B4-BE49-F238E27FC236}">
                  <a16:creationId xmlns:a16="http://schemas.microsoft.com/office/drawing/2014/main" id="{6122BB72-B8AF-FA40-8B44-8A3D9C4D4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5" hasCustomPrompt="1"/>
            </p:nvPr>
          </p:nvSpPr>
          <p:spPr>
            <a:xfrm>
              <a:off x="13874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8" name="Logo 5">
              <a:extLst>
                <a:ext uri="{FF2B5EF4-FFF2-40B4-BE49-F238E27FC236}">
                  <a16:creationId xmlns:a16="http://schemas.microsoft.com/office/drawing/2014/main" id="{EB0B61C2-C788-994D-81AF-E264B3CC30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1" hasCustomPrompt="1"/>
            </p:nvPr>
          </p:nvSpPr>
          <p:spPr>
            <a:xfrm>
              <a:off x="10826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9970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6922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874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lang="en-US" sz="1400" b="0" i="0" kern="1200" spc="-50" baseline="0" noProof="0" dirty="0">
                  <a:solidFill>
                    <a:schemeClr val="tx2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826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6" name="Table Grid">
            <a:extLst>
              <a:ext uri="{FF2B5EF4-FFF2-40B4-BE49-F238E27FC236}">
                <a16:creationId xmlns:a16="http://schemas.microsoft.com/office/drawing/2014/main" id="{1D1159A7-972B-42DE-A689-D276F615250D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210432758"/>
              </p:ext>
            </p:extLst>
          </p:nvPr>
        </p:nvGraphicFramePr>
        <p:xfrm>
          <a:off x="10645276" y="1494332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55" name="Summary">
            <a:extLst>
              <a:ext uri="{FF2B5EF4-FFF2-40B4-BE49-F238E27FC236}">
                <a16:creationId xmlns:a16="http://schemas.microsoft.com/office/drawing/2014/main" id="{7BD18BE6-6A9D-E34F-B018-9E9313E0A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1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2" name="TItle">
            <a:extLst>
              <a:ext uri="{FF2B5EF4-FFF2-40B4-BE49-F238E27FC236}">
                <a16:creationId xmlns:a16="http://schemas.microsoft.com/office/drawing/2014/main" id="{E399F675-24E5-E64C-8FFA-06E230294F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45" name="Subtitle">
            <a:extLst>
              <a:ext uri="{FF2B5EF4-FFF2-40B4-BE49-F238E27FC236}">
                <a16:creationId xmlns:a16="http://schemas.microsoft.com/office/drawing/2014/main" id="{30F1B1FA-4C4F-4B71-9676-DD62E0FDF7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72135433-3B13-47F5-A915-305452A94B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8" name="Anglepoint Logo">
            <a:extLst>
              <a:ext uri="{FF2B5EF4-FFF2-40B4-BE49-F238E27FC236}">
                <a16:creationId xmlns:a16="http://schemas.microsoft.com/office/drawing/2014/main" id="{2FFC4614-BFFA-4A01-A35B-C3378606BF7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2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">
            <a:extLst>
              <a:ext uri="{FF2B5EF4-FFF2-40B4-BE49-F238E27FC236}">
                <a16:creationId xmlns:a16="http://schemas.microsoft.com/office/drawing/2014/main" id="{963C93A1-BA19-41CF-9744-772DE12C73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8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July 21,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503EDF1-C8B8-400D-B281-71FF8E28F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90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25 Logos">
            <a:extLst>
              <a:ext uri="{FF2B5EF4-FFF2-40B4-BE49-F238E27FC236}">
                <a16:creationId xmlns:a16="http://schemas.microsoft.com/office/drawing/2014/main" id="{E163B339-C356-4EDB-805C-522D209B5B9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0472"/>
            <a:ext cx="10972800" cy="10096811"/>
            <a:chOff x="10957812" y="1490472"/>
            <a:chExt cx="10972800" cy="10096811"/>
          </a:xfrm>
        </p:grpSpPr>
        <p:sp>
          <p:nvSpPr>
            <p:cNvPr id="113" name="Logo 25">
              <a:extLst>
                <a:ext uri="{FF2B5EF4-FFF2-40B4-BE49-F238E27FC236}">
                  <a16:creationId xmlns:a16="http://schemas.microsoft.com/office/drawing/2014/main" id="{308C0CC9-D237-014E-871D-E6742A3391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8" hasCustomPrompt="1"/>
            </p:nvPr>
          </p:nvSpPr>
          <p:spPr>
            <a:xfrm>
              <a:off x="2046757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0" name="Logo 24">
              <a:extLst>
                <a:ext uri="{FF2B5EF4-FFF2-40B4-BE49-F238E27FC236}">
                  <a16:creationId xmlns:a16="http://schemas.microsoft.com/office/drawing/2014/main" id="{A6E777BC-72C4-FF41-92F2-A8B13C17CA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5" hasCustomPrompt="1"/>
            </p:nvPr>
          </p:nvSpPr>
          <p:spPr>
            <a:xfrm>
              <a:off x="1809013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9" name="Logo 23">
              <a:extLst>
                <a:ext uri="{FF2B5EF4-FFF2-40B4-BE49-F238E27FC236}">
                  <a16:creationId xmlns:a16="http://schemas.microsoft.com/office/drawing/2014/main" id="{F183E6DF-B70F-AA49-B36D-23DF038517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4" hasCustomPrompt="1"/>
            </p:nvPr>
          </p:nvSpPr>
          <p:spPr>
            <a:xfrm>
              <a:off x="1571269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1" name="Logo 22">
              <a:extLst>
                <a:ext uri="{FF2B5EF4-FFF2-40B4-BE49-F238E27FC236}">
                  <a16:creationId xmlns:a16="http://schemas.microsoft.com/office/drawing/2014/main" id="{44B0F08B-B1F7-1945-BA8C-E28F123EE5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6" hasCustomPrompt="1"/>
            </p:nvPr>
          </p:nvSpPr>
          <p:spPr>
            <a:xfrm>
              <a:off x="1333525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2" name="Logo 21">
              <a:extLst>
                <a:ext uri="{FF2B5EF4-FFF2-40B4-BE49-F238E27FC236}">
                  <a16:creationId xmlns:a16="http://schemas.microsoft.com/office/drawing/2014/main" id="{2808FB49-3B69-3A48-8C98-29BDFF182DF5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7" hasCustomPrompt="1"/>
            </p:nvPr>
          </p:nvSpPr>
          <p:spPr>
            <a:xfrm>
              <a:off x="1095781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8" name="Logo 20">
              <a:extLst>
                <a:ext uri="{FF2B5EF4-FFF2-40B4-BE49-F238E27FC236}">
                  <a16:creationId xmlns:a16="http://schemas.microsoft.com/office/drawing/2014/main" id="{7A099AF8-347E-DC41-9EEE-E5A89437C6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3" hasCustomPrompt="1"/>
            </p:nvPr>
          </p:nvSpPr>
          <p:spPr>
            <a:xfrm>
              <a:off x="2046757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5" name="Logo 19">
              <a:extLst>
                <a:ext uri="{FF2B5EF4-FFF2-40B4-BE49-F238E27FC236}">
                  <a16:creationId xmlns:a16="http://schemas.microsoft.com/office/drawing/2014/main" id="{D9E5C961-B888-7C43-8A64-470BA039C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0" hasCustomPrompt="1"/>
            </p:nvPr>
          </p:nvSpPr>
          <p:spPr>
            <a:xfrm>
              <a:off x="1809013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4" name="Logo 18">
              <a:extLst>
                <a:ext uri="{FF2B5EF4-FFF2-40B4-BE49-F238E27FC236}">
                  <a16:creationId xmlns:a16="http://schemas.microsoft.com/office/drawing/2014/main" id="{48CD9A60-A4B6-FC43-9358-41F296E6D7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9" hasCustomPrompt="1"/>
            </p:nvPr>
          </p:nvSpPr>
          <p:spPr>
            <a:xfrm>
              <a:off x="1571269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6" name="Logo 17">
              <a:extLst>
                <a:ext uri="{FF2B5EF4-FFF2-40B4-BE49-F238E27FC236}">
                  <a16:creationId xmlns:a16="http://schemas.microsoft.com/office/drawing/2014/main" id="{E489D711-9055-9C40-AB53-0A74ACB4DA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1" hasCustomPrompt="1"/>
            </p:nvPr>
          </p:nvSpPr>
          <p:spPr>
            <a:xfrm>
              <a:off x="1333525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7" name="Logo 16">
              <a:extLst>
                <a:ext uri="{FF2B5EF4-FFF2-40B4-BE49-F238E27FC236}">
                  <a16:creationId xmlns:a16="http://schemas.microsoft.com/office/drawing/2014/main" id="{A7C8DA76-9C71-4143-BC07-17C3C7F1914A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2" hasCustomPrompt="1"/>
            </p:nvPr>
          </p:nvSpPr>
          <p:spPr>
            <a:xfrm>
              <a:off x="1095781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3" name="Logo 15">
              <a:extLst>
                <a:ext uri="{FF2B5EF4-FFF2-40B4-BE49-F238E27FC236}">
                  <a16:creationId xmlns:a16="http://schemas.microsoft.com/office/drawing/2014/main" id="{DD69138C-DAC3-E445-92A1-9F82EB093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8" hasCustomPrompt="1"/>
            </p:nvPr>
          </p:nvSpPr>
          <p:spPr>
            <a:xfrm>
              <a:off x="2046757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0" name="Logo 14">
              <a:extLst>
                <a:ext uri="{FF2B5EF4-FFF2-40B4-BE49-F238E27FC236}">
                  <a16:creationId xmlns:a16="http://schemas.microsoft.com/office/drawing/2014/main" id="{5905493A-4289-0543-B95C-13C235FD36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5" hasCustomPrompt="1"/>
            </p:nvPr>
          </p:nvSpPr>
          <p:spPr>
            <a:xfrm>
              <a:off x="1809013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9" name="Logo 13">
              <a:extLst>
                <a:ext uri="{FF2B5EF4-FFF2-40B4-BE49-F238E27FC236}">
                  <a16:creationId xmlns:a16="http://schemas.microsoft.com/office/drawing/2014/main" id="{52720793-EB87-0148-9EE4-2B3799AABA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4" hasCustomPrompt="1"/>
            </p:nvPr>
          </p:nvSpPr>
          <p:spPr>
            <a:xfrm>
              <a:off x="1571269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1" name="Logo 12">
              <a:extLst>
                <a:ext uri="{FF2B5EF4-FFF2-40B4-BE49-F238E27FC236}">
                  <a16:creationId xmlns:a16="http://schemas.microsoft.com/office/drawing/2014/main" id="{FB90F93C-22CE-3241-A8BC-14E50FDF2D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6" hasCustomPrompt="1"/>
            </p:nvPr>
          </p:nvSpPr>
          <p:spPr>
            <a:xfrm>
              <a:off x="1333525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2" name="Logo 11">
              <a:extLst>
                <a:ext uri="{FF2B5EF4-FFF2-40B4-BE49-F238E27FC236}">
                  <a16:creationId xmlns:a16="http://schemas.microsoft.com/office/drawing/2014/main" id="{E6B1A4AE-4BB4-FA47-937F-8372D0C2BFFB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7" hasCustomPrompt="1"/>
            </p:nvPr>
          </p:nvSpPr>
          <p:spPr>
            <a:xfrm>
              <a:off x="1095781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8" name="Logo 10">
              <a:extLst>
                <a:ext uri="{FF2B5EF4-FFF2-40B4-BE49-F238E27FC236}">
                  <a16:creationId xmlns:a16="http://schemas.microsoft.com/office/drawing/2014/main" id="{395D7864-8946-DD40-8A1A-5BAF006A49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3" hasCustomPrompt="1"/>
            </p:nvPr>
          </p:nvSpPr>
          <p:spPr>
            <a:xfrm>
              <a:off x="2046757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5" name="Logo 9">
              <a:extLst>
                <a:ext uri="{FF2B5EF4-FFF2-40B4-BE49-F238E27FC236}">
                  <a16:creationId xmlns:a16="http://schemas.microsoft.com/office/drawing/2014/main" id="{80483B91-2A50-0444-BAE0-16220E7F0B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0" hasCustomPrompt="1"/>
            </p:nvPr>
          </p:nvSpPr>
          <p:spPr>
            <a:xfrm>
              <a:off x="18084456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4" name="Logo 8">
              <a:extLst>
                <a:ext uri="{FF2B5EF4-FFF2-40B4-BE49-F238E27FC236}">
                  <a16:creationId xmlns:a16="http://schemas.microsoft.com/office/drawing/2014/main" id="{F0D67F03-C3C0-9D4B-A37B-F9D55220C9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9" hasCustomPrompt="1"/>
            </p:nvPr>
          </p:nvSpPr>
          <p:spPr>
            <a:xfrm>
              <a:off x="15708908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6" name="Logo 7">
              <a:extLst>
                <a:ext uri="{FF2B5EF4-FFF2-40B4-BE49-F238E27FC236}">
                  <a16:creationId xmlns:a16="http://schemas.microsoft.com/office/drawing/2014/main" id="{1047FEFC-5F5D-DE4F-99EC-B5090B8111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1" hasCustomPrompt="1"/>
            </p:nvPr>
          </p:nvSpPr>
          <p:spPr>
            <a:xfrm>
              <a:off x="13333360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7" name="Logo 6">
              <a:extLst>
                <a:ext uri="{FF2B5EF4-FFF2-40B4-BE49-F238E27FC236}">
                  <a16:creationId xmlns:a16="http://schemas.microsoft.com/office/drawing/2014/main" id="{F6B1D749-1D39-104F-8385-BF1C1C67C68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2" hasCustomPrompt="1"/>
            </p:nvPr>
          </p:nvSpPr>
          <p:spPr>
            <a:xfrm>
              <a:off x="1095781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5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46757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809013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571269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33525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781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950063621"/>
              </p:ext>
            </p:extLst>
          </p:nvPr>
        </p:nvGraphicFramePr>
        <p:xfrm>
          <a:off x="10729212" y="1490472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48" name="Summary">
            <a:extLst>
              <a:ext uri="{FF2B5EF4-FFF2-40B4-BE49-F238E27FC236}">
                <a16:creationId xmlns:a16="http://schemas.microsoft.com/office/drawing/2014/main" id="{2E92AB09-56F5-47E4-BAF9-36BD77D885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91" name="Title">
            <a:extLst>
              <a:ext uri="{FF2B5EF4-FFF2-40B4-BE49-F238E27FC236}">
                <a16:creationId xmlns:a16="http://schemas.microsoft.com/office/drawing/2014/main" id="{995FFD26-4BB9-7647-9968-BBF5DA00FD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50" name="Subtitle">
            <a:extLst>
              <a:ext uri="{FF2B5EF4-FFF2-40B4-BE49-F238E27FC236}">
                <a16:creationId xmlns:a16="http://schemas.microsoft.com/office/drawing/2014/main" id="{D86A38AE-46FD-4228-88B6-354ADADB78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4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3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5B8A8BF6-3F4D-4784-9E6D-8E9BDF7651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60" name="Date">
            <a:extLst>
              <a:ext uri="{FF2B5EF4-FFF2-40B4-BE49-F238E27FC236}">
                <a16:creationId xmlns:a16="http://schemas.microsoft.com/office/drawing/2014/main" id="{A2E04D99-6587-4662-B6C1-212157175E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2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A3C12718-9207-184D-B12A-1B78602D3697}" type="datetime4">
              <a:rPr lang="en-US" smtClean="0"/>
              <a:t>July 21,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C71D475-E51F-4C3D-B254-B5DA39F534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36 Logos">
            <a:extLst>
              <a:ext uri="{FF2B5EF4-FFF2-40B4-BE49-F238E27FC236}">
                <a16:creationId xmlns:a16="http://schemas.microsoft.com/office/drawing/2014/main" id="{4212CCD6-ED0E-445F-9007-D145926BF86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4512" y="1490472"/>
            <a:ext cx="11064240" cy="9966960"/>
            <a:chOff x="10954512" y="1490472"/>
            <a:chExt cx="11064240" cy="9966960"/>
          </a:xfrm>
        </p:grpSpPr>
        <p:sp>
          <p:nvSpPr>
            <p:cNvPr id="175" name="Logo 36">
              <a:extLst>
                <a:ext uri="{FF2B5EF4-FFF2-40B4-BE49-F238E27FC236}">
                  <a16:creationId xmlns:a16="http://schemas.microsoft.com/office/drawing/2014/main" id="{660CBEBF-75FA-4847-BDEA-4CFD04FEEF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8" hasCustomPrompt="1"/>
            </p:nvPr>
          </p:nvSpPr>
          <p:spPr>
            <a:xfrm>
              <a:off x="2073859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6" name="Logo 35">
              <a:extLst>
                <a:ext uri="{FF2B5EF4-FFF2-40B4-BE49-F238E27FC236}">
                  <a16:creationId xmlns:a16="http://schemas.microsoft.com/office/drawing/2014/main" id="{2BDA7CEC-1A52-DA41-8FBF-61E16C1E6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9" hasCustomPrompt="1"/>
            </p:nvPr>
          </p:nvSpPr>
          <p:spPr>
            <a:xfrm>
              <a:off x="18781776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1" name="Logo 33">
              <a:extLst>
                <a:ext uri="{FF2B5EF4-FFF2-40B4-BE49-F238E27FC236}">
                  <a16:creationId xmlns:a16="http://schemas.microsoft.com/office/drawing/2014/main" id="{4F58847C-04DA-9040-9F18-C5BCDC350C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4" hasCustomPrompt="1"/>
            </p:nvPr>
          </p:nvSpPr>
          <p:spPr>
            <a:xfrm>
              <a:off x="14868144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2" name="Logo 34">
              <a:extLst>
                <a:ext uri="{FF2B5EF4-FFF2-40B4-BE49-F238E27FC236}">
                  <a16:creationId xmlns:a16="http://schemas.microsoft.com/office/drawing/2014/main" id="{7F0CCB79-2AE2-6C46-80D8-3F6F3B91FC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5" hasCustomPrompt="1"/>
            </p:nvPr>
          </p:nvSpPr>
          <p:spPr>
            <a:xfrm>
              <a:off x="16824960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3" name="Logo 32">
              <a:extLst>
                <a:ext uri="{FF2B5EF4-FFF2-40B4-BE49-F238E27FC236}">
                  <a16:creationId xmlns:a16="http://schemas.microsoft.com/office/drawing/2014/main" id="{507ACBB8-E7BC-614A-8147-EFE89BE0F4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6" hasCustomPrompt="1"/>
            </p:nvPr>
          </p:nvSpPr>
          <p:spPr>
            <a:xfrm>
              <a:off x="12911328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4" name="Logo 31">
              <a:extLst>
                <a:ext uri="{FF2B5EF4-FFF2-40B4-BE49-F238E27FC236}">
                  <a16:creationId xmlns:a16="http://schemas.microsoft.com/office/drawing/2014/main" id="{55972CD3-242A-6045-9D09-95F866EADD71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7" hasCustomPrompt="1"/>
            </p:nvPr>
          </p:nvSpPr>
          <p:spPr>
            <a:xfrm>
              <a:off x="1095451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9" name="Logo 30">
              <a:extLst>
                <a:ext uri="{FF2B5EF4-FFF2-40B4-BE49-F238E27FC236}">
                  <a16:creationId xmlns:a16="http://schemas.microsoft.com/office/drawing/2014/main" id="{02D4D70C-DBBE-1249-A76D-75173AC8C3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2" hasCustomPrompt="1"/>
            </p:nvPr>
          </p:nvSpPr>
          <p:spPr>
            <a:xfrm>
              <a:off x="2073859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0" name="Logo 29">
              <a:extLst>
                <a:ext uri="{FF2B5EF4-FFF2-40B4-BE49-F238E27FC236}">
                  <a16:creationId xmlns:a16="http://schemas.microsoft.com/office/drawing/2014/main" id="{9A85C014-60CC-F545-94DF-B20AC00BEC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3" hasCustomPrompt="1"/>
            </p:nvPr>
          </p:nvSpPr>
          <p:spPr>
            <a:xfrm>
              <a:off x="18781776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6" name="Logo 28">
              <a:extLst>
                <a:ext uri="{FF2B5EF4-FFF2-40B4-BE49-F238E27FC236}">
                  <a16:creationId xmlns:a16="http://schemas.microsoft.com/office/drawing/2014/main" id="{24B5EC1D-A08E-B84D-97FC-B87BF3F970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9" hasCustomPrompt="1"/>
            </p:nvPr>
          </p:nvSpPr>
          <p:spPr>
            <a:xfrm>
              <a:off x="16824960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5" name="Logo 27">
              <a:extLst>
                <a:ext uri="{FF2B5EF4-FFF2-40B4-BE49-F238E27FC236}">
                  <a16:creationId xmlns:a16="http://schemas.microsoft.com/office/drawing/2014/main" id="{FA7BCC87-160B-D042-B53B-A8FB3BC663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8" hasCustomPrompt="1"/>
            </p:nvPr>
          </p:nvSpPr>
          <p:spPr>
            <a:xfrm>
              <a:off x="14868144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7" name="Logo 26">
              <a:extLst>
                <a:ext uri="{FF2B5EF4-FFF2-40B4-BE49-F238E27FC236}">
                  <a16:creationId xmlns:a16="http://schemas.microsoft.com/office/drawing/2014/main" id="{FAB54517-A1D9-1D40-980F-2C0DC8682F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0" hasCustomPrompt="1"/>
            </p:nvPr>
          </p:nvSpPr>
          <p:spPr>
            <a:xfrm>
              <a:off x="12911328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8" name="Logo 25">
              <a:extLst>
                <a:ext uri="{FF2B5EF4-FFF2-40B4-BE49-F238E27FC236}">
                  <a16:creationId xmlns:a16="http://schemas.microsoft.com/office/drawing/2014/main" id="{C7006CFD-8C11-2349-834A-3A970023887C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1" hasCustomPrompt="1"/>
            </p:nvPr>
          </p:nvSpPr>
          <p:spPr>
            <a:xfrm>
              <a:off x="1095451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3" name="Logo 24">
              <a:extLst>
                <a:ext uri="{FF2B5EF4-FFF2-40B4-BE49-F238E27FC236}">
                  <a16:creationId xmlns:a16="http://schemas.microsoft.com/office/drawing/2014/main" id="{3FCE5572-8608-B649-AE52-E5FF016086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6" hasCustomPrompt="1"/>
            </p:nvPr>
          </p:nvSpPr>
          <p:spPr>
            <a:xfrm>
              <a:off x="2073859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4" name="Logo 23">
              <a:extLst>
                <a:ext uri="{FF2B5EF4-FFF2-40B4-BE49-F238E27FC236}">
                  <a16:creationId xmlns:a16="http://schemas.microsoft.com/office/drawing/2014/main" id="{9B5E44D9-DCA1-3440-A0C8-413A8E863D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7" hasCustomPrompt="1"/>
            </p:nvPr>
          </p:nvSpPr>
          <p:spPr>
            <a:xfrm>
              <a:off x="18781776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0" name="Logo 22">
              <a:extLst>
                <a:ext uri="{FF2B5EF4-FFF2-40B4-BE49-F238E27FC236}">
                  <a16:creationId xmlns:a16="http://schemas.microsoft.com/office/drawing/2014/main" id="{1B78A18A-B176-EC4D-A0DC-52A6B22F88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3" hasCustomPrompt="1"/>
            </p:nvPr>
          </p:nvSpPr>
          <p:spPr>
            <a:xfrm>
              <a:off x="16824960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9" name="Logo 21">
              <a:extLst>
                <a:ext uri="{FF2B5EF4-FFF2-40B4-BE49-F238E27FC236}">
                  <a16:creationId xmlns:a16="http://schemas.microsoft.com/office/drawing/2014/main" id="{0FB41EE3-4790-2E4D-B4B7-6D43EE5215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2" hasCustomPrompt="1"/>
            </p:nvPr>
          </p:nvSpPr>
          <p:spPr>
            <a:xfrm>
              <a:off x="14868144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1" name="Logo 20">
              <a:extLst>
                <a:ext uri="{FF2B5EF4-FFF2-40B4-BE49-F238E27FC236}">
                  <a16:creationId xmlns:a16="http://schemas.microsoft.com/office/drawing/2014/main" id="{5022F9FE-BF47-7F4F-BE90-87AA109A22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4" hasCustomPrompt="1"/>
            </p:nvPr>
          </p:nvSpPr>
          <p:spPr>
            <a:xfrm>
              <a:off x="12911328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2" name="Logo 19">
              <a:extLst>
                <a:ext uri="{FF2B5EF4-FFF2-40B4-BE49-F238E27FC236}">
                  <a16:creationId xmlns:a16="http://schemas.microsoft.com/office/drawing/2014/main" id="{6357F317-8CE8-5049-A694-D71F547F1ABF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05" hasCustomPrompt="1"/>
            </p:nvPr>
          </p:nvSpPr>
          <p:spPr>
            <a:xfrm>
              <a:off x="1095451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7" name="Logo 18">
              <a:extLst>
                <a:ext uri="{FF2B5EF4-FFF2-40B4-BE49-F238E27FC236}">
                  <a16:creationId xmlns:a16="http://schemas.microsoft.com/office/drawing/2014/main" id="{FBC112E6-2B16-F64D-B75D-C477AA95EA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0" hasCustomPrompt="1"/>
            </p:nvPr>
          </p:nvSpPr>
          <p:spPr>
            <a:xfrm>
              <a:off x="2073859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8" name="Logo 17">
              <a:extLst>
                <a:ext uri="{FF2B5EF4-FFF2-40B4-BE49-F238E27FC236}">
                  <a16:creationId xmlns:a16="http://schemas.microsoft.com/office/drawing/2014/main" id="{7267B1CF-13A7-B44E-820B-BEE887E985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1" hasCustomPrompt="1"/>
            </p:nvPr>
          </p:nvSpPr>
          <p:spPr>
            <a:xfrm>
              <a:off x="18781776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4" name="Logo 16">
              <a:extLst>
                <a:ext uri="{FF2B5EF4-FFF2-40B4-BE49-F238E27FC236}">
                  <a16:creationId xmlns:a16="http://schemas.microsoft.com/office/drawing/2014/main" id="{E7E64A57-ECDE-A342-867B-042B7C9191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7" hasCustomPrompt="1"/>
            </p:nvPr>
          </p:nvSpPr>
          <p:spPr>
            <a:xfrm>
              <a:off x="16824960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3" name="Logo 15">
              <a:extLst>
                <a:ext uri="{FF2B5EF4-FFF2-40B4-BE49-F238E27FC236}">
                  <a16:creationId xmlns:a16="http://schemas.microsoft.com/office/drawing/2014/main" id="{4F691854-B126-4A4E-9239-9A46E562D5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6" hasCustomPrompt="1"/>
            </p:nvPr>
          </p:nvSpPr>
          <p:spPr>
            <a:xfrm>
              <a:off x="14868144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5" name="Logo 14">
              <a:extLst>
                <a:ext uri="{FF2B5EF4-FFF2-40B4-BE49-F238E27FC236}">
                  <a16:creationId xmlns:a16="http://schemas.microsoft.com/office/drawing/2014/main" id="{02A9F77A-7CA6-EA4F-AAE5-4BF88C3EA5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8" hasCustomPrompt="1"/>
            </p:nvPr>
          </p:nvSpPr>
          <p:spPr>
            <a:xfrm>
              <a:off x="12911328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6" name="Logo 13">
              <a:extLst>
                <a:ext uri="{FF2B5EF4-FFF2-40B4-BE49-F238E27FC236}">
                  <a16:creationId xmlns:a16="http://schemas.microsoft.com/office/drawing/2014/main" id="{9EBE77F3-1DEE-894B-B1CF-109497D4B4D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9" hasCustomPrompt="1"/>
            </p:nvPr>
          </p:nvSpPr>
          <p:spPr>
            <a:xfrm>
              <a:off x="1095451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1" name="Logo 12">
              <a:extLst>
                <a:ext uri="{FF2B5EF4-FFF2-40B4-BE49-F238E27FC236}">
                  <a16:creationId xmlns:a16="http://schemas.microsoft.com/office/drawing/2014/main" id="{AB4D57C0-84AF-B249-BBF3-4185942BCD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4" hasCustomPrompt="1"/>
            </p:nvPr>
          </p:nvSpPr>
          <p:spPr>
            <a:xfrm>
              <a:off x="2073859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2" name="Logo 11">
              <a:extLst>
                <a:ext uri="{FF2B5EF4-FFF2-40B4-BE49-F238E27FC236}">
                  <a16:creationId xmlns:a16="http://schemas.microsoft.com/office/drawing/2014/main" id="{FA1FC1CD-8FAF-1F42-B5AF-7367370283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5" hasCustomPrompt="1"/>
            </p:nvPr>
          </p:nvSpPr>
          <p:spPr>
            <a:xfrm>
              <a:off x="18781776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8" name="Logo 10">
              <a:extLst>
                <a:ext uri="{FF2B5EF4-FFF2-40B4-BE49-F238E27FC236}">
                  <a16:creationId xmlns:a16="http://schemas.microsoft.com/office/drawing/2014/main" id="{E5765C17-3BB0-F643-9A16-1F07226F1E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1" hasCustomPrompt="1"/>
            </p:nvPr>
          </p:nvSpPr>
          <p:spPr>
            <a:xfrm>
              <a:off x="16824960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7" name="Logo 9">
              <a:extLst>
                <a:ext uri="{FF2B5EF4-FFF2-40B4-BE49-F238E27FC236}">
                  <a16:creationId xmlns:a16="http://schemas.microsoft.com/office/drawing/2014/main" id="{C9F38A16-7B94-D546-956A-FCD6554974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0" hasCustomPrompt="1"/>
            </p:nvPr>
          </p:nvSpPr>
          <p:spPr>
            <a:xfrm>
              <a:off x="14868144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9" name="Logo 8">
              <a:extLst>
                <a:ext uri="{FF2B5EF4-FFF2-40B4-BE49-F238E27FC236}">
                  <a16:creationId xmlns:a16="http://schemas.microsoft.com/office/drawing/2014/main" id="{2247F788-44F3-9443-A099-7C3A250534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2" hasCustomPrompt="1"/>
            </p:nvPr>
          </p:nvSpPr>
          <p:spPr>
            <a:xfrm>
              <a:off x="12911328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0" name="Logo 7">
              <a:extLst>
                <a:ext uri="{FF2B5EF4-FFF2-40B4-BE49-F238E27FC236}">
                  <a16:creationId xmlns:a16="http://schemas.microsoft.com/office/drawing/2014/main" id="{86FF229B-B2D4-BA4F-821A-87E08A737F0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3" hasCustomPrompt="1"/>
            </p:nvPr>
          </p:nvSpPr>
          <p:spPr>
            <a:xfrm>
              <a:off x="1095451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6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73859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1" name="Logo 5">
              <a:extLst>
                <a:ext uri="{FF2B5EF4-FFF2-40B4-BE49-F238E27FC236}">
                  <a16:creationId xmlns:a16="http://schemas.microsoft.com/office/drawing/2014/main" id="{B1AFEDBF-4AF3-4D44-A638-F894CF5D9E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89" hasCustomPrompt="1"/>
            </p:nvPr>
          </p:nvSpPr>
          <p:spPr>
            <a:xfrm>
              <a:off x="18781776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6824960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4868144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2911328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451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114" name="Table Grid">
            <a:extLst>
              <a:ext uri="{FF2B5EF4-FFF2-40B4-BE49-F238E27FC236}">
                <a16:creationId xmlns:a16="http://schemas.microsoft.com/office/drawing/2014/main" id="{6F4AA393-5C76-4570-B2AB-097E4D70E7F4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560338155"/>
              </p:ext>
            </p:extLst>
          </p:nvPr>
        </p:nvGraphicFramePr>
        <p:xfrm>
          <a:off x="10781372" y="1490472"/>
          <a:ext cx="11411712" cy="996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3789383639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173736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624100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2" name="Summary">
            <a:extLst>
              <a:ext uri="{FF2B5EF4-FFF2-40B4-BE49-F238E27FC236}">
                <a16:creationId xmlns:a16="http://schemas.microsoft.com/office/drawing/2014/main" id="{23889D11-F35F-4EB7-AABE-8E237FE1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80" name="Title">
            <a:extLst>
              <a:ext uri="{FF2B5EF4-FFF2-40B4-BE49-F238E27FC236}">
                <a16:creationId xmlns:a16="http://schemas.microsoft.com/office/drawing/2014/main" id="{8B9AE492-9C11-4741-BC03-29AD5F33E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63" name="Subtitle">
            <a:extLst>
              <a:ext uri="{FF2B5EF4-FFF2-40B4-BE49-F238E27FC236}">
                <a16:creationId xmlns:a16="http://schemas.microsoft.com/office/drawing/2014/main" id="{92EB8B40-464C-4EDD-BABB-5D3CC826C6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57" name="Section">
            <a:extLst>
              <a:ext uri="{FF2B5EF4-FFF2-40B4-BE49-F238E27FC236}">
                <a16:creationId xmlns:a16="http://schemas.microsoft.com/office/drawing/2014/main" id="{A4A54137-431B-4FC7-8E36-155E8EA908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8" name="Anglepoint Logo">
            <a:extLst>
              <a:ext uri="{FF2B5EF4-FFF2-40B4-BE49-F238E27FC236}">
                <a16:creationId xmlns:a16="http://schemas.microsoft.com/office/drawing/2014/main" id="{68C5BB45-53EA-46F2-8FF2-DF4A339BFB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8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">
            <a:extLst>
              <a:ext uri="{FF2B5EF4-FFF2-40B4-BE49-F238E27FC236}">
                <a16:creationId xmlns:a16="http://schemas.microsoft.com/office/drawing/2014/main" id="{1F8E4EC8-42F3-4930-8A9E-F10CA0FCF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July 21,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03B9E0-569A-BCF7-F01A-17916B72B832}"/>
              </a:ext>
            </a:extLst>
          </p:cNvPr>
          <p:cNvSpPr/>
          <p:nvPr userDrawn="1"/>
        </p:nvSpPr>
        <p:spPr>
          <a:xfrm>
            <a:off x="-1033" y="-234"/>
            <a:ext cx="24386659" cy="1371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0A1756-61BE-6C11-557A-62DC85FC23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1"/>
          <a:stretch/>
        </p:blipFill>
        <p:spPr>
          <a:xfrm>
            <a:off x="2343149" y="0"/>
            <a:ext cx="18137471" cy="13716000"/>
          </a:xfrm>
          <a:prstGeom prst="rect">
            <a:avLst/>
          </a:prstGeom>
          <a:effectLst>
            <a:softEdge rad="17780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893086-938B-4B7E-0747-B2451441464E}"/>
              </a:ext>
            </a:extLst>
          </p:cNvPr>
          <p:cNvSpPr/>
          <p:nvPr userDrawn="1"/>
        </p:nvSpPr>
        <p:spPr>
          <a:xfrm>
            <a:off x="516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12" name="Rectangle Separator">
            <a:extLst>
              <a:ext uri="{FF2B5EF4-FFF2-40B4-BE49-F238E27FC236}">
                <a16:creationId xmlns:a16="http://schemas.microsoft.com/office/drawing/2014/main" id="{073100E6-EAE8-40A8-892C-F49D79E8DD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88250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9C4154-A04C-7012-713E-19BB62F1C9F3}"/>
              </a:ext>
            </a:extLst>
          </p:cNvPr>
          <p:cNvSpPr/>
          <p:nvPr userDrawn="1"/>
        </p:nvSpPr>
        <p:spPr>
          <a:xfrm>
            <a:off x="3098" y="-8787"/>
            <a:ext cx="24386659" cy="1371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8761E2-8B1B-3A8E-9465-9D313A7C2798}"/>
              </a:ext>
            </a:extLst>
          </p:cNvPr>
          <p:cNvSpPr/>
          <p:nvPr userDrawn="1"/>
        </p:nvSpPr>
        <p:spPr>
          <a:xfrm>
            <a:off x="4130" y="-8787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AE9D4D81-93A6-403B-8E10-8FD8E5041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16690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July 21,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2C224A1D-A29D-4452-AD9D-3640B5DA43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defPPr>
              <a:defRPr lang="en-US"/>
            </a:defPPr>
            <a:lvl1pPr marL="0" algn="l" defTabSz="457131" rtl="0" eaLnBrk="1" latinLnBrk="0" hangingPunct="1">
              <a:defRPr sz="800" kern="1200">
                <a:solidFill>
                  <a:schemeClr val="bg1"/>
                </a:solidFill>
                <a:latin typeface="TT Norms Pro" panose="020B0604020202020204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7B6BA-D44D-4729-BD5A-BF29607FF773}" type="datetime4">
              <a:rPr lang="en-US" smtClean="0">
                <a:latin typeface="Figtree" pitchFamily="2" charset="0"/>
              </a:rPr>
              <a:pPr/>
              <a:t>July 21, 2026</a:t>
            </a:fld>
            <a:endParaRPr lang="en-US">
              <a:latin typeface="Figtree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6F078EB-DEFD-4309-BB37-5573CCD31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0B8F79EE-ACBD-46F9-9F0D-235A653AE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4" y="3670712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60B56E13-134C-40AD-8247-0C3F425B0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4127912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B7E03F3E-57DA-4167-BE3A-75401D0149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1672" y="369493"/>
            <a:ext cx="1485185" cy="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2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A0437F40-13F9-4D0E-873E-085D7DD6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069439" y="0"/>
            <a:ext cx="9317736" cy="13441680"/>
          </a:xfrm>
          <a:custGeom>
            <a:avLst/>
            <a:gdLst>
              <a:gd name="connsiteX0" fmla="*/ 0 w 10803986"/>
              <a:gd name="connsiteY0" fmla="*/ 0 h 13441680"/>
              <a:gd name="connsiteX1" fmla="*/ 10803986 w 10803986"/>
              <a:gd name="connsiteY1" fmla="*/ 0 h 13441680"/>
              <a:gd name="connsiteX2" fmla="*/ 10803986 w 10803986"/>
              <a:gd name="connsiteY2" fmla="*/ 13441680 h 13441680"/>
              <a:gd name="connsiteX3" fmla="*/ 0 w 10803986"/>
              <a:gd name="connsiteY3" fmla="*/ 13441680 h 13441680"/>
              <a:gd name="connsiteX4" fmla="*/ 0 w 10803986"/>
              <a:gd name="connsiteY4" fmla="*/ 7135948 h 13441680"/>
              <a:gd name="connsiteX5" fmla="*/ 483329 w 10803986"/>
              <a:gd name="connsiteY5" fmla="*/ 6720840 h 13441680"/>
              <a:gd name="connsiteX6" fmla="*/ 0 w 10803986"/>
              <a:gd name="connsiteY6" fmla="*/ 6305733 h 1344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3986" h="13441680">
                <a:moveTo>
                  <a:pt x="0" y="0"/>
                </a:moveTo>
                <a:lnTo>
                  <a:pt x="10803986" y="0"/>
                </a:lnTo>
                <a:lnTo>
                  <a:pt x="10803986" y="13441680"/>
                </a:lnTo>
                <a:lnTo>
                  <a:pt x="0" y="13441680"/>
                </a:lnTo>
                <a:lnTo>
                  <a:pt x="0" y="7135948"/>
                </a:lnTo>
                <a:lnTo>
                  <a:pt x="483329" y="6720840"/>
                </a:lnTo>
                <a:lnTo>
                  <a:pt x="0" y="6305733"/>
                </a:lnTo>
                <a:close/>
              </a:path>
            </a:pathLst>
          </a:custGeom>
          <a:gradFill>
            <a:gsLst>
              <a:gs pos="4600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Figtree Light" pitchFamily="2" charset="0"/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5057329-94EE-4239-B419-DC91DAE24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E515052-BF9E-496C-8871-64690D5BC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/>
        <p:txBody>
          <a:bodyPr/>
          <a:lstStyle/>
          <a:p>
            <a:fld id="{EE18E972-2F40-1C44-89BC-C8C1CAFD99D4}" type="datetime4">
              <a:rPr lang="en-US" smtClean="0"/>
              <a:t>July 21, 2026</a:t>
            </a:fld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AE5466B-0154-447D-BD3D-5364CD98D2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Users">
            <a:extLst>
              <a:ext uri="{FF2B5EF4-FFF2-40B4-BE49-F238E27FC236}">
                <a16:creationId xmlns:a16="http://schemas.microsoft.com/office/drawing/2014/main" id="{7F94CF75-E5AC-4EB4-B577-B1144D6C554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43767" y="12145700"/>
            <a:ext cx="1773229" cy="444275"/>
            <a:chOff x="21643767" y="12145700"/>
            <a:chExt cx="1773229" cy="444275"/>
          </a:xfrm>
        </p:grpSpPr>
        <p:sp>
          <p:nvSpPr>
            <p:cNvPr id="120" name="Users in Thousands">
              <a:extLst>
                <a:ext uri="{FF2B5EF4-FFF2-40B4-BE49-F238E27FC236}">
                  <a16:creationId xmlns:a16="http://schemas.microsoft.com/office/drawing/2014/main" id="{0173795A-B298-4492-94E5-246F0E61EA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7" hasCustomPrompt="1"/>
            </p:nvPr>
          </p:nvSpPr>
          <p:spPr>
            <a:xfrm>
              <a:off x="22776916" y="12207817"/>
              <a:ext cx="640080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none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 err="1"/>
                <a:t>XXXk</a:t>
              </a:r>
              <a:endParaRPr lang="en-US"/>
            </a:p>
          </p:txBody>
        </p:sp>
        <p:sp>
          <p:nvSpPr>
            <p:cNvPr id="119" name="&quot;users&quot;">
              <a:extLst>
                <a:ext uri="{FF2B5EF4-FFF2-40B4-BE49-F238E27FC236}">
                  <a16:creationId xmlns:a16="http://schemas.microsoft.com/office/drawing/2014/main" id="{B60E4962-D8C1-4523-B00E-7D6A32203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214028" y="12207817"/>
              <a:ext cx="551415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89" name="Users Icon">
              <a:extLst>
                <a:ext uri="{FF2B5EF4-FFF2-40B4-BE49-F238E27FC236}">
                  <a16:creationId xmlns:a16="http://schemas.microsoft.com/office/drawing/2014/main" id="{3FC5945D-BD3B-4BCB-80D8-3E6CA4436E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643767" y="12145700"/>
              <a:ext cx="471502" cy="444275"/>
            </a:xfrm>
            <a:custGeom>
              <a:avLst/>
              <a:gdLst>
                <a:gd name="connsiteX0" fmla="*/ 445329 w 451456"/>
                <a:gd name="connsiteY0" fmla="*/ 238316 h 425387"/>
                <a:gd name="connsiteX1" fmla="*/ 385282 w 451456"/>
                <a:gd name="connsiteY1" fmla="*/ 208063 h 425387"/>
                <a:gd name="connsiteX2" fmla="*/ 398885 w 451456"/>
                <a:gd name="connsiteY2" fmla="*/ 160524 h 425387"/>
                <a:gd name="connsiteX3" fmla="*/ 344107 w 451456"/>
                <a:gd name="connsiteY3" fmla="*/ 105328 h 425387"/>
                <a:gd name="connsiteX4" fmla="*/ 299991 w 451456"/>
                <a:gd name="connsiteY4" fmla="*/ 120640 h 425387"/>
                <a:gd name="connsiteX5" fmla="*/ 267026 w 451456"/>
                <a:gd name="connsiteY5" fmla="*/ 103353 h 425387"/>
                <a:gd name="connsiteX6" fmla="*/ 280506 w 451456"/>
                <a:gd name="connsiteY6" fmla="*/ 55195 h 425387"/>
                <a:gd name="connsiteX7" fmla="*/ 225728 w 451456"/>
                <a:gd name="connsiteY7" fmla="*/ 0 h 425387"/>
                <a:gd name="connsiteX8" fmla="*/ 171563 w 451456"/>
                <a:gd name="connsiteY8" fmla="*/ 55195 h 425387"/>
                <a:gd name="connsiteX9" fmla="*/ 185043 w 451456"/>
                <a:gd name="connsiteY9" fmla="*/ 103353 h 425387"/>
                <a:gd name="connsiteX10" fmla="*/ 151466 w 451456"/>
                <a:gd name="connsiteY10" fmla="*/ 120022 h 425387"/>
                <a:gd name="connsiteX11" fmla="*/ 107350 w 451456"/>
                <a:gd name="connsiteY11" fmla="*/ 104711 h 425387"/>
                <a:gd name="connsiteX12" fmla="*/ 52572 w 451456"/>
                <a:gd name="connsiteY12" fmla="*/ 160524 h 425387"/>
                <a:gd name="connsiteX13" fmla="*/ 66052 w 451456"/>
                <a:gd name="connsiteY13" fmla="*/ 208681 h 425387"/>
                <a:gd name="connsiteX14" fmla="*/ 6005 w 451456"/>
                <a:gd name="connsiteY14" fmla="*/ 238316 h 425387"/>
                <a:gd name="connsiteX15" fmla="*/ 0 w 451456"/>
                <a:gd name="connsiteY15" fmla="*/ 248194 h 425387"/>
                <a:gd name="connsiteX16" fmla="*/ 0 w 451456"/>
                <a:gd name="connsiteY16" fmla="*/ 340187 h 425387"/>
                <a:gd name="connsiteX17" fmla="*/ 21936 w 451456"/>
                <a:gd name="connsiteY17" fmla="*/ 340187 h 425387"/>
                <a:gd name="connsiteX18" fmla="*/ 21936 w 451456"/>
                <a:gd name="connsiteY18" fmla="*/ 254986 h 425387"/>
                <a:gd name="connsiteX19" fmla="*/ 81983 w 451456"/>
                <a:gd name="connsiteY19" fmla="*/ 224733 h 425387"/>
                <a:gd name="connsiteX20" fmla="*/ 132839 w 451456"/>
                <a:gd name="connsiteY20" fmla="*/ 224733 h 425387"/>
                <a:gd name="connsiteX21" fmla="*/ 171563 w 451456"/>
                <a:gd name="connsiteY21" fmla="*/ 244119 h 425387"/>
                <a:gd name="connsiteX22" fmla="*/ 184921 w 451456"/>
                <a:gd name="connsiteY22" fmla="*/ 287584 h 425387"/>
                <a:gd name="connsiteX23" fmla="*/ 124874 w 451456"/>
                <a:gd name="connsiteY23" fmla="*/ 317837 h 425387"/>
                <a:gd name="connsiteX24" fmla="*/ 118869 w 451456"/>
                <a:gd name="connsiteY24" fmla="*/ 327715 h 425387"/>
                <a:gd name="connsiteX25" fmla="*/ 118869 w 451456"/>
                <a:gd name="connsiteY25" fmla="*/ 425388 h 425387"/>
                <a:gd name="connsiteX26" fmla="*/ 140682 w 451456"/>
                <a:gd name="connsiteY26" fmla="*/ 425388 h 425387"/>
                <a:gd name="connsiteX27" fmla="*/ 140682 w 451456"/>
                <a:gd name="connsiteY27" fmla="*/ 334507 h 425387"/>
                <a:gd name="connsiteX28" fmla="*/ 200852 w 451456"/>
                <a:gd name="connsiteY28" fmla="*/ 304254 h 425387"/>
                <a:gd name="connsiteX29" fmla="*/ 251585 w 451456"/>
                <a:gd name="connsiteY29" fmla="*/ 304254 h 425387"/>
                <a:gd name="connsiteX30" fmla="*/ 311632 w 451456"/>
                <a:gd name="connsiteY30" fmla="*/ 334507 h 425387"/>
                <a:gd name="connsiteX31" fmla="*/ 311632 w 451456"/>
                <a:gd name="connsiteY31" fmla="*/ 425388 h 425387"/>
                <a:gd name="connsiteX32" fmla="*/ 333568 w 451456"/>
                <a:gd name="connsiteY32" fmla="*/ 425388 h 425387"/>
                <a:gd name="connsiteX33" fmla="*/ 333568 w 451456"/>
                <a:gd name="connsiteY33" fmla="*/ 327715 h 425387"/>
                <a:gd name="connsiteX34" fmla="*/ 327563 w 451456"/>
                <a:gd name="connsiteY34" fmla="*/ 317837 h 425387"/>
                <a:gd name="connsiteX35" fmla="*/ 267516 w 451456"/>
                <a:gd name="connsiteY35" fmla="*/ 287584 h 425387"/>
                <a:gd name="connsiteX36" fmla="*/ 280874 w 451456"/>
                <a:gd name="connsiteY36" fmla="*/ 244119 h 425387"/>
                <a:gd name="connsiteX37" fmla="*/ 318618 w 451456"/>
                <a:gd name="connsiteY37" fmla="*/ 224733 h 425387"/>
                <a:gd name="connsiteX38" fmla="*/ 369474 w 451456"/>
                <a:gd name="connsiteY38" fmla="*/ 224733 h 425387"/>
                <a:gd name="connsiteX39" fmla="*/ 429521 w 451456"/>
                <a:gd name="connsiteY39" fmla="*/ 254986 h 425387"/>
                <a:gd name="connsiteX40" fmla="*/ 429521 w 451456"/>
                <a:gd name="connsiteY40" fmla="*/ 340187 h 425387"/>
                <a:gd name="connsiteX41" fmla="*/ 451456 w 451456"/>
                <a:gd name="connsiteY41" fmla="*/ 340187 h 425387"/>
                <a:gd name="connsiteX42" fmla="*/ 451456 w 451456"/>
                <a:gd name="connsiteY42" fmla="*/ 248194 h 425387"/>
                <a:gd name="connsiteX43" fmla="*/ 445329 w 451456"/>
                <a:gd name="connsiteY43" fmla="*/ 238316 h 425387"/>
                <a:gd name="connsiteX44" fmla="*/ 225728 w 451456"/>
                <a:gd name="connsiteY44" fmla="*/ 22103 h 425387"/>
                <a:gd name="connsiteX45" fmla="*/ 258570 w 451456"/>
                <a:gd name="connsiteY45" fmla="*/ 55195 h 425387"/>
                <a:gd name="connsiteX46" fmla="*/ 225728 w 451456"/>
                <a:gd name="connsiteY46" fmla="*/ 105946 h 425387"/>
                <a:gd name="connsiteX47" fmla="*/ 192886 w 451456"/>
                <a:gd name="connsiteY47" fmla="*/ 55195 h 425387"/>
                <a:gd name="connsiteX48" fmla="*/ 225728 w 451456"/>
                <a:gd name="connsiteY48" fmla="*/ 22103 h 425387"/>
                <a:gd name="connsiteX49" fmla="*/ 107350 w 451456"/>
                <a:gd name="connsiteY49" fmla="*/ 210656 h 425387"/>
                <a:gd name="connsiteX50" fmla="*/ 74508 w 451456"/>
                <a:gd name="connsiteY50" fmla="*/ 159906 h 425387"/>
                <a:gd name="connsiteX51" fmla="*/ 107350 w 451456"/>
                <a:gd name="connsiteY51" fmla="*/ 126814 h 425387"/>
                <a:gd name="connsiteX52" fmla="*/ 140192 w 451456"/>
                <a:gd name="connsiteY52" fmla="*/ 159906 h 425387"/>
                <a:gd name="connsiteX53" fmla="*/ 107350 w 451456"/>
                <a:gd name="connsiteY53" fmla="*/ 210656 h 425387"/>
                <a:gd name="connsiteX54" fmla="*/ 225728 w 451456"/>
                <a:gd name="connsiteY54" fmla="*/ 290177 h 425387"/>
                <a:gd name="connsiteX55" fmla="*/ 192886 w 451456"/>
                <a:gd name="connsiteY55" fmla="*/ 239427 h 425387"/>
                <a:gd name="connsiteX56" fmla="*/ 225728 w 451456"/>
                <a:gd name="connsiteY56" fmla="*/ 206211 h 425387"/>
                <a:gd name="connsiteX57" fmla="*/ 258570 w 451456"/>
                <a:gd name="connsiteY57" fmla="*/ 239427 h 425387"/>
                <a:gd name="connsiteX58" fmla="*/ 225728 w 451456"/>
                <a:gd name="connsiteY58" fmla="*/ 290177 h 425387"/>
                <a:gd name="connsiteX59" fmla="*/ 225728 w 451456"/>
                <a:gd name="connsiteY59" fmla="*/ 184108 h 425387"/>
                <a:gd name="connsiteX60" fmla="*/ 172544 w 451456"/>
                <a:gd name="connsiteY60" fmla="*/ 220164 h 425387"/>
                <a:gd name="connsiteX61" fmla="*/ 148647 w 451456"/>
                <a:gd name="connsiteY61" fmla="*/ 207816 h 425387"/>
                <a:gd name="connsiteX62" fmla="*/ 162127 w 451456"/>
                <a:gd name="connsiteY62" fmla="*/ 159659 h 425387"/>
                <a:gd name="connsiteX63" fmla="*/ 160412 w 451456"/>
                <a:gd name="connsiteY63" fmla="*/ 139903 h 425387"/>
                <a:gd name="connsiteX64" fmla="*/ 200361 w 451456"/>
                <a:gd name="connsiteY64" fmla="*/ 119899 h 425387"/>
                <a:gd name="connsiteX65" fmla="*/ 251095 w 451456"/>
                <a:gd name="connsiteY65" fmla="*/ 119899 h 425387"/>
                <a:gd name="connsiteX66" fmla="*/ 291045 w 451456"/>
                <a:gd name="connsiteY66" fmla="*/ 139903 h 425387"/>
                <a:gd name="connsiteX67" fmla="*/ 289207 w 451456"/>
                <a:gd name="connsiteY67" fmla="*/ 160524 h 425387"/>
                <a:gd name="connsiteX68" fmla="*/ 302809 w 451456"/>
                <a:gd name="connsiteY68" fmla="*/ 208681 h 425387"/>
                <a:gd name="connsiteX69" fmla="*/ 278300 w 451456"/>
                <a:gd name="connsiteY69" fmla="*/ 221029 h 425387"/>
                <a:gd name="connsiteX70" fmla="*/ 225728 w 451456"/>
                <a:gd name="connsiteY70" fmla="*/ 184108 h 425387"/>
                <a:gd name="connsiteX71" fmla="*/ 344107 w 451456"/>
                <a:gd name="connsiteY71" fmla="*/ 210656 h 425387"/>
                <a:gd name="connsiteX72" fmla="*/ 311142 w 451456"/>
                <a:gd name="connsiteY72" fmla="*/ 159906 h 425387"/>
                <a:gd name="connsiteX73" fmla="*/ 344107 w 451456"/>
                <a:gd name="connsiteY73" fmla="*/ 126814 h 425387"/>
                <a:gd name="connsiteX74" fmla="*/ 376949 w 451456"/>
                <a:gd name="connsiteY74" fmla="*/ 159906 h 425387"/>
                <a:gd name="connsiteX75" fmla="*/ 344107 w 451456"/>
                <a:gd name="connsiteY75" fmla="*/ 210656 h 4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1456" h="425387">
                  <a:moveTo>
                    <a:pt x="445329" y="238316"/>
                  </a:moveTo>
                  <a:lnTo>
                    <a:pt x="385282" y="208063"/>
                  </a:lnTo>
                  <a:cubicBezTo>
                    <a:pt x="394177" y="193827"/>
                    <a:pt x="398892" y="177346"/>
                    <a:pt x="398885" y="160524"/>
                  </a:cubicBezTo>
                  <a:cubicBezTo>
                    <a:pt x="398885" y="121257"/>
                    <a:pt x="382954" y="105328"/>
                    <a:pt x="344107" y="105328"/>
                  </a:cubicBezTo>
                  <a:cubicBezTo>
                    <a:pt x="322907" y="105328"/>
                    <a:pt x="308691" y="110020"/>
                    <a:pt x="299991" y="120640"/>
                  </a:cubicBezTo>
                  <a:lnTo>
                    <a:pt x="267026" y="103353"/>
                  </a:lnTo>
                  <a:cubicBezTo>
                    <a:pt x="275939" y="88904"/>
                    <a:pt x="280613" y="72208"/>
                    <a:pt x="280506" y="55195"/>
                  </a:cubicBezTo>
                  <a:cubicBezTo>
                    <a:pt x="280506" y="16052"/>
                    <a:pt x="264575" y="0"/>
                    <a:pt x="225728" y="0"/>
                  </a:cubicBezTo>
                  <a:cubicBezTo>
                    <a:pt x="186882" y="0"/>
                    <a:pt x="171563" y="16052"/>
                    <a:pt x="171563" y="55195"/>
                  </a:cubicBezTo>
                  <a:cubicBezTo>
                    <a:pt x="171457" y="72208"/>
                    <a:pt x="176130" y="88904"/>
                    <a:pt x="185043" y="103353"/>
                  </a:cubicBezTo>
                  <a:lnTo>
                    <a:pt x="151466" y="120022"/>
                  </a:lnTo>
                  <a:cubicBezTo>
                    <a:pt x="142765" y="109403"/>
                    <a:pt x="128550" y="104711"/>
                    <a:pt x="107350" y="104711"/>
                  </a:cubicBezTo>
                  <a:cubicBezTo>
                    <a:pt x="68503" y="104711"/>
                    <a:pt x="52572" y="120640"/>
                    <a:pt x="52572" y="160524"/>
                  </a:cubicBezTo>
                  <a:cubicBezTo>
                    <a:pt x="52465" y="177536"/>
                    <a:pt x="57139" y="194232"/>
                    <a:pt x="66052" y="208681"/>
                  </a:cubicBezTo>
                  <a:lnTo>
                    <a:pt x="6005" y="238316"/>
                  </a:lnTo>
                  <a:cubicBezTo>
                    <a:pt x="2304" y="240192"/>
                    <a:pt x="-23" y="244019"/>
                    <a:pt x="0" y="248194"/>
                  </a:cubicBezTo>
                  <a:lnTo>
                    <a:pt x="0" y="340187"/>
                  </a:lnTo>
                  <a:lnTo>
                    <a:pt x="21936" y="340187"/>
                  </a:lnTo>
                  <a:lnTo>
                    <a:pt x="21936" y="254986"/>
                  </a:lnTo>
                  <a:lnTo>
                    <a:pt x="81983" y="224733"/>
                  </a:lnTo>
                  <a:cubicBezTo>
                    <a:pt x="97275" y="235424"/>
                    <a:pt x="117547" y="235424"/>
                    <a:pt x="132839" y="224733"/>
                  </a:cubicBezTo>
                  <a:lnTo>
                    <a:pt x="171563" y="244119"/>
                  </a:lnTo>
                  <a:cubicBezTo>
                    <a:pt x="172248" y="259521"/>
                    <a:pt x="176848" y="274488"/>
                    <a:pt x="184921" y="287584"/>
                  </a:cubicBezTo>
                  <a:lnTo>
                    <a:pt x="124874" y="317837"/>
                  </a:lnTo>
                  <a:cubicBezTo>
                    <a:pt x="121172" y="319713"/>
                    <a:pt x="118846" y="323540"/>
                    <a:pt x="118869" y="327715"/>
                  </a:cubicBezTo>
                  <a:lnTo>
                    <a:pt x="118869" y="425388"/>
                  </a:lnTo>
                  <a:lnTo>
                    <a:pt x="140682" y="425388"/>
                  </a:lnTo>
                  <a:lnTo>
                    <a:pt x="140682" y="334507"/>
                  </a:lnTo>
                  <a:lnTo>
                    <a:pt x="200852" y="304254"/>
                  </a:lnTo>
                  <a:cubicBezTo>
                    <a:pt x="216094" y="314959"/>
                    <a:pt x="236343" y="314959"/>
                    <a:pt x="251585" y="304254"/>
                  </a:cubicBezTo>
                  <a:lnTo>
                    <a:pt x="311632" y="334507"/>
                  </a:lnTo>
                  <a:lnTo>
                    <a:pt x="311632" y="425388"/>
                  </a:lnTo>
                  <a:lnTo>
                    <a:pt x="333568" y="425388"/>
                  </a:lnTo>
                  <a:lnTo>
                    <a:pt x="333568" y="327715"/>
                  </a:lnTo>
                  <a:cubicBezTo>
                    <a:pt x="333591" y="323540"/>
                    <a:pt x="331265" y="319713"/>
                    <a:pt x="327563" y="317837"/>
                  </a:cubicBezTo>
                  <a:lnTo>
                    <a:pt x="267516" y="287584"/>
                  </a:lnTo>
                  <a:cubicBezTo>
                    <a:pt x="275589" y="274488"/>
                    <a:pt x="280189" y="259521"/>
                    <a:pt x="280874" y="244119"/>
                  </a:cubicBezTo>
                  <a:lnTo>
                    <a:pt x="318618" y="224733"/>
                  </a:lnTo>
                  <a:cubicBezTo>
                    <a:pt x="333909" y="235424"/>
                    <a:pt x="354182" y="235424"/>
                    <a:pt x="369474" y="224733"/>
                  </a:cubicBezTo>
                  <a:lnTo>
                    <a:pt x="429521" y="254986"/>
                  </a:lnTo>
                  <a:lnTo>
                    <a:pt x="429521" y="340187"/>
                  </a:lnTo>
                  <a:lnTo>
                    <a:pt x="451456" y="340187"/>
                  </a:lnTo>
                  <a:lnTo>
                    <a:pt x="451456" y="248194"/>
                  </a:lnTo>
                  <a:cubicBezTo>
                    <a:pt x="451486" y="243983"/>
                    <a:pt x="449099" y="240134"/>
                    <a:pt x="445329" y="238316"/>
                  </a:cubicBezTo>
                  <a:close/>
                  <a:moveTo>
                    <a:pt x="225728" y="22103"/>
                  </a:moveTo>
                  <a:cubicBezTo>
                    <a:pt x="254036" y="22103"/>
                    <a:pt x="258570" y="30006"/>
                    <a:pt x="258570" y="55195"/>
                  </a:cubicBezTo>
                  <a:cubicBezTo>
                    <a:pt x="258570" y="80385"/>
                    <a:pt x="245090" y="105946"/>
                    <a:pt x="225728" y="105946"/>
                  </a:cubicBezTo>
                  <a:cubicBezTo>
                    <a:pt x="206366" y="105946"/>
                    <a:pt x="192886" y="79768"/>
                    <a:pt x="192886" y="55195"/>
                  </a:cubicBezTo>
                  <a:cubicBezTo>
                    <a:pt x="192886" y="30623"/>
                    <a:pt x="197420" y="22103"/>
                    <a:pt x="225728" y="22103"/>
                  </a:cubicBezTo>
                  <a:close/>
                  <a:moveTo>
                    <a:pt x="107350" y="210656"/>
                  </a:moveTo>
                  <a:cubicBezTo>
                    <a:pt x="87742" y="210656"/>
                    <a:pt x="74508" y="184355"/>
                    <a:pt x="74508" y="159906"/>
                  </a:cubicBezTo>
                  <a:cubicBezTo>
                    <a:pt x="74508" y="135457"/>
                    <a:pt x="79042" y="126814"/>
                    <a:pt x="107350" y="126814"/>
                  </a:cubicBezTo>
                  <a:cubicBezTo>
                    <a:pt x="135658" y="126814"/>
                    <a:pt x="140192" y="134593"/>
                    <a:pt x="140192" y="159906"/>
                  </a:cubicBezTo>
                  <a:cubicBezTo>
                    <a:pt x="140192" y="185220"/>
                    <a:pt x="127079" y="210656"/>
                    <a:pt x="107350" y="210656"/>
                  </a:cubicBezTo>
                  <a:close/>
                  <a:moveTo>
                    <a:pt x="225728" y="290177"/>
                  </a:moveTo>
                  <a:cubicBezTo>
                    <a:pt x="205999" y="290177"/>
                    <a:pt x="192886" y="263876"/>
                    <a:pt x="192886" y="239427"/>
                  </a:cubicBezTo>
                  <a:cubicBezTo>
                    <a:pt x="192886" y="214978"/>
                    <a:pt x="197420" y="206211"/>
                    <a:pt x="225728" y="206211"/>
                  </a:cubicBezTo>
                  <a:cubicBezTo>
                    <a:pt x="254036" y="206211"/>
                    <a:pt x="258570" y="214114"/>
                    <a:pt x="258570" y="239427"/>
                  </a:cubicBezTo>
                  <a:cubicBezTo>
                    <a:pt x="258570" y="264741"/>
                    <a:pt x="245090" y="290177"/>
                    <a:pt x="225728" y="290177"/>
                  </a:cubicBezTo>
                  <a:close/>
                  <a:moveTo>
                    <a:pt x="225728" y="184108"/>
                  </a:moveTo>
                  <a:cubicBezTo>
                    <a:pt x="193989" y="184108"/>
                    <a:pt x="177568" y="194851"/>
                    <a:pt x="172544" y="220164"/>
                  </a:cubicBezTo>
                  <a:lnTo>
                    <a:pt x="148647" y="207816"/>
                  </a:lnTo>
                  <a:cubicBezTo>
                    <a:pt x="157561" y="193367"/>
                    <a:pt x="162234" y="176672"/>
                    <a:pt x="162127" y="159659"/>
                  </a:cubicBezTo>
                  <a:cubicBezTo>
                    <a:pt x="162236" y="153032"/>
                    <a:pt x="161661" y="146410"/>
                    <a:pt x="160412" y="139903"/>
                  </a:cubicBezTo>
                  <a:lnTo>
                    <a:pt x="200361" y="119899"/>
                  </a:lnTo>
                  <a:cubicBezTo>
                    <a:pt x="215659" y="130427"/>
                    <a:pt x="235798" y="130427"/>
                    <a:pt x="251095" y="119899"/>
                  </a:cubicBezTo>
                  <a:lnTo>
                    <a:pt x="291045" y="139903"/>
                  </a:lnTo>
                  <a:cubicBezTo>
                    <a:pt x="289689" y="146688"/>
                    <a:pt x="289073" y="153603"/>
                    <a:pt x="289207" y="160524"/>
                  </a:cubicBezTo>
                  <a:cubicBezTo>
                    <a:pt x="289082" y="177556"/>
                    <a:pt x="293803" y="194267"/>
                    <a:pt x="302809" y="208681"/>
                  </a:cubicBezTo>
                  <a:lnTo>
                    <a:pt x="278300" y="221029"/>
                  </a:lnTo>
                  <a:cubicBezTo>
                    <a:pt x="273889" y="194851"/>
                    <a:pt x="257345" y="184108"/>
                    <a:pt x="225728" y="184108"/>
                  </a:cubicBezTo>
                  <a:close/>
                  <a:moveTo>
                    <a:pt x="344107" y="210656"/>
                  </a:moveTo>
                  <a:cubicBezTo>
                    <a:pt x="324377" y="210656"/>
                    <a:pt x="311142" y="184355"/>
                    <a:pt x="311142" y="159906"/>
                  </a:cubicBezTo>
                  <a:cubicBezTo>
                    <a:pt x="311142" y="135457"/>
                    <a:pt x="315676" y="126814"/>
                    <a:pt x="344107" y="126814"/>
                  </a:cubicBezTo>
                  <a:cubicBezTo>
                    <a:pt x="372537" y="126814"/>
                    <a:pt x="376949" y="134593"/>
                    <a:pt x="376949" y="159906"/>
                  </a:cubicBezTo>
                  <a:cubicBezTo>
                    <a:pt x="376949" y="185220"/>
                    <a:pt x="363714" y="210656"/>
                    <a:pt x="344107" y="210656"/>
                  </a:cubicBezTo>
                  <a:close/>
                </a:path>
              </a:pathLst>
            </a:custGeom>
            <a:solidFill>
              <a:schemeClr val="accent5"/>
            </a:solidFill>
            <a:ln w="120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8" name="Revenue">
            <a:extLst>
              <a:ext uri="{FF2B5EF4-FFF2-40B4-BE49-F238E27FC236}">
                <a16:creationId xmlns:a16="http://schemas.microsoft.com/office/drawing/2014/main" id="{55A2EA66-F58A-4458-A3FC-CE43458B2E3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097339" y="12207817"/>
            <a:ext cx="2033047" cy="320040"/>
            <a:chOff x="19097339" y="12207817"/>
            <a:chExt cx="2033047" cy="320040"/>
          </a:xfrm>
        </p:grpSpPr>
        <p:sp>
          <p:nvSpPr>
            <p:cNvPr id="116" name="Revenue in Billions USD">
              <a:extLst>
                <a:ext uri="{FF2B5EF4-FFF2-40B4-BE49-F238E27FC236}">
                  <a16:creationId xmlns:a16="http://schemas.microsoft.com/office/drawing/2014/main" id="{E287B836-FF18-4A66-8DB5-69CBE7D07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6" hasCustomPrompt="1"/>
            </p:nvPr>
          </p:nvSpPr>
          <p:spPr>
            <a:xfrm>
              <a:off x="20387554" y="12207817"/>
              <a:ext cx="742832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$XXXB</a:t>
              </a:r>
            </a:p>
          </p:txBody>
        </p:sp>
        <p:sp>
          <p:nvSpPr>
            <p:cNvPr id="115" name="&quot;revenue&quot;">
              <a:extLst>
                <a:ext uri="{FF2B5EF4-FFF2-40B4-BE49-F238E27FC236}">
                  <a16:creationId xmlns:a16="http://schemas.microsoft.com/office/drawing/2014/main" id="{82196980-AC81-4C03-8A0D-FA86BD6119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549180" y="12207817"/>
              <a:ext cx="835368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6" name="Revenue Icon">
              <a:extLst>
                <a:ext uri="{FF2B5EF4-FFF2-40B4-BE49-F238E27FC236}">
                  <a16:creationId xmlns:a16="http://schemas.microsoft.com/office/drawing/2014/main" id="{F12DAC35-D828-41DB-84AE-796CC015A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097339" y="12209099"/>
              <a:ext cx="355806" cy="317476"/>
            </a:xfrm>
            <a:custGeom>
              <a:avLst/>
              <a:gdLst>
                <a:gd name="connsiteX0" fmla="*/ 355807 w 355806"/>
                <a:gd name="connsiteY0" fmla="*/ 292933 h 317476"/>
                <a:gd name="connsiteX1" fmla="*/ 355807 w 355806"/>
                <a:gd name="connsiteY1" fmla="*/ 317477 h 317476"/>
                <a:gd name="connsiteX2" fmla="*/ 0 w 355806"/>
                <a:gd name="connsiteY2" fmla="*/ 317477 h 317476"/>
                <a:gd name="connsiteX3" fmla="*/ 0 w 355806"/>
                <a:gd name="connsiteY3" fmla="*/ 0 h 317476"/>
                <a:gd name="connsiteX4" fmla="*/ 25190 w 355806"/>
                <a:gd name="connsiteY4" fmla="*/ 0 h 317476"/>
                <a:gd name="connsiteX5" fmla="*/ 25190 w 355806"/>
                <a:gd name="connsiteY5" fmla="*/ 292933 h 317476"/>
                <a:gd name="connsiteX6" fmla="*/ 146983 w 355806"/>
                <a:gd name="connsiteY6" fmla="*/ 157941 h 317476"/>
                <a:gd name="connsiteX7" fmla="*/ 177337 w 355806"/>
                <a:gd name="connsiteY7" fmla="*/ 187516 h 317476"/>
                <a:gd name="connsiteX8" fmla="*/ 228724 w 355806"/>
                <a:gd name="connsiteY8" fmla="*/ 137569 h 317476"/>
                <a:gd name="connsiteX9" fmla="*/ 260463 w 355806"/>
                <a:gd name="connsiteY9" fmla="*/ 168495 h 317476"/>
                <a:gd name="connsiteX10" fmla="*/ 328350 w 355806"/>
                <a:gd name="connsiteY10" fmla="*/ 102471 h 317476"/>
                <a:gd name="connsiteX11" fmla="*/ 354547 w 355806"/>
                <a:gd name="connsiteY11" fmla="*/ 127997 h 317476"/>
                <a:gd name="connsiteX12" fmla="*/ 354547 w 355806"/>
                <a:gd name="connsiteY12" fmla="*/ 60133 h 317476"/>
                <a:gd name="connsiteX13" fmla="*/ 284645 w 355806"/>
                <a:gd name="connsiteY13" fmla="*/ 60133 h 317476"/>
                <a:gd name="connsiteX14" fmla="*/ 309835 w 355806"/>
                <a:gd name="connsiteY14" fmla="*/ 85413 h 317476"/>
                <a:gd name="connsiteX15" fmla="*/ 259456 w 355806"/>
                <a:gd name="connsiteY15" fmla="*/ 134501 h 317476"/>
                <a:gd name="connsiteX16" fmla="*/ 228724 w 355806"/>
                <a:gd name="connsiteY16" fmla="*/ 103085 h 317476"/>
                <a:gd name="connsiteX17" fmla="*/ 177337 w 355806"/>
                <a:gd name="connsiteY17" fmla="*/ 153155 h 317476"/>
                <a:gd name="connsiteX18" fmla="*/ 146983 w 355806"/>
                <a:gd name="connsiteY18" fmla="*/ 123456 h 317476"/>
                <a:gd name="connsiteX19" fmla="*/ 54032 w 355806"/>
                <a:gd name="connsiteY19" fmla="*/ 214024 h 317476"/>
                <a:gd name="connsiteX20" fmla="*/ 71917 w 355806"/>
                <a:gd name="connsiteY20" fmla="*/ 231450 h 31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806" h="317476">
                  <a:moveTo>
                    <a:pt x="355807" y="292933"/>
                  </a:moveTo>
                  <a:lnTo>
                    <a:pt x="355807" y="317477"/>
                  </a:lnTo>
                  <a:lnTo>
                    <a:pt x="0" y="317477"/>
                  </a:lnTo>
                  <a:lnTo>
                    <a:pt x="0" y="0"/>
                  </a:lnTo>
                  <a:lnTo>
                    <a:pt x="25190" y="0"/>
                  </a:lnTo>
                  <a:lnTo>
                    <a:pt x="25190" y="292933"/>
                  </a:lnTo>
                  <a:close/>
                  <a:moveTo>
                    <a:pt x="146983" y="157941"/>
                  </a:moveTo>
                  <a:lnTo>
                    <a:pt x="177337" y="187516"/>
                  </a:lnTo>
                  <a:lnTo>
                    <a:pt x="228724" y="137569"/>
                  </a:lnTo>
                  <a:lnTo>
                    <a:pt x="260463" y="168495"/>
                  </a:lnTo>
                  <a:lnTo>
                    <a:pt x="328350" y="102471"/>
                  </a:lnTo>
                  <a:lnTo>
                    <a:pt x="354547" y="127997"/>
                  </a:lnTo>
                  <a:lnTo>
                    <a:pt x="354547" y="60133"/>
                  </a:lnTo>
                  <a:lnTo>
                    <a:pt x="284645" y="60133"/>
                  </a:lnTo>
                  <a:lnTo>
                    <a:pt x="309835" y="85413"/>
                  </a:lnTo>
                  <a:lnTo>
                    <a:pt x="259456" y="134501"/>
                  </a:lnTo>
                  <a:lnTo>
                    <a:pt x="228724" y="103085"/>
                  </a:lnTo>
                  <a:lnTo>
                    <a:pt x="177337" y="153155"/>
                  </a:lnTo>
                  <a:lnTo>
                    <a:pt x="146983" y="123456"/>
                  </a:lnTo>
                  <a:lnTo>
                    <a:pt x="54032" y="214024"/>
                  </a:lnTo>
                  <a:lnTo>
                    <a:pt x="71917" y="231450"/>
                  </a:lnTo>
                  <a:close/>
                </a:path>
              </a:pathLst>
            </a:custGeom>
            <a:solidFill>
              <a:schemeClr val="accent5"/>
            </a:solidFill>
            <a:ln w="12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" name="Headquarters">
            <a:extLst>
              <a:ext uri="{FF2B5EF4-FFF2-40B4-BE49-F238E27FC236}">
                <a16:creationId xmlns:a16="http://schemas.microsoft.com/office/drawing/2014/main" id="{C2C66D39-F49A-4075-8214-59047ED65B7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126034" y="12156253"/>
            <a:ext cx="2456159" cy="423169"/>
            <a:chOff x="16126034" y="12156253"/>
            <a:chExt cx="2456159" cy="423169"/>
          </a:xfrm>
        </p:grpSpPr>
        <p:sp>
          <p:nvSpPr>
            <p:cNvPr id="108" name="Headquarters Area">
              <a:extLst>
                <a:ext uri="{FF2B5EF4-FFF2-40B4-BE49-F238E27FC236}">
                  <a16:creationId xmlns:a16="http://schemas.microsoft.com/office/drawing/2014/main" id="{B2E667B4-6BA4-4DE5-BF10-BDF0495AE3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5" hasCustomPrompt="1"/>
            </p:nvPr>
          </p:nvSpPr>
          <p:spPr>
            <a:xfrm>
              <a:off x="17900868" y="12207817"/>
              <a:ext cx="681325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AREA</a:t>
              </a:r>
            </a:p>
          </p:txBody>
        </p:sp>
        <p:sp>
          <p:nvSpPr>
            <p:cNvPr id="82" name="&quot;headquarters&quot;">
              <a:extLst>
                <a:ext uri="{FF2B5EF4-FFF2-40B4-BE49-F238E27FC236}">
                  <a16:creationId xmlns:a16="http://schemas.microsoft.com/office/drawing/2014/main" id="{1EE71E7C-B26C-4AA0-B252-C5DE2999E7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598959" y="12207817"/>
              <a:ext cx="1298903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headquarters</a:t>
              </a:r>
            </a:p>
          </p:txBody>
        </p:sp>
        <p:sp>
          <p:nvSpPr>
            <p:cNvPr id="88" name="Headquarters Icon">
              <a:extLst>
                <a:ext uri="{FF2B5EF4-FFF2-40B4-BE49-F238E27FC236}">
                  <a16:creationId xmlns:a16="http://schemas.microsoft.com/office/drawing/2014/main" id="{17D3FF4D-D7D8-4DD6-9802-7EBF1D0263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126034" y="12156253"/>
              <a:ext cx="400035" cy="423169"/>
            </a:xfrm>
            <a:custGeom>
              <a:avLst/>
              <a:gdLst>
                <a:gd name="connsiteX0" fmla="*/ 357727 w 400035"/>
                <a:gd name="connsiteY0" fmla="*/ 91971 h 423169"/>
                <a:gd name="connsiteX1" fmla="*/ 228118 w 400035"/>
                <a:gd name="connsiteY1" fmla="*/ 20102 h 423169"/>
                <a:gd name="connsiteX2" fmla="*/ 190414 w 400035"/>
                <a:gd name="connsiteY2" fmla="*/ 1482 h 423169"/>
                <a:gd name="connsiteX3" fmla="*/ 171422 w 400035"/>
                <a:gd name="connsiteY3" fmla="*/ 38446 h 423169"/>
                <a:gd name="connsiteX4" fmla="*/ 209126 w 400035"/>
                <a:gd name="connsiteY4" fmla="*/ 57066 h 423169"/>
                <a:gd name="connsiteX5" fmla="*/ 226732 w 400035"/>
                <a:gd name="connsiteY5" fmla="*/ 41836 h 423169"/>
                <a:gd name="connsiteX6" fmla="*/ 340093 w 400035"/>
                <a:gd name="connsiteY6" fmla="*/ 105431 h 423169"/>
                <a:gd name="connsiteX7" fmla="*/ 376368 w 400035"/>
                <a:gd name="connsiteY7" fmla="*/ 227436 h 423169"/>
                <a:gd name="connsiteX8" fmla="*/ 300795 w 400035"/>
                <a:gd name="connsiteY8" fmla="*/ 347959 h 423169"/>
                <a:gd name="connsiteX9" fmla="*/ 313390 w 400035"/>
                <a:gd name="connsiteY9" fmla="*/ 365864 h 423169"/>
                <a:gd name="connsiteX10" fmla="*/ 398789 w 400035"/>
                <a:gd name="connsiteY10" fmla="*/ 230029 h 423169"/>
                <a:gd name="connsiteX11" fmla="*/ 357727 w 400035"/>
                <a:gd name="connsiteY11" fmla="*/ 91971 h 423169"/>
                <a:gd name="connsiteX12" fmla="*/ 200030 w 400035"/>
                <a:gd name="connsiteY12" fmla="*/ 37390 h 423169"/>
                <a:gd name="connsiteX13" fmla="*/ 191970 w 400035"/>
                <a:gd name="connsiteY13" fmla="*/ 29734 h 423169"/>
                <a:gd name="connsiteX14" fmla="*/ 199780 w 400035"/>
                <a:gd name="connsiteY14" fmla="*/ 21833 h 423169"/>
                <a:gd name="connsiteX15" fmla="*/ 207839 w 400035"/>
                <a:gd name="connsiteY15" fmla="*/ 29489 h 423169"/>
                <a:gd name="connsiteX16" fmla="*/ 207839 w 400035"/>
                <a:gd name="connsiteY16" fmla="*/ 29734 h 423169"/>
                <a:gd name="connsiteX17" fmla="*/ 200030 w 400035"/>
                <a:gd name="connsiteY17" fmla="*/ 37390 h 423169"/>
                <a:gd name="connsiteX18" fmla="*/ 84024 w 400035"/>
                <a:gd name="connsiteY18" fmla="*/ 157666 h 423169"/>
                <a:gd name="connsiteX19" fmla="*/ 101658 w 400035"/>
                <a:gd name="connsiteY19" fmla="*/ 130005 h 423169"/>
                <a:gd name="connsiteX20" fmla="*/ 149773 w 400035"/>
                <a:gd name="connsiteY20" fmla="*/ 146552 h 423169"/>
                <a:gd name="connsiteX21" fmla="*/ 144987 w 400035"/>
                <a:gd name="connsiteY21" fmla="*/ 197922 h 423169"/>
                <a:gd name="connsiteX22" fmla="*/ 86039 w 400035"/>
                <a:gd name="connsiteY22" fmla="*/ 197922 h 423169"/>
                <a:gd name="connsiteX23" fmla="*/ 47140 w 400035"/>
                <a:gd name="connsiteY23" fmla="*/ 181396 h 423169"/>
                <a:gd name="connsiteX24" fmla="*/ 30283 w 400035"/>
                <a:gd name="connsiteY24" fmla="*/ 219533 h 423169"/>
                <a:gd name="connsiteX25" fmla="*/ 69182 w 400035"/>
                <a:gd name="connsiteY25" fmla="*/ 236059 h 423169"/>
                <a:gd name="connsiteX26" fmla="*/ 86039 w 400035"/>
                <a:gd name="connsiteY26" fmla="*/ 219533 h 423169"/>
                <a:gd name="connsiteX27" fmla="*/ 144987 w 400035"/>
                <a:gd name="connsiteY27" fmla="*/ 219533 h 423169"/>
                <a:gd name="connsiteX28" fmla="*/ 151159 w 400035"/>
                <a:gd name="connsiteY28" fmla="*/ 276830 h 423169"/>
                <a:gd name="connsiteX29" fmla="*/ 103547 w 400035"/>
                <a:gd name="connsiteY29" fmla="*/ 292760 h 423169"/>
                <a:gd name="connsiteX30" fmla="*/ 84402 w 400035"/>
                <a:gd name="connsiteY30" fmla="*/ 265593 h 423169"/>
                <a:gd name="connsiteX31" fmla="*/ 64627 w 400035"/>
                <a:gd name="connsiteY31" fmla="*/ 275349 h 423169"/>
                <a:gd name="connsiteX32" fmla="*/ 136674 w 400035"/>
                <a:gd name="connsiteY32" fmla="*/ 342155 h 423169"/>
                <a:gd name="connsiteX33" fmla="*/ 199652 w 400035"/>
                <a:gd name="connsiteY33" fmla="*/ 355244 h 423169"/>
                <a:gd name="connsiteX34" fmla="*/ 201541 w 400035"/>
                <a:gd name="connsiteY34" fmla="*/ 355244 h 423169"/>
                <a:gd name="connsiteX35" fmla="*/ 336062 w 400035"/>
                <a:gd name="connsiteY35" fmla="*/ 275349 h 423169"/>
                <a:gd name="connsiteX36" fmla="*/ 316287 w 400035"/>
                <a:gd name="connsiteY36" fmla="*/ 265593 h 423169"/>
                <a:gd name="connsiteX37" fmla="*/ 297142 w 400035"/>
                <a:gd name="connsiteY37" fmla="*/ 292760 h 423169"/>
                <a:gd name="connsiteX38" fmla="*/ 249530 w 400035"/>
                <a:gd name="connsiteY38" fmla="*/ 276830 h 423169"/>
                <a:gd name="connsiteX39" fmla="*/ 255198 w 400035"/>
                <a:gd name="connsiteY39" fmla="*/ 219533 h 423169"/>
                <a:gd name="connsiteX40" fmla="*/ 314146 w 400035"/>
                <a:gd name="connsiteY40" fmla="*/ 219533 h 423169"/>
                <a:gd name="connsiteX41" fmla="*/ 353045 w 400035"/>
                <a:gd name="connsiteY41" fmla="*/ 236059 h 423169"/>
                <a:gd name="connsiteX42" fmla="*/ 369902 w 400035"/>
                <a:gd name="connsiteY42" fmla="*/ 197922 h 423169"/>
                <a:gd name="connsiteX43" fmla="*/ 331003 w 400035"/>
                <a:gd name="connsiteY43" fmla="*/ 181396 h 423169"/>
                <a:gd name="connsiteX44" fmla="*/ 314146 w 400035"/>
                <a:gd name="connsiteY44" fmla="*/ 197922 h 423169"/>
                <a:gd name="connsiteX45" fmla="*/ 254947 w 400035"/>
                <a:gd name="connsiteY45" fmla="*/ 197922 h 423169"/>
                <a:gd name="connsiteX46" fmla="*/ 250286 w 400035"/>
                <a:gd name="connsiteY46" fmla="*/ 146552 h 423169"/>
                <a:gd name="connsiteX47" fmla="*/ 298275 w 400035"/>
                <a:gd name="connsiteY47" fmla="*/ 130005 h 423169"/>
                <a:gd name="connsiteX48" fmla="*/ 315909 w 400035"/>
                <a:gd name="connsiteY48" fmla="*/ 157666 h 423169"/>
                <a:gd name="connsiteX49" fmla="*/ 335936 w 400035"/>
                <a:gd name="connsiteY49" fmla="*/ 148528 h 423169"/>
                <a:gd name="connsiteX50" fmla="*/ 264519 w 400035"/>
                <a:gd name="connsiteY50" fmla="*/ 76535 h 423169"/>
                <a:gd name="connsiteX51" fmla="*/ 201541 w 400035"/>
                <a:gd name="connsiteY51" fmla="*/ 62087 h 423169"/>
                <a:gd name="connsiteX52" fmla="*/ 199400 w 400035"/>
                <a:gd name="connsiteY52" fmla="*/ 62087 h 423169"/>
                <a:gd name="connsiteX53" fmla="*/ 150655 w 400035"/>
                <a:gd name="connsiteY53" fmla="*/ 70484 h 423169"/>
                <a:gd name="connsiteX54" fmla="*/ 63997 w 400035"/>
                <a:gd name="connsiteY54" fmla="*/ 148528 h 423169"/>
                <a:gd name="connsiteX55" fmla="*/ 58833 w 400035"/>
                <a:gd name="connsiteY55" fmla="*/ 216445 h 423169"/>
                <a:gd name="connsiteX56" fmla="*/ 50773 w 400035"/>
                <a:gd name="connsiteY56" fmla="*/ 208789 h 423169"/>
                <a:gd name="connsiteX57" fmla="*/ 58583 w 400035"/>
                <a:gd name="connsiteY57" fmla="*/ 200888 h 423169"/>
                <a:gd name="connsiteX58" fmla="*/ 66642 w 400035"/>
                <a:gd name="connsiteY58" fmla="*/ 208544 h 423169"/>
                <a:gd name="connsiteX59" fmla="*/ 66642 w 400035"/>
                <a:gd name="connsiteY59" fmla="*/ 208789 h 423169"/>
                <a:gd name="connsiteX60" fmla="*/ 58591 w 400035"/>
                <a:gd name="connsiteY60" fmla="*/ 216453 h 423169"/>
                <a:gd name="connsiteX61" fmla="*/ 58329 w 400035"/>
                <a:gd name="connsiteY61" fmla="*/ 216445 h 423169"/>
                <a:gd name="connsiteX62" fmla="*/ 342234 w 400035"/>
                <a:gd name="connsiteY62" fmla="*/ 201010 h 423169"/>
                <a:gd name="connsiteX63" fmla="*/ 350169 w 400035"/>
                <a:gd name="connsiteY63" fmla="*/ 208789 h 423169"/>
                <a:gd name="connsiteX64" fmla="*/ 342234 w 400035"/>
                <a:gd name="connsiteY64" fmla="*/ 216569 h 423169"/>
                <a:gd name="connsiteX65" fmla="*/ 334299 w 400035"/>
                <a:gd name="connsiteY65" fmla="*/ 208789 h 423169"/>
                <a:gd name="connsiteX66" fmla="*/ 341730 w 400035"/>
                <a:gd name="connsiteY66" fmla="*/ 201010 h 423169"/>
                <a:gd name="connsiteX67" fmla="*/ 145113 w 400035"/>
                <a:gd name="connsiteY67" fmla="*/ 322397 h 423169"/>
                <a:gd name="connsiteX68" fmla="*/ 120929 w 400035"/>
                <a:gd name="connsiteY68" fmla="*/ 309060 h 423169"/>
                <a:gd name="connsiteX69" fmla="*/ 155441 w 400035"/>
                <a:gd name="connsiteY69" fmla="*/ 298564 h 423169"/>
                <a:gd name="connsiteX70" fmla="*/ 168037 w 400035"/>
                <a:gd name="connsiteY70" fmla="*/ 330423 h 423169"/>
                <a:gd name="connsiteX71" fmla="*/ 145113 w 400035"/>
                <a:gd name="connsiteY71" fmla="*/ 322397 h 423169"/>
                <a:gd name="connsiteX72" fmla="*/ 200659 w 400035"/>
                <a:gd name="connsiteY72" fmla="*/ 333634 h 423169"/>
                <a:gd name="connsiteX73" fmla="*/ 199400 w 400035"/>
                <a:gd name="connsiteY73" fmla="*/ 333634 h 423169"/>
                <a:gd name="connsiteX74" fmla="*/ 177232 w 400035"/>
                <a:gd name="connsiteY74" fmla="*/ 294736 h 423169"/>
                <a:gd name="connsiteX75" fmla="*/ 200030 w 400035"/>
                <a:gd name="connsiteY75" fmla="*/ 293624 h 423169"/>
                <a:gd name="connsiteX76" fmla="*/ 222702 w 400035"/>
                <a:gd name="connsiteY76" fmla="*/ 294736 h 423169"/>
                <a:gd name="connsiteX77" fmla="*/ 200659 w 400035"/>
                <a:gd name="connsiteY77" fmla="*/ 333758 h 423169"/>
                <a:gd name="connsiteX78" fmla="*/ 200659 w 400035"/>
                <a:gd name="connsiteY78" fmla="*/ 271891 h 423169"/>
                <a:gd name="connsiteX79" fmla="*/ 172949 w 400035"/>
                <a:gd name="connsiteY79" fmla="*/ 273373 h 423169"/>
                <a:gd name="connsiteX80" fmla="*/ 167785 w 400035"/>
                <a:gd name="connsiteY80" fmla="*/ 219409 h 423169"/>
                <a:gd name="connsiteX81" fmla="*/ 233534 w 400035"/>
                <a:gd name="connsiteY81" fmla="*/ 219409 h 423169"/>
                <a:gd name="connsiteX82" fmla="*/ 228244 w 400035"/>
                <a:gd name="connsiteY82" fmla="*/ 273373 h 423169"/>
                <a:gd name="connsiteX83" fmla="*/ 200030 w 400035"/>
                <a:gd name="connsiteY83" fmla="*/ 272014 h 423169"/>
                <a:gd name="connsiteX84" fmla="*/ 279004 w 400035"/>
                <a:gd name="connsiteY84" fmla="*/ 309060 h 423169"/>
                <a:gd name="connsiteX85" fmla="*/ 232400 w 400035"/>
                <a:gd name="connsiteY85" fmla="*/ 330423 h 423169"/>
                <a:gd name="connsiteX86" fmla="*/ 244996 w 400035"/>
                <a:gd name="connsiteY86" fmla="*/ 298564 h 423169"/>
                <a:gd name="connsiteX87" fmla="*/ 279004 w 400035"/>
                <a:gd name="connsiteY87" fmla="*/ 309060 h 423169"/>
                <a:gd name="connsiteX88" fmla="*/ 254443 w 400035"/>
                <a:gd name="connsiteY88" fmla="*/ 95923 h 423169"/>
                <a:gd name="connsiteX89" fmla="*/ 282153 w 400035"/>
                <a:gd name="connsiteY89" fmla="*/ 113828 h 423169"/>
                <a:gd name="connsiteX90" fmla="*/ 246004 w 400035"/>
                <a:gd name="connsiteY90" fmla="*/ 125312 h 423169"/>
                <a:gd name="connsiteX91" fmla="*/ 232526 w 400035"/>
                <a:gd name="connsiteY91" fmla="*/ 88266 h 423169"/>
                <a:gd name="connsiteX92" fmla="*/ 254443 w 400035"/>
                <a:gd name="connsiteY92" fmla="*/ 95923 h 423169"/>
                <a:gd name="connsiteX93" fmla="*/ 199400 w 400035"/>
                <a:gd name="connsiteY93" fmla="*/ 83574 h 423169"/>
                <a:gd name="connsiteX94" fmla="*/ 200533 w 400035"/>
                <a:gd name="connsiteY94" fmla="*/ 83574 h 423169"/>
                <a:gd name="connsiteX95" fmla="*/ 224339 w 400035"/>
                <a:gd name="connsiteY95" fmla="*/ 128400 h 423169"/>
                <a:gd name="connsiteX96" fmla="*/ 200030 w 400035"/>
                <a:gd name="connsiteY96" fmla="*/ 129758 h 423169"/>
                <a:gd name="connsiteX97" fmla="*/ 175594 w 400035"/>
                <a:gd name="connsiteY97" fmla="*/ 128400 h 423169"/>
                <a:gd name="connsiteX98" fmla="*/ 199400 w 400035"/>
                <a:gd name="connsiteY98" fmla="*/ 83821 h 423169"/>
                <a:gd name="connsiteX99" fmla="*/ 200030 w 400035"/>
                <a:gd name="connsiteY99" fmla="*/ 151368 h 423169"/>
                <a:gd name="connsiteX100" fmla="*/ 228622 w 400035"/>
                <a:gd name="connsiteY100" fmla="*/ 149763 h 423169"/>
                <a:gd name="connsiteX101" fmla="*/ 232904 w 400035"/>
                <a:gd name="connsiteY101" fmla="*/ 197922 h 423169"/>
                <a:gd name="connsiteX102" fmla="*/ 167155 w 400035"/>
                <a:gd name="connsiteY102" fmla="*/ 197922 h 423169"/>
                <a:gd name="connsiteX103" fmla="*/ 171312 w 400035"/>
                <a:gd name="connsiteY103" fmla="*/ 150010 h 423169"/>
                <a:gd name="connsiteX104" fmla="*/ 200030 w 400035"/>
                <a:gd name="connsiteY104" fmla="*/ 151615 h 423169"/>
                <a:gd name="connsiteX105" fmla="*/ 157582 w 400035"/>
                <a:gd name="connsiteY105" fmla="*/ 90983 h 423169"/>
                <a:gd name="connsiteX106" fmla="*/ 167281 w 400035"/>
                <a:gd name="connsiteY106" fmla="*/ 88020 h 423169"/>
                <a:gd name="connsiteX107" fmla="*/ 153930 w 400035"/>
                <a:gd name="connsiteY107" fmla="*/ 125065 h 423169"/>
                <a:gd name="connsiteX108" fmla="*/ 117780 w 400035"/>
                <a:gd name="connsiteY108" fmla="*/ 113581 h 423169"/>
                <a:gd name="connsiteX109" fmla="*/ 157582 w 400035"/>
                <a:gd name="connsiteY109" fmla="*/ 90983 h 423169"/>
                <a:gd name="connsiteX110" fmla="*/ 200030 w 400035"/>
                <a:gd name="connsiteY110" fmla="*/ 364629 h 423169"/>
                <a:gd name="connsiteX111" fmla="*/ 172823 w 400035"/>
                <a:gd name="connsiteY111" fmla="*/ 381794 h 423169"/>
                <a:gd name="connsiteX112" fmla="*/ 60596 w 400035"/>
                <a:gd name="connsiteY112" fmla="*/ 318198 h 423169"/>
                <a:gd name="connsiteX113" fmla="*/ 22809 w 400035"/>
                <a:gd name="connsiteY113" fmla="*/ 192366 h 423169"/>
                <a:gd name="connsiteX114" fmla="*/ 98383 w 400035"/>
                <a:gd name="connsiteY114" fmla="*/ 68879 h 423169"/>
                <a:gd name="connsiteX115" fmla="*/ 85787 w 400035"/>
                <a:gd name="connsiteY115" fmla="*/ 50974 h 423169"/>
                <a:gd name="connsiteX116" fmla="*/ 1271 w 400035"/>
                <a:gd name="connsiteY116" fmla="*/ 190019 h 423169"/>
                <a:gd name="connsiteX117" fmla="*/ 43340 w 400035"/>
                <a:gd name="connsiteY117" fmla="*/ 331658 h 423169"/>
                <a:gd name="connsiteX118" fmla="*/ 171815 w 400035"/>
                <a:gd name="connsiteY118" fmla="*/ 403404 h 423169"/>
                <a:gd name="connsiteX119" fmla="*/ 209746 w 400035"/>
                <a:gd name="connsiteY119" fmla="*/ 421574 h 423169"/>
                <a:gd name="connsiteX120" fmla="*/ 228280 w 400035"/>
                <a:gd name="connsiteY120" fmla="*/ 384387 h 423169"/>
                <a:gd name="connsiteX121" fmla="*/ 200030 w 400035"/>
                <a:gd name="connsiteY121" fmla="*/ 364629 h 423169"/>
                <a:gd name="connsiteX122" fmla="*/ 200030 w 400035"/>
                <a:gd name="connsiteY122" fmla="*/ 401675 h 423169"/>
                <a:gd name="connsiteX123" fmla="*/ 191970 w 400035"/>
                <a:gd name="connsiteY123" fmla="*/ 394019 h 423169"/>
                <a:gd name="connsiteX124" fmla="*/ 199780 w 400035"/>
                <a:gd name="connsiteY124" fmla="*/ 386118 h 423169"/>
                <a:gd name="connsiteX125" fmla="*/ 207839 w 400035"/>
                <a:gd name="connsiteY125" fmla="*/ 393774 h 423169"/>
                <a:gd name="connsiteX126" fmla="*/ 207839 w 400035"/>
                <a:gd name="connsiteY126" fmla="*/ 394019 h 423169"/>
                <a:gd name="connsiteX127" fmla="*/ 200030 w 400035"/>
                <a:gd name="connsiteY127" fmla="*/ 401675 h 42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00035" h="423169">
                  <a:moveTo>
                    <a:pt x="357727" y="91971"/>
                  </a:moveTo>
                  <a:cubicBezTo>
                    <a:pt x="325408" y="52739"/>
                    <a:pt x="279066" y="27043"/>
                    <a:pt x="228118" y="20102"/>
                  </a:cubicBezTo>
                  <a:cubicBezTo>
                    <a:pt x="222951" y="4753"/>
                    <a:pt x="206070" y="-3583"/>
                    <a:pt x="190414" y="1482"/>
                  </a:cubicBezTo>
                  <a:cubicBezTo>
                    <a:pt x="174758" y="6548"/>
                    <a:pt x="166255" y="23097"/>
                    <a:pt x="171422" y="38446"/>
                  </a:cubicBezTo>
                  <a:cubicBezTo>
                    <a:pt x="176590" y="53795"/>
                    <a:pt x="193470" y="62132"/>
                    <a:pt x="209126" y="57066"/>
                  </a:cubicBezTo>
                  <a:cubicBezTo>
                    <a:pt x="216870" y="54560"/>
                    <a:pt x="223232" y="49057"/>
                    <a:pt x="226732" y="41836"/>
                  </a:cubicBezTo>
                  <a:cubicBezTo>
                    <a:pt x="271329" y="48313"/>
                    <a:pt x="311801" y="71019"/>
                    <a:pt x="340093" y="105431"/>
                  </a:cubicBezTo>
                  <a:cubicBezTo>
                    <a:pt x="368445" y="139653"/>
                    <a:pt x="381523" y="183638"/>
                    <a:pt x="376368" y="227436"/>
                  </a:cubicBezTo>
                  <a:cubicBezTo>
                    <a:pt x="370409" y="276526"/>
                    <a:pt x="342783" y="320583"/>
                    <a:pt x="300795" y="347959"/>
                  </a:cubicBezTo>
                  <a:lnTo>
                    <a:pt x="313390" y="365864"/>
                  </a:lnTo>
                  <a:cubicBezTo>
                    <a:pt x="360805" y="335062"/>
                    <a:pt x="392028" y="285398"/>
                    <a:pt x="398789" y="230029"/>
                  </a:cubicBezTo>
                  <a:cubicBezTo>
                    <a:pt x="404625" y="180466"/>
                    <a:pt x="389820" y="130691"/>
                    <a:pt x="357727" y="91971"/>
                  </a:cubicBezTo>
                  <a:close/>
                  <a:moveTo>
                    <a:pt x="200030" y="37390"/>
                  </a:moveTo>
                  <a:cubicBezTo>
                    <a:pt x="195648" y="37458"/>
                    <a:pt x="192039" y="34030"/>
                    <a:pt x="191970" y="29734"/>
                  </a:cubicBezTo>
                  <a:cubicBezTo>
                    <a:pt x="191901" y="25438"/>
                    <a:pt x="195398" y="21900"/>
                    <a:pt x="199780" y="21833"/>
                  </a:cubicBezTo>
                  <a:cubicBezTo>
                    <a:pt x="204162" y="21765"/>
                    <a:pt x="207770" y="25193"/>
                    <a:pt x="207839" y="29489"/>
                  </a:cubicBezTo>
                  <a:cubicBezTo>
                    <a:pt x="207840" y="29571"/>
                    <a:pt x="207840" y="29652"/>
                    <a:pt x="207839" y="29734"/>
                  </a:cubicBezTo>
                  <a:cubicBezTo>
                    <a:pt x="207771" y="33935"/>
                    <a:pt x="204314" y="37324"/>
                    <a:pt x="200030" y="37390"/>
                  </a:cubicBezTo>
                  <a:close/>
                  <a:moveTo>
                    <a:pt x="84024" y="157666"/>
                  </a:moveTo>
                  <a:cubicBezTo>
                    <a:pt x="88713" y="147766"/>
                    <a:pt x="94636" y="138475"/>
                    <a:pt x="101658" y="130005"/>
                  </a:cubicBezTo>
                  <a:cubicBezTo>
                    <a:pt x="116760" y="137853"/>
                    <a:pt x="132979" y="143431"/>
                    <a:pt x="149773" y="146552"/>
                  </a:cubicBezTo>
                  <a:cubicBezTo>
                    <a:pt x="147055" y="163557"/>
                    <a:pt x="145456" y="180716"/>
                    <a:pt x="144987" y="197922"/>
                  </a:cubicBezTo>
                  <a:lnTo>
                    <a:pt x="86039" y="197922"/>
                  </a:lnTo>
                  <a:cubicBezTo>
                    <a:pt x="79952" y="182828"/>
                    <a:pt x="62537" y="175429"/>
                    <a:pt x="47140" y="181396"/>
                  </a:cubicBezTo>
                  <a:cubicBezTo>
                    <a:pt x="31743" y="187364"/>
                    <a:pt x="24196" y="204438"/>
                    <a:pt x="30283" y="219533"/>
                  </a:cubicBezTo>
                  <a:cubicBezTo>
                    <a:pt x="36370" y="234627"/>
                    <a:pt x="53786" y="242027"/>
                    <a:pt x="69182" y="236059"/>
                  </a:cubicBezTo>
                  <a:cubicBezTo>
                    <a:pt x="76890" y="233072"/>
                    <a:pt x="82992" y="227089"/>
                    <a:pt x="86039" y="219533"/>
                  </a:cubicBezTo>
                  <a:lnTo>
                    <a:pt x="144987" y="219533"/>
                  </a:lnTo>
                  <a:cubicBezTo>
                    <a:pt x="145639" y="238752"/>
                    <a:pt x="147701" y="257901"/>
                    <a:pt x="151159" y="276830"/>
                  </a:cubicBezTo>
                  <a:cubicBezTo>
                    <a:pt x="134604" y="279923"/>
                    <a:pt x="118576" y="285285"/>
                    <a:pt x="103547" y="292760"/>
                  </a:cubicBezTo>
                  <a:cubicBezTo>
                    <a:pt x="95862" y="284657"/>
                    <a:pt x="89414" y="275507"/>
                    <a:pt x="84402" y="265593"/>
                  </a:cubicBezTo>
                  <a:lnTo>
                    <a:pt x="64627" y="275349"/>
                  </a:lnTo>
                  <a:cubicBezTo>
                    <a:pt x="80100" y="305071"/>
                    <a:pt x="105542" y="328663"/>
                    <a:pt x="136674" y="342155"/>
                  </a:cubicBezTo>
                  <a:cubicBezTo>
                    <a:pt x="156504" y="350779"/>
                    <a:pt x="177957" y="355238"/>
                    <a:pt x="199652" y="355244"/>
                  </a:cubicBezTo>
                  <a:lnTo>
                    <a:pt x="201541" y="355244"/>
                  </a:lnTo>
                  <a:cubicBezTo>
                    <a:pt x="258097" y="355384"/>
                    <a:pt x="310000" y="324557"/>
                    <a:pt x="336062" y="275349"/>
                  </a:cubicBezTo>
                  <a:lnTo>
                    <a:pt x="316287" y="265593"/>
                  </a:lnTo>
                  <a:cubicBezTo>
                    <a:pt x="311294" y="275517"/>
                    <a:pt x="304843" y="284670"/>
                    <a:pt x="297142" y="292760"/>
                  </a:cubicBezTo>
                  <a:cubicBezTo>
                    <a:pt x="282113" y="285285"/>
                    <a:pt x="266085" y="279923"/>
                    <a:pt x="249530" y="276830"/>
                  </a:cubicBezTo>
                  <a:cubicBezTo>
                    <a:pt x="252881" y="257897"/>
                    <a:pt x="254776" y="238744"/>
                    <a:pt x="255198" y="219533"/>
                  </a:cubicBezTo>
                  <a:lnTo>
                    <a:pt x="314146" y="219533"/>
                  </a:lnTo>
                  <a:cubicBezTo>
                    <a:pt x="320233" y="234627"/>
                    <a:pt x="337649" y="242027"/>
                    <a:pt x="353045" y="236059"/>
                  </a:cubicBezTo>
                  <a:cubicBezTo>
                    <a:pt x="368442" y="230092"/>
                    <a:pt x="375989" y="213017"/>
                    <a:pt x="369902" y="197922"/>
                  </a:cubicBezTo>
                  <a:cubicBezTo>
                    <a:pt x="363815" y="182828"/>
                    <a:pt x="346400" y="175429"/>
                    <a:pt x="331003" y="181396"/>
                  </a:cubicBezTo>
                  <a:cubicBezTo>
                    <a:pt x="323295" y="184383"/>
                    <a:pt x="317193" y="190366"/>
                    <a:pt x="314146" y="197922"/>
                  </a:cubicBezTo>
                  <a:lnTo>
                    <a:pt x="254947" y="197922"/>
                  </a:lnTo>
                  <a:cubicBezTo>
                    <a:pt x="254518" y="180719"/>
                    <a:pt x="252962" y="163560"/>
                    <a:pt x="250286" y="146552"/>
                  </a:cubicBezTo>
                  <a:cubicBezTo>
                    <a:pt x="267024" y="143375"/>
                    <a:pt x="283194" y="137800"/>
                    <a:pt x="298275" y="130005"/>
                  </a:cubicBezTo>
                  <a:cubicBezTo>
                    <a:pt x="305357" y="138433"/>
                    <a:pt x="311285" y="147732"/>
                    <a:pt x="315909" y="157666"/>
                  </a:cubicBezTo>
                  <a:lnTo>
                    <a:pt x="335936" y="148528"/>
                  </a:lnTo>
                  <a:cubicBezTo>
                    <a:pt x="321403" y="117112"/>
                    <a:pt x="296146" y="91652"/>
                    <a:pt x="264519" y="76535"/>
                  </a:cubicBezTo>
                  <a:cubicBezTo>
                    <a:pt x="244892" y="67163"/>
                    <a:pt x="223372" y="62226"/>
                    <a:pt x="201541" y="62087"/>
                  </a:cubicBezTo>
                  <a:lnTo>
                    <a:pt x="199400" y="62087"/>
                  </a:lnTo>
                  <a:cubicBezTo>
                    <a:pt x="182786" y="62189"/>
                    <a:pt x="166308" y="65027"/>
                    <a:pt x="150655" y="70484"/>
                  </a:cubicBezTo>
                  <a:cubicBezTo>
                    <a:pt x="112202" y="83955"/>
                    <a:pt x="80944" y="112105"/>
                    <a:pt x="63997" y="148528"/>
                  </a:cubicBezTo>
                  <a:close/>
                  <a:moveTo>
                    <a:pt x="58833" y="216445"/>
                  </a:moveTo>
                  <a:cubicBezTo>
                    <a:pt x="54451" y="216513"/>
                    <a:pt x="50842" y="213085"/>
                    <a:pt x="50773" y="208789"/>
                  </a:cubicBezTo>
                  <a:cubicBezTo>
                    <a:pt x="50704" y="204493"/>
                    <a:pt x="54201" y="200956"/>
                    <a:pt x="58583" y="200888"/>
                  </a:cubicBezTo>
                  <a:cubicBezTo>
                    <a:pt x="62965" y="200820"/>
                    <a:pt x="66573" y="204248"/>
                    <a:pt x="66642" y="208544"/>
                  </a:cubicBezTo>
                  <a:cubicBezTo>
                    <a:pt x="66643" y="208626"/>
                    <a:pt x="66643" y="208708"/>
                    <a:pt x="66642" y="208789"/>
                  </a:cubicBezTo>
                  <a:cubicBezTo>
                    <a:pt x="66577" y="213085"/>
                    <a:pt x="62973" y="216517"/>
                    <a:pt x="58591" y="216453"/>
                  </a:cubicBezTo>
                  <a:cubicBezTo>
                    <a:pt x="58503" y="216452"/>
                    <a:pt x="58416" y="216450"/>
                    <a:pt x="58329" y="216445"/>
                  </a:cubicBezTo>
                  <a:close/>
                  <a:moveTo>
                    <a:pt x="342234" y="201010"/>
                  </a:moveTo>
                  <a:cubicBezTo>
                    <a:pt x="346617" y="201010"/>
                    <a:pt x="350169" y="204493"/>
                    <a:pt x="350169" y="208789"/>
                  </a:cubicBezTo>
                  <a:cubicBezTo>
                    <a:pt x="350169" y="213086"/>
                    <a:pt x="346617" y="216569"/>
                    <a:pt x="342234" y="216569"/>
                  </a:cubicBezTo>
                  <a:cubicBezTo>
                    <a:pt x="337852" y="216569"/>
                    <a:pt x="334299" y="213086"/>
                    <a:pt x="334299" y="208789"/>
                  </a:cubicBezTo>
                  <a:cubicBezTo>
                    <a:pt x="334291" y="204678"/>
                    <a:pt x="337546" y="201271"/>
                    <a:pt x="341730" y="201010"/>
                  </a:cubicBezTo>
                  <a:close/>
                  <a:moveTo>
                    <a:pt x="145113" y="322397"/>
                  </a:moveTo>
                  <a:cubicBezTo>
                    <a:pt x="136584" y="318820"/>
                    <a:pt x="128476" y="314349"/>
                    <a:pt x="120929" y="309060"/>
                  </a:cubicBezTo>
                  <a:cubicBezTo>
                    <a:pt x="132008" y="304337"/>
                    <a:pt x="143581" y="300817"/>
                    <a:pt x="155441" y="298564"/>
                  </a:cubicBezTo>
                  <a:cubicBezTo>
                    <a:pt x="158396" y="309617"/>
                    <a:pt x="162621" y="320305"/>
                    <a:pt x="168037" y="330423"/>
                  </a:cubicBezTo>
                  <a:cubicBezTo>
                    <a:pt x="160170" y="328412"/>
                    <a:pt x="152499" y="325727"/>
                    <a:pt x="145113" y="322397"/>
                  </a:cubicBezTo>
                  <a:close/>
                  <a:moveTo>
                    <a:pt x="200659" y="333634"/>
                  </a:moveTo>
                  <a:lnTo>
                    <a:pt x="199400" y="333634"/>
                  </a:lnTo>
                  <a:cubicBezTo>
                    <a:pt x="193228" y="332770"/>
                    <a:pt x="184159" y="319433"/>
                    <a:pt x="177232" y="294736"/>
                  </a:cubicBezTo>
                  <a:cubicBezTo>
                    <a:pt x="184663" y="294118"/>
                    <a:pt x="192220" y="293624"/>
                    <a:pt x="200030" y="293624"/>
                  </a:cubicBezTo>
                  <a:cubicBezTo>
                    <a:pt x="207839" y="293624"/>
                    <a:pt x="215270" y="293624"/>
                    <a:pt x="222702" y="294736"/>
                  </a:cubicBezTo>
                  <a:cubicBezTo>
                    <a:pt x="215774" y="319433"/>
                    <a:pt x="206831" y="332770"/>
                    <a:pt x="200659" y="333758"/>
                  </a:cubicBezTo>
                  <a:close/>
                  <a:moveTo>
                    <a:pt x="200659" y="271891"/>
                  </a:moveTo>
                  <a:cubicBezTo>
                    <a:pt x="191213" y="271891"/>
                    <a:pt x="182018" y="272508"/>
                    <a:pt x="172949" y="273373"/>
                  </a:cubicBezTo>
                  <a:cubicBezTo>
                    <a:pt x="169840" y="255539"/>
                    <a:pt x="168113" y="237499"/>
                    <a:pt x="167785" y="219409"/>
                  </a:cubicBezTo>
                  <a:lnTo>
                    <a:pt x="233534" y="219409"/>
                  </a:lnTo>
                  <a:cubicBezTo>
                    <a:pt x="233167" y="237502"/>
                    <a:pt x="231399" y="255542"/>
                    <a:pt x="228244" y="273373"/>
                  </a:cubicBezTo>
                  <a:cubicBezTo>
                    <a:pt x="218671" y="272632"/>
                    <a:pt x="209350" y="272014"/>
                    <a:pt x="200030" y="272014"/>
                  </a:cubicBezTo>
                  <a:close/>
                  <a:moveTo>
                    <a:pt x="279004" y="309060"/>
                  </a:moveTo>
                  <a:cubicBezTo>
                    <a:pt x="265051" y="319112"/>
                    <a:pt x="249215" y="326371"/>
                    <a:pt x="232400" y="330423"/>
                  </a:cubicBezTo>
                  <a:cubicBezTo>
                    <a:pt x="237816" y="320305"/>
                    <a:pt x="242041" y="309617"/>
                    <a:pt x="244996" y="298564"/>
                  </a:cubicBezTo>
                  <a:cubicBezTo>
                    <a:pt x="256684" y="300852"/>
                    <a:pt x="268087" y="304371"/>
                    <a:pt x="279004" y="309060"/>
                  </a:cubicBezTo>
                  <a:close/>
                  <a:moveTo>
                    <a:pt x="254443" y="95923"/>
                  </a:moveTo>
                  <a:cubicBezTo>
                    <a:pt x="264455" y="100649"/>
                    <a:pt x="273775" y="106671"/>
                    <a:pt x="282153" y="113828"/>
                  </a:cubicBezTo>
                  <a:cubicBezTo>
                    <a:pt x="270596" y="119012"/>
                    <a:pt x="258466" y="122866"/>
                    <a:pt x="246004" y="125312"/>
                  </a:cubicBezTo>
                  <a:cubicBezTo>
                    <a:pt x="243064" y="112473"/>
                    <a:pt x="238538" y="100032"/>
                    <a:pt x="232526" y="88266"/>
                  </a:cubicBezTo>
                  <a:cubicBezTo>
                    <a:pt x="240061" y="90137"/>
                    <a:pt x="247399" y="92700"/>
                    <a:pt x="254443" y="95923"/>
                  </a:cubicBezTo>
                  <a:close/>
                  <a:moveTo>
                    <a:pt x="199400" y="83574"/>
                  </a:moveTo>
                  <a:lnTo>
                    <a:pt x="200533" y="83574"/>
                  </a:lnTo>
                  <a:cubicBezTo>
                    <a:pt x="207209" y="84315"/>
                    <a:pt x="217160" y="99751"/>
                    <a:pt x="224339" y="128400"/>
                  </a:cubicBezTo>
                  <a:cubicBezTo>
                    <a:pt x="216268" y="129290"/>
                    <a:pt x="208152" y="129743"/>
                    <a:pt x="200030" y="129758"/>
                  </a:cubicBezTo>
                  <a:cubicBezTo>
                    <a:pt x="191865" y="129743"/>
                    <a:pt x="183708" y="129290"/>
                    <a:pt x="175594" y="128400"/>
                  </a:cubicBezTo>
                  <a:cubicBezTo>
                    <a:pt x="182774" y="99998"/>
                    <a:pt x="192724" y="84562"/>
                    <a:pt x="199400" y="83821"/>
                  </a:cubicBezTo>
                  <a:close/>
                  <a:moveTo>
                    <a:pt x="200030" y="151368"/>
                  </a:moveTo>
                  <a:cubicBezTo>
                    <a:pt x="209583" y="151336"/>
                    <a:pt x="219127" y="150800"/>
                    <a:pt x="228622" y="149763"/>
                  </a:cubicBezTo>
                  <a:cubicBezTo>
                    <a:pt x="231117" y="165707"/>
                    <a:pt x="232548" y="181795"/>
                    <a:pt x="232904" y="197922"/>
                  </a:cubicBezTo>
                  <a:lnTo>
                    <a:pt x="167155" y="197922"/>
                  </a:lnTo>
                  <a:cubicBezTo>
                    <a:pt x="167422" y="181877"/>
                    <a:pt x="168810" y="165869"/>
                    <a:pt x="171312" y="150010"/>
                  </a:cubicBezTo>
                  <a:cubicBezTo>
                    <a:pt x="180848" y="151051"/>
                    <a:pt x="190434" y="151587"/>
                    <a:pt x="200030" y="151615"/>
                  </a:cubicBezTo>
                  <a:close/>
                  <a:moveTo>
                    <a:pt x="157582" y="90983"/>
                  </a:moveTo>
                  <a:cubicBezTo>
                    <a:pt x="160731" y="89872"/>
                    <a:pt x="164006" y="88884"/>
                    <a:pt x="167281" y="88020"/>
                  </a:cubicBezTo>
                  <a:cubicBezTo>
                    <a:pt x="161368" y="99814"/>
                    <a:pt x="156887" y="112248"/>
                    <a:pt x="153930" y="125065"/>
                  </a:cubicBezTo>
                  <a:cubicBezTo>
                    <a:pt x="141458" y="122657"/>
                    <a:pt x="129323" y="118802"/>
                    <a:pt x="117780" y="113581"/>
                  </a:cubicBezTo>
                  <a:cubicBezTo>
                    <a:pt x="129558" y="103769"/>
                    <a:pt x="143040" y="96115"/>
                    <a:pt x="157582" y="90983"/>
                  </a:cubicBezTo>
                  <a:close/>
                  <a:moveTo>
                    <a:pt x="200030" y="364629"/>
                  </a:moveTo>
                  <a:cubicBezTo>
                    <a:pt x="188320" y="364650"/>
                    <a:pt x="177694" y="371354"/>
                    <a:pt x="172823" y="381794"/>
                  </a:cubicBezTo>
                  <a:cubicBezTo>
                    <a:pt x="128640" y="375041"/>
                    <a:pt x="88619" y="352363"/>
                    <a:pt x="60596" y="318198"/>
                  </a:cubicBezTo>
                  <a:cubicBezTo>
                    <a:pt x="31290" y="282923"/>
                    <a:pt x="17674" y="237581"/>
                    <a:pt x="22809" y="192366"/>
                  </a:cubicBezTo>
                  <a:cubicBezTo>
                    <a:pt x="28482" y="142387"/>
                    <a:pt x="56072" y="97306"/>
                    <a:pt x="98383" y="68879"/>
                  </a:cubicBezTo>
                  <a:lnTo>
                    <a:pt x="85787" y="50974"/>
                  </a:lnTo>
                  <a:cubicBezTo>
                    <a:pt x="38309" y="83047"/>
                    <a:pt x="7449" y="133817"/>
                    <a:pt x="1271" y="190019"/>
                  </a:cubicBezTo>
                  <a:cubicBezTo>
                    <a:pt x="-4688" y="240856"/>
                    <a:pt x="10474" y="291905"/>
                    <a:pt x="43340" y="331658"/>
                  </a:cubicBezTo>
                  <a:cubicBezTo>
                    <a:pt x="75272" y="370754"/>
                    <a:pt x="121228" y="396418"/>
                    <a:pt x="171815" y="403404"/>
                  </a:cubicBezTo>
                  <a:cubicBezTo>
                    <a:pt x="177172" y="418690"/>
                    <a:pt x="194154" y="426825"/>
                    <a:pt x="209746" y="421574"/>
                  </a:cubicBezTo>
                  <a:cubicBezTo>
                    <a:pt x="225338" y="416323"/>
                    <a:pt x="233636" y="399674"/>
                    <a:pt x="228280" y="384387"/>
                  </a:cubicBezTo>
                  <a:cubicBezTo>
                    <a:pt x="224136" y="372560"/>
                    <a:pt x="212785" y="364622"/>
                    <a:pt x="200030" y="364629"/>
                  </a:cubicBezTo>
                  <a:close/>
                  <a:moveTo>
                    <a:pt x="200030" y="401675"/>
                  </a:moveTo>
                  <a:cubicBezTo>
                    <a:pt x="195648" y="401743"/>
                    <a:pt x="192039" y="398315"/>
                    <a:pt x="191970" y="394019"/>
                  </a:cubicBezTo>
                  <a:cubicBezTo>
                    <a:pt x="191901" y="389723"/>
                    <a:pt x="195398" y="386185"/>
                    <a:pt x="199780" y="386118"/>
                  </a:cubicBezTo>
                  <a:cubicBezTo>
                    <a:pt x="204162" y="386050"/>
                    <a:pt x="207770" y="389478"/>
                    <a:pt x="207839" y="393774"/>
                  </a:cubicBezTo>
                  <a:cubicBezTo>
                    <a:pt x="207840" y="393856"/>
                    <a:pt x="207840" y="393937"/>
                    <a:pt x="207839" y="394019"/>
                  </a:cubicBezTo>
                  <a:cubicBezTo>
                    <a:pt x="207771" y="398220"/>
                    <a:pt x="204314" y="401609"/>
                    <a:pt x="200030" y="401675"/>
                  </a:cubicBezTo>
                  <a:close/>
                </a:path>
              </a:pathLst>
            </a:custGeom>
            <a:solidFill>
              <a:schemeClr val="accent5"/>
            </a:solidFill>
            <a:ln w="12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90" name="Chart">
            <a:extLst>
              <a:ext uri="{FF2B5EF4-FFF2-40B4-BE49-F238E27FC236}">
                <a16:creationId xmlns:a16="http://schemas.microsoft.com/office/drawing/2014/main" id="{3C808DFA-C5F7-410F-B958-D7C50709B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chart" sz="quarter" idx="68" hasCustomPrompt="1"/>
          </p:nvPr>
        </p:nvSpPr>
        <p:spPr>
          <a:xfrm>
            <a:off x="16059066" y="2001085"/>
            <a:ext cx="7315200" cy="41148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create a chart</a:t>
            </a:r>
          </a:p>
        </p:txBody>
      </p:sp>
      <p:sp>
        <p:nvSpPr>
          <p:cNvPr id="7" name="Chart Date">
            <a:extLst>
              <a:ext uri="{FF2B5EF4-FFF2-40B4-BE49-F238E27FC236}">
                <a16:creationId xmlns:a16="http://schemas.microsoft.com/office/drawing/2014/main" id="{DAE85896-1111-4543-B3EA-8582738D0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1" hasCustomPrompt="1"/>
          </p:nvPr>
        </p:nvSpPr>
        <p:spPr>
          <a:xfrm>
            <a:off x="16059066" y="1685482"/>
            <a:ext cx="7315200" cy="228600"/>
          </a:xfrm>
        </p:spPr>
        <p:txBody>
          <a:bodyPr lIns="0" rIns="365760">
            <a:noAutofit/>
          </a:bodyPr>
          <a:lstStyle>
            <a:lvl1pPr marL="3175" indent="0" algn="r">
              <a:buNone/>
              <a:tabLst/>
              <a:defRPr sz="1050" b="0" i="1">
                <a:solidFill>
                  <a:schemeClr val="bg1"/>
                </a:solidFill>
              </a:defRPr>
            </a:lvl1pPr>
            <a:lvl2pPr marL="914355" indent="0">
              <a:buNone/>
              <a:defRPr sz="1000">
                <a:solidFill>
                  <a:schemeClr val="bg1"/>
                </a:solidFill>
              </a:defRPr>
            </a:lvl2pPr>
            <a:lvl3pPr marL="1373186" indent="0">
              <a:buNone/>
              <a:defRPr sz="1000">
                <a:solidFill>
                  <a:schemeClr val="bg1"/>
                </a:solidFill>
              </a:defRPr>
            </a:lvl3pPr>
            <a:lvl4pPr marL="1835150" indent="0">
              <a:buNone/>
              <a:defRPr sz="1000">
                <a:solidFill>
                  <a:schemeClr val="bg1"/>
                </a:solidFill>
              </a:defRPr>
            </a:lvl4pPr>
            <a:lvl5pPr marL="3657418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Mmm</a:t>
            </a:r>
            <a:r>
              <a:rPr lang="en-US"/>
              <a:t> YYYY (11 </a:t>
            </a:r>
            <a:r>
              <a:rPr lang="en-US" err="1"/>
              <a:t>pt</a:t>
            </a:r>
            <a:r>
              <a:rPr lang="en-US"/>
              <a:t> Italic)</a:t>
            </a:r>
          </a:p>
        </p:txBody>
      </p:sp>
      <p:sp>
        <p:nvSpPr>
          <p:cNvPr id="123" name="Results Bulleted List">
            <a:extLst>
              <a:ext uri="{FF2B5EF4-FFF2-40B4-BE49-F238E27FC236}">
                <a16:creationId xmlns:a16="http://schemas.microsoft.com/office/drawing/2014/main" id="{36832F5F-2DBC-4327-ADA2-700BB4CCD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8" hasCustomPrompt="1"/>
          </p:nvPr>
        </p:nvSpPr>
        <p:spPr>
          <a:xfrm>
            <a:off x="15740743" y="6663848"/>
            <a:ext cx="7975128" cy="4754880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0005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2pPr>
            <a:lvl3pPr marL="80168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3pPr>
            <a:lvl4pPr marL="120173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&quot;RESULTS&quot;">
            <a:extLst>
              <a:ext uri="{FF2B5EF4-FFF2-40B4-BE49-F238E27FC236}">
                <a16:creationId xmlns:a16="http://schemas.microsoft.com/office/drawing/2014/main" id="{BDE69417-172A-41FE-8CF0-69AA45011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099536" y="1038965"/>
            <a:ext cx="7251192" cy="620170"/>
          </a:xfrm>
          <a:prstGeom prst="rect">
            <a:avLst/>
          </a:prstGeom>
          <a:noFill/>
        </p:spPr>
        <p:txBody>
          <a:bodyPr wrap="square" lIns="13716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Tx/>
              <a:buSzPct val="100000"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ea typeface="Calibri"/>
                <a:cs typeface="Calibri"/>
                <a:sym typeface="Calibri"/>
              </a:rPr>
              <a:t>RESULTS</a:t>
            </a:r>
            <a:r>
              <a:rPr lang="en-US" sz="2800" b="1">
                <a:solidFill>
                  <a:schemeClr val="bg1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> </a:t>
            </a:r>
            <a:r>
              <a:rPr lang="en-US" sz="2800" b="1">
                <a:solidFill>
                  <a:schemeClr val="accent5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> </a:t>
            </a:r>
            <a:r>
              <a:rPr lang="de-DE" sz="2300">
                <a:solidFill>
                  <a:schemeClr val="accent5"/>
                </a:solidFill>
                <a:latin typeface="Figtree" pitchFamily="2" charset="0"/>
                <a:ea typeface="HGGothicE" panose="020B0909000000000000" pitchFamily="49" charset="-128"/>
                <a:cs typeface="Calibri"/>
                <a:sym typeface="Calibri"/>
              </a:rPr>
              <a:t>▼</a:t>
            </a:r>
            <a:endParaRPr lang="en-US" sz="2300" b="1">
              <a:solidFill>
                <a:schemeClr val="accent5"/>
              </a:solidFill>
              <a:latin typeface="Figtree" pitchFamily="2" charset="0"/>
              <a:cs typeface="Calibri"/>
            </a:endParaRPr>
          </a:p>
        </p:txBody>
      </p:sp>
      <p:sp>
        <p:nvSpPr>
          <p:cNvPr id="124" name="Solution Bulleted List">
            <a:extLst>
              <a:ext uri="{FF2B5EF4-FFF2-40B4-BE49-F238E27FC236}">
                <a16:creationId xmlns:a16="http://schemas.microsoft.com/office/drawing/2014/main" id="{8003FF54-213C-4E1E-A6A8-4CB140FEE2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9" hasCustomPrompt="1"/>
          </p:nvPr>
        </p:nvSpPr>
        <p:spPr>
          <a:xfrm>
            <a:off x="7526039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Challenge Bulleted List">
            <a:extLst>
              <a:ext uri="{FF2B5EF4-FFF2-40B4-BE49-F238E27FC236}">
                <a16:creationId xmlns:a16="http://schemas.microsoft.com/office/drawing/2014/main" id="{CB17ED53-144B-4ADB-ACCB-378E124C8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9" hasCustomPrompt="1"/>
          </p:nvPr>
        </p:nvSpPr>
        <p:spPr>
          <a:xfrm>
            <a:off x="795801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506538" indent="-246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8" name="Table of &quot;CHALLENGE&quot; &amp; &quot;SOLUTION&quot;">
            <a:extLst>
              <a:ext uri="{FF2B5EF4-FFF2-40B4-BE49-F238E27FC236}">
                <a16:creationId xmlns:a16="http://schemas.microsoft.com/office/drawing/2014/main" id="{E1BBC372-9A6F-4BB6-A198-244CFF252019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2946816653"/>
              </p:ext>
            </p:extLst>
          </p:nvPr>
        </p:nvGraphicFramePr>
        <p:xfrm>
          <a:off x="795801" y="5705981"/>
          <a:ext cx="13441680" cy="70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>
                  <a:extLst>
                    <a:ext uri="{9D8B030D-6E8A-4147-A177-3AD203B41FA5}">
                      <a16:colId xmlns:a16="http://schemas.microsoft.com/office/drawing/2014/main" val="3488762945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48670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>
                        <a:latin typeface="Figtree" pitchFamily="2" charset="0"/>
                      </a:endParaRPr>
                    </a:p>
                  </a:txBody>
                  <a:tcPr marL="731520" marT="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20" marT="0" marB="27432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90600"/>
                  </a:ext>
                </a:extLst>
              </a:tr>
              <a:tr h="580809">
                <a:tc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de-DE" sz="2300">
                          <a:solidFill>
                            <a:schemeClr val="accent4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r>
                        <a:rPr lang="de-DE" sz="2400">
                          <a:solidFill>
                            <a:schemeClr val="accent4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i="0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de-DE" sz="2300">
                          <a:solidFill>
                            <a:schemeClr val="accent3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18288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12891"/>
                  </a:ext>
                </a:extLst>
              </a:tr>
              <a:tr h="6172200">
                <a:tc>
                  <a:txBody>
                    <a:bodyPr/>
                    <a:lstStyle/>
                    <a:p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3657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3657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5341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4E058ED0-BD33-45D0-9A66-DF2F776A0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0" y="2524190"/>
            <a:ext cx="15060041" cy="2340864"/>
          </a:xfrm>
        </p:spPr>
        <p:txBody>
          <a:bodyPr rIns="914400" anchor="b"/>
          <a:lstStyle>
            <a:lvl1pPr marL="1270000" indent="0">
              <a:tabLst/>
              <a:defRPr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kumimoji="0" lang="en-US" sz="6599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/>
                <a:ea typeface="+mj-ea"/>
                <a:cs typeface="+mj-cs"/>
              </a:rPr>
              <a:t>Title (Title Caps, 66 Pt Bold)</a:t>
            </a:r>
            <a:endParaRPr lang="en-US"/>
          </a:p>
        </p:txBody>
      </p:sp>
      <p:sp>
        <p:nvSpPr>
          <p:cNvPr id="52" name="Section">
            <a:extLst>
              <a:ext uri="{FF2B5EF4-FFF2-40B4-BE49-F238E27FC236}">
                <a16:creationId xmlns:a16="http://schemas.microsoft.com/office/drawing/2014/main" id="{25B887B7-63D4-4312-A5E0-AD5D0BBC2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sp>
        <p:nvSpPr>
          <p:cNvPr id="87" name="Other Logo">
            <a:extLst>
              <a:ext uri="{FF2B5EF4-FFF2-40B4-BE49-F238E27FC236}">
                <a16:creationId xmlns:a16="http://schemas.microsoft.com/office/drawing/2014/main" id="{048FE6DB-DDA5-42EC-9201-A460A66B9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67" hasCustomPrompt="1"/>
          </p:nvPr>
        </p:nvSpPr>
        <p:spPr>
          <a:xfrm>
            <a:off x="1375270" y="446566"/>
            <a:ext cx="2331720" cy="233172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pic>
        <p:nvPicPr>
          <p:cNvPr id="92" name="Anglepoint Logo">
            <a:extLst>
              <a:ext uri="{FF2B5EF4-FFF2-40B4-BE49-F238E27FC236}">
                <a16:creationId xmlns:a16="http://schemas.microsoft.com/office/drawing/2014/main" id="{92E62252-6BEC-4DCD-88FD-13DA2FE94B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2361" y="361766"/>
            <a:ext cx="1487736" cy="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146D87F7-F479-4D24-BBC0-2FECBBAA08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6939255" cy="1371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6BC4AE-430A-CA75-2D2B-4BC296110235}"/>
              </a:ext>
            </a:extLst>
          </p:cNvPr>
          <p:cNvSpPr/>
          <p:nvPr userDrawn="1"/>
        </p:nvSpPr>
        <p:spPr>
          <a:xfrm>
            <a:off x="0" y="0"/>
            <a:ext cx="6910736" cy="13716001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sp>
        <p:nvSpPr>
          <p:cNvPr id="4" name="Rectangle Separator">
            <a:extLst>
              <a:ext uri="{FF2B5EF4-FFF2-40B4-BE49-F238E27FC236}">
                <a16:creationId xmlns:a16="http://schemas.microsoft.com/office/drawing/2014/main" id="{FACCFEDB-7EA1-40D4-8D3E-883F0D88E9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6442" y="-2"/>
            <a:ext cx="164592" cy="13716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33" name="Bulleted List">
            <a:extLst>
              <a:ext uri="{FF2B5EF4-FFF2-40B4-BE49-F238E27FC236}">
                <a16:creationId xmlns:a16="http://schemas.microsoft.com/office/drawing/2014/main" id="{3F6D238A-65AC-4FE9-9B22-80002EB96C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7109322" y="1828800"/>
            <a:ext cx="17277726" cy="11612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</a:lstStyle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Click to edit Master text styles</a:t>
            </a:r>
          </a:p>
          <a:p>
            <a:pPr marL="1371600" marR="0" lvl="1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Second level</a:t>
            </a:r>
          </a:p>
          <a:p>
            <a:pPr marL="1371600" marR="0" lvl="2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Third level</a:t>
            </a:r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CF44DD6B-6E9F-4EAE-833D-8498D43B6C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ECAB251D-51E5-3B46-9951-7B5D149B8327}" type="datetime4">
              <a:rPr lang="en-US" smtClean="0"/>
              <a:t>July 21,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F2EBEF6A-EF71-484B-A7C1-4AD4CDA225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65BFC57-126E-4A49-9E8F-63F489AE67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" y="5220925"/>
            <a:ext cx="6333063" cy="2205114"/>
          </a:xfrm>
          <a:prstGeom prst="rect">
            <a:avLst/>
          </a:prstGeom>
        </p:spPr>
        <p:txBody>
          <a:bodyPr>
            <a:normAutofit/>
          </a:bodyPr>
          <a:lstStyle>
            <a:lvl1pPr marL="687388" indent="-1588">
              <a:buNone/>
              <a:tabLst/>
              <a:defRPr sz="3200" b="0" i="1">
                <a:solidFill>
                  <a:schemeClr val="accent1">
                    <a:lumMod val="40000"/>
                    <a:lumOff val="6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25B9C56-92AF-F540-832F-6798182113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" y="638359"/>
            <a:ext cx="6333063" cy="3844038"/>
          </a:xfrm>
          <a:prstGeom prst="rect">
            <a:avLst/>
          </a:prstGeom>
        </p:spPr>
        <p:txBody>
          <a:bodyPr anchor="b" anchorCtr="0"/>
          <a:lstStyle>
            <a:lvl1pPr marL="688941" indent="55560">
              <a:lnSpc>
                <a:spcPct val="80000"/>
              </a:lnSpc>
              <a:tabLst/>
              <a:defRPr sz="6599" spc="-10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Title (Title Caps, 66 Pt Regular)</a:t>
            </a:r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5623FE51-1BED-4DA1-BB40-A6FB8299C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3BB8C179-94D8-49B8-8880-65B2D4795F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06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1-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July 21,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Headshot 4">
            <a:extLst>
              <a:ext uri="{FF2B5EF4-FFF2-40B4-BE49-F238E27FC236}">
                <a16:creationId xmlns:a16="http://schemas.microsoft.com/office/drawing/2014/main" id="{D05FD0B9-B742-4C35-805E-E87F27B145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8235978" y="5680074"/>
            <a:ext cx="4636193" cy="6227064"/>
            <a:chOff x="18125007" y="5680074"/>
            <a:chExt cx="4636193" cy="6227064"/>
          </a:xfrm>
        </p:grpSpPr>
        <p:sp>
          <p:nvSpPr>
            <p:cNvPr id="64" name="Headshot 4 Title">
              <a:extLst>
                <a:ext uri="{FF2B5EF4-FFF2-40B4-BE49-F238E27FC236}">
                  <a16:creationId xmlns:a16="http://schemas.microsoft.com/office/drawing/2014/main" id="{20B932D0-1A8B-44BC-9869-9F1B8167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0" hasCustomPrompt="1"/>
            </p:nvPr>
          </p:nvSpPr>
          <p:spPr>
            <a:xfrm>
              <a:off x="1812500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5" name="Headshot 4 Name">
              <a:extLst>
                <a:ext uri="{FF2B5EF4-FFF2-40B4-BE49-F238E27FC236}">
                  <a16:creationId xmlns:a16="http://schemas.microsoft.com/office/drawing/2014/main" id="{1E568CFC-8CB7-49F5-BDEB-7269906FD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9" hasCustomPrompt="1"/>
            </p:nvPr>
          </p:nvSpPr>
          <p:spPr>
            <a:xfrm>
              <a:off x="1812500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66" name="Headshot 4 Image">
              <a:extLst>
                <a:ext uri="{FF2B5EF4-FFF2-40B4-BE49-F238E27FC236}">
                  <a16:creationId xmlns:a16="http://schemas.microsoft.com/office/drawing/2014/main" id="{412A36D4-2F79-47D0-9491-390F25BCF2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8" hasCustomPrompt="1"/>
            </p:nvPr>
          </p:nvSpPr>
          <p:spPr>
            <a:xfrm>
              <a:off x="18129706" y="5680074"/>
              <a:ext cx="4631494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60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3">
            <a:extLst>
              <a:ext uri="{FF2B5EF4-FFF2-40B4-BE49-F238E27FC236}">
                <a16:creationId xmlns:a16="http://schemas.microsoft.com/office/drawing/2014/main" id="{7EAD7FE4-B097-4B9B-9B1B-662FF51C3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662320" y="5680074"/>
            <a:ext cx="4636008" cy="6227064"/>
            <a:chOff x="12628463" y="5680074"/>
            <a:chExt cx="4636008" cy="6227064"/>
          </a:xfrm>
        </p:grpSpPr>
        <p:sp>
          <p:nvSpPr>
            <p:cNvPr id="68" name="Headshot 3 Title">
              <a:extLst>
                <a:ext uri="{FF2B5EF4-FFF2-40B4-BE49-F238E27FC236}">
                  <a16:creationId xmlns:a16="http://schemas.microsoft.com/office/drawing/2014/main" id="{2EEAA748-BC51-4483-9368-F5AB1080C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8" hasCustomPrompt="1"/>
            </p:nvPr>
          </p:nvSpPr>
          <p:spPr>
            <a:xfrm>
              <a:off x="12628463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9" name="Headshot 3 Name">
              <a:extLst>
                <a:ext uri="{FF2B5EF4-FFF2-40B4-BE49-F238E27FC236}">
                  <a16:creationId xmlns:a16="http://schemas.microsoft.com/office/drawing/2014/main" id="{0C5D5FB7-1AC5-4740-BA56-E28A4CB13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7" hasCustomPrompt="1"/>
            </p:nvPr>
          </p:nvSpPr>
          <p:spPr>
            <a:xfrm>
              <a:off x="12628463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0" name="Headshot 3 Image">
              <a:extLst>
                <a:ext uri="{FF2B5EF4-FFF2-40B4-BE49-F238E27FC236}">
                  <a16:creationId xmlns:a16="http://schemas.microsoft.com/office/drawing/2014/main" id="{75D7E82C-28D7-44EF-8BF9-5ACD48E22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9" hasCustomPrompt="1"/>
            </p:nvPr>
          </p:nvSpPr>
          <p:spPr>
            <a:xfrm>
              <a:off x="12628463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2">
            <a:extLst>
              <a:ext uri="{FF2B5EF4-FFF2-40B4-BE49-F238E27FC236}">
                <a16:creationId xmlns:a16="http://schemas.microsoft.com/office/drawing/2014/main" id="{BD338BD0-2C92-404F-9D20-3F994F2960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88662" y="5680074"/>
            <a:ext cx="4636008" cy="6227064"/>
            <a:chOff x="7129437" y="5680074"/>
            <a:chExt cx="4636008" cy="6227064"/>
          </a:xfrm>
        </p:grpSpPr>
        <p:sp>
          <p:nvSpPr>
            <p:cNvPr id="72" name="Headshot 2 Title">
              <a:extLst>
                <a:ext uri="{FF2B5EF4-FFF2-40B4-BE49-F238E27FC236}">
                  <a16:creationId xmlns:a16="http://schemas.microsoft.com/office/drawing/2014/main" id="{A4E888AC-0862-4C56-8D57-731D358F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6" hasCustomPrompt="1"/>
            </p:nvPr>
          </p:nvSpPr>
          <p:spPr>
            <a:xfrm>
              <a:off x="712943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3" name="Headshot 2 Name">
              <a:extLst>
                <a:ext uri="{FF2B5EF4-FFF2-40B4-BE49-F238E27FC236}">
                  <a16:creationId xmlns:a16="http://schemas.microsoft.com/office/drawing/2014/main" id="{3EEBB013-B979-4C20-8375-21C53316CB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5" hasCustomPrompt="1"/>
            </p:nvPr>
          </p:nvSpPr>
          <p:spPr>
            <a:xfrm>
              <a:off x="712943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4" name="Headshot 2 Image">
              <a:extLst>
                <a:ext uri="{FF2B5EF4-FFF2-40B4-BE49-F238E27FC236}">
                  <a16:creationId xmlns:a16="http://schemas.microsoft.com/office/drawing/2014/main" id="{CAAA4876-31CF-4A91-9E11-D482CF544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0" hasCustomPrompt="1"/>
            </p:nvPr>
          </p:nvSpPr>
          <p:spPr>
            <a:xfrm>
              <a:off x="7129437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5" name="Headshot 1">
            <a:extLst>
              <a:ext uri="{FF2B5EF4-FFF2-40B4-BE49-F238E27FC236}">
                <a16:creationId xmlns:a16="http://schemas.microsoft.com/office/drawing/2014/main" id="{5EC9A0CB-A4F9-44B2-8A25-48D40DC8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4" y="5680074"/>
            <a:ext cx="4636008" cy="6227064"/>
            <a:chOff x="1630411" y="5680074"/>
            <a:chExt cx="4636008" cy="6227064"/>
          </a:xfrm>
        </p:grpSpPr>
        <p:sp>
          <p:nvSpPr>
            <p:cNvPr id="76" name="Headshot 1 Title">
              <a:extLst>
                <a:ext uri="{FF2B5EF4-FFF2-40B4-BE49-F238E27FC236}">
                  <a16:creationId xmlns:a16="http://schemas.microsoft.com/office/drawing/2014/main" id="{0E18E760-9E4E-4D15-A6D3-65B5703343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630411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7" name="Headshot 1 Name">
              <a:extLst>
                <a:ext uri="{FF2B5EF4-FFF2-40B4-BE49-F238E27FC236}">
                  <a16:creationId xmlns:a16="http://schemas.microsoft.com/office/drawing/2014/main" id="{79591A9B-DB2A-426F-B599-31DAD9FF5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630411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8" name="Headshot 1 Image">
              <a:extLst>
                <a:ext uri="{FF2B5EF4-FFF2-40B4-BE49-F238E27FC236}">
                  <a16:creationId xmlns:a16="http://schemas.microsoft.com/office/drawing/2014/main" id="{B230C8B6-9F76-476B-9D4B-0D2E157BB2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1" hasCustomPrompt="1"/>
            </p:nvPr>
          </p:nvSpPr>
          <p:spPr>
            <a:xfrm>
              <a:off x="1630411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2388315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3" y="1913893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9" name="Anglepoint Logo">
            <a:extLst>
              <a:ext uri="{FF2B5EF4-FFF2-40B4-BE49-F238E27FC236}">
                <a16:creationId xmlns:a16="http://schemas.microsoft.com/office/drawing/2014/main" id="{D6FE01C8-6D5B-4516-84D1-AB14ED0CA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5-8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July 21,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5" name="Headshot 9">
            <a:extLst>
              <a:ext uri="{FF2B5EF4-FFF2-40B4-BE49-F238E27FC236}">
                <a16:creationId xmlns:a16="http://schemas.microsoft.com/office/drawing/2014/main" id="{265D465F-465F-41F0-905B-A0718866370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7682610"/>
            <a:ext cx="3145536" cy="4224528"/>
            <a:chOff x="19719735" y="7682610"/>
            <a:chExt cx="3145536" cy="4224528"/>
          </a:xfrm>
        </p:grpSpPr>
        <p:sp>
          <p:nvSpPr>
            <p:cNvPr id="137" name="Headshot 9 Title">
              <a:extLst>
                <a:ext uri="{FF2B5EF4-FFF2-40B4-BE49-F238E27FC236}">
                  <a16:creationId xmlns:a16="http://schemas.microsoft.com/office/drawing/2014/main" id="{9B4EA6D6-E592-4893-8729-749BE936C1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6" hasCustomPrompt="1"/>
            </p:nvPr>
          </p:nvSpPr>
          <p:spPr>
            <a:xfrm>
              <a:off x="1971973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36" name="Headshot 9 Name">
              <a:extLst>
                <a:ext uri="{FF2B5EF4-FFF2-40B4-BE49-F238E27FC236}">
                  <a16:creationId xmlns:a16="http://schemas.microsoft.com/office/drawing/2014/main" id="{235AD1C0-3695-4688-B10E-37483D282F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5" hasCustomPrompt="1"/>
            </p:nvPr>
          </p:nvSpPr>
          <p:spPr>
            <a:xfrm>
              <a:off x="1971973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20" name="Headshot 9 Image">
              <a:extLst>
                <a:ext uri="{FF2B5EF4-FFF2-40B4-BE49-F238E27FC236}">
                  <a16:creationId xmlns:a16="http://schemas.microsoft.com/office/drawing/2014/main" id="{FE124FF8-6531-814A-8790-2179F5A3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5" hasCustomPrompt="1"/>
            </p:nvPr>
          </p:nvSpPr>
          <p:spPr>
            <a:xfrm>
              <a:off x="1971973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4" name="Headshot 8">
            <a:extLst>
              <a:ext uri="{FF2B5EF4-FFF2-40B4-BE49-F238E27FC236}">
                <a16:creationId xmlns:a16="http://schemas.microsoft.com/office/drawing/2014/main" id="{94E189EB-A124-410B-8446-E47E4CB3BD0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7682610"/>
            <a:ext cx="3145536" cy="4224528"/>
            <a:chOff x="16078821" y="7682610"/>
            <a:chExt cx="3145536" cy="4224528"/>
          </a:xfrm>
        </p:grpSpPr>
        <p:sp>
          <p:nvSpPr>
            <p:cNvPr id="129" name="Headshot 8 Title">
              <a:extLst>
                <a:ext uri="{FF2B5EF4-FFF2-40B4-BE49-F238E27FC236}">
                  <a16:creationId xmlns:a16="http://schemas.microsoft.com/office/drawing/2014/main" id="{425C8BBB-2629-403F-AE6C-77F2267462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4" hasCustomPrompt="1"/>
            </p:nvPr>
          </p:nvSpPr>
          <p:spPr>
            <a:xfrm>
              <a:off x="1607882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8" name="Headshot 8 Name">
              <a:extLst>
                <a:ext uri="{FF2B5EF4-FFF2-40B4-BE49-F238E27FC236}">
                  <a16:creationId xmlns:a16="http://schemas.microsoft.com/office/drawing/2014/main" id="{438637C9-22E4-43A3-B564-529C95070A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3" hasCustomPrompt="1"/>
            </p:nvPr>
          </p:nvSpPr>
          <p:spPr>
            <a:xfrm>
              <a:off x="1607882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9" name="Headshot 8 Image">
              <a:extLst>
                <a:ext uri="{FF2B5EF4-FFF2-40B4-BE49-F238E27FC236}">
                  <a16:creationId xmlns:a16="http://schemas.microsoft.com/office/drawing/2014/main" id="{4C5310C9-26B2-E043-B2F5-839DDD294C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4" hasCustomPrompt="1"/>
            </p:nvPr>
          </p:nvSpPr>
          <p:spPr>
            <a:xfrm>
              <a:off x="1607882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3" name="Headshot 7">
            <a:extLst>
              <a:ext uri="{FF2B5EF4-FFF2-40B4-BE49-F238E27FC236}">
                <a16:creationId xmlns:a16="http://schemas.microsoft.com/office/drawing/2014/main" id="{42397F74-C421-4949-99F7-8C41FC9E20B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7682610"/>
            <a:ext cx="3145604" cy="4224528"/>
            <a:chOff x="12437839" y="7682610"/>
            <a:chExt cx="3145604" cy="4224528"/>
          </a:xfrm>
        </p:grpSpPr>
        <p:sp>
          <p:nvSpPr>
            <p:cNvPr id="125" name="Headshot 7 Title">
              <a:extLst>
                <a:ext uri="{FF2B5EF4-FFF2-40B4-BE49-F238E27FC236}">
                  <a16:creationId xmlns:a16="http://schemas.microsoft.com/office/drawing/2014/main" id="{7B729B38-71D9-4F4A-8902-E9E95C3D40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2" hasCustomPrompt="1"/>
            </p:nvPr>
          </p:nvSpPr>
          <p:spPr>
            <a:xfrm>
              <a:off x="12437839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4" name="Headshot 7 Name">
              <a:extLst>
                <a:ext uri="{FF2B5EF4-FFF2-40B4-BE49-F238E27FC236}">
                  <a16:creationId xmlns:a16="http://schemas.microsoft.com/office/drawing/2014/main" id="{193D88E1-E637-430A-B896-20C10D9C81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1" hasCustomPrompt="1"/>
            </p:nvPr>
          </p:nvSpPr>
          <p:spPr>
            <a:xfrm>
              <a:off x="12437839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8" name="Headshot 7 Image">
              <a:extLst>
                <a:ext uri="{FF2B5EF4-FFF2-40B4-BE49-F238E27FC236}">
                  <a16:creationId xmlns:a16="http://schemas.microsoft.com/office/drawing/2014/main" id="{F4BD81BD-7377-EA4D-923F-88FE4E0D75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3" hasCustomPrompt="1"/>
            </p:nvPr>
          </p:nvSpPr>
          <p:spPr>
            <a:xfrm>
              <a:off x="12437907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2" name="Headshot 6">
            <a:extLst>
              <a:ext uri="{FF2B5EF4-FFF2-40B4-BE49-F238E27FC236}">
                <a16:creationId xmlns:a16="http://schemas.microsoft.com/office/drawing/2014/main" id="{18E1E0E5-C632-4067-9057-A7B2A5A316A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96965" y="7682610"/>
            <a:ext cx="3145563" cy="4224528"/>
            <a:chOff x="8796965" y="7682610"/>
            <a:chExt cx="3145563" cy="4224528"/>
          </a:xfrm>
        </p:grpSpPr>
        <p:sp>
          <p:nvSpPr>
            <p:cNvPr id="121" name="Headshot 6 Title">
              <a:extLst>
                <a:ext uri="{FF2B5EF4-FFF2-40B4-BE49-F238E27FC236}">
                  <a16:creationId xmlns:a16="http://schemas.microsoft.com/office/drawing/2014/main" id="{DFC132F2-8063-488A-8CD0-655B62AE9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0" hasCustomPrompt="1"/>
            </p:nvPr>
          </p:nvSpPr>
          <p:spPr>
            <a:xfrm>
              <a:off x="879696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0" name="Headshot 6 Name">
              <a:extLst>
                <a:ext uri="{FF2B5EF4-FFF2-40B4-BE49-F238E27FC236}">
                  <a16:creationId xmlns:a16="http://schemas.microsoft.com/office/drawing/2014/main" id="{DE3AF9B2-2DA5-417F-ADDC-5122F2E4EC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9" hasCustomPrompt="1"/>
            </p:nvPr>
          </p:nvSpPr>
          <p:spPr>
            <a:xfrm>
              <a:off x="879696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4" name="Headshot 6 Image">
              <a:extLst>
                <a:ext uri="{FF2B5EF4-FFF2-40B4-BE49-F238E27FC236}">
                  <a16:creationId xmlns:a16="http://schemas.microsoft.com/office/drawing/2014/main" id="{A52E1C16-97C6-0C4C-A4C1-DB214BC0F9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5" hasCustomPrompt="1"/>
            </p:nvPr>
          </p:nvSpPr>
          <p:spPr>
            <a:xfrm>
              <a:off x="8796992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1" name="Headshot 5">
            <a:extLst>
              <a:ext uri="{FF2B5EF4-FFF2-40B4-BE49-F238E27FC236}">
                <a16:creationId xmlns:a16="http://schemas.microsoft.com/office/drawing/2014/main" id="{F2B03436-5AFC-46B4-9CC4-5B2EBEEC534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156091" y="7682610"/>
            <a:ext cx="3145536" cy="4224528"/>
            <a:chOff x="5156091" y="7682610"/>
            <a:chExt cx="3145536" cy="4224528"/>
          </a:xfrm>
        </p:grpSpPr>
        <p:sp>
          <p:nvSpPr>
            <p:cNvPr id="117" name="Headshot 5 Title">
              <a:extLst>
                <a:ext uri="{FF2B5EF4-FFF2-40B4-BE49-F238E27FC236}">
                  <a16:creationId xmlns:a16="http://schemas.microsoft.com/office/drawing/2014/main" id="{318FE40D-EEA5-4248-AED1-CF755C16C6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8" hasCustomPrompt="1"/>
            </p:nvPr>
          </p:nvSpPr>
          <p:spPr>
            <a:xfrm>
              <a:off x="515609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16" name="Headshot 5 Name">
              <a:extLst>
                <a:ext uri="{FF2B5EF4-FFF2-40B4-BE49-F238E27FC236}">
                  <a16:creationId xmlns:a16="http://schemas.microsoft.com/office/drawing/2014/main" id="{02E3585C-5813-45A9-A772-E8845DD802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7" hasCustomPrompt="1"/>
            </p:nvPr>
          </p:nvSpPr>
          <p:spPr>
            <a:xfrm>
              <a:off x="515609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3" name="Headshot 5 Image">
              <a:extLst>
                <a:ext uri="{FF2B5EF4-FFF2-40B4-BE49-F238E27FC236}">
                  <a16:creationId xmlns:a16="http://schemas.microsoft.com/office/drawing/2014/main" id="{53CF112F-1D30-9D4F-BAB2-C745A662D1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4" hasCustomPrompt="1"/>
            </p:nvPr>
          </p:nvSpPr>
          <p:spPr>
            <a:xfrm>
              <a:off x="515609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15" name="Headshot 4">
            <a:extLst>
              <a:ext uri="{FF2B5EF4-FFF2-40B4-BE49-F238E27FC236}">
                <a16:creationId xmlns:a16="http://schemas.microsoft.com/office/drawing/2014/main" id="{60271B7F-6D55-418F-8383-E830A376DDD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5" y="7682610"/>
            <a:ext cx="3145536" cy="4224528"/>
            <a:chOff x="1515005" y="7682610"/>
            <a:chExt cx="3145536" cy="4224528"/>
          </a:xfrm>
        </p:grpSpPr>
        <p:sp>
          <p:nvSpPr>
            <p:cNvPr id="87" name="Headshot 4 Title">
              <a:extLst>
                <a:ext uri="{FF2B5EF4-FFF2-40B4-BE49-F238E27FC236}">
                  <a16:creationId xmlns:a16="http://schemas.microsoft.com/office/drawing/2014/main" id="{04C6C523-C73E-4677-8B82-DC1C371617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51500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86" name="Headshot 4 Name">
              <a:extLst>
                <a:ext uri="{FF2B5EF4-FFF2-40B4-BE49-F238E27FC236}">
                  <a16:creationId xmlns:a16="http://schemas.microsoft.com/office/drawing/2014/main" id="{5A43AAF7-BD7B-4D0F-8FC6-5D16B3A6BC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51500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55" name="Headshot 4 Image">
              <a:extLst>
                <a:ext uri="{FF2B5EF4-FFF2-40B4-BE49-F238E27FC236}">
                  <a16:creationId xmlns:a16="http://schemas.microsoft.com/office/drawing/2014/main" id="{7400B20C-D969-964E-B2B7-D2EF3E9D42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8" hasCustomPrompt="1"/>
            </p:nvPr>
          </p:nvSpPr>
          <p:spPr>
            <a:xfrm>
              <a:off x="151500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3">
            <a:extLst>
              <a:ext uri="{FF2B5EF4-FFF2-40B4-BE49-F238E27FC236}">
                <a16:creationId xmlns:a16="http://schemas.microsoft.com/office/drawing/2014/main" id="{63B34669-8FD3-47E7-A473-B2DA3DAA036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2787880"/>
            <a:ext cx="3145536" cy="4224528"/>
            <a:chOff x="19719735" y="2787880"/>
            <a:chExt cx="3145536" cy="4224528"/>
          </a:xfrm>
        </p:grpSpPr>
        <p:sp>
          <p:nvSpPr>
            <p:cNvPr id="149" name="Headshot 3 Title">
              <a:extLst>
                <a:ext uri="{FF2B5EF4-FFF2-40B4-BE49-F238E27FC236}">
                  <a16:creationId xmlns:a16="http://schemas.microsoft.com/office/drawing/2014/main" id="{FA7E17B7-A75B-459E-BD36-412F61E306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2" hasCustomPrompt="1"/>
            </p:nvPr>
          </p:nvSpPr>
          <p:spPr>
            <a:xfrm>
              <a:off x="19719735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8" name="Headshot 3 Name">
              <a:extLst>
                <a:ext uri="{FF2B5EF4-FFF2-40B4-BE49-F238E27FC236}">
                  <a16:creationId xmlns:a16="http://schemas.microsoft.com/office/drawing/2014/main" id="{604D779B-1F9A-469C-8BAC-1B180766BB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1" hasCustomPrompt="1"/>
            </p:nvPr>
          </p:nvSpPr>
          <p:spPr>
            <a:xfrm>
              <a:off x="19719735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7" name="Headshot 3 Image">
              <a:extLst>
                <a:ext uri="{FF2B5EF4-FFF2-40B4-BE49-F238E27FC236}">
                  <a16:creationId xmlns:a16="http://schemas.microsoft.com/office/drawing/2014/main" id="{BD059C14-E991-2640-98FB-741FA61927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2" hasCustomPrompt="1"/>
            </p:nvPr>
          </p:nvSpPr>
          <p:spPr>
            <a:xfrm>
              <a:off x="19719735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2">
            <a:extLst>
              <a:ext uri="{FF2B5EF4-FFF2-40B4-BE49-F238E27FC236}">
                <a16:creationId xmlns:a16="http://schemas.microsoft.com/office/drawing/2014/main" id="{C69FD3A4-69FC-4C70-8C94-C3D893C0F8E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2787880"/>
            <a:ext cx="3145536" cy="4224528"/>
            <a:chOff x="16078821" y="2787880"/>
            <a:chExt cx="3145536" cy="4224528"/>
          </a:xfrm>
        </p:grpSpPr>
        <p:sp>
          <p:nvSpPr>
            <p:cNvPr id="147" name="Headshot 2 Title">
              <a:extLst>
                <a:ext uri="{FF2B5EF4-FFF2-40B4-BE49-F238E27FC236}">
                  <a16:creationId xmlns:a16="http://schemas.microsoft.com/office/drawing/2014/main" id="{44F78D72-A4D7-412B-8D54-07450DA913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0" hasCustomPrompt="1"/>
            </p:nvPr>
          </p:nvSpPr>
          <p:spPr>
            <a:xfrm>
              <a:off x="16078821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6" name="Headshot 2 Name">
              <a:extLst>
                <a:ext uri="{FF2B5EF4-FFF2-40B4-BE49-F238E27FC236}">
                  <a16:creationId xmlns:a16="http://schemas.microsoft.com/office/drawing/2014/main" id="{C718CDDB-5D42-48CF-93CD-3607FB8BB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9" hasCustomPrompt="1"/>
            </p:nvPr>
          </p:nvSpPr>
          <p:spPr>
            <a:xfrm>
              <a:off x="16078821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6" name="Headshot 2 Image">
              <a:extLst>
                <a:ext uri="{FF2B5EF4-FFF2-40B4-BE49-F238E27FC236}">
                  <a16:creationId xmlns:a16="http://schemas.microsoft.com/office/drawing/2014/main" id="{5D53F939-BDBC-AD4F-B30F-7BB7432158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1" hasCustomPrompt="1"/>
            </p:nvPr>
          </p:nvSpPr>
          <p:spPr>
            <a:xfrm>
              <a:off x="16078821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8" name="Headshot 1">
            <a:extLst>
              <a:ext uri="{FF2B5EF4-FFF2-40B4-BE49-F238E27FC236}">
                <a16:creationId xmlns:a16="http://schemas.microsoft.com/office/drawing/2014/main" id="{6E6A6396-277A-47B2-9450-1EC6050EFB4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2787880"/>
            <a:ext cx="3145604" cy="4224528"/>
            <a:chOff x="12437839" y="2787880"/>
            <a:chExt cx="3145604" cy="4224528"/>
          </a:xfrm>
        </p:grpSpPr>
        <p:sp>
          <p:nvSpPr>
            <p:cNvPr id="145" name="Headshot 1 Title">
              <a:extLst>
                <a:ext uri="{FF2B5EF4-FFF2-40B4-BE49-F238E27FC236}">
                  <a16:creationId xmlns:a16="http://schemas.microsoft.com/office/drawing/2014/main" id="{79E2707B-5A69-40CC-8E44-FB933406F4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8" hasCustomPrompt="1"/>
            </p:nvPr>
          </p:nvSpPr>
          <p:spPr>
            <a:xfrm>
              <a:off x="12437839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4" name="Headshot 1 Name">
              <a:extLst>
                <a:ext uri="{FF2B5EF4-FFF2-40B4-BE49-F238E27FC236}">
                  <a16:creationId xmlns:a16="http://schemas.microsoft.com/office/drawing/2014/main" id="{1C075D70-4DC9-4766-9792-C861DA6932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7" hasCustomPrompt="1"/>
            </p:nvPr>
          </p:nvSpPr>
          <p:spPr>
            <a:xfrm>
              <a:off x="12437839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" name="Headshot 1 Image">
              <a:extLst>
                <a:ext uri="{FF2B5EF4-FFF2-40B4-BE49-F238E27FC236}">
                  <a16:creationId xmlns:a16="http://schemas.microsoft.com/office/drawing/2014/main" id="{15685170-DFAB-6547-8534-9967010DFF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0" hasCustomPrompt="1"/>
            </p:nvPr>
          </p:nvSpPr>
          <p:spPr>
            <a:xfrm>
              <a:off x="12437907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1515004" y="2388315"/>
            <a:ext cx="10251934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16" hasCustomPrompt="1"/>
          </p:nvPr>
        </p:nvSpPr>
        <p:spPr>
          <a:xfrm>
            <a:off x="1515003" y="1913893"/>
            <a:ext cx="1025042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5" name="Anglepoint Logo">
            <a:extLst>
              <a:ext uri="{FF2B5EF4-FFF2-40B4-BE49-F238E27FC236}">
                <a16:creationId xmlns:a16="http://schemas.microsoft.com/office/drawing/2014/main" id="{3A46ADE1-A0F8-435B-8CB2-CD9BC2D3AEF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79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236DAE-58CA-10FF-96C8-BE3C7E6838D4}"/>
              </a:ext>
            </a:extLst>
          </p:cNvPr>
          <p:cNvSpPr/>
          <p:nvPr userDrawn="1"/>
        </p:nvSpPr>
        <p:spPr>
          <a:xfrm>
            <a:off x="-2582" y="-10263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12" name="Rectangle Separator">
            <a:extLst>
              <a:ext uri="{FF2B5EF4-FFF2-40B4-BE49-F238E27FC236}">
                <a16:creationId xmlns:a16="http://schemas.microsoft.com/office/drawing/2014/main" id="{073100E6-EAE8-40A8-892C-F49D79E8DD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88250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383BD4-2E5C-0374-8E30-4BBBD7EB2C28}"/>
              </a:ext>
            </a:extLst>
          </p:cNvPr>
          <p:cNvSpPr/>
          <p:nvPr userDrawn="1"/>
        </p:nvSpPr>
        <p:spPr>
          <a:xfrm>
            <a:off x="-905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61D90533-AD9F-45CD-98BB-E8B5FEA8B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769304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34E27D-3F4D-FE2E-36C3-57F0A853CB9E}"/>
              </a:ext>
            </a:extLst>
          </p:cNvPr>
          <p:cNvSpPr/>
          <p:nvPr userDrawn="1"/>
        </p:nvSpPr>
        <p:spPr>
          <a:xfrm>
            <a:off x="-2582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D5BB11A5-F5D6-44A6-ACEA-0EC9218274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6298817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40BFE5-2B9A-BD05-2F81-8AA0BBE7FC9A}"/>
              </a:ext>
            </a:extLst>
          </p:cNvPr>
          <p:cNvSpPr/>
          <p:nvPr userDrawn="1"/>
        </p:nvSpPr>
        <p:spPr>
          <a:xfrm>
            <a:off x="516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AE9D4D81-93A6-403B-8E10-8FD8E5041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16690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81BD09-604E-2FEC-BA45-7DD503B4E907}"/>
              </a:ext>
            </a:extLst>
          </p:cNvPr>
          <p:cNvSpPr/>
          <p:nvPr userDrawn="1"/>
        </p:nvSpPr>
        <p:spPr>
          <a:xfrm>
            <a:off x="516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39CAE57B-E348-417A-B7BA-772161920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515868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5A945F-0AF0-7FCC-959E-CDC0327AD0BA}"/>
              </a:ext>
            </a:extLst>
          </p:cNvPr>
          <p:cNvSpPr/>
          <p:nvPr userDrawn="1"/>
        </p:nvSpPr>
        <p:spPr>
          <a:xfrm>
            <a:off x="-2582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EBFF5440-94F7-4579-96C0-93AE16AB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8272566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ate">
            <a:extLst>
              <a:ext uri="{FF2B5EF4-FFF2-40B4-BE49-F238E27FC236}">
                <a16:creationId xmlns:a16="http://schemas.microsoft.com/office/drawing/2014/main" id="{920E0566-C6B6-4063-8713-8F92FB697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70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79197C9B-6776-2944-90D9-A148B5F06E4E}" type="datetime4">
              <a:rPr lang="en-US" smtClean="0"/>
              <a:t>July 21,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A03D63E-46B0-4461-8045-CCF3D3EED8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16 Logos">
            <a:extLst>
              <a:ext uri="{FF2B5EF4-FFF2-40B4-BE49-F238E27FC236}">
                <a16:creationId xmlns:a16="http://schemas.microsoft.com/office/drawing/2014/main" id="{79B3F21C-BE41-41AB-892C-3A1DB86F429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4333"/>
            <a:ext cx="10972800" cy="10058399"/>
            <a:chOff x="10826220" y="1494332"/>
            <a:chExt cx="10972800" cy="10058399"/>
          </a:xfrm>
        </p:grpSpPr>
        <p:sp>
          <p:nvSpPr>
            <p:cNvPr id="38" name="Logo 16">
              <a:extLst>
                <a:ext uri="{FF2B5EF4-FFF2-40B4-BE49-F238E27FC236}">
                  <a16:creationId xmlns:a16="http://schemas.microsoft.com/office/drawing/2014/main" id="{C4DCC261-E207-3F4E-BF2C-4D682046B6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4" hasCustomPrompt="1"/>
            </p:nvPr>
          </p:nvSpPr>
          <p:spPr>
            <a:xfrm>
              <a:off x="19970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7" name="Logo 15">
              <a:extLst>
                <a:ext uri="{FF2B5EF4-FFF2-40B4-BE49-F238E27FC236}">
                  <a16:creationId xmlns:a16="http://schemas.microsoft.com/office/drawing/2014/main" id="{6EF833F9-BAAF-6A45-B384-376431515C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3" hasCustomPrompt="1"/>
            </p:nvPr>
          </p:nvSpPr>
          <p:spPr>
            <a:xfrm>
              <a:off x="16922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2" name="Logo 14">
              <a:extLst>
                <a:ext uri="{FF2B5EF4-FFF2-40B4-BE49-F238E27FC236}">
                  <a16:creationId xmlns:a16="http://schemas.microsoft.com/office/drawing/2014/main" id="{BFFE0A8A-E797-774B-BE30-A70A9846D0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7" hasCustomPrompt="1"/>
            </p:nvPr>
          </p:nvSpPr>
          <p:spPr>
            <a:xfrm>
              <a:off x="13874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0" name="Logo 13">
              <a:extLst>
                <a:ext uri="{FF2B5EF4-FFF2-40B4-BE49-F238E27FC236}">
                  <a16:creationId xmlns:a16="http://schemas.microsoft.com/office/drawing/2014/main" id="{7CCF94FD-D411-B04F-BD09-C15940DDF4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3" hasCustomPrompt="1"/>
            </p:nvPr>
          </p:nvSpPr>
          <p:spPr>
            <a:xfrm>
              <a:off x="10826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4" name="Logo 12">
              <a:extLst>
                <a:ext uri="{FF2B5EF4-FFF2-40B4-BE49-F238E27FC236}">
                  <a16:creationId xmlns:a16="http://schemas.microsoft.com/office/drawing/2014/main" id="{D37503E6-E4C3-7A4C-A4C7-D39FE17B3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2" hasCustomPrompt="1"/>
            </p:nvPr>
          </p:nvSpPr>
          <p:spPr>
            <a:xfrm>
              <a:off x="19970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3" name="Logo 11">
              <a:extLst>
                <a:ext uri="{FF2B5EF4-FFF2-40B4-BE49-F238E27FC236}">
                  <a16:creationId xmlns:a16="http://schemas.microsoft.com/office/drawing/2014/main" id="{F1BA1056-F051-5948-A98A-CFE8AE801F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1" hasCustomPrompt="1"/>
            </p:nvPr>
          </p:nvSpPr>
          <p:spPr>
            <a:xfrm>
              <a:off x="16922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1" name="Logo 10">
              <a:extLst>
                <a:ext uri="{FF2B5EF4-FFF2-40B4-BE49-F238E27FC236}">
                  <a16:creationId xmlns:a16="http://schemas.microsoft.com/office/drawing/2014/main" id="{5611E84E-A7D3-F849-8827-5FE361B49F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6" hasCustomPrompt="1"/>
            </p:nvPr>
          </p:nvSpPr>
          <p:spPr>
            <a:xfrm>
              <a:off x="13874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9" name="Logo 9">
              <a:extLst>
                <a:ext uri="{FF2B5EF4-FFF2-40B4-BE49-F238E27FC236}">
                  <a16:creationId xmlns:a16="http://schemas.microsoft.com/office/drawing/2014/main" id="{075CD6DA-163D-4A41-A5B3-3C5CF67BA6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2" hasCustomPrompt="1"/>
            </p:nvPr>
          </p:nvSpPr>
          <p:spPr>
            <a:xfrm>
              <a:off x="10826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1" name="Logo 8">
              <a:extLst>
                <a:ext uri="{FF2B5EF4-FFF2-40B4-BE49-F238E27FC236}">
                  <a16:creationId xmlns:a16="http://schemas.microsoft.com/office/drawing/2014/main" id="{903DD465-9A44-A844-8F88-FEB7E41392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0" hasCustomPrompt="1"/>
            </p:nvPr>
          </p:nvSpPr>
          <p:spPr>
            <a:xfrm>
              <a:off x="19970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29" name="Logo 7">
              <a:extLst>
                <a:ext uri="{FF2B5EF4-FFF2-40B4-BE49-F238E27FC236}">
                  <a16:creationId xmlns:a16="http://schemas.microsoft.com/office/drawing/2014/main" id="{D96CC5A6-7D99-D74E-945F-60453F9BF3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9" hasCustomPrompt="1"/>
            </p:nvPr>
          </p:nvSpPr>
          <p:spPr>
            <a:xfrm>
              <a:off x="16922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0" name="Logo 6">
              <a:extLst>
                <a:ext uri="{FF2B5EF4-FFF2-40B4-BE49-F238E27FC236}">
                  <a16:creationId xmlns:a16="http://schemas.microsoft.com/office/drawing/2014/main" id="{6122BB72-B8AF-FA40-8B44-8A3D9C4D4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5" hasCustomPrompt="1"/>
            </p:nvPr>
          </p:nvSpPr>
          <p:spPr>
            <a:xfrm>
              <a:off x="13874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8" name="Logo 5">
              <a:extLst>
                <a:ext uri="{FF2B5EF4-FFF2-40B4-BE49-F238E27FC236}">
                  <a16:creationId xmlns:a16="http://schemas.microsoft.com/office/drawing/2014/main" id="{EB0B61C2-C788-994D-81AF-E264B3CC30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1" hasCustomPrompt="1"/>
            </p:nvPr>
          </p:nvSpPr>
          <p:spPr>
            <a:xfrm>
              <a:off x="10826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9970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6922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874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lang="en-US" sz="1400" b="0" i="0" kern="1200" spc="-50" baseline="0" noProof="0" dirty="0">
                  <a:solidFill>
                    <a:schemeClr val="tx2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826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6" name="Table Grid">
            <a:extLst>
              <a:ext uri="{FF2B5EF4-FFF2-40B4-BE49-F238E27FC236}">
                <a16:creationId xmlns:a16="http://schemas.microsoft.com/office/drawing/2014/main" id="{1D1159A7-972B-42DE-A689-D276F615250D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210432758"/>
              </p:ext>
            </p:extLst>
          </p:nvPr>
        </p:nvGraphicFramePr>
        <p:xfrm>
          <a:off x="10645276" y="1494332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55" name="Summary">
            <a:extLst>
              <a:ext uri="{FF2B5EF4-FFF2-40B4-BE49-F238E27FC236}">
                <a16:creationId xmlns:a16="http://schemas.microsoft.com/office/drawing/2014/main" id="{7BD18BE6-6A9D-E34F-B018-9E9313E0A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1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2" name="TItle">
            <a:extLst>
              <a:ext uri="{FF2B5EF4-FFF2-40B4-BE49-F238E27FC236}">
                <a16:creationId xmlns:a16="http://schemas.microsoft.com/office/drawing/2014/main" id="{E399F675-24E5-E64C-8FFA-06E230294F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45" name="Subtitle">
            <a:extLst>
              <a:ext uri="{FF2B5EF4-FFF2-40B4-BE49-F238E27FC236}">
                <a16:creationId xmlns:a16="http://schemas.microsoft.com/office/drawing/2014/main" id="{30F1B1FA-4C4F-4B71-9676-DD62E0FDF7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72135433-3B13-47F5-A915-305452A94B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8" name="Anglepoint Logo">
            <a:extLst>
              <a:ext uri="{FF2B5EF4-FFF2-40B4-BE49-F238E27FC236}">
                <a16:creationId xmlns:a16="http://schemas.microsoft.com/office/drawing/2014/main" id="{2FFC4614-BFFA-4A01-A35B-C3378606BF7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2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July 21,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503EDF1-C8B8-400D-B281-71FF8E28F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90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25 Logos">
            <a:extLst>
              <a:ext uri="{FF2B5EF4-FFF2-40B4-BE49-F238E27FC236}">
                <a16:creationId xmlns:a16="http://schemas.microsoft.com/office/drawing/2014/main" id="{E163B339-C356-4EDB-805C-522D209B5B9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0472"/>
            <a:ext cx="10972800" cy="10096811"/>
            <a:chOff x="10957812" y="1490472"/>
            <a:chExt cx="10972800" cy="10096811"/>
          </a:xfrm>
        </p:grpSpPr>
        <p:sp>
          <p:nvSpPr>
            <p:cNvPr id="113" name="Logo 25">
              <a:extLst>
                <a:ext uri="{FF2B5EF4-FFF2-40B4-BE49-F238E27FC236}">
                  <a16:creationId xmlns:a16="http://schemas.microsoft.com/office/drawing/2014/main" id="{308C0CC9-D237-014E-871D-E6742A3391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8" hasCustomPrompt="1"/>
            </p:nvPr>
          </p:nvSpPr>
          <p:spPr>
            <a:xfrm>
              <a:off x="2046757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0" name="Logo 24">
              <a:extLst>
                <a:ext uri="{FF2B5EF4-FFF2-40B4-BE49-F238E27FC236}">
                  <a16:creationId xmlns:a16="http://schemas.microsoft.com/office/drawing/2014/main" id="{A6E777BC-72C4-FF41-92F2-A8B13C17CA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5" hasCustomPrompt="1"/>
            </p:nvPr>
          </p:nvSpPr>
          <p:spPr>
            <a:xfrm>
              <a:off x="1809013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9" name="Logo 23">
              <a:extLst>
                <a:ext uri="{FF2B5EF4-FFF2-40B4-BE49-F238E27FC236}">
                  <a16:creationId xmlns:a16="http://schemas.microsoft.com/office/drawing/2014/main" id="{F183E6DF-B70F-AA49-B36D-23DF038517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4" hasCustomPrompt="1"/>
            </p:nvPr>
          </p:nvSpPr>
          <p:spPr>
            <a:xfrm>
              <a:off x="1571269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1" name="Logo 22">
              <a:extLst>
                <a:ext uri="{FF2B5EF4-FFF2-40B4-BE49-F238E27FC236}">
                  <a16:creationId xmlns:a16="http://schemas.microsoft.com/office/drawing/2014/main" id="{44B0F08B-B1F7-1945-BA8C-E28F123EE5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6" hasCustomPrompt="1"/>
            </p:nvPr>
          </p:nvSpPr>
          <p:spPr>
            <a:xfrm>
              <a:off x="1333525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2" name="Logo 21">
              <a:extLst>
                <a:ext uri="{FF2B5EF4-FFF2-40B4-BE49-F238E27FC236}">
                  <a16:creationId xmlns:a16="http://schemas.microsoft.com/office/drawing/2014/main" id="{2808FB49-3B69-3A48-8C98-29BDFF182DF5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7" hasCustomPrompt="1"/>
            </p:nvPr>
          </p:nvSpPr>
          <p:spPr>
            <a:xfrm>
              <a:off x="1095781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8" name="Logo 20">
              <a:extLst>
                <a:ext uri="{FF2B5EF4-FFF2-40B4-BE49-F238E27FC236}">
                  <a16:creationId xmlns:a16="http://schemas.microsoft.com/office/drawing/2014/main" id="{7A099AF8-347E-DC41-9EEE-E5A89437C6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3" hasCustomPrompt="1"/>
            </p:nvPr>
          </p:nvSpPr>
          <p:spPr>
            <a:xfrm>
              <a:off x="2046757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5" name="Logo 19">
              <a:extLst>
                <a:ext uri="{FF2B5EF4-FFF2-40B4-BE49-F238E27FC236}">
                  <a16:creationId xmlns:a16="http://schemas.microsoft.com/office/drawing/2014/main" id="{D9E5C961-B888-7C43-8A64-470BA039C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0" hasCustomPrompt="1"/>
            </p:nvPr>
          </p:nvSpPr>
          <p:spPr>
            <a:xfrm>
              <a:off x="1809013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4" name="Logo 18">
              <a:extLst>
                <a:ext uri="{FF2B5EF4-FFF2-40B4-BE49-F238E27FC236}">
                  <a16:creationId xmlns:a16="http://schemas.microsoft.com/office/drawing/2014/main" id="{48CD9A60-A4B6-FC43-9358-41F296E6D7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9" hasCustomPrompt="1"/>
            </p:nvPr>
          </p:nvSpPr>
          <p:spPr>
            <a:xfrm>
              <a:off x="1571269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6" name="Logo 17">
              <a:extLst>
                <a:ext uri="{FF2B5EF4-FFF2-40B4-BE49-F238E27FC236}">
                  <a16:creationId xmlns:a16="http://schemas.microsoft.com/office/drawing/2014/main" id="{E489D711-9055-9C40-AB53-0A74ACB4DA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1" hasCustomPrompt="1"/>
            </p:nvPr>
          </p:nvSpPr>
          <p:spPr>
            <a:xfrm>
              <a:off x="1333525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7" name="Logo 16">
              <a:extLst>
                <a:ext uri="{FF2B5EF4-FFF2-40B4-BE49-F238E27FC236}">
                  <a16:creationId xmlns:a16="http://schemas.microsoft.com/office/drawing/2014/main" id="{A7C8DA76-9C71-4143-BC07-17C3C7F1914A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2" hasCustomPrompt="1"/>
            </p:nvPr>
          </p:nvSpPr>
          <p:spPr>
            <a:xfrm>
              <a:off x="1095781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3" name="Logo 15">
              <a:extLst>
                <a:ext uri="{FF2B5EF4-FFF2-40B4-BE49-F238E27FC236}">
                  <a16:creationId xmlns:a16="http://schemas.microsoft.com/office/drawing/2014/main" id="{DD69138C-DAC3-E445-92A1-9F82EB093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8" hasCustomPrompt="1"/>
            </p:nvPr>
          </p:nvSpPr>
          <p:spPr>
            <a:xfrm>
              <a:off x="2046757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0" name="Logo 14">
              <a:extLst>
                <a:ext uri="{FF2B5EF4-FFF2-40B4-BE49-F238E27FC236}">
                  <a16:creationId xmlns:a16="http://schemas.microsoft.com/office/drawing/2014/main" id="{5905493A-4289-0543-B95C-13C235FD36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5" hasCustomPrompt="1"/>
            </p:nvPr>
          </p:nvSpPr>
          <p:spPr>
            <a:xfrm>
              <a:off x="1809013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9" name="Logo 13">
              <a:extLst>
                <a:ext uri="{FF2B5EF4-FFF2-40B4-BE49-F238E27FC236}">
                  <a16:creationId xmlns:a16="http://schemas.microsoft.com/office/drawing/2014/main" id="{52720793-EB87-0148-9EE4-2B3799AABA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4" hasCustomPrompt="1"/>
            </p:nvPr>
          </p:nvSpPr>
          <p:spPr>
            <a:xfrm>
              <a:off x="1571269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1" name="Logo 12">
              <a:extLst>
                <a:ext uri="{FF2B5EF4-FFF2-40B4-BE49-F238E27FC236}">
                  <a16:creationId xmlns:a16="http://schemas.microsoft.com/office/drawing/2014/main" id="{FB90F93C-22CE-3241-A8BC-14E50FDF2D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6" hasCustomPrompt="1"/>
            </p:nvPr>
          </p:nvSpPr>
          <p:spPr>
            <a:xfrm>
              <a:off x="1333525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2" name="Logo 11">
              <a:extLst>
                <a:ext uri="{FF2B5EF4-FFF2-40B4-BE49-F238E27FC236}">
                  <a16:creationId xmlns:a16="http://schemas.microsoft.com/office/drawing/2014/main" id="{E6B1A4AE-4BB4-FA47-937F-8372D0C2BFFB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7" hasCustomPrompt="1"/>
            </p:nvPr>
          </p:nvSpPr>
          <p:spPr>
            <a:xfrm>
              <a:off x="1095781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8" name="Logo 10">
              <a:extLst>
                <a:ext uri="{FF2B5EF4-FFF2-40B4-BE49-F238E27FC236}">
                  <a16:creationId xmlns:a16="http://schemas.microsoft.com/office/drawing/2014/main" id="{395D7864-8946-DD40-8A1A-5BAF006A49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3" hasCustomPrompt="1"/>
            </p:nvPr>
          </p:nvSpPr>
          <p:spPr>
            <a:xfrm>
              <a:off x="2046757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5" name="Logo 9">
              <a:extLst>
                <a:ext uri="{FF2B5EF4-FFF2-40B4-BE49-F238E27FC236}">
                  <a16:creationId xmlns:a16="http://schemas.microsoft.com/office/drawing/2014/main" id="{80483B91-2A50-0444-BAE0-16220E7F0B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0" hasCustomPrompt="1"/>
            </p:nvPr>
          </p:nvSpPr>
          <p:spPr>
            <a:xfrm>
              <a:off x="18084456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4" name="Logo 8">
              <a:extLst>
                <a:ext uri="{FF2B5EF4-FFF2-40B4-BE49-F238E27FC236}">
                  <a16:creationId xmlns:a16="http://schemas.microsoft.com/office/drawing/2014/main" id="{F0D67F03-C3C0-9D4B-A37B-F9D55220C9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9" hasCustomPrompt="1"/>
            </p:nvPr>
          </p:nvSpPr>
          <p:spPr>
            <a:xfrm>
              <a:off x="15708908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6" name="Logo 7">
              <a:extLst>
                <a:ext uri="{FF2B5EF4-FFF2-40B4-BE49-F238E27FC236}">
                  <a16:creationId xmlns:a16="http://schemas.microsoft.com/office/drawing/2014/main" id="{1047FEFC-5F5D-DE4F-99EC-B5090B8111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1" hasCustomPrompt="1"/>
            </p:nvPr>
          </p:nvSpPr>
          <p:spPr>
            <a:xfrm>
              <a:off x="13333360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7" name="Logo 6">
              <a:extLst>
                <a:ext uri="{FF2B5EF4-FFF2-40B4-BE49-F238E27FC236}">
                  <a16:creationId xmlns:a16="http://schemas.microsoft.com/office/drawing/2014/main" id="{F6B1D749-1D39-104F-8385-BF1C1C67C68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2" hasCustomPrompt="1"/>
            </p:nvPr>
          </p:nvSpPr>
          <p:spPr>
            <a:xfrm>
              <a:off x="1095781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5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46757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809013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571269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33525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781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950063621"/>
              </p:ext>
            </p:extLst>
          </p:nvPr>
        </p:nvGraphicFramePr>
        <p:xfrm>
          <a:off x="10729212" y="1490472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48" name="Summary">
            <a:extLst>
              <a:ext uri="{FF2B5EF4-FFF2-40B4-BE49-F238E27FC236}">
                <a16:creationId xmlns:a16="http://schemas.microsoft.com/office/drawing/2014/main" id="{2E92AB09-56F5-47E4-BAF9-36BD77D885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91" name="Title">
            <a:extLst>
              <a:ext uri="{FF2B5EF4-FFF2-40B4-BE49-F238E27FC236}">
                <a16:creationId xmlns:a16="http://schemas.microsoft.com/office/drawing/2014/main" id="{995FFD26-4BB9-7647-9968-BBF5DA00FD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50" name="Subtitle">
            <a:extLst>
              <a:ext uri="{FF2B5EF4-FFF2-40B4-BE49-F238E27FC236}">
                <a16:creationId xmlns:a16="http://schemas.microsoft.com/office/drawing/2014/main" id="{D86A38AE-46FD-4228-88B6-354ADADB78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4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3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ate">
            <a:extLst>
              <a:ext uri="{FF2B5EF4-FFF2-40B4-BE49-F238E27FC236}">
                <a16:creationId xmlns:a16="http://schemas.microsoft.com/office/drawing/2014/main" id="{A2E04D99-6587-4662-B6C1-212157175E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2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A3C12718-9207-184D-B12A-1B78602D3697}" type="datetime4">
              <a:rPr lang="en-US" smtClean="0"/>
              <a:t>July 21,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C71D475-E51F-4C3D-B254-B5DA39F534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36 Logos">
            <a:extLst>
              <a:ext uri="{FF2B5EF4-FFF2-40B4-BE49-F238E27FC236}">
                <a16:creationId xmlns:a16="http://schemas.microsoft.com/office/drawing/2014/main" id="{4212CCD6-ED0E-445F-9007-D145926BF86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4512" y="1490472"/>
            <a:ext cx="11064240" cy="9966960"/>
            <a:chOff x="10954512" y="1490472"/>
            <a:chExt cx="11064240" cy="9966960"/>
          </a:xfrm>
        </p:grpSpPr>
        <p:sp>
          <p:nvSpPr>
            <p:cNvPr id="175" name="Logo 36">
              <a:extLst>
                <a:ext uri="{FF2B5EF4-FFF2-40B4-BE49-F238E27FC236}">
                  <a16:creationId xmlns:a16="http://schemas.microsoft.com/office/drawing/2014/main" id="{660CBEBF-75FA-4847-BDEA-4CFD04FEEF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8" hasCustomPrompt="1"/>
            </p:nvPr>
          </p:nvSpPr>
          <p:spPr>
            <a:xfrm>
              <a:off x="2073859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6" name="Logo 35">
              <a:extLst>
                <a:ext uri="{FF2B5EF4-FFF2-40B4-BE49-F238E27FC236}">
                  <a16:creationId xmlns:a16="http://schemas.microsoft.com/office/drawing/2014/main" id="{2BDA7CEC-1A52-DA41-8FBF-61E16C1E6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9" hasCustomPrompt="1"/>
            </p:nvPr>
          </p:nvSpPr>
          <p:spPr>
            <a:xfrm>
              <a:off x="18781776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1" name="Logo 33">
              <a:extLst>
                <a:ext uri="{FF2B5EF4-FFF2-40B4-BE49-F238E27FC236}">
                  <a16:creationId xmlns:a16="http://schemas.microsoft.com/office/drawing/2014/main" id="{4F58847C-04DA-9040-9F18-C5BCDC350C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4" hasCustomPrompt="1"/>
            </p:nvPr>
          </p:nvSpPr>
          <p:spPr>
            <a:xfrm>
              <a:off x="14868144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2" name="Logo 34">
              <a:extLst>
                <a:ext uri="{FF2B5EF4-FFF2-40B4-BE49-F238E27FC236}">
                  <a16:creationId xmlns:a16="http://schemas.microsoft.com/office/drawing/2014/main" id="{7F0CCB79-2AE2-6C46-80D8-3F6F3B91FC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5" hasCustomPrompt="1"/>
            </p:nvPr>
          </p:nvSpPr>
          <p:spPr>
            <a:xfrm>
              <a:off x="16824960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3" name="Logo 32">
              <a:extLst>
                <a:ext uri="{FF2B5EF4-FFF2-40B4-BE49-F238E27FC236}">
                  <a16:creationId xmlns:a16="http://schemas.microsoft.com/office/drawing/2014/main" id="{507ACBB8-E7BC-614A-8147-EFE89BE0F4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6" hasCustomPrompt="1"/>
            </p:nvPr>
          </p:nvSpPr>
          <p:spPr>
            <a:xfrm>
              <a:off x="12911328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4" name="Logo 31">
              <a:extLst>
                <a:ext uri="{FF2B5EF4-FFF2-40B4-BE49-F238E27FC236}">
                  <a16:creationId xmlns:a16="http://schemas.microsoft.com/office/drawing/2014/main" id="{55972CD3-242A-6045-9D09-95F866EADD71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7" hasCustomPrompt="1"/>
            </p:nvPr>
          </p:nvSpPr>
          <p:spPr>
            <a:xfrm>
              <a:off x="1095451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9" name="Logo 30">
              <a:extLst>
                <a:ext uri="{FF2B5EF4-FFF2-40B4-BE49-F238E27FC236}">
                  <a16:creationId xmlns:a16="http://schemas.microsoft.com/office/drawing/2014/main" id="{02D4D70C-DBBE-1249-A76D-75173AC8C3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2" hasCustomPrompt="1"/>
            </p:nvPr>
          </p:nvSpPr>
          <p:spPr>
            <a:xfrm>
              <a:off x="2073859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0" name="Logo 29">
              <a:extLst>
                <a:ext uri="{FF2B5EF4-FFF2-40B4-BE49-F238E27FC236}">
                  <a16:creationId xmlns:a16="http://schemas.microsoft.com/office/drawing/2014/main" id="{9A85C014-60CC-F545-94DF-B20AC00BEC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3" hasCustomPrompt="1"/>
            </p:nvPr>
          </p:nvSpPr>
          <p:spPr>
            <a:xfrm>
              <a:off x="18781776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6" name="Logo 28">
              <a:extLst>
                <a:ext uri="{FF2B5EF4-FFF2-40B4-BE49-F238E27FC236}">
                  <a16:creationId xmlns:a16="http://schemas.microsoft.com/office/drawing/2014/main" id="{24B5EC1D-A08E-B84D-97FC-B87BF3F970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9" hasCustomPrompt="1"/>
            </p:nvPr>
          </p:nvSpPr>
          <p:spPr>
            <a:xfrm>
              <a:off x="16824960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5" name="Logo 27">
              <a:extLst>
                <a:ext uri="{FF2B5EF4-FFF2-40B4-BE49-F238E27FC236}">
                  <a16:creationId xmlns:a16="http://schemas.microsoft.com/office/drawing/2014/main" id="{FA7BCC87-160B-D042-B53B-A8FB3BC663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8" hasCustomPrompt="1"/>
            </p:nvPr>
          </p:nvSpPr>
          <p:spPr>
            <a:xfrm>
              <a:off x="14868144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7" name="Logo 26">
              <a:extLst>
                <a:ext uri="{FF2B5EF4-FFF2-40B4-BE49-F238E27FC236}">
                  <a16:creationId xmlns:a16="http://schemas.microsoft.com/office/drawing/2014/main" id="{FAB54517-A1D9-1D40-980F-2C0DC8682F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0" hasCustomPrompt="1"/>
            </p:nvPr>
          </p:nvSpPr>
          <p:spPr>
            <a:xfrm>
              <a:off x="12911328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8" name="Logo 25">
              <a:extLst>
                <a:ext uri="{FF2B5EF4-FFF2-40B4-BE49-F238E27FC236}">
                  <a16:creationId xmlns:a16="http://schemas.microsoft.com/office/drawing/2014/main" id="{C7006CFD-8C11-2349-834A-3A970023887C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1" hasCustomPrompt="1"/>
            </p:nvPr>
          </p:nvSpPr>
          <p:spPr>
            <a:xfrm>
              <a:off x="1095451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3" name="Logo 24">
              <a:extLst>
                <a:ext uri="{FF2B5EF4-FFF2-40B4-BE49-F238E27FC236}">
                  <a16:creationId xmlns:a16="http://schemas.microsoft.com/office/drawing/2014/main" id="{3FCE5572-8608-B649-AE52-E5FF016086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6" hasCustomPrompt="1"/>
            </p:nvPr>
          </p:nvSpPr>
          <p:spPr>
            <a:xfrm>
              <a:off x="2073859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4" name="Logo 23">
              <a:extLst>
                <a:ext uri="{FF2B5EF4-FFF2-40B4-BE49-F238E27FC236}">
                  <a16:creationId xmlns:a16="http://schemas.microsoft.com/office/drawing/2014/main" id="{9B5E44D9-DCA1-3440-A0C8-413A8E863D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7" hasCustomPrompt="1"/>
            </p:nvPr>
          </p:nvSpPr>
          <p:spPr>
            <a:xfrm>
              <a:off x="18781776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0" name="Logo 22">
              <a:extLst>
                <a:ext uri="{FF2B5EF4-FFF2-40B4-BE49-F238E27FC236}">
                  <a16:creationId xmlns:a16="http://schemas.microsoft.com/office/drawing/2014/main" id="{1B78A18A-B176-EC4D-A0DC-52A6B22F88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3" hasCustomPrompt="1"/>
            </p:nvPr>
          </p:nvSpPr>
          <p:spPr>
            <a:xfrm>
              <a:off x="16824960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9" name="Logo 21">
              <a:extLst>
                <a:ext uri="{FF2B5EF4-FFF2-40B4-BE49-F238E27FC236}">
                  <a16:creationId xmlns:a16="http://schemas.microsoft.com/office/drawing/2014/main" id="{0FB41EE3-4790-2E4D-B4B7-6D43EE5215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2" hasCustomPrompt="1"/>
            </p:nvPr>
          </p:nvSpPr>
          <p:spPr>
            <a:xfrm>
              <a:off x="14868144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1" name="Logo 20">
              <a:extLst>
                <a:ext uri="{FF2B5EF4-FFF2-40B4-BE49-F238E27FC236}">
                  <a16:creationId xmlns:a16="http://schemas.microsoft.com/office/drawing/2014/main" id="{5022F9FE-BF47-7F4F-BE90-87AA109A22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4" hasCustomPrompt="1"/>
            </p:nvPr>
          </p:nvSpPr>
          <p:spPr>
            <a:xfrm>
              <a:off x="12911328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2" name="Logo 19">
              <a:extLst>
                <a:ext uri="{FF2B5EF4-FFF2-40B4-BE49-F238E27FC236}">
                  <a16:creationId xmlns:a16="http://schemas.microsoft.com/office/drawing/2014/main" id="{6357F317-8CE8-5049-A694-D71F547F1ABF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05" hasCustomPrompt="1"/>
            </p:nvPr>
          </p:nvSpPr>
          <p:spPr>
            <a:xfrm>
              <a:off x="1095451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7" name="Logo 18">
              <a:extLst>
                <a:ext uri="{FF2B5EF4-FFF2-40B4-BE49-F238E27FC236}">
                  <a16:creationId xmlns:a16="http://schemas.microsoft.com/office/drawing/2014/main" id="{FBC112E6-2B16-F64D-B75D-C477AA95EA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0" hasCustomPrompt="1"/>
            </p:nvPr>
          </p:nvSpPr>
          <p:spPr>
            <a:xfrm>
              <a:off x="2073859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8" name="Logo 17">
              <a:extLst>
                <a:ext uri="{FF2B5EF4-FFF2-40B4-BE49-F238E27FC236}">
                  <a16:creationId xmlns:a16="http://schemas.microsoft.com/office/drawing/2014/main" id="{7267B1CF-13A7-B44E-820B-BEE887E985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1" hasCustomPrompt="1"/>
            </p:nvPr>
          </p:nvSpPr>
          <p:spPr>
            <a:xfrm>
              <a:off x="18781776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4" name="Logo 16">
              <a:extLst>
                <a:ext uri="{FF2B5EF4-FFF2-40B4-BE49-F238E27FC236}">
                  <a16:creationId xmlns:a16="http://schemas.microsoft.com/office/drawing/2014/main" id="{E7E64A57-ECDE-A342-867B-042B7C9191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7" hasCustomPrompt="1"/>
            </p:nvPr>
          </p:nvSpPr>
          <p:spPr>
            <a:xfrm>
              <a:off x="16824960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3" name="Logo 15">
              <a:extLst>
                <a:ext uri="{FF2B5EF4-FFF2-40B4-BE49-F238E27FC236}">
                  <a16:creationId xmlns:a16="http://schemas.microsoft.com/office/drawing/2014/main" id="{4F691854-B126-4A4E-9239-9A46E562D5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6" hasCustomPrompt="1"/>
            </p:nvPr>
          </p:nvSpPr>
          <p:spPr>
            <a:xfrm>
              <a:off x="14868144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5" name="Logo 14">
              <a:extLst>
                <a:ext uri="{FF2B5EF4-FFF2-40B4-BE49-F238E27FC236}">
                  <a16:creationId xmlns:a16="http://schemas.microsoft.com/office/drawing/2014/main" id="{02A9F77A-7CA6-EA4F-AAE5-4BF88C3EA5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8" hasCustomPrompt="1"/>
            </p:nvPr>
          </p:nvSpPr>
          <p:spPr>
            <a:xfrm>
              <a:off x="12911328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6" name="Logo 13">
              <a:extLst>
                <a:ext uri="{FF2B5EF4-FFF2-40B4-BE49-F238E27FC236}">
                  <a16:creationId xmlns:a16="http://schemas.microsoft.com/office/drawing/2014/main" id="{9EBE77F3-1DEE-894B-B1CF-109497D4B4D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9" hasCustomPrompt="1"/>
            </p:nvPr>
          </p:nvSpPr>
          <p:spPr>
            <a:xfrm>
              <a:off x="1095451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1" name="Logo 12">
              <a:extLst>
                <a:ext uri="{FF2B5EF4-FFF2-40B4-BE49-F238E27FC236}">
                  <a16:creationId xmlns:a16="http://schemas.microsoft.com/office/drawing/2014/main" id="{AB4D57C0-84AF-B249-BBF3-4185942BCD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4" hasCustomPrompt="1"/>
            </p:nvPr>
          </p:nvSpPr>
          <p:spPr>
            <a:xfrm>
              <a:off x="2073859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2" name="Logo 11">
              <a:extLst>
                <a:ext uri="{FF2B5EF4-FFF2-40B4-BE49-F238E27FC236}">
                  <a16:creationId xmlns:a16="http://schemas.microsoft.com/office/drawing/2014/main" id="{FA1FC1CD-8FAF-1F42-B5AF-7367370283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5" hasCustomPrompt="1"/>
            </p:nvPr>
          </p:nvSpPr>
          <p:spPr>
            <a:xfrm>
              <a:off x="18781776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8" name="Logo 10">
              <a:extLst>
                <a:ext uri="{FF2B5EF4-FFF2-40B4-BE49-F238E27FC236}">
                  <a16:creationId xmlns:a16="http://schemas.microsoft.com/office/drawing/2014/main" id="{E5765C17-3BB0-F643-9A16-1F07226F1E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1" hasCustomPrompt="1"/>
            </p:nvPr>
          </p:nvSpPr>
          <p:spPr>
            <a:xfrm>
              <a:off x="16824960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7" name="Logo 9">
              <a:extLst>
                <a:ext uri="{FF2B5EF4-FFF2-40B4-BE49-F238E27FC236}">
                  <a16:creationId xmlns:a16="http://schemas.microsoft.com/office/drawing/2014/main" id="{C9F38A16-7B94-D546-956A-FCD6554974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0" hasCustomPrompt="1"/>
            </p:nvPr>
          </p:nvSpPr>
          <p:spPr>
            <a:xfrm>
              <a:off x="14868144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9" name="Logo 8">
              <a:extLst>
                <a:ext uri="{FF2B5EF4-FFF2-40B4-BE49-F238E27FC236}">
                  <a16:creationId xmlns:a16="http://schemas.microsoft.com/office/drawing/2014/main" id="{2247F788-44F3-9443-A099-7C3A250534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2" hasCustomPrompt="1"/>
            </p:nvPr>
          </p:nvSpPr>
          <p:spPr>
            <a:xfrm>
              <a:off x="12911328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0" name="Logo 7">
              <a:extLst>
                <a:ext uri="{FF2B5EF4-FFF2-40B4-BE49-F238E27FC236}">
                  <a16:creationId xmlns:a16="http://schemas.microsoft.com/office/drawing/2014/main" id="{86FF229B-B2D4-BA4F-821A-87E08A737F0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3" hasCustomPrompt="1"/>
            </p:nvPr>
          </p:nvSpPr>
          <p:spPr>
            <a:xfrm>
              <a:off x="1095451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6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73859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1" name="Logo 5">
              <a:extLst>
                <a:ext uri="{FF2B5EF4-FFF2-40B4-BE49-F238E27FC236}">
                  <a16:creationId xmlns:a16="http://schemas.microsoft.com/office/drawing/2014/main" id="{B1AFEDBF-4AF3-4D44-A638-F894CF5D9E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89" hasCustomPrompt="1"/>
            </p:nvPr>
          </p:nvSpPr>
          <p:spPr>
            <a:xfrm>
              <a:off x="18781776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6824960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4868144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2911328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451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114" name="Table Grid">
            <a:extLst>
              <a:ext uri="{FF2B5EF4-FFF2-40B4-BE49-F238E27FC236}">
                <a16:creationId xmlns:a16="http://schemas.microsoft.com/office/drawing/2014/main" id="{6F4AA393-5C76-4570-B2AB-097E4D70E7F4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560338155"/>
              </p:ext>
            </p:extLst>
          </p:nvPr>
        </p:nvGraphicFramePr>
        <p:xfrm>
          <a:off x="10781372" y="1490472"/>
          <a:ext cx="11411712" cy="996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3789383639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173736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624100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2" name="Summary">
            <a:extLst>
              <a:ext uri="{FF2B5EF4-FFF2-40B4-BE49-F238E27FC236}">
                <a16:creationId xmlns:a16="http://schemas.microsoft.com/office/drawing/2014/main" id="{23889D11-F35F-4EB7-AABE-8E237FE1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80" name="Title">
            <a:extLst>
              <a:ext uri="{FF2B5EF4-FFF2-40B4-BE49-F238E27FC236}">
                <a16:creationId xmlns:a16="http://schemas.microsoft.com/office/drawing/2014/main" id="{8B9AE492-9C11-4741-BC03-29AD5F33E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63" name="Subtitle">
            <a:extLst>
              <a:ext uri="{FF2B5EF4-FFF2-40B4-BE49-F238E27FC236}">
                <a16:creationId xmlns:a16="http://schemas.microsoft.com/office/drawing/2014/main" id="{92EB8B40-464C-4EDD-BABB-5D3CC826C6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57" name="Section">
            <a:extLst>
              <a:ext uri="{FF2B5EF4-FFF2-40B4-BE49-F238E27FC236}">
                <a16:creationId xmlns:a16="http://schemas.microsoft.com/office/drawing/2014/main" id="{A4A54137-431B-4FC7-8E36-155E8EA908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8" name="Anglepoint Logo">
            <a:extLst>
              <a:ext uri="{FF2B5EF4-FFF2-40B4-BE49-F238E27FC236}">
                <a16:creationId xmlns:a16="http://schemas.microsoft.com/office/drawing/2014/main" id="{68C5BB45-53EA-46F2-8FF2-DF4A339BFB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8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FE49B2-D5D5-4FF9-35DF-C836F79CA7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308"/>
            <a:ext cx="24387175" cy="13716000"/>
          </a:xfrm>
          <a:prstGeom prst="rect">
            <a:avLst/>
          </a:prstGeom>
        </p:spPr>
      </p:pic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90EE2CF-7BF7-4665-A7F5-06E3394E78F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187086" y="11386976"/>
            <a:ext cx="4146994" cy="15586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0" i="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r>
              <a:rPr lang="en-US"/>
              <a:t>Insert client logo here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B8211CDC-D990-0849-8028-480069D3D1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650992"/>
            <a:ext cx="24387174" cy="2409400"/>
          </a:xfrm>
          <a:prstGeom prst="rect">
            <a:avLst/>
          </a:prstGeom>
        </p:spPr>
        <p:txBody>
          <a:bodyPr lIns="1828800" tIns="0" rIns="2743200" anchor="b"/>
          <a:lstStyle>
            <a:lvl1pPr marL="23813" indent="0">
              <a:spcBef>
                <a:spcPts val="0"/>
              </a:spcBef>
              <a:buNone/>
              <a:tabLst/>
              <a:defRPr sz="10800" b="0" i="0" spc="-300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837BC004-37BD-E846-A518-CD8068C2E8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8229600"/>
            <a:ext cx="24387174" cy="801520"/>
          </a:xfrm>
          <a:prstGeom prst="rect">
            <a:avLst/>
          </a:prstGeom>
        </p:spPr>
        <p:txBody>
          <a:bodyPr lIns="1828800" tIns="0" anchor="t"/>
          <a:lstStyle>
            <a:lvl1pPr marL="23813" indent="0">
              <a:spcBef>
                <a:spcPts val="0"/>
              </a:spcBef>
              <a:buNone/>
              <a:tabLst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9EE50165-661B-9746-B293-885F9ADF2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680" y="1417927"/>
            <a:ext cx="3173946" cy="987963"/>
          </a:xfrm>
          <a:prstGeom prst="rect">
            <a:avLst/>
          </a:prstGeom>
          <a:ln w="38100">
            <a:solidFill>
              <a:schemeClr val="bg2"/>
            </a:solidFill>
          </a:ln>
        </p:spPr>
        <p:txBody>
          <a:bodyPr wrap="none" lIns="457200" tIns="320040" rIns="457200" bIns="274320" anchor="ctr" anchorCtr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Figtree" pitchFamily="2" charset="0"/>
              </a:defRPr>
            </a:lvl1pPr>
            <a:lvl2pPr marL="914126" indent="0">
              <a:buNone/>
              <a:defRPr b="1" i="0">
                <a:latin typeface="TT Norms Pro" panose="02000503030000020003" pitchFamily="2" charset="0"/>
              </a:defRPr>
            </a:lvl2pPr>
            <a:lvl3pPr marL="1828250" indent="0">
              <a:buNone/>
              <a:defRPr b="1" i="0">
                <a:latin typeface="TT Norms Pro" panose="02000503030000020003" pitchFamily="2" charset="0"/>
              </a:defRPr>
            </a:lvl3pPr>
            <a:lvl4pPr marL="2742376" indent="0">
              <a:buNone/>
              <a:defRPr b="1" i="0">
                <a:latin typeface="TT Norms Pro" panose="02000503030000020003" pitchFamily="2" charset="0"/>
              </a:defRPr>
            </a:lvl4pPr>
            <a:lvl5pPr marL="3656502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3EE2C-DD18-464E-B166-AA0B2B911C71}"/>
              </a:ext>
            </a:extLst>
          </p:cNvPr>
          <p:cNvSpPr txBox="1"/>
          <p:nvPr userDrawn="1"/>
        </p:nvSpPr>
        <p:spPr>
          <a:xfrm>
            <a:off x="6017096" y="11485870"/>
            <a:ext cx="873208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US" sz="8800" b="0" i="0">
                <a:solidFill>
                  <a:schemeClr val="bg2"/>
                </a:solidFill>
                <a:latin typeface="Figtree Light" pitchFamily="2" charset="0"/>
              </a:rPr>
              <a:t>+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D293E8-EDAE-C32B-A3EB-0E55B3FE138E}"/>
              </a:ext>
            </a:extLst>
          </p:cNvPr>
          <p:cNvGrpSpPr/>
          <p:nvPr userDrawn="1"/>
        </p:nvGrpSpPr>
        <p:grpSpPr>
          <a:xfrm>
            <a:off x="1493822" y="11669838"/>
            <a:ext cx="4361947" cy="943191"/>
            <a:chOff x="1956009" y="1861490"/>
            <a:chExt cx="2722973" cy="58879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480E4B1-039E-17A8-EECF-BA4B35050CB6}"/>
                </a:ext>
              </a:extLst>
            </p:cNvPr>
            <p:cNvGrpSpPr/>
            <p:nvPr/>
          </p:nvGrpSpPr>
          <p:grpSpPr>
            <a:xfrm>
              <a:off x="1956009" y="1861490"/>
              <a:ext cx="582096" cy="588793"/>
              <a:chOff x="1956009" y="1861490"/>
              <a:chExt cx="582096" cy="588793"/>
            </a:xfrm>
          </p:grpSpPr>
          <p:sp>
            <p:nvSpPr>
              <p:cNvPr id="20" name="Freeform 46">
                <a:extLst>
                  <a:ext uri="{FF2B5EF4-FFF2-40B4-BE49-F238E27FC236}">
                    <a16:creationId xmlns:a16="http://schemas.microsoft.com/office/drawing/2014/main" id="{64462B58-A246-861E-A135-FEB3539696B8}"/>
                  </a:ext>
                </a:extLst>
              </p:cNvPr>
              <p:cNvSpPr/>
              <p:nvPr/>
            </p:nvSpPr>
            <p:spPr>
              <a:xfrm>
                <a:off x="1956009" y="2044923"/>
                <a:ext cx="146747" cy="146747"/>
              </a:xfrm>
              <a:custGeom>
                <a:avLst/>
                <a:gdLst>
                  <a:gd name="connsiteX0" fmla="*/ 146747 w 146747"/>
                  <a:gd name="connsiteY0" fmla="*/ 73374 h 146747"/>
                  <a:gd name="connsiteX1" fmla="*/ 73374 w 146747"/>
                  <a:gd name="connsiteY1" fmla="*/ 146747 h 146747"/>
                  <a:gd name="connsiteX2" fmla="*/ 0 w 146747"/>
                  <a:gd name="connsiteY2" fmla="*/ 73374 h 146747"/>
                  <a:gd name="connsiteX3" fmla="*/ 73374 w 146747"/>
                  <a:gd name="connsiteY3" fmla="*/ 0 h 146747"/>
                  <a:gd name="connsiteX4" fmla="*/ 146747 w 146747"/>
                  <a:gd name="connsiteY4" fmla="*/ 73374 h 146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747" h="146747">
                    <a:moveTo>
                      <a:pt x="146747" y="73374"/>
                    </a:moveTo>
                    <a:cubicBezTo>
                      <a:pt x="146747" y="113897"/>
                      <a:pt x="113897" y="146747"/>
                      <a:pt x="73374" y="146747"/>
                    </a:cubicBezTo>
                    <a:cubicBezTo>
                      <a:pt x="32850" y="146747"/>
                      <a:pt x="0" y="113897"/>
                      <a:pt x="0" y="73374"/>
                    </a:cubicBezTo>
                    <a:cubicBezTo>
                      <a:pt x="0" y="32850"/>
                      <a:pt x="32850" y="0"/>
                      <a:pt x="73374" y="0"/>
                    </a:cubicBezTo>
                    <a:cubicBezTo>
                      <a:pt x="113897" y="0"/>
                      <a:pt x="146747" y="32850"/>
                      <a:pt x="146747" y="73374"/>
                    </a:cubicBez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47">
                <a:extLst>
                  <a:ext uri="{FF2B5EF4-FFF2-40B4-BE49-F238E27FC236}">
                    <a16:creationId xmlns:a16="http://schemas.microsoft.com/office/drawing/2014/main" id="{41545E66-836F-408D-CCF9-C4494C1908DB}"/>
                  </a:ext>
                </a:extLst>
              </p:cNvPr>
              <p:cNvSpPr/>
              <p:nvPr/>
            </p:nvSpPr>
            <p:spPr>
              <a:xfrm>
                <a:off x="1989434" y="1861490"/>
                <a:ext cx="548671" cy="588793"/>
              </a:xfrm>
              <a:custGeom>
                <a:avLst/>
                <a:gdLst>
                  <a:gd name="connsiteX0" fmla="*/ 484265 w 548671"/>
                  <a:gd name="connsiteY0" fmla="*/ 75819 h 588793"/>
                  <a:gd name="connsiteX1" fmla="*/ 489972 w 548671"/>
                  <a:gd name="connsiteY1" fmla="*/ 92125 h 588793"/>
                  <a:gd name="connsiteX2" fmla="*/ 548671 w 548671"/>
                  <a:gd name="connsiteY2" fmla="*/ 0 h 588793"/>
                  <a:gd name="connsiteX3" fmla="*/ 450840 w 548671"/>
                  <a:gd name="connsiteY3" fmla="*/ 52177 h 588793"/>
                  <a:gd name="connsiteX4" fmla="*/ 466330 w 548671"/>
                  <a:gd name="connsiteY4" fmla="*/ 57884 h 588793"/>
                  <a:gd name="connsiteX5" fmla="*/ 516061 w 548671"/>
                  <a:gd name="connsiteY5" fmla="*/ 30165 h 588793"/>
                  <a:gd name="connsiteX6" fmla="*/ 0 w 548671"/>
                  <a:gd name="connsiteY6" fmla="*/ 440241 h 588793"/>
                  <a:gd name="connsiteX7" fmla="*/ 388880 w 548671"/>
                  <a:gd name="connsiteY7" fmla="*/ 553562 h 588793"/>
                  <a:gd name="connsiteX8" fmla="*/ 502201 w 548671"/>
                  <a:gd name="connsiteY8" fmla="*/ 165498 h 588793"/>
                  <a:gd name="connsiteX9" fmla="*/ 456547 w 548671"/>
                  <a:gd name="connsiteY9" fmla="*/ 103538 h 588793"/>
                  <a:gd name="connsiteX10" fmla="*/ 484265 w 548671"/>
                  <a:gd name="connsiteY10" fmla="*/ 75819 h 588793"/>
                  <a:gd name="connsiteX11" fmla="*/ 472852 w 548671"/>
                  <a:gd name="connsiteY11" fmla="*/ 441872 h 588793"/>
                  <a:gd name="connsiteX12" fmla="*/ 317952 w 548671"/>
                  <a:gd name="connsiteY12" fmla="*/ 516060 h 588793"/>
                  <a:gd name="connsiteX13" fmla="*/ 236426 w 548671"/>
                  <a:gd name="connsiteY13" fmla="*/ 401924 h 588793"/>
                  <a:gd name="connsiteX14" fmla="*/ 406000 w 548671"/>
                  <a:gd name="connsiteY14" fmla="*/ 152454 h 588793"/>
                  <a:gd name="connsiteX15" fmla="*/ 472852 w 548671"/>
                  <a:gd name="connsiteY15" fmla="*/ 441872 h 588793"/>
                  <a:gd name="connsiteX16" fmla="*/ 472852 w 548671"/>
                  <a:gd name="connsiteY16" fmla="*/ 441872 h 588793"/>
                  <a:gd name="connsiteX17" fmla="*/ 472852 w 548671"/>
                  <a:gd name="connsiteY17" fmla="*/ 441872 h 588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671" h="588793">
                    <a:moveTo>
                      <a:pt x="484265" y="75819"/>
                    </a:moveTo>
                    <a:lnTo>
                      <a:pt x="489972" y="92125"/>
                    </a:lnTo>
                    <a:lnTo>
                      <a:pt x="548671" y="0"/>
                    </a:lnTo>
                    <a:lnTo>
                      <a:pt x="450840" y="52177"/>
                    </a:lnTo>
                    <a:lnTo>
                      <a:pt x="466330" y="57884"/>
                    </a:lnTo>
                    <a:lnTo>
                      <a:pt x="516061" y="30165"/>
                    </a:lnTo>
                    <a:lnTo>
                      <a:pt x="0" y="440241"/>
                    </a:lnTo>
                    <a:cubicBezTo>
                      <a:pt x="75819" y="578835"/>
                      <a:pt x="250285" y="629382"/>
                      <a:pt x="388880" y="553562"/>
                    </a:cubicBezTo>
                    <a:cubicBezTo>
                      <a:pt x="527474" y="477743"/>
                      <a:pt x="578021" y="304092"/>
                      <a:pt x="502201" y="165498"/>
                    </a:cubicBezTo>
                    <a:cubicBezTo>
                      <a:pt x="489972" y="142671"/>
                      <a:pt x="474482" y="121474"/>
                      <a:pt x="456547" y="103538"/>
                    </a:cubicBezTo>
                    <a:cubicBezTo>
                      <a:pt x="466330" y="92940"/>
                      <a:pt x="476113" y="83972"/>
                      <a:pt x="484265" y="75819"/>
                    </a:cubicBezTo>
                    <a:close/>
                    <a:moveTo>
                      <a:pt x="472852" y="441872"/>
                    </a:moveTo>
                    <a:cubicBezTo>
                      <a:pt x="450840" y="505462"/>
                      <a:pt x="381542" y="538888"/>
                      <a:pt x="317952" y="516060"/>
                    </a:cubicBezTo>
                    <a:cubicBezTo>
                      <a:pt x="269036" y="498940"/>
                      <a:pt x="236426" y="453285"/>
                      <a:pt x="236426" y="401924"/>
                    </a:cubicBezTo>
                    <a:cubicBezTo>
                      <a:pt x="236426" y="335072"/>
                      <a:pt x="282896" y="259253"/>
                      <a:pt x="406000" y="152454"/>
                    </a:cubicBezTo>
                    <a:cubicBezTo>
                      <a:pt x="406000" y="152454"/>
                      <a:pt x="530735" y="269036"/>
                      <a:pt x="472852" y="441872"/>
                    </a:cubicBezTo>
                    <a:lnTo>
                      <a:pt x="472852" y="441872"/>
                    </a:lnTo>
                    <a:lnTo>
                      <a:pt x="472852" y="441872"/>
                    </a:ln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48">
                <a:extLst>
                  <a:ext uri="{FF2B5EF4-FFF2-40B4-BE49-F238E27FC236}">
                    <a16:creationId xmlns:a16="http://schemas.microsoft.com/office/drawing/2014/main" id="{59FEA725-945F-8288-0523-82BEA1D4369B}"/>
                  </a:ext>
                </a:extLst>
              </p:cNvPr>
              <p:cNvSpPr/>
              <p:nvPr/>
            </p:nvSpPr>
            <p:spPr>
              <a:xfrm>
                <a:off x="2013892" y="1878149"/>
                <a:ext cx="406000" cy="109705"/>
              </a:xfrm>
              <a:custGeom>
                <a:avLst/>
                <a:gdLst>
                  <a:gd name="connsiteX0" fmla="*/ 344040 w 406000"/>
                  <a:gd name="connsiteY0" fmla="*/ 102369 h 109705"/>
                  <a:gd name="connsiteX1" fmla="*/ 406000 w 406000"/>
                  <a:gd name="connsiteY1" fmla="*/ 63236 h 109705"/>
                  <a:gd name="connsiteX2" fmla="*/ 3261 w 406000"/>
                  <a:gd name="connsiteY2" fmla="*/ 105630 h 109705"/>
                  <a:gd name="connsiteX3" fmla="*/ 0 w 406000"/>
                  <a:gd name="connsiteY3" fmla="*/ 109706 h 109705"/>
                  <a:gd name="connsiteX4" fmla="*/ 344040 w 406000"/>
                  <a:gd name="connsiteY4" fmla="*/ 102369 h 109705"/>
                  <a:gd name="connsiteX5" fmla="*/ 344040 w 406000"/>
                  <a:gd name="connsiteY5" fmla="*/ 102369 h 10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000" h="109705">
                    <a:moveTo>
                      <a:pt x="344040" y="102369"/>
                    </a:moveTo>
                    <a:lnTo>
                      <a:pt x="406000" y="63236"/>
                    </a:lnTo>
                    <a:cubicBezTo>
                      <a:pt x="282896" y="-35411"/>
                      <a:pt x="102723" y="-16660"/>
                      <a:pt x="3261" y="105630"/>
                    </a:cubicBezTo>
                    <a:cubicBezTo>
                      <a:pt x="2446" y="107260"/>
                      <a:pt x="815" y="108075"/>
                      <a:pt x="0" y="109706"/>
                    </a:cubicBezTo>
                    <a:cubicBezTo>
                      <a:pt x="100277" y="30626"/>
                      <a:pt x="240502" y="28180"/>
                      <a:pt x="344040" y="102369"/>
                    </a:cubicBezTo>
                    <a:lnTo>
                      <a:pt x="344040" y="102369"/>
                    </a:ln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07AA65-581A-68BE-0E25-52E97D995E28}"/>
                </a:ext>
              </a:extLst>
            </p:cNvPr>
            <p:cNvGrpSpPr/>
            <p:nvPr/>
          </p:nvGrpSpPr>
          <p:grpSpPr>
            <a:xfrm>
              <a:off x="2713387" y="1976441"/>
              <a:ext cx="1965595" cy="429866"/>
              <a:chOff x="2713387" y="1976441"/>
              <a:chExt cx="1965595" cy="429866"/>
            </a:xfrm>
            <a:solidFill>
              <a:schemeClr val="bg1"/>
            </a:solidFill>
          </p:grpSpPr>
          <p:sp>
            <p:nvSpPr>
              <p:cNvPr id="6" name="Freeform 35">
                <a:extLst>
                  <a:ext uri="{FF2B5EF4-FFF2-40B4-BE49-F238E27FC236}">
                    <a16:creationId xmlns:a16="http://schemas.microsoft.com/office/drawing/2014/main" id="{138EE02E-9646-4DC6-1476-A7EBE2B12529}"/>
                  </a:ext>
                </a:extLst>
              </p:cNvPr>
              <p:cNvSpPr/>
              <p:nvPr/>
            </p:nvSpPr>
            <p:spPr>
              <a:xfrm>
                <a:off x="3010957" y="2101816"/>
                <a:ext cx="166313" cy="199099"/>
              </a:xfrm>
              <a:custGeom>
                <a:avLst/>
                <a:gdLst>
                  <a:gd name="connsiteX0" fmla="*/ 0 w 166313"/>
                  <a:gd name="connsiteY0" fmla="*/ 5067 h 199099"/>
                  <a:gd name="connsiteX1" fmla="*/ 44839 w 166313"/>
                  <a:gd name="connsiteY1" fmla="*/ 5067 h 199099"/>
                  <a:gd name="connsiteX2" fmla="*/ 44839 w 166313"/>
                  <a:gd name="connsiteY2" fmla="*/ 23003 h 199099"/>
                  <a:gd name="connsiteX3" fmla="*/ 97016 w 166313"/>
                  <a:gd name="connsiteY3" fmla="*/ 176 h 199099"/>
                  <a:gd name="connsiteX4" fmla="*/ 154085 w 166313"/>
                  <a:gd name="connsiteY4" fmla="*/ 26264 h 199099"/>
                  <a:gd name="connsiteX5" fmla="*/ 166313 w 166313"/>
                  <a:gd name="connsiteY5" fmla="*/ 80071 h 199099"/>
                  <a:gd name="connsiteX6" fmla="*/ 166313 w 166313"/>
                  <a:gd name="connsiteY6" fmla="*/ 198284 h 199099"/>
                  <a:gd name="connsiteX7" fmla="*/ 121474 w 166313"/>
                  <a:gd name="connsiteY7" fmla="*/ 198284 h 199099"/>
                  <a:gd name="connsiteX8" fmla="*/ 121474 w 166313"/>
                  <a:gd name="connsiteY8" fmla="*/ 91485 h 199099"/>
                  <a:gd name="connsiteX9" fmla="*/ 86418 w 166313"/>
                  <a:gd name="connsiteY9" fmla="*/ 40939 h 199099"/>
                  <a:gd name="connsiteX10" fmla="*/ 45655 w 166313"/>
                  <a:gd name="connsiteY10" fmla="*/ 106160 h 199099"/>
                  <a:gd name="connsiteX11" fmla="*/ 45655 w 166313"/>
                  <a:gd name="connsiteY11" fmla="*/ 199100 h 199099"/>
                  <a:gd name="connsiteX12" fmla="*/ 815 w 166313"/>
                  <a:gd name="connsiteY12" fmla="*/ 199100 h 199099"/>
                  <a:gd name="connsiteX13" fmla="*/ 0 w 166313"/>
                  <a:gd name="connsiteY13" fmla="*/ 5067 h 199099"/>
                  <a:gd name="connsiteX14" fmla="*/ 0 w 166313"/>
                  <a:gd name="connsiteY14" fmla="*/ 5067 h 19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313" h="199099">
                    <a:moveTo>
                      <a:pt x="0" y="5067"/>
                    </a:moveTo>
                    <a:lnTo>
                      <a:pt x="44839" y="5067"/>
                    </a:lnTo>
                    <a:lnTo>
                      <a:pt x="44839" y="23003"/>
                    </a:lnTo>
                    <a:cubicBezTo>
                      <a:pt x="57884" y="7513"/>
                      <a:pt x="77450" y="-639"/>
                      <a:pt x="97016" y="176"/>
                    </a:cubicBezTo>
                    <a:cubicBezTo>
                      <a:pt x="119028" y="-1455"/>
                      <a:pt x="141040" y="8329"/>
                      <a:pt x="154085" y="26264"/>
                    </a:cubicBezTo>
                    <a:cubicBezTo>
                      <a:pt x="161422" y="36863"/>
                      <a:pt x="166313" y="49907"/>
                      <a:pt x="166313" y="80071"/>
                    </a:cubicBezTo>
                    <a:lnTo>
                      <a:pt x="166313" y="198284"/>
                    </a:lnTo>
                    <a:lnTo>
                      <a:pt x="121474" y="198284"/>
                    </a:lnTo>
                    <a:lnTo>
                      <a:pt x="121474" y="91485"/>
                    </a:lnTo>
                    <a:cubicBezTo>
                      <a:pt x="121474" y="42569"/>
                      <a:pt x="102723" y="40939"/>
                      <a:pt x="86418" y="40939"/>
                    </a:cubicBezTo>
                    <a:cubicBezTo>
                      <a:pt x="66036" y="40939"/>
                      <a:pt x="45655" y="43385"/>
                      <a:pt x="45655" y="106160"/>
                    </a:cubicBezTo>
                    <a:lnTo>
                      <a:pt x="45655" y="199100"/>
                    </a:lnTo>
                    <a:lnTo>
                      <a:pt x="815" y="199100"/>
                    </a:lnTo>
                    <a:lnTo>
                      <a:pt x="0" y="5067"/>
                    </a:lnTo>
                    <a:lnTo>
                      <a:pt x="0" y="5067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7" name="Freeform 36">
                <a:extLst>
                  <a:ext uri="{FF2B5EF4-FFF2-40B4-BE49-F238E27FC236}">
                    <a16:creationId xmlns:a16="http://schemas.microsoft.com/office/drawing/2014/main" id="{F84E5DEE-B989-0C44-FABC-ADCAF781E99E}"/>
                  </a:ext>
                </a:extLst>
              </p:cNvPr>
              <p:cNvSpPr/>
              <p:nvPr/>
            </p:nvSpPr>
            <p:spPr>
              <a:xfrm>
                <a:off x="3222063" y="2101129"/>
                <a:ext cx="196525" cy="305178"/>
              </a:xfrm>
              <a:custGeom>
                <a:avLst/>
                <a:gdLst>
                  <a:gd name="connsiteX0" fmla="*/ 151686 w 196525"/>
                  <a:gd name="connsiteY0" fmla="*/ 5754 h 305178"/>
                  <a:gd name="connsiteX1" fmla="*/ 196525 w 196525"/>
                  <a:gd name="connsiteY1" fmla="*/ 5754 h 305178"/>
                  <a:gd name="connsiteX2" fmla="*/ 196525 w 196525"/>
                  <a:gd name="connsiteY2" fmla="*/ 184296 h 305178"/>
                  <a:gd name="connsiteX3" fmla="*/ 164730 w 196525"/>
                  <a:gd name="connsiteY3" fmla="*/ 284573 h 305178"/>
                  <a:gd name="connsiteX4" fmla="*/ 100324 w 196525"/>
                  <a:gd name="connsiteY4" fmla="*/ 304955 h 305178"/>
                  <a:gd name="connsiteX5" fmla="*/ 36734 w 196525"/>
                  <a:gd name="connsiteY5" fmla="*/ 281312 h 305178"/>
                  <a:gd name="connsiteX6" fmla="*/ 8200 w 196525"/>
                  <a:gd name="connsiteY6" fmla="*/ 220983 h 305178"/>
                  <a:gd name="connsiteX7" fmla="*/ 52224 w 196525"/>
                  <a:gd name="connsiteY7" fmla="*/ 220983 h 305178"/>
                  <a:gd name="connsiteX8" fmla="*/ 66899 w 196525"/>
                  <a:gd name="connsiteY8" fmla="*/ 251148 h 305178"/>
                  <a:gd name="connsiteX9" fmla="*/ 101955 w 196525"/>
                  <a:gd name="connsiteY9" fmla="*/ 264192 h 305178"/>
                  <a:gd name="connsiteX10" fmla="*/ 137011 w 196525"/>
                  <a:gd name="connsiteY10" fmla="*/ 251148 h 305178"/>
                  <a:gd name="connsiteX11" fmla="*/ 151686 w 196525"/>
                  <a:gd name="connsiteY11" fmla="*/ 202232 h 305178"/>
                  <a:gd name="connsiteX12" fmla="*/ 151686 w 196525"/>
                  <a:gd name="connsiteY12" fmla="*/ 176959 h 305178"/>
                  <a:gd name="connsiteX13" fmla="*/ 92987 w 196525"/>
                  <a:gd name="connsiteY13" fmla="*/ 204678 h 305178"/>
                  <a:gd name="connsiteX14" fmla="*/ 29396 w 196525"/>
                  <a:gd name="connsiteY14" fmla="*/ 178589 h 305178"/>
                  <a:gd name="connsiteX15" fmla="*/ 47 w 196525"/>
                  <a:gd name="connsiteY15" fmla="*/ 101955 h 305178"/>
                  <a:gd name="connsiteX16" fmla="*/ 28581 w 196525"/>
                  <a:gd name="connsiteY16" fmla="*/ 26951 h 305178"/>
                  <a:gd name="connsiteX17" fmla="*/ 94617 w 196525"/>
                  <a:gd name="connsiteY17" fmla="*/ 47 h 305178"/>
                  <a:gd name="connsiteX18" fmla="*/ 152501 w 196525"/>
                  <a:gd name="connsiteY18" fmla="*/ 26136 h 305178"/>
                  <a:gd name="connsiteX19" fmla="*/ 151686 w 196525"/>
                  <a:gd name="connsiteY19" fmla="*/ 5754 h 305178"/>
                  <a:gd name="connsiteX20" fmla="*/ 151686 w 196525"/>
                  <a:gd name="connsiteY20" fmla="*/ 5754 h 305178"/>
                  <a:gd name="connsiteX21" fmla="*/ 65268 w 196525"/>
                  <a:gd name="connsiteY21" fmla="*/ 54670 h 305178"/>
                  <a:gd name="connsiteX22" fmla="*/ 45702 w 196525"/>
                  <a:gd name="connsiteY22" fmla="*/ 103585 h 305178"/>
                  <a:gd name="connsiteX23" fmla="*/ 65268 w 196525"/>
                  <a:gd name="connsiteY23" fmla="*/ 152501 h 305178"/>
                  <a:gd name="connsiteX24" fmla="*/ 99509 w 196525"/>
                  <a:gd name="connsiteY24" fmla="*/ 165545 h 305178"/>
                  <a:gd name="connsiteX25" fmla="*/ 137011 w 196525"/>
                  <a:gd name="connsiteY25" fmla="*/ 150055 h 305178"/>
                  <a:gd name="connsiteX26" fmla="*/ 154132 w 196525"/>
                  <a:gd name="connsiteY26" fmla="*/ 104401 h 305178"/>
                  <a:gd name="connsiteX27" fmla="*/ 136196 w 196525"/>
                  <a:gd name="connsiteY27" fmla="*/ 55485 h 305178"/>
                  <a:gd name="connsiteX28" fmla="*/ 100324 w 196525"/>
                  <a:gd name="connsiteY28" fmla="*/ 41626 h 305178"/>
                  <a:gd name="connsiteX29" fmla="*/ 65268 w 196525"/>
                  <a:gd name="connsiteY29" fmla="*/ 54670 h 305178"/>
                  <a:gd name="connsiteX30" fmla="*/ 65268 w 196525"/>
                  <a:gd name="connsiteY30" fmla="*/ 54670 h 305178"/>
                  <a:gd name="connsiteX31" fmla="*/ 65268 w 196525"/>
                  <a:gd name="connsiteY31" fmla="*/ 54670 h 30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96525" h="305178">
                    <a:moveTo>
                      <a:pt x="151686" y="5754"/>
                    </a:moveTo>
                    <a:lnTo>
                      <a:pt x="196525" y="5754"/>
                    </a:lnTo>
                    <a:lnTo>
                      <a:pt x="196525" y="184296"/>
                    </a:lnTo>
                    <a:cubicBezTo>
                      <a:pt x="196525" y="229951"/>
                      <a:pt x="191634" y="262561"/>
                      <a:pt x="164730" y="284573"/>
                    </a:cubicBezTo>
                    <a:cubicBezTo>
                      <a:pt x="146794" y="299248"/>
                      <a:pt x="123967" y="306585"/>
                      <a:pt x="100324" y="304955"/>
                    </a:cubicBezTo>
                    <a:cubicBezTo>
                      <a:pt x="76682" y="305770"/>
                      <a:pt x="53854" y="297618"/>
                      <a:pt x="36734" y="281312"/>
                    </a:cubicBezTo>
                    <a:cubicBezTo>
                      <a:pt x="21244" y="265007"/>
                      <a:pt x="11461" y="243810"/>
                      <a:pt x="8200" y="220983"/>
                    </a:cubicBezTo>
                    <a:lnTo>
                      <a:pt x="52224" y="220983"/>
                    </a:lnTo>
                    <a:cubicBezTo>
                      <a:pt x="53854" y="232397"/>
                      <a:pt x="58746" y="242995"/>
                      <a:pt x="66899" y="251148"/>
                    </a:cubicBezTo>
                    <a:cubicBezTo>
                      <a:pt x="75866" y="260116"/>
                      <a:pt x="88911" y="265007"/>
                      <a:pt x="101955" y="264192"/>
                    </a:cubicBezTo>
                    <a:cubicBezTo>
                      <a:pt x="114999" y="265007"/>
                      <a:pt x="128043" y="260116"/>
                      <a:pt x="137011" y="251148"/>
                    </a:cubicBezTo>
                    <a:cubicBezTo>
                      <a:pt x="148425" y="237288"/>
                      <a:pt x="154132" y="220168"/>
                      <a:pt x="151686" y="202232"/>
                    </a:cubicBezTo>
                    <a:lnTo>
                      <a:pt x="151686" y="176959"/>
                    </a:lnTo>
                    <a:cubicBezTo>
                      <a:pt x="137826" y="194895"/>
                      <a:pt x="115814" y="205493"/>
                      <a:pt x="92987" y="204678"/>
                    </a:cubicBezTo>
                    <a:cubicBezTo>
                      <a:pt x="68529" y="205493"/>
                      <a:pt x="45702" y="196525"/>
                      <a:pt x="29396" y="178589"/>
                    </a:cubicBezTo>
                    <a:cubicBezTo>
                      <a:pt x="9830" y="157393"/>
                      <a:pt x="47" y="130489"/>
                      <a:pt x="47" y="101955"/>
                    </a:cubicBezTo>
                    <a:cubicBezTo>
                      <a:pt x="-768" y="74236"/>
                      <a:pt x="9015" y="47332"/>
                      <a:pt x="28581" y="26951"/>
                    </a:cubicBezTo>
                    <a:cubicBezTo>
                      <a:pt x="45702" y="9015"/>
                      <a:pt x="69344" y="-768"/>
                      <a:pt x="94617" y="47"/>
                    </a:cubicBezTo>
                    <a:cubicBezTo>
                      <a:pt x="116630" y="-768"/>
                      <a:pt x="137826" y="9015"/>
                      <a:pt x="152501" y="26136"/>
                    </a:cubicBezTo>
                    <a:lnTo>
                      <a:pt x="151686" y="5754"/>
                    </a:lnTo>
                    <a:lnTo>
                      <a:pt x="151686" y="5754"/>
                    </a:lnTo>
                    <a:close/>
                    <a:moveTo>
                      <a:pt x="65268" y="54670"/>
                    </a:moveTo>
                    <a:cubicBezTo>
                      <a:pt x="52224" y="67714"/>
                      <a:pt x="44886" y="85650"/>
                      <a:pt x="45702" y="103585"/>
                    </a:cubicBezTo>
                    <a:cubicBezTo>
                      <a:pt x="44886" y="121521"/>
                      <a:pt x="52224" y="139457"/>
                      <a:pt x="65268" y="152501"/>
                    </a:cubicBezTo>
                    <a:cubicBezTo>
                      <a:pt x="75051" y="160654"/>
                      <a:pt x="87280" y="165545"/>
                      <a:pt x="99509" y="165545"/>
                    </a:cubicBezTo>
                    <a:cubicBezTo>
                      <a:pt x="113368" y="166360"/>
                      <a:pt x="127228" y="160654"/>
                      <a:pt x="137011" y="150055"/>
                    </a:cubicBezTo>
                    <a:cubicBezTo>
                      <a:pt x="148425" y="137826"/>
                      <a:pt x="154132" y="121521"/>
                      <a:pt x="154132" y="104401"/>
                    </a:cubicBezTo>
                    <a:cubicBezTo>
                      <a:pt x="154947" y="86465"/>
                      <a:pt x="148425" y="68529"/>
                      <a:pt x="136196" y="55485"/>
                    </a:cubicBezTo>
                    <a:cubicBezTo>
                      <a:pt x="126413" y="45702"/>
                      <a:pt x="113368" y="40810"/>
                      <a:pt x="100324" y="41626"/>
                    </a:cubicBezTo>
                    <a:cubicBezTo>
                      <a:pt x="86465" y="40810"/>
                      <a:pt x="74236" y="45702"/>
                      <a:pt x="65268" y="54670"/>
                    </a:cubicBezTo>
                    <a:lnTo>
                      <a:pt x="65268" y="54670"/>
                    </a:lnTo>
                    <a:lnTo>
                      <a:pt x="65268" y="5467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8" name="Freeform 37">
                <a:extLst>
                  <a:ext uri="{FF2B5EF4-FFF2-40B4-BE49-F238E27FC236}">
                    <a16:creationId xmlns:a16="http://schemas.microsoft.com/office/drawing/2014/main" id="{D9929344-48AF-0259-A7B1-867632E527EC}"/>
                  </a:ext>
                </a:extLst>
              </p:cNvPr>
              <p:cNvSpPr/>
              <p:nvPr/>
            </p:nvSpPr>
            <p:spPr>
              <a:xfrm>
                <a:off x="3474015" y="2000899"/>
                <a:ext cx="44850" cy="300016"/>
              </a:xfrm>
              <a:custGeom>
                <a:avLst/>
                <a:gdLst>
                  <a:gd name="connsiteX0" fmla="*/ 44850 w 44850"/>
                  <a:gd name="connsiteY0" fmla="*/ 0 h 300016"/>
                  <a:gd name="connsiteX1" fmla="*/ 44850 w 44850"/>
                  <a:gd name="connsiteY1" fmla="*/ 300016 h 300016"/>
                  <a:gd name="connsiteX2" fmla="*/ 11 w 44850"/>
                  <a:gd name="connsiteY2" fmla="*/ 300016 h 300016"/>
                  <a:gd name="connsiteX3" fmla="*/ 11 w 44850"/>
                  <a:gd name="connsiteY3" fmla="*/ 35871 h 300016"/>
                  <a:gd name="connsiteX4" fmla="*/ 44850 w 44850"/>
                  <a:gd name="connsiteY4" fmla="*/ 0 h 3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50" h="300016">
                    <a:moveTo>
                      <a:pt x="44850" y="0"/>
                    </a:moveTo>
                    <a:lnTo>
                      <a:pt x="44850" y="300016"/>
                    </a:lnTo>
                    <a:lnTo>
                      <a:pt x="11" y="300016"/>
                    </a:lnTo>
                    <a:lnTo>
                      <a:pt x="11" y="35871"/>
                    </a:lnTo>
                    <a:cubicBezTo>
                      <a:pt x="-804" y="35871"/>
                      <a:pt x="44850" y="0"/>
                      <a:pt x="44850" y="0"/>
                    </a:cubicBez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9" name="Freeform 38">
                <a:extLst>
                  <a:ext uri="{FF2B5EF4-FFF2-40B4-BE49-F238E27FC236}">
                    <a16:creationId xmlns:a16="http://schemas.microsoft.com/office/drawing/2014/main" id="{D4366C25-7E38-622F-FECF-D9B0DAD8D54E}"/>
                  </a:ext>
                </a:extLst>
              </p:cNvPr>
              <p:cNvSpPr/>
              <p:nvPr/>
            </p:nvSpPr>
            <p:spPr>
              <a:xfrm>
                <a:off x="4277059" y="2000899"/>
                <a:ext cx="44839" cy="61959"/>
              </a:xfrm>
              <a:custGeom>
                <a:avLst/>
                <a:gdLst>
                  <a:gd name="connsiteX0" fmla="*/ 44839 w 44839"/>
                  <a:gd name="connsiteY0" fmla="*/ 0 h 61959"/>
                  <a:gd name="connsiteX1" fmla="*/ 44839 w 44839"/>
                  <a:gd name="connsiteY1" fmla="*/ 61960 h 61959"/>
                  <a:gd name="connsiteX2" fmla="*/ 0 w 44839"/>
                  <a:gd name="connsiteY2" fmla="*/ 61960 h 61959"/>
                  <a:gd name="connsiteX3" fmla="*/ 0 w 44839"/>
                  <a:gd name="connsiteY3" fmla="*/ 35871 h 61959"/>
                  <a:gd name="connsiteX4" fmla="*/ 44839 w 44839"/>
                  <a:gd name="connsiteY4" fmla="*/ 0 h 6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39" h="61959">
                    <a:moveTo>
                      <a:pt x="44839" y="0"/>
                    </a:moveTo>
                    <a:lnTo>
                      <a:pt x="44839" y="61960"/>
                    </a:lnTo>
                    <a:lnTo>
                      <a:pt x="0" y="61960"/>
                    </a:lnTo>
                    <a:lnTo>
                      <a:pt x="0" y="35871"/>
                    </a:lnTo>
                    <a:lnTo>
                      <a:pt x="44839" y="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0" name="Freeform 39">
                <a:extLst>
                  <a:ext uri="{FF2B5EF4-FFF2-40B4-BE49-F238E27FC236}">
                    <a16:creationId xmlns:a16="http://schemas.microsoft.com/office/drawing/2014/main" id="{EB3E4C5C-7218-EF1E-8DFF-C2FD15216E0B}"/>
                  </a:ext>
                </a:extLst>
              </p:cNvPr>
              <p:cNvSpPr/>
              <p:nvPr/>
            </p:nvSpPr>
            <p:spPr>
              <a:xfrm>
                <a:off x="3563661" y="2101940"/>
                <a:ext cx="184481" cy="204870"/>
              </a:xfrm>
              <a:custGeom>
                <a:avLst/>
                <a:gdLst>
                  <a:gd name="connsiteX0" fmla="*/ 183478 w 184481"/>
                  <a:gd name="connsiteY0" fmla="*/ 154951 h 204870"/>
                  <a:gd name="connsiteX1" fmla="*/ 150867 w 184481"/>
                  <a:gd name="connsiteY1" fmla="*/ 190007 h 204870"/>
                  <a:gd name="connsiteX2" fmla="*/ 93799 w 184481"/>
                  <a:gd name="connsiteY2" fmla="*/ 204682 h 204870"/>
                  <a:gd name="connsiteX3" fmla="*/ 28578 w 184481"/>
                  <a:gd name="connsiteY3" fmla="*/ 180224 h 204870"/>
                  <a:gd name="connsiteX4" fmla="*/ 44 w 184481"/>
                  <a:gd name="connsiteY4" fmla="*/ 106035 h 204870"/>
                  <a:gd name="connsiteX5" fmla="*/ 31024 w 184481"/>
                  <a:gd name="connsiteY5" fmla="*/ 26139 h 204870"/>
                  <a:gd name="connsiteX6" fmla="*/ 95429 w 184481"/>
                  <a:gd name="connsiteY6" fmla="*/ 51 h 204870"/>
                  <a:gd name="connsiteX7" fmla="*/ 157389 w 184481"/>
                  <a:gd name="connsiteY7" fmla="*/ 25324 h 204870"/>
                  <a:gd name="connsiteX8" fmla="*/ 184293 w 184481"/>
                  <a:gd name="connsiteY8" fmla="*/ 106850 h 204870"/>
                  <a:gd name="connsiteX9" fmla="*/ 184293 w 184481"/>
                  <a:gd name="connsiteY9" fmla="*/ 112557 h 204870"/>
                  <a:gd name="connsiteX10" fmla="*/ 45699 w 184481"/>
                  <a:gd name="connsiteY10" fmla="*/ 112557 h 204870"/>
                  <a:gd name="connsiteX11" fmla="*/ 62004 w 184481"/>
                  <a:gd name="connsiteY11" fmla="*/ 151690 h 204870"/>
                  <a:gd name="connsiteX12" fmla="*/ 96245 w 184481"/>
                  <a:gd name="connsiteY12" fmla="*/ 163919 h 204870"/>
                  <a:gd name="connsiteX13" fmla="*/ 127225 w 184481"/>
                  <a:gd name="connsiteY13" fmla="*/ 154135 h 204870"/>
                  <a:gd name="connsiteX14" fmla="*/ 145160 w 184481"/>
                  <a:gd name="connsiteY14" fmla="*/ 132939 h 204870"/>
                  <a:gd name="connsiteX15" fmla="*/ 183478 w 184481"/>
                  <a:gd name="connsiteY15" fmla="*/ 154951 h 204870"/>
                  <a:gd name="connsiteX16" fmla="*/ 183478 w 184481"/>
                  <a:gd name="connsiteY16" fmla="*/ 154951 h 204870"/>
                  <a:gd name="connsiteX17" fmla="*/ 139454 w 184481"/>
                  <a:gd name="connsiteY17" fmla="*/ 75870 h 204870"/>
                  <a:gd name="connsiteX18" fmla="*/ 125594 w 184481"/>
                  <a:gd name="connsiteY18" fmla="*/ 49782 h 204870"/>
                  <a:gd name="connsiteX19" fmla="*/ 63634 w 184481"/>
                  <a:gd name="connsiteY19" fmla="*/ 51413 h 204870"/>
                  <a:gd name="connsiteX20" fmla="*/ 49775 w 184481"/>
                  <a:gd name="connsiteY20" fmla="*/ 75870 h 204870"/>
                  <a:gd name="connsiteX21" fmla="*/ 139454 w 184481"/>
                  <a:gd name="connsiteY21" fmla="*/ 75870 h 204870"/>
                  <a:gd name="connsiteX22" fmla="*/ 139454 w 184481"/>
                  <a:gd name="connsiteY22" fmla="*/ 75870 h 204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4481" h="204870">
                    <a:moveTo>
                      <a:pt x="183478" y="154951"/>
                    </a:moveTo>
                    <a:cubicBezTo>
                      <a:pt x="175325" y="169625"/>
                      <a:pt x="164727" y="181039"/>
                      <a:pt x="150867" y="190007"/>
                    </a:cubicBezTo>
                    <a:cubicBezTo>
                      <a:pt x="133747" y="199790"/>
                      <a:pt x="114180" y="205497"/>
                      <a:pt x="93799" y="204682"/>
                    </a:cubicBezTo>
                    <a:cubicBezTo>
                      <a:pt x="69341" y="206312"/>
                      <a:pt x="45699" y="197344"/>
                      <a:pt x="28578" y="180224"/>
                    </a:cubicBezTo>
                    <a:cubicBezTo>
                      <a:pt x="9827" y="160658"/>
                      <a:pt x="-771" y="133754"/>
                      <a:pt x="44" y="106035"/>
                    </a:cubicBezTo>
                    <a:cubicBezTo>
                      <a:pt x="-771" y="76686"/>
                      <a:pt x="10642" y="48151"/>
                      <a:pt x="31024" y="26139"/>
                    </a:cubicBezTo>
                    <a:cubicBezTo>
                      <a:pt x="48144" y="9019"/>
                      <a:pt x="71787" y="-764"/>
                      <a:pt x="95429" y="51"/>
                    </a:cubicBezTo>
                    <a:cubicBezTo>
                      <a:pt x="119072" y="-764"/>
                      <a:pt x="141084" y="8204"/>
                      <a:pt x="157389" y="25324"/>
                    </a:cubicBezTo>
                    <a:cubicBezTo>
                      <a:pt x="176956" y="48151"/>
                      <a:pt x="185924" y="77501"/>
                      <a:pt x="184293" y="106850"/>
                    </a:cubicBezTo>
                    <a:lnTo>
                      <a:pt x="184293" y="112557"/>
                    </a:lnTo>
                    <a:lnTo>
                      <a:pt x="45699" y="112557"/>
                    </a:lnTo>
                    <a:cubicBezTo>
                      <a:pt x="46514" y="127232"/>
                      <a:pt x="52221" y="141091"/>
                      <a:pt x="62004" y="151690"/>
                    </a:cubicBezTo>
                    <a:cubicBezTo>
                      <a:pt x="70972" y="160658"/>
                      <a:pt x="84016" y="164734"/>
                      <a:pt x="96245" y="163919"/>
                    </a:cubicBezTo>
                    <a:cubicBezTo>
                      <a:pt x="107658" y="164734"/>
                      <a:pt x="118257" y="160658"/>
                      <a:pt x="127225" y="154135"/>
                    </a:cubicBezTo>
                    <a:cubicBezTo>
                      <a:pt x="134562" y="148429"/>
                      <a:pt x="140269" y="141091"/>
                      <a:pt x="145160" y="132939"/>
                    </a:cubicBezTo>
                    <a:lnTo>
                      <a:pt x="183478" y="154951"/>
                    </a:lnTo>
                    <a:lnTo>
                      <a:pt x="183478" y="154951"/>
                    </a:lnTo>
                    <a:close/>
                    <a:moveTo>
                      <a:pt x="139454" y="75870"/>
                    </a:moveTo>
                    <a:cubicBezTo>
                      <a:pt x="137823" y="66087"/>
                      <a:pt x="132932" y="57119"/>
                      <a:pt x="125594" y="49782"/>
                    </a:cubicBezTo>
                    <a:cubicBezTo>
                      <a:pt x="107658" y="34292"/>
                      <a:pt x="80755" y="35107"/>
                      <a:pt x="63634" y="51413"/>
                    </a:cubicBezTo>
                    <a:cubicBezTo>
                      <a:pt x="57112" y="57935"/>
                      <a:pt x="52221" y="66902"/>
                      <a:pt x="49775" y="75870"/>
                    </a:cubicBezTo>
                    <a:lnTo>
                      <a:pt x="139454" y="75870"/>
                    </a:lnTo>
                    <a:lnTo>
                      <a:pt x="139454" y="7587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40">
                <a:extLst>
                  <a:ext uri="{FF2B5EF4-FFF2-40B4-BE49-F238E27FC236}">
                    <a16:creationId xmlns:a16="http://schemas.microsoft.com/office/drawing/2014/main" id="{C3CFA7DB-5026-8381-EA03-D8E8288D201F}"/>
                  </a:ext>
                </a:extLst>
              </p:cNvPr>
              <p:cNvSpPr/>
              <p:nvPr/>
            </p:nvSpPr>
            <p:spPr>
              <a:xfrm>
                <a:off x="3794424" y="2101944"/>
                <a:ext cx="196478" cy="304139"/>
              </a:xfrm>
              <a:custGeom>
                <a:avLst/>
                <a:gdLst>
                  <a:gd name="connsiteX0" fmla="*/ 44839 w 196478"/>
                  <a:gd name="connsiteY0" fmla="*/ 304140 h 304139"/>
                  <a:gd name="connsiteX1" fmla="*/ 0 w 196478"/>
                  <a:gd name="connsiteY1" fmla="*/ 304140 h 304139"/>
                  <a:gd name="connsiteX2" fmla="*/ 0 w 196478"/>
                  <a:gd name="connsiteY2" fmla="*/ 4939 h 304139"/>
                  <a:gd name="connsiteX3" fmla="*/ 44839 w 196478"/>
                  <a:gd name="connsiteY3" fmla="*/ 4939 h 304139"/>
                  <a:gd name="connsiteX4" fmla="*/ 44839 w 196478"/>
                  <a:gd name="connsiteY4" fmla="*/ 26136 h 304139"/>
                  <a:gd name="connsiteX5" fmla="*/ 101908 w 196478"/>
                  <a:gd name="connsiteY5" fmla="*/ 47 h 304139"/>
                  <a:gd name="connsiteX6" fmla="*/ 196478 w 196478"/>
                  <a:gd name="connsiteY6" fmla="*/ 100324 h 304139"/>
                  <a:gd name="connsiteX7" fmla="*/ 102723 w 196478"/>
                  <a:gd name="connsiteY7" fmla="*/ 203863 h 304139"/>
                  <a:gd name="connsiteX8" fmla="*/ 44839 w 196478"/>
                  <a:gd name="connsiteY8" fmla="*/ 175328 h 304139"/>
                  <a:gd name="connsiteX9" fmla="*/ 44839 w 196478"/>
                  <a:gd name="connsiteY9" fmla="*/ 304140 h 304139"/>
                  <a:gd name="connsiteX10" fmla="*/ 44839 w 196478"/>
                  <a:gd name="connsiteY10" fmla="*/ 304140 h 304139"/>
                  <a:gd name="connsiteX11" fmla="*/ 42394 w 196478"/>
                  <a:gd name="connsiteY11" fmla="*/ 103585 h 304139"/>
                  <a:gd name="connsiteX12" fmla="*/ 97016 w 196478"/>
                  <a:gd name="connsiteY12" fmla="*/ 164730 h 304139"/>
                  <a:gd name="connsiteX13" fmla="*/ 150823 w 196478"/>
                  <a:gd name="connsiteY13" fmla="*/ 103585 h 304139"/>
                  <a:gd name="connsiteX14" fmla="*/ 97016 w 196478"/>
                  <a:gd name="connsiteY14" fmla="*/ 41626 h 304139"/>
                  <a:gd name="connsiteX15" fmla="*/ 42394 w 196478"/>
                  <a:gd name="connsiteY15" fmla="*/ 103585 h 304139"/>
                  <a:gd name="connsiteX16" fmla="*/ 42394 w 196478"/>
                  <a:gd name="connsiteY16" fmla="*/ 103585 h 304139"/>
                  <a:gd name="connsiteX17" fmla="*/ 42394 w 196478"/>
                  <a:gd name="connsiteY17" fmla="*/ 103585 h 304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6478" h="304139">
                    <a:moveTo>
                      <a:pt x="44839" y="304140"/>
                    </a:moveTo>
                    <a:lnTo>
                      <a:pt x="0" y="304140"/>
                    </a:lnTo>
                    <a:lnTo>
                      <a:pt x="0" y="4939"/>
                    </a:lnTo>
                    <a:lnTo>
                      <a:pt x="44839" y="4939"/>
                    </a:lnTo>
                    <a:lnTo>
                      <a:pt x="44839" y="26136"/>
                    </a:lnTo>
                    <a:cubicBezTo>
                      <a:pt x="58699" y="9015"/>
                      <a:pt x="79896" y="-768"/>
                      <a:pt x="101908" y="47"/>
                    </a:cubicBezTo>
                    <a:cubicBezTo>
                      <a:pt x="153269" y="47"/>
                      <a:pt x="196478" y="39180"/>
                      <a:pt x="196478" y="100324"/>
                    </a:cubicBezTo>
                    <a:cubicBezTo>
                      <a:pt x="196478" y="165545"/>
                      <a:pt x="148378" y="203863"/>
                      <a:pt x="102723" y="203863"/>
                    </a:cubicBezTo>
                    <a:cubicBezTo>
                      <a:pt x="79896" y="203047"/>
                      <a:pt x="58699" y="193264"/>
                      <a:pt x="44839" y="175328"/>
                    </a:cubicBezTo>
                    <a:lnTo>
                      <a:pt x="44839" y="304140"/>
                    </a:lnTo>
                    <a:lnTo>
                      <a:pt x="44839" y="304140"/>
                    </a:lnTo>
                    <a:close/>
                    <a:moveTo>
                      <a:pt x="42394" y="103585"/>
                    </a:moveTo>
                    <a:cubicBezTo>
                      <a:pt x="42394" y="144348"/>
                      <a:pt x="68482" y="164730"/>
                      <a:pt x="97016" y="164730"/>
                    </a:cubicBezTo>
                    <a:cubicBezTo>
                      <a:pt x="129627" y="164730"/>
                      <a:pt x="150823" y="137011"/>
                      <a:pt x="150823" y="103585"/>
                    </a:cubicBezTo>
                    <a:cubicBezTo>
                      <a:pt x="150823" y="70160"/>
                      <a:pt x="129627" y="41626"/>
                      <a:pt x="97016" y="41626"/>
                    </a:cubicBezTo>
                    <a:cubicBezTo>
                      <a:pt x="68482" y="40810"/>
                      <a:pt x="42394" y="61192"/>
                      <a:pt x="42394" y="103585"/>
                    </a:cubicBezTo>
                    <a:lnTo>
                      <a:pt x="42394" y="103585"/>
                    </a:lnTo>
                    <a:lnTo>
                      <a:pt x="42394" y="103585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41">
                <a:extLst>
                  <a:ext uri="{FF2B5EF4-FFF2-40B4-BE49-F238E27FC236}">
                    <a16:creationId xmlns:a16="http://schemas.microsoft.com/office/drawing/2014/main" id="{1F31E840-F370-BC9C-93B5-5151931E69E3}"/>
                  </a:ext>
                </a:extLst>
              </p:cNvPr>
              <p:cNvSpPr/>
              <p:nvPr/>
            </p:nvSpPr>
            <p:spPr>
              <a:xfrm>
                <a:off x="4025947" y="2101132"/>
                <a:ext cx="207097" cy="207130"/>
              </a:xfrm>
              <a:custGeom>
                <a:avLst/>
                <a:gdLst>
                  <a:gd name="connsiteX0" fmla="*/ 207087 w 207097"/>
                  <a:gd name="connsiteY0" fmla="*/ 102767 h 207130"/>
                  <a:gd name="connsiteX1" fmla="*/ 105179 w 207097"/>
                  <a:gd name="connsiteY1" fmla="*/ 207120 h 207130"/>
                  <a:gd name="connsiteX2" fmla="*/ 11 w 207097"/>
                  <a:gd name="connsiteY2" fmla="*/ 105213 h 207130"/>
                  <a:gd name="connsiteX3" fmla="*/ 101918 w 207097"/>
                  <a:gd name="connsiteY3" fmla="*/ 44 h 207130"/>
                  <a:gd name="connsiteX4" fmla="*/ 103549 w 207097"/>
                  <a:gd name="connsiteY4" fmla="*/ 44 h 207130"/>
                  <a:gd name="connsiteX5" fmla="*/ 207087 w 207097"/>
                  <a:gd name="connsiteY5" fmla="*/ 97875 h 207130"/>
                  <a:gd name="connsiteX6" fmla="*/ 207087 w 207097"/>
                  <a:gd name="connsiteY6" fmla="*/ 102767 h 207130"/>
                  <a:gd name="connsiteX7" fmla="*/ 207087 w 207097"/>
                  <a:gd name="connsiteY7" fmla="*/ 102767 h 207130"/>
                  <a:gd name="connsiteX8" fmla="*/ 160617 w 207097"/>
                  <a:gd name="connsiteY8" fmla="*/ 103582 h 207130"/>
                  <a:gd name="connsiteX9" fmla="*/ 103549 w 207097"/>
                  <a:gd name="connsiteY9" fmla="*/ 41622 h 207130"/>
                  <a:gd name="connsiteX10" fmla="*/ 46481 w 207097"/>
                  <a:gd name="connsiteY10" fmla="*/ 103582 h 207130"/>
                  <a:gd name="connsiteX11" fmla="*/ 103549 w 207097"/>
                  <a:gd name="connsiteY11" fmla="*/ 164727 h 207130"/>
                  <a:gd name="connsiteX12" fmla="*/ 160617 w 207097"/>
                  <a:gd name="connsiteY12" fmla="*/ 103582 h 20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097" h="207130">
                    <a:moveTo>
                      <a:pt x="207087" y="102767"/>
                    </a:moveTo>
                    <a:cubicBezTo>
                      <a:pt x="207902" y="159835"/>
                      <a:pt x="162248" y="207120"/>
                      <a:pt x="105179" y="207120"/>
                    </a:cubicBezTo>
                    <a:cubicBezTo>
                      <a:pt x="48111" y="207935"/>
                      <a:pt x="826" y="162281"/>
                      <a:pt x="11" y="105213"/>
                    </a:cubicBezTo>
                    <a:cubicBezTo>
                      <a:pt x="-804" y="48144"/>
                      <a:pt x="44850" y="859"/>
                      <a:pt x="101918" y="44"/>
                    </a:cubicBezTo>
                    <a:cubicBezTo>
                      <a:pt x="102734" y="44"/>
                      <a:pt x="102734" y="44"/>
                      <a:pt x="103549" y="44"/>
                    </a:cubicBezTo>
                    <a:cubicBezTo>
                      <a:pt x="158987" y="-1587"/>
                      <a:pt x="205457" y="42437"/>
                      <a:pt x="207087" y="97875"/>
                    </a:cubicBezTo>
                    <a:cubicBezTo>
                      <a:pt x="207087" y="100321"/>
                      <a:pt x="207087" y="101952"/>
                      <a:pt x="207087" y="102767"/>
                    </a:cubicBezTo>
                    <a:lnTo>
                      <a:pt x="207087" y="102767"/>
                    </a:lnTo>
                    <a:close/>
                    <a:moveTo>
                      <a:pt x="160617" y="103582"/>
                    </a:moveTo>
                    <a:cubicBezTo>
                      <a:pt x="160617" y="59558"/>
                      <a:pt x="132083" y="41622"/>
                      <a:pt x="103549" y="41622"/>
                    </a:cubicBezTo>
                    <a:cubicBezTo>
                      <a:pt x="75015" y="41622"/>
                      <a:pt x="46481" y="59558"/>
                      <a:pt x="46481" y="103582"/>
                    </a:cubicBezTo>
                    <a:cubicBezTo>
                      <a:pt x="46481" y="141084"/>
                      <a:pt x="68493" y="164727"/>
                      <a:pt x="103549" y="164727"/>
                    </a:cubicBezTo>
                    <a:cubicBezTo>
                      <a:pt x="138605" y="164727"/>
                      <a:pt x="160617" y="141084"/>
                      <a:pt x="160617" y="103582"/>
                    </a:cubicBez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42">
                <a:extLst>
                  <a:ext uri="{FF2B5EF4-FFF2-40B4-BE49-F238E27FC236}">
                    <a16:creationId xmlns:a16="http://schemas.microsoft.com/office/drawing/2014/main" id="{8B474536-6899-D39D-1753-20B415686600}"/>
                  </a:ext>
                </a:extLst>
              </p:cNvPr>
              <p:cNvSpPr/>
              <p:nvPr/>
            </p:nvSpPr>
            <p:spPr>
              <a:xfrm>
                <a:off x="4277059" y="2106883"/>
                <a:ext cx="44839" cy="193216"/>
              </a:xfrm>
              <a:custGeom>
                <a:avLst/>
                <a:gdLst>
                  <a:gd name="connsiteX0" fmla="*/ 44839 w 44839"/>
                  <a:gd name="connsiteY0" fmla="*/ 0 h 193216"/>
                  <a:gd name="connsiteX1" fmla="*/ 44839 w 44839"/>
                  <a:gd name="connsiteY1" fmla="*/ 193217 h 193216"/>
                  <a:gd name="connsiteX2" fmla="*/ 0 w 44839"/>
                  <a:gd name="connsiteY2" fmla="*/ 193217 h 193216"/>
                  <a:gd name="connsiteX3" fmla="*/ 0 w 44839"/>
                  <a:gd name="connsiteY3" fmla="*/ 0 h 193216"/>
                  <a:gd name="connsiteX4" fmla="*/ 44839 w 44839"/>
                  <a:gd name="connsiteY4" fmla="*/ 0 h 193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39" h="193216">
                    <a:moveTo>
                      <a:pt x="44839" y="0"/>
                    </a:moveTo>
                    <a:lnTo>
                      <a:pt x="44839" y="193217"/>
                    </a:lnTo>
                    <a:lnTo>
                      <a:pt x="0" y="193217"/>
                    </a:lnTo>
                    <a:lnTo>
                      <a:pt x="0" y="0"/>
                    </a:lnTo>
                    <a:lnTo>
                      <a:pt x="44839" y="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43">
                <a:extLst>
                  <a:ext uri="{FF2B5EF4-FFF2-40B4-BE49-F238E27FC236}">
                    <a16:creationId xmlns:a16="http://schemas.microsoft.com/office/drawing/2014/main" id="{95F7D976-4785-6005-0221-1E85F60804A7}"/>
                  </a:ext>
                </a:extLst>
              </p:cNvPr>
              <p:cNvSpPr/>
              <p:nvPr/>
            </p:nvSpPr>
            <p:spPr>
              <a:xfrm>
                <a:off x="4376520" y="2101816"/>
                <a:ext cx="166313" cy="199099"/>
              </a:xfrm>
              <a:custGeom>
                <a:avLst/>
                <a:gdLst>
                  <a:gd name="connsiteX0" fmla="*/ 0 w 166313"/>
                  <a:gd name="connsiteY0" fmla="*/ 5067 h 199099"/>
                  <a:gd name="connsiteX1" fmla="*/ 44839 w 166313"/>
                  <a:gd name="connsiteY1" fmla="*/ 5067 h 199099"/>
                  <a:gd name="connsiteX2" fmla="*/ 44839 w 166313"/>
                  <a:gd name="connsiteY2" fmla="*/ 23003 h 199099"/>
                  <a:gd name="connsiteX3" fmla="*/ 97016 w 166313"/>
                  <a:gd name="connsiteY3" fmla="*/ 176 h 199099"/>
                  <a:gd name="connsiteX4" fmla="*/ 154084 w 166313"/>
                  <a:gd name="connsiteY4" fmla="*/ 26264 h 199099"/>
                  <a:gd name="connsiteX5" fmla="*/ 166313 w 166313"/>
                  <a:gd name="connsiteY5" fmla="*/ 80071 h 199099"/>
                  <a:gd name="connsiteX6" fmla="*/ 166313 w 166313"/>
                  <a:gd name="connsiteY6" fmla="*/ 198284 h 199099"/>
                  <a:gd name="connsiteX7" fmla="*/ 121474 w 166313"/>
                  <a:gd name="connsiteY7" fmla="*/ 198284 h 199099"/>
                  <a:gd name="connsiteX8" fmla="*/ 121474 w 166313"/>
                  <a:gd name="connsiteY8" fmla="*/ 91485 h 199099"/>
                  <a:gd name="connsiteX9" fmla="*/ 86418 w 166313"/>
                  <a:gd name="connsiteY9" fmla="*/ 40939 h 199099"/>
                  <a:gd name="connsiteX10" fmla="*/ 45655 w 166313"/>
                  <a:gd name="connsiteY10" fmla="*/ 106160 h 199099"/>
                  <a:gd name="connsiteX11" fmla="*/ 45655 w 166313"/>
                  <a:gd name="connsiteY11" fmla="*/ 199100 h 199099"/>
                  <a:gd name="connsiteX12" fmla="*/ 815 w 166313"/>
                  <a:gd name="connsiteY12" fmla="*/ 199100 h 199099"/>
                  <a:gd name="connsiteX13" fmla="*/ 0 w 166313"/>
                  <a:gd name="connsiteY13" fmla="*/ 5067 h 199099"/>
                  <a:gd name="connsiteX14" fmla="*/ 0 w 166313"/>
                  <a:gd name="connsiteY14" fmla="*/ 5067 h 19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313" h="199099">
                    <a:moveTo>
                      <a:pt x="0" y="5067"/>
                    </a:moveTo>
                    <a:lnTo>
                      <a:pt x="44839" y="5067"/>
                    </a:lnTo>
                    <a:lnTo>
                      <a:pt x="44839" y="23003"/>
                    </a:lnTo>
                    <a:cubicBezTo>
                      <a:pt x="57884" y="7513"/>
                      <a:pt x="77450" y="-639"/>
                      <a:pt x="97016" y="176"/>
                    </a:cubicBezTo>
                    <a:cubicBezTo>
                      <a:pt x="119028" y="-1455"/>
                      <a:pt x="141040" y="8329"/>
                      <a:pt x="154084" y="26264"/>
                    </a:cubicBezTo>
                    <a:cubicBezTo>
                      <a:pt x="161422" y="36863"/>
                      <a:pt x="166313" y="49907"/>
                      <a:pt x="166313" y="80071"/>
                    </a:cubicBezTo>
                    <a:lnTo>
                      <a:pt x="166313" y="198284"/>
                    </a:lnTo>
                    <a:lnTo>
                      <a:pt x="121474" y="198284"/>
                    </a:lnTo>
                    <a:lnTo>
                      <a:pt x="121474" y="91485"/>
                    </a:lnTo>
                    <a:cubicBezTo>
                      <a:pt x="121474" y="42569"/>
                      <a:pt x="103538" y="40939"/>
                      <a:pt x="86418" y="40939"/>
                    </a:cubicBezTo>
                    <a:cubicBezTo>
                      <a:pt x="66036" y="40939"/>
                      <a:pt x="45655" y="43385"/>
                      <a:pt x="45655" y="106160"/>
                    </a:cubicBezTo>
                    <a:lnTo>
                      <a:pt x="45655" y="199100"/>
                    </a:lnTo>
                    <a:lnTo>
                      <a:pt x="815" y="199100"/>
                    </a:lnTo>
                    <a:lnTo>
                      <a:pt x="0" y="5067"/>
                    </a:lnTo>
                    <a:lnTo>
                      <a:pt x="0" y="5067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44">
                <a:extLst>
                  <a:ext uri="{FF2B5EF4-FFF2-40B4-BE49-F238E27FC236}">
                    <a16:creationId xmlns:a16="http://schemas.microsoft.com/office/drawing/2014/main" id="{8F13EB06-9C0B-0FC6-770C-C87B0C4B7AAB}"/>
                  </a:ext>
                </a:extLst>
              </p:cNvPr>
              <p:cNvSpPr/>
              <p:nvPr/>
            </p:nvSpPr>
            <p:spPr>
              <a:xfrm>
                <a:off x="4581151" y="2000084"/>
                <a:ext cx="97831" cy="300016"/>
              </a:xfrm>
              <a:custGeom>
                <a:avLst/>
                <a:gdLst>
                  <a:gd name="connsiteX0" fmla="*/ 63590 w 97831"/>
                  <a:gd name="connsiteY0" fmla="*/ 148378 h 300016"/>
                  <a:gd name="connsiteX1" fmla="*/ 63590 w 97831"/>
                  <a:gd name="connsiteY1" fmla="*/ 300016 h 300016"/>
                  <a:gd name="connsiteX2" fmla="*/ 18751 w 97831"/>
                  <a:gd name="connsiteY2" fmla="*/ 300016 h 300016"/>
                  <a:gd name="connsiteX3" fmla="*/ 18751 w 97831"/>
                  <a:gd name="connsiteY3" fmla="*/ 148378 h 300016"/>
                  <a:gd name="connsiteX4" fmla="*/ 0 w 97831"/>
                  <a:gd name="connsiteY4" fmla="*/ 148378 h 300016"/>
                  <a:gd name="connsiteX5" fmla="*/ 0 w 97831"/>
                  <a:gd name="connsiteY5" fmla="*/ 106799 h 300016"/>
                  <a:gd name="connsiteX6" fmla="*/ 18751 w 97831"/>
                  <a:gd name="connsiteY6" fmla="*/ 106799 h 300016"/>
                  <a:gd name="connsiteX7" fmla="*/ 18751 w 97831"/>
                  <a:gd name="connsiteY7" fmla="*/ 35871 h 300016"/>
                  <a:gd name="connsiteX8" fmla="*/ 63590 w 97831"/>
                  <a:gd name="connsiteY8" fmla="*/ 0 h 300016"/>
                  <a:gd name="connsiteX9" fmla="*/ 63590 w 97831"/>
                  <a:gd name="connsiteY9" fmla="*/ 106799 h 300016"/>
                  <a:gd name="connsiteX10" fmla="*/ 97831 w 97831"/>
                  <a:gd name="connsiteY10" fmla="*/ 106799 h 300016"/>
                  <a:gd name="connsiteX11" fmla="*/ 97831 w 97831"/>
                  <a:gd name="connsiteY11" fmla="*/ 148378 h 300016"/>
                  <a:gd name="connsiteX12" fmla="*/ 63590 w 97831"/>
                  <a:gd name="connsiteY12" fmla="*/ 148378 h 300016"/>
                  <a:gd name="connsiteX13" fmla="*/ 63590 w 97831"/>
                  <a:gd name="connsiteY13" fmla="*/ 148378 h 3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7831" h="300016">
                    <a:moveTo>
                      <a:pt x="63590" y="148378"/>
                    </a:moveTo>
                    <a:lnTo>
                      <a:pt x="63590" y="300016"/>
                    </a:lnTo>
                    <a:lnTo>
                      <a:pt x="18751" y="300016"/>
                    </a:lnTo>
                    <a:lnTo>
                      <a:pt x="18751" y="148378"/>
                    </a:lnTo>
                    <a:lnTo>
                      <a:pt x="0" y="148378"/>
                    </a:lnTo>
                    <a:lnTo>
                      <a:pt x="0" y="106799"/>
                    </a:lnTo>
                    <a:lnTo>
                      <a:pt x="18751" y="106799"/>
                    </a:lnTo>
                    <a:lnTo>
                      <a:pt x="18751" y="35871"/>
                    </a:lnTo>
                    <a:lnTo>
                      <a:pt x="63590" y="0"/>
                    </a:lnTo>
                    <a:lnTo>
                      <a:pt x="63590" y="106799"/>
                    </a:lnTo>
                    <a:lnTo>
                      <a:pt x="97831" y="106799"/>
                    </a:lnTo>
                    <a:lnTo>
                      <a:pt x="97831" y="148378"/>
                    </a:lnTo>
                    <a:lnTo>
                      <a:pt x="63590" y="148378"/>
                    </a:lnTo>
                    <a:lnTo>
                      <a:pt x="63590" y="148378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45">
                <a:extLst>
                  <a:ext uri="{FF2B5EF4-FFF2-40B4-BE49-F238E27FC236}">
                    <a16:creationId xmlns:a16="http://schemas.microsoft.com/office/drawing/2014/main" id="{F32F4A99-38A7-78B5-ABDF-A47A78A15184}"/>
                  </a:ext>
                </a:extLst>
              </p:cNvPr>
              <p:cNvSpPr/>
              <p:nvPr/>
            </p:nvSpPr>
            <p:spPr>
              <a:xfrm>
                <a:off x="2713387" y="1976441"/>
                <a:ext cx="260883" cy="324473"/>
              </a:xfrm>
              <a:custGeom>
                <a:avLst/>
                <a:gdLst>
                  <a:gd name="connsiteX0" fmla="*/ 260884 w 260883"/>
                  <a:gd name="connsiteY0" fmla="*/ 324474 h 324473"/>
                  <a:gd name="connsiteX1" fmla="*/ 130442 w 260883"/>
                  <a:gd name="connsiteY1" fmla="*/ 0 h 324473"/>
                  <a:gd name="connsiteX2" fmla="*/ 130442 w 260883"/>
                  <a:gd name="connsiteY2" fmla="*/ 0 h 324473"/>
                  <a:gd name="connsiteX3" fmla="*/ 0 w 260883"/>
                  <a:gd name="connsiteY3" fmla="*/ 324474 h 324473"/>
                  <a:gd name="connsiteX4" fmla="*/ 50546 w 260883"/>
                  <a:gd name="connsiteY4" fmla="*/ 324474 h 324473"/>
                  <a:gd name="connsiteX5" fmla="*/ 130442 w 260883"/>
                  <a:gd name="connsiteY5" fmla="*/ 118213 h 324473"/>
                  <a:gd name="connsiteX6" fmla="*/ 210337 w 260883"/>
                  <a:gd name="connsiteY6" fmla="*/ 324474 h 324473"/>
                  <a:gd name="connsiteX7" fmla="*/ 260884 w 260883"/>
                  <a:gd name="connsiteY7" fmla="*/ 324474 h 324473"/>
                  <a:gd name="connsiteX8" fmla="*/ 260884 w 260883"/>
                  <a:gd name="connsiteY8" fmla="*/ 324474 h 324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883" h="324473">
                    <a:moveTo>
                      <a:pt x="260884" y="324474"/>
                    </a:moveTo>
                    <a:lnTo>
                      <a:pt x="130442" y="0"/>
                    </a:lnTo>
                    <a:lnTo>
                      <a:pt x="130442" y="0"/>
                    </a:lnTo>
                    <a:lnTo>
                      <a:pt x="0" y="324474"/>
                    </a:lnTo>
                    <a:lnTo>
                      <a:pt x="50546" y="324474"/>
                    </a:lnTo>
                    <a:lnTo>
                      <a:pt x="130442" y="118213"/>
                    </a:lnTo>
                    <a:lnTo>
                      <a:pt x="210337" y="324474"/>
                    </a:lnTo>
                    <a:lnTo>
                      <a:pt x="260884" y="324474"/>
                    </a:lnTo>
                    <a:lnTo>
                      <a:pt x="260884" y="324474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83517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July 21,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2C224A1D-A29D-4452-AD9D-3640B5DA43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defPPr>
              <a:defRPr lang="en-US"/>
            </a:defPPr>
            <a:lvl1pPr marL="0" algn="l" defTabSz="457131" rtl="0" eaLnBrk="1" latinLnBrk="0" hangingPunct="1">
              <a:defRPr sz="800" kern="1200">
                <a:solidFill>
                  <a:schemeClr val="bg1"/>
                </a:solidFill>
                <a:latin typeface="TT Norms Pro" panose="020B0604020202020204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7B6BA-D44D-4729-BD5A-BF29607FF773}" type="datetime4">
              <a:rPr lang="en-US" smtClean="0">
                <a:latin typeface="Figtree" pitchFamily="2" charset="0"/>
              </a:rPr>
              <a:pPr/>
              <a:t>July 21, 2026</a:t>
            </a:fld>
            <a:endParaRPr lang="en-US">
              <a:latin typeface="Figtree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6F078EB-DEFD-4309-BB37-5573CCD31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0B8F79EE-ACBD-46F9-9F0D-235A653AE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4" y="3670712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60B56E13-134C-40AD-8247-0C3F425B0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4127912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B7E03F3E-57DA-4167-BE3A-75401D0149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1672" y="369493"/>
            <a:ext cx="1485185" cy="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A0437F40-13F9-4D0E-873E-085D7DD6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069439" y="0"/>
            <a:ext cx="9317736" cy="13441680"/>
          </a:xfrm>
          <a:custGeom>
            <a:avLst/>
            <a:gdLst>
              <a:gd name="connsiteX0" fmla="*/ 0 w 10803986"/>
              <a:gd name="connsiteY0" fmla="*/ 0 h 13441680"/>
              <a:gd name="connsiteX1" fmla="*/ 10803986 w 10803986"/>
              <a:gd name="connsiteY1" fmla="*/ 0 h 13441680"/>
              <a:gd name="connsiteX2" fmla="*/ 10803986 w 10803986"/>
              <a:gd name="connsiteY2" fmla="*/ 13441680 h 13441680"/>
              <a:gd name="connsiteX3" fmla="*/ 0 w 10803986"/>
              <a:gd name="connsiteY3" fmla="*/ 13441680 h 13441680"/>
              <a:gd name="connsiteX4" fmla="*/ 0 w 10803986"/>
              <a:gd name="connsiteY4" fmla="*/ 7135948 h 13441680"/>
              <a:gd name="connsiteX5" fmla="*/ 483329 w 10803986"/>
              <a:gd name="connsiteY5" fmla="*/ 6720840 h 13441680"/>
              <a:gd name="connsiteX6" fmla="*/ 0 w 10803986"/>
              <a:gd name="connsiteY6" fmla="*/ 6305733 h 1344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3986" h="13441680">
                <a:moveTo>
                  <a:pt x="0" y="0"/>
                </a:moveTo>
                <a:lnTo>
                  <a:pt x="10803986" y="0"/>
                </a:lnTo>
                <a:lnTo>
                  <a:pt x="10803986" y="13441680"/>
                </a:lnTo>
                <a:lnTo>
                  <a:pt x="0" y="13441680"/>
                </a:lnTo>
                <a:lnTo>
                  <a:pt x="0" y="7135948"/>
                </a:lnTo>
                <a:lnTo>
                  <a:pt x="483329" y="6720840"/>
                </a:lnTo>
                <a:lnTo>
                  <a:pt x="0" y="6305733"/>
                </a:lnTo>
                <a:close/>
              </a:path>
            </a:pathLst>
          </a:custGeom>
          <a:gradFill>
            <a:gsLst>
              <a:gs pos="4600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Figtree Light" pitchFamily="2" charset="0"/>
            </a:endParaRP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E515052-BF9E-496C-8871-64690D5BC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/>
        <p:txBody>
          <a:bodyPr/>
          <a:lstStyle/>
          <a:p>
            <a:fld id="{EE18E972-2F40-1C44-89BC-C8C1CAFD99D4}" type="datetime4">
              <a:rPr lang="en-US" smtClean="0"/>
              <a:t>July 21, 2026</a:t>
            </a:fld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AE5466B-0154-447D-BD3D-5364CD98D2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Users">
            <a:extLst>
              <a:ext uri="{FF2B5EF4-FFF2-40B4-BE49-F238E27FC236}">
                <a16:creationId xmlns:a16="http://schemas.microsoft.com/office/drawing/2014/main" id="{7F94CF75-E5AC-4EB4-B577-B1144D6C554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43767" y="12145700"/>
            <a:ext cx="1773229" cy="444275"/>
            <a:chOff x="21643767" y="12145700"/>
            <a:chExt cx="1773229" cy="444275"/>
          </a:xfrm>
        </p:grpSpPr>
        <p:sp>
          <p:nvSpPr>
            <p:cNvPr id="120" name="Users in Thousands">
              <a:extLst>
                <a:ext uri="{FF2B5EF4-FFF2-40B4-BE49-F238E27FC236}">
                  <a16:creationId xmlns:a16="http://schemas.microsoft.com/office/drawing/2014/main" id="{0173795A-B298-4492-94E5-246F0E61EA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7" hasCustomPrompt="1"/>
            </p:nvPr>
          </p:nvSpPr>
          <p:spPr>
            <a:xfrm>
              <a:off x="22776916" y="12207817"/>
              <a:ext cx="640080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none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 err="1"/>
                <a:t>XXXk</a:t>
              </a:r>
              <a:endParaRPr lang="en-US"/>
            </a:p>
          </p:txBody>
        </p:sp>
        <p:sp>
          <p:nvSpPr>
            <p:cNvPr id="119" name="&quot;users&quot;">
              <a:extLst>
                <a:ext uri="{FF2B5EF4-FFF2-40B4-BE49-F238E27FC236}">
                  <a16:creationId xmlns:a16="http://schemas.microsoft.com/office/drawing/2014/main" id="{B60E4962-D8C1-4523-B00E-7D6A32203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214028" y="12207817"/>
              <a:ext cx="551415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89" name="Users Icon">
              <a:extLst>
                <a:ext uri="{FF2B5EF4-FFF2-40B4-BE49-F238E27FC236}">
                  <a16:creationId xmlns:a16="http://schemas.microsoft.com/office/drawing/2014/main" id="{3FC5945D-BD3B-4BCB-80D8-3E6CA4436E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643767" y="12145700"/>
              <a:ext cx="471502" cy="444275"/>
            </a:xfrm>
            <a:custGeom>
              <a:avLst/>
              <a:gdLst>
                <a:gd name="connsiteX0" fmla="*/ 445329 w 451456"/>
                <a:gd name="connsiteY0" fmla="*/ 238316 h 425387"/>
                <a:gd name="connsiteX1" fmla="*/ 385282 w 451456"/>
                <a:gd name="connsiteY1" fmla="*/ 208063 h 425387"/>
                <a:gd name="connsiteX2" fmla="*/ 398885 w 451456"/>
                <a:gd name="connsiteY2" fmla="*/ 160524 h 425387"/>
                <a:gd name="connsiteX3" fmla="*/ 344107 w 451456"/>
                <a:gd name="connsiteY3" fmla="*/ 105328 h 425387"/>
                <a:gd name="connsiteX4" fmla="*/ 299991 w 451456"/>
                <a:gd name="connsiteY4" fmla="*/ 120640 h 425387"/>
                <a:gd name="connsiteX5" fmla="*/ 267026 w 451456"/>
                <a:gd name="connsiteY5" fmla="*/ 103353 h 425387"/>
                <a:gd name="connsiteX6" fmla="*/ 280506 w 451456"/>
                <a:gd name="connsiteY6" fmla="*/ 55195 h 425387"/>
                <a:gd name="connsiteX7" fmla="*/ 225728 w 451456"/>
                <a:gd name="connsiteY7" fmla="*/ 0 h 425387"/>
                <a:gd name="connsiteX8" fmla="*/ 171563 w 451456"/>
                <a:gd name="connsiteY8" fmla="*/ 55195 h 425387"/>
                <a:gd name="connsiteX9" fmla="*/ 185043 w 451456"/>
                <a:gd name="connsiteY9" fmla="*/ 103353 h 425387"/>
                <a:gd name="connsiteX10" fmla="*/ 151466 w 451456"/>
                <a:gd name="connsiteY10" fmla="*/ 120022 h 425387"/>
                <a:gd name="connsiteX11" fmla="*/ 107350 w 451456"/>
                <a:gd name="connsiteY11" fmla="*/ 104711 h 425387"/>
                <a:gd name="connsiteX12" fmla="*/ 52572 w 451456"/>
                <a:gd name="connsiteY12" fmla="*/ 160524 h 425387"/>
                <a:gd name="connsiteX13" fmla="*/ 66052 w 451456"/>
                <a:gd name="connsiteY13" fmla="*/ 208681 h 425387"/>
                <a:gd name="connsiteX14" fmla="*/ 6005 w 451456"/>
                <a:gd name="connsiteY14" fmla="*/ 238316 h 425387"/>
                <a:gd name="connsiteX15" fmla="*/ 0 w 451456"/>
                <a:gd name="connsiteY15" fmla="*/ 248194 h 425387"/>
                <a:gd name="connsiteX16" fmla="*/ 0 w 451456"/>
                <a:gd name="connsiteY16" fmla="*/ 340187 h 425387"/>
                <a:gd name="connsiteX17" fmla="*/ 21936 w 451456"/>
                <a:gd name="connsiteY17" fmla="*/ 340187 h 425387"/>
                <a:gd name="connsiteX18" fmla="*/ 21936 w 451456"/>
                <a:gd name="connsiteY18" fmla="*/ 254986 h 425387"/>
                <a:gd name="connsiteX19" fmla="*/ 81983 w 451456"/>
                <a:gd name="connsiteY19" fmla="*/ 224733 h 425387"/>
                <a:gd name="connsiteX20" fmla="*/ 132839 w 451456"/>
                <a:gd name="connsiteY20" fmla="*/ 224733 h 425387"/>
                <a:gd name="connsiteX21" fmla="*/ 171563 w 451456"/>
                <a:gd name="connsiteY21" fmla="*/ 244119 h 425387"/>
                <a:gd name="connsiteX22" fmla="*/ 184921 w 451456"/>
                <a:gd name="connsiteY22" fmla="*/ 287584 h 425387"/>
                <a:gd name="connsiteX23" fmla="*/ 124874 w 451456"/>
                <a:gd name="connsiteY23" fmla="*/ 317837 h 425387"/>
                <a:gd name="connsiteX24" fmla="*/ 118869 w 451456"/>
                <a:gd name="connsiteY24" fmla="*/ 327715 h 425387"/>
                <a:gd name="connsiteX25" fmla="*/ 118869 w 451456"/>
                <a:gd name="connsiteY25" fmla="*/ 425388 h 425387"/>
                <a:gd name="connsiteX26" fmla="*/ 140682 w 451456"/>
                <a:gd name="connsiteY26" fmla="*/ 425388 h 425387"/>
                <a:gd name="connsiteX27" fmla="*/ 140682 w 451456"/>
                <a:gd name="connsiteY27" fmla="*/ 334507 h 425387"/>
                <a:gd name="connsiteX28" fmla="*/ 200852 w 451456"/>
                <a:gd name="connsiteY28" fmla="*/ 304254 h 425387"/>
                <a:gd name="connsiteX29" fmla="*/ 251585 w 451456"/>
                <a:gd name="connsiteY29" fmla="*/ 304254 h 425387"/>
                <a:gd name="connsiteX30" fmla="*/ 311632 w 451456"/>
                <a:gd name="connsiteY30" fmla="*/ 334507 h 425387"/>
                <a:gd name="connsiteX31" fmla="*/ 311632 w 451456"/>
                <a:gd name="connsiteY31" fmla="*/ 425388 h 425387"/>
                <a:gd name="connsiteX32" fmla="*/ 333568 w 451456"/>
                <a:gd name="connsiteY32" fmla="*/ 425388 h 425387"/>
                <a:gd name="connsiteX33" fmla="*/ 333568 w 451456"/>
                <a:gd name="connsiteY33" fmla="*/ 327715 h 425387"/>
                <a:gd name="connsiteX34" fmla="*/ 327563 w 451456"/>
                <a:gd name="connsiteY34" fmla="*/ 317837 h 425387"/>
                <a:gd name="connsiteX35" fmla="*/ 267516 w 451456"/>
                <a:gd name="connsiteY35" fmla="*/ 287584 h 425387"/>
                <a:gd name="connsiteX36" fmla="*/ 280874 w 451456"/>
                <a:gd name="connsiteY36" fmla="*/ 244119 h 425387"/>
                <a:gd name="connsiteX37" fmla="*/ 318618 w 451456"/>
                <a:gd name="connsiteY37" fmla="*/ 224733 h 425387"/>
                <a:gd name="connsiteX38" fmla="*/ 369474 w 451456"/>
                <a:gd name="connsiteY38" fmla="*/ 224733 h 425387"/>
                <a:gd name="connsiteX39" fmla="*/ 429521 w 451456"/>
                <a:gd name="connsiteY39" fmla="*/ 254986 h 425387"/>
                <a:gd name="connsiteX40" fmla="*/ 429521 w 451456"/>
                <a:gd name="connsiteY40" fmla="*/ 340187 h 425387"/>
                <a:gd name="connsiteX41" fmla="*/ 451456 w 451456"/>
                <a:gd name="connsiteY41" fmla="*/ 340187 h 425387"/>
                <a:gd name="connsiteX42" fmla="*/ 451456 w 451456"/>
                <a:gd name="connsiteY42" fmla="*/ 248194 h 425387"/>
                <a:gd name="connsiteX43" fmla="*/ 445329 w 451456"/>
                <a:gd name="connsiteY43" fmla="*/ 238316 h 425387"/>
                <a:gd name="connsiteX44" fmla="*/ 225728 w 451456"/>
                <a:gd name="connsiteY44" fmla="*/ 22103 h 425387"/>
                <a:gd name="connsiteX45" fmla="*/ 258570 w 451456"/>
                <a:gd name="connsiteY45" fmla="*/ 55195 h 425387"/>
                <a:gd name="connsiteX46" fmla="*/ 225728 w 451456"/>
                <a:gd name="connsiteY46" fmla="*/ 105946 h 425387"/>
                <a:gd name="connsiteX47" fmla="*/ 192886 w 451456"/>
                <a:gd name="connsiteY47" fmla="*/ 55195 h 425387"/>
                <a:gd name="connsiteX48" fmla="*/ 225728 w 451456"/>
                <a:gd name="connsiteY48" fmla="*/ 22103 h 425387"/>
                <a:gd name="connsiteX49" fmla="*/ 107350 w 451456"/>
                <a:gd name="connsiteY49" fmla="*/ 210656 h 425387"/>
                <a:gd name="connsiteX50" fmla="*/ 74508 w 451456"/>
                <a:gd name="connsiteY50" fmla="*/ 159906 h 425387"/>
                <a:gd name="connsiteX51" fmla="*/ 107350 w 451456"/>
                <a:gd name="connsiteY51" fmla="*/ 126814 h 425387"/>
                <a:gd name="connsiteX52" fmla="*/ 140192 w 451456"/>
                <a:gd name="connsiteY52" fmla="*/ 159906 h 425387"/>
                <a:gd name="connsiteX53" fmla="*/ 107350 w 451456"/>
                <a:gd name="connsiteY53" fmla="*/ 210656 h 425387"/>
                <a:gd name="connsiteX54" fmla="*/ 225728 w 451456"/>
                <a:gd name="connsiteY54" fmla="*/ 290177 h 425387"/>
                <a:gd name="connsiteX55" fmla="*/ 192886 w 451456"/>
                <a:gd name="connsiteY55" fmla="*/ 239427 h 425387"/>
                <a:gd name="connsiteX56" fmla="*/ 225728 w 451456"/>
                <a:gd name="connsiteY56" fmla="*/ 206211 h 425387"/>
                <a:gd name="connsiteX57" fmla="*/ 258570 w 451456"/>
                <a:gd name="connsiteY57" fmla="*/ 239427 h 425387"/>
                <a:gd name="connsiteX58" fmla="*/ 225728 w 451456"/>
                <a:gd name="connsiteY58" fmla="*/ 290177 h 425387"/>
                <a:gd name="connsiteX59" fmla="*/ 225728 w 451456"/>
                <a:gd name="connsiteY59" fmla="*/ 184108 h 425387"/>
                <a:gd name="connsiteX60" fmla="*/ 172544 w 451456"/>
                <a:gd name="connsiteY60" fmla="*/ 220164 h 425387"/>
                <a:gd name="connsiteX61" fmla="*/ 148647 w 451456"/>
                <a:gd name="connsiteY61" fmla="*/ 207816 h 425387"/>
                <a:gd name="connsiteX62" fmla="*/ 162127 w 451456"/>
                <a:gd name="connsiteY62" fmla="*/ 159659 h 425387"/>
                <a:gd name="connsiteX63" fmla="*/ 160412 w 451456"/>
                <a:gd name="connsiteY63" fmla="*/ 139903 h 425387"/>
                <a:gd name="connsiteX64" fmla="*/ 200361 w 451456"/>
                <a:gd name="connsiteY64" fmla="*/ 119899 h 425387"/>
                <a:gd name="connsiteX65" fmla="*/ 251095 w 451456"/>
                <a:gd name="connsiteY65" fmla="*/ 119899 h 425387"/>
                <a:gd name="connsiteX66" fmla="*/ 291045 w 451456"/>
                <a:gd name="connsiteY66" fmla="*/ 139903 h 425387"/>
                <a:gd name="connsiteX67" fmla="*/ 289207 w 451456"/>
                <a:gd name="connsiteY67" fmla="*/ 160524 h 425387"/>
                <a:gd name="connsiteX68" fmla="*/ 302809 w 451456"/>
                <a:gd name="connsiteY68" fmla="*/ 208681 h 425387"/>
                <a:gd name="connsiteX69" fmla="*/ 278300 w 451456"/>
                <a:gd name="connsiteY69" fmla="*/ 221029 h 425387"/>
                <a:gd name="connsiteX70" fmla="*/ 225728 w 451456"/>
                <a:gd name="connsiteY70" fmla="*/ 184108 h 425387"/>
                <a:gd name="connsiteX71" fmla="*/ 344107 w 451456"/>
                <a:gd name="connsiteY71" fmla="*/ 210656 h 425387"/>
                <a:gd name="connsiteX72" fmla="*/ 311142 w 451456"/>
                <a:gd name="connsiteY72" fmla="*/ 159906 h 425387"/>
                <a:gd name="connsiteX73" fmla="*/ 344107 w 451456"/>
                <a:gd name="connsiteY73" fmla="*/ 126814 h 425387"/>
                <a:gd name="connsiteX74" fmla="*/ 376949 w 451456"/>
                <a:gd name="connsiteY74" fmla="*/ 159906 h 425387"/>
                <a:gd name="connsiteX75" fmla="*/ 344107 w 451456"/>
                <a:gd name="connsiteY75" fmla="*/ 210656 h 4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1456" h="425387">
                  <a:moveTo>
                    <a:pt x="445329" y="238316"/>
                  </a:moveTo>
                  <a:lnTo>
                    <a:pt x="385282" y="208063"/>
                  </a:lnTo>
                  <a:cubicBezTo>
                    <a:pt x="394177" y="193827"/>
                    <a:pt x="398892" y="177346"/>
                    <a:pt x="398885" y="160524"/>
                  </a:cubicBezTo>
                  <a:cubicBezTo>
                    <a:pt x="398885" y="121257"/>
                    <a:pt x="382954" y="105328"/>
                    <a:pt x="344107" y="105328"/>
                  </a:cubicBezTo>
                  <a:cubicBezTo>
                    <a:pt x="322907" y="105328"/>
                    <a:pt x="308691" y="110020"/>
                    <a:pt x="299991" y="120640"/>
                  </a:cubicBezTo>
                  <a:lnTo>
                    <a:pt x="267026" y="103353"/>
                  </a:lnTo>
                  <a:cubicBezTo>
                    <a:pt x="275939" y="88904"/>
                    <a:pt x="280613" y="72208"/>
                    <a:pt x="280506" y="55195"/>
                  </a:cubicBezTo>
                  <a:cubicBezTo>
                    <a:pt x="280506" y="16052"/>
                    <a:pt x="264575" y="0"/>
                    <a:pt x="225728" y="0"/>
                  </a:cubicBezTo>
                  <a:cubicBezTo>
                    <a:pt x="186882" y="0"/>
                    <a:pt x="171563" y="16052"/>
                    <a:pt x="171563" y="55195"/>
                  </a:cubicBezTo>
                  <a:cubicBezTo>
                    <a:pt x="171457" y="72208"/>
                    <a:pt x="176130" y="88904"/>
                    <a:pt x="185043" y="103353"/>
                  </a:cubicBezTo>
                  <a:lnTo>
                    <a:pt x="151466" y="120022"/>
                  </a:lnTo>
                  <a:cubicBezTo>
                    <a:pt x="142765" y="109403"/>
                    <a:pt x="128550" y="104711"/>
                    <a:pt x="107350" y="104711"/>
                  </a:cubicBezTo>
                  <a:cubicBezTo>
                    <a:pt x="68503" y="104711"/>
                    <a:pt x="52572" y="120640"/>
                    <a:pt x="52572" y="160524"/>
                  </a:cubicBezTo>
                  <a:cubicBezTo>
                    <a:pt x="52465" y="177536"/>
                    <a:pt x="57139" y="194232"/>
                    <a:pt x="66052" y="208681"/>
                  </a:cubicBezTo>
                  <a:lnTo>
                    <a:pt x="6005" y="238316"/>
                  </a:lnTo>
                  <a:cubicBezTo>
                    <a:pt x="2304" y="240192"/>
                    <a:pt x="-23" y="244019"/>
                    <a:pt x="0" y="248194"/>
                  </a:cubicBezTo>
                  <a:lnTo>
                    <a:pt x="0" y="340187"/>
                  </a:lnTo>
                  <a:lnTo>
                    <a:pt x="21936" y="340187"/>
                  </a:lnTo>
                  <a:lnTo>
                    <a:pt x="21936" y="254986"/>
                  </a:lnTo>
                  <a:lnTo>
                    <a:pt x="81983" y="224733"/>
                  </a:lnTo>
                  <a:cubicBezTo>
                    <a:pt x="97275" y="235424"/>
                    <a:pt x="117547" y="235424"/>
                    <a:pt x="132839" y="224733"/>
                  </a:cubicBezTo>
                  <a:lnTo>
                    <a:pt x="171563" y="244119"/>
                  </a:lnTo>
                  <a:cubicBezTo>
                    <a:pt x="172248" y="259521"/>
                    <a:pt x="176848" y="274488"/>
                    <a:pt x="184921" y="287584"/>
                  </a:cubicBezTo>
                  <a:lnTo>
                    <a:pt x="124874" y="317837"/>
                  </a:lnTo>
                  <a:cubicBezTo>
                    <a:pt x="121172" y="319713"/>
                    <a:pt x="118846" y="323540"/>
                    <a:pt x="118869" y="327715"/>
                  </a:cubicBezTo>
                  <a:lnTo>
                    <a:pt x="118869" y="425388"/>
                  </a:lnTo>
                  <a:lnTo>
                    <a:pt x="140682" y="425388"/>
                  </a:lnTo>
                  <a:lnTo>
                    <a:pt x="140682" y="334507"/>
                  </a:lnTo>
                  <a:lnTo>
                    <a:pt x="200852" y="304254"/>
                  </a:lnTo>
                  <a:cubicBezTo>
                    <a:pt x="216094" y="314959"/>
                    <a:pt x="236343" y="314959"/>
                    <a:pt x="251585" y="304254"/>
                  </a:cubicBezTo>
                  <a:lnTo>
                    <a:pt x="311632" y="334507"/>
                  </a:lnTo>
                  <a:lnTo>
                    <a:pt x="311632" y="425388"/>
                  </a:lnTo>
                  <a:lnTo>
                    <a:pt x="333568" y="425388"/>
                  </a:lnTo>
                  <a:lnTo>
                    <a:pt x="333568" y="327715"/>
                  </a:lnTo>
                  <a:cubicBezTo>
                    <a:pt x="333591" y="323540"/>
                    <a:pt x="331265" y="319713"/>
                    <a:pt x="327563" y="317837"/>
                  </a:cubicBezTo>
                  <a:lnTo>
                    <a:pt x="267516" y="287584"/>
                  </a:lnTo>
                  <a:cubicBezTo>
                    <a:pt x="275589" y="274488"/>
                    <a:pt x="280189" y="259521"/>
                    <a:pt x="280874" y="244119"/>
                  </a:cubicBezTo>
                  <a:lnTo>
                    <a:pt x="318618" y="224733"/>
                  </a:lnTo>
                  <a:cubicBezTo>
                    <a:pt x="333909" y="235424"/>
                    <a:pt x="354182" y="235424"/>
                    <a:pt x="369474" y="224733"/>
                  </a:cubicBezTo>
                  <a:lnTo>
                    <a:pt x="429521" y="254986"/>
                  </a:lnTo>
                  <a:lnTo>
                    <a:pt x="429521" y="340187"/>
                  </a:lnTo>
                  <a:lnTo>
                    <a:pt x="451456" y="340187"/>
                  </a:lnTo>
                  <a:lnTo>
                    <a:pt x="451456" y="248194"/>
                  </a:lnTo>
                  <a:cubicBezTo>
                    <a:pt x="451486" y="243983"/>
                    <a:pt x="449099" y="240134"/>
                    <a:pt x="445329" y="238316"/>
                  </a:cubicBezTo>
                  <a:close/>
                  <a:moveTo>
                    <a:pt x="225728" y="22103"/>
                  </a:moveTo>
                  <a:cubicBezTo>
                    <a:pt x="254036" y="22103"/>
                    <a:pt x="258570" y="30006"/>
                    <a:pt x="258570" y="55195"/>
                  </a:cubicBezTo>
                  <a:cubicBezTo>
                    <a:pt x="258570" y="80385"/>
                    <a:pt x="245090" y="105946"/>
                    <a:pt x="225728" y="105946"/>
                  </a:cubicBezTo>
                  <a:cubicBezTo>
                    <a:pt x="206366" y="105946"/>
                    <a:pt x="192886" y="79768"/>
                    <a:pt x="192886" y="55195"/>
                  </a:cubicBezTo>
                  <a:cubicBezTo>
                    <a:pt x="192886" y="30623"/>
                    <a:pt x="197420" y="22103"/>
                    <a:pt x="225728" y="22103"/>
                  </a:cubicBezTo>
                  <a:close/>
                  <a:moveTo>
                    <a:pt x="107350" y="210656"/>
                  </a:moveTo>
                  <a:cubicBezTo>
                    <a:pt x="87742" y="210656"/>
                    <a:pt x="74508" y="184355"/>
                    <a:pt x="74508" y="159906"/>
                  </a:cubicBezTo>
                  <a:cubicBezTo>
                    <a:pt x="74508" y="135457"/>
                    <a:pt x="79042" y="126814"/>
                    <a:pt x="107350" y="126814"/>
                  </a:cubicBezTo>
                  <a:cubicBezTo>
                    <a:pt x="135658" y="126814"/>
                    <a:pt x="140192" y="134593"/>
                    <a:pt x="140192" y="159906"/>
                  </a:cubicBezTo>
                  <a:cubicBezTo>
                    <a:pt x="140192" y="185220"/>
                    <a:pt x="127079" y="210656"/>
                    <a:pt x="107350" y="210656"/>
                  </a:cubicBezTo>
                  <a:close/>
                  <a:moveTo>
                    <a:pt x="225728" y="290177"/>
                  </a:moveTo>
                  <a:cubicBezTo>
                    <a:pt x="205999" y="290177"/>
                    <a:pt x="192886" y="263876"/>
                    <a:pt x="192886" y="239427"/>
                  </a:cubicBezTo>
                  <a:cubicBezTo>
                    <a:pt x="192886" y="214978"/>
                    <a:pt x="197420" y="206211"/>
                    <a:pt x="225728" y="206211"/>
                  </a:cubicBezTo>
                  <a:cubicBezTo>
                    <a:pt x="254036" y="206211"/>
                    <a:pt x="258570" y="214114"/>
                    <a:pt x="258570" y="239427"/>
                  </a:cubicBezTo>
                  <a:cubicBezTo>
                    <a:pt x="258570" y="264741"/>
                    <a:pt x="245090" y="290177"/>
                    <a:pt x="225728" y="290177"/>
                  </a:cubicBezTo>
                  <a:close/>
                  <a:moveTo>
                    <a:pt x="225728" y="184108"/>
                  </a:moveTo>
                  <a:cubicBezTo>
                    <a:pt x="193989" y="184108"/>
                    <a:pt x="177568" y="194851"/>
                    <a:pt x="172544" y="220164"/>
                  </a:cubicBezTo>
                  <a:lnTo>
                    <a:pt x="148647" y="207816"/>
                  </a:lnTo>
                  <a:cubicBezTo>
                    <a:pt x="157561" y="193367"/>
                    <a:pt x="162234" y="176672"/>
                    <a:pt x="162127" y="159659"/>
                  </a:cubicBezTo>
                  <a:cubicBezTo>
                    <a:pt x="162236" y="153032"/>
                    <a:pt x="161661" y="146410"/>
                    <a:pt x="160412" y="139903"/>
                  </a:cubicBezTo>
                  <a:lnTo>
                    <a:pt x="200361" y="119899"/>
                  </a:lnTo>
                  <a:cubicBezTo>
                    <a:pt x="215659" y="130427"/>
                    <a:pt x="235798" y="130427"/>
                    <a:pt x="251095" y="119899"/>
                  </a:cubicBezTo>
                  <a:lnTo>
                    <a:pt x="291045" y="139903"/>
                  </a:lnTo>
                  <a:cubicBezTo>
                    <a:pt x="289689" y="146688"/>
                    <a:pt x="289073" y="153603"/>
                    <a:pt x="289207" y="160524"/>
                  </a:cubicBezTo>
                  <a:cubicBezTo>
                    <a:pt x="289082" y="177556"/>
                    <a:pt x="293803" y="194267"/>
                    <a:pt x="302809" y="208681"/>
                  </a:cubicBezTo>
                  <a:lnTo>
                    <a:pt x="278300" y="221029"/>
                  </a:lnTo>
                  <a:cubicBezTo>
                    <a:pt x="273889" y="194851"/>
                    <a:pt x="257345" y="184108"/>
                    <a:pt x="225728" y="184108"/>
                  </a:cubicBezTo>
                  <a:close/>
                  <a:moveTo>
                    <a:pt x="344107" y="210656"/>
                  </a:moveTo>
                  <a:cubicBezTo>
                    <a:pt x="324377" y="210656"/>
                    <a:pt x="311142" y="184355"/>
                    <a:pt x="311142" y="159906"/>
                  </a:cubicBezTo>
                  <a:cubicBezTo>
                    <a:pt x="311142" y="135457"/>
                    <a:pt x="315676" y="126814"/>
                    <a:pt x="344107" y="126814"/>
                  </a:cubicBezTo>
                  <a:cubicBezTo>
                    <a:pt x="372537" y="126814"/>
                    <a:pt x="376949" y="134593"/>
                    <a:pt x="376949" y="159906"/>
                  </a:cubicBezTo>
                  <a:cubicBezTo>
                    <a:pt x="376949" y="185220"/>
                    <a:pt x="363714" y="210656"/>
                    <a:pt x="344107" y="210656"/>
                  </a:cubicBezTo>
                  <a:close/>
                </a:path>
              </a:pathLst>
            </a:custGeom>
            <a:solidFill>
              <a:schemeClr val="accent5"/>
            </a:solidFill>
            <a:ln w="120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8" name="Revenue">
            <a:extLst>
              <a:ext uri="{FF2B5EF4-FFF2-40B4-BE49-F238E27FC236}">
                <a16:creationId xmlns:a16="http://schemas.microsoft.com/office/drawing/2014/main" id="{55A2EA66-F58A-4458-A3FC-CE43458B2E3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097339" y="12207817"/>
            <a:ext cx="2033047" cy="320040"/>
            <a:chOff x="19097339" y="12207817"/>
            <a:chExt cx="2033047" cy="320040"/>
          </a:xfrm>
        </p:grpSpPr>
        <p:sp>
          <p:nvSpPr>
            <p:cNvPr id="116" name="Revenue in Billions USD">
              <a:extLst>
                <a:ext uri="{FF2B5EF4-FFF2-40B4-BE49-F238E27FC236}">
                  <a16:creationId xmlns:a16="http://schemas.microsoft.com/office/drawing/2014/main" id="{E287B836-FF18-4A66-8DB5-69CBE7D07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6" hasCustomPrompt="1"/>
            </p:nvPr>
          </p:nvSpPr>
          <p:spPr>
            <a:xfrm>
              <a:off x="20387554" y="12207817"/>
              <a:ext cx="742832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$XXXB</a:t>
              </a:r>
            </a:p>
          </p:txBody>
        </p:sp>
        <p:sp>
          <p:nvSpPr>
            <p:cNvPr id="115" name="&quot;revenue&quot;">
              <a:extLst>
                <a:ext uri="{FF2B5EF4-FFF2-40B4-BE49-F238E27FC236}">
                  <a16:creationId xmlns:a16="http://schemas.microsoft.com/office/drawing/2014/main" id="{82196980-AC81-4C03-8A0D-FA86BD6119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549180" y="12207817"/>
              <a:ext cx="835368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6" name="Revenue Icon">
              <a:extLst>
                <a:ext uri="{FF2B5EF4-FFF2-40B4-BE49-F238E27FC236}">
                  <a16:creationId xmlns:a16="http://schemas.microsoft.com/office/drawing/2014/main" id="{F12DAC35-D828-41DB-84AE-796CC015A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097339" y="12209099"/>
              <a:ext cx="355806" cy="317476"/>
            </a:xfrm>
            <a:custGeom>
              <a:avLst/>
              <a:gdLst>
                <a:gd name="connsiteX0" fmla="*/ 355807 w 355806"/>
                <a:gd name="connsiteY0" fmla="*/ 292933 h 317476"/>
                <a:gd name="connsiteX1" fmla="*/ 355807 w 355806"/>
                <a:gd name="connsiteY1" fmla="*/ 317477 h 317476"/>
                <a:gd name="connsiteX2" fmla="*/ 0 w 355806"/>
                <a:gd name="connsiteY2" fmla="*/ 317477 h 317476"/>
                <a:gd name="connsiteX3" fmla="*/ 0 w 355806"/>
                <a:gd name="connsiteY3" fmla="*/ 0 h 317476"/>
                <a:gd name="connsiteX4" fmla="*/ 25190 w 355806"/>
                <a:gd name="connsiteY4" fmla="*/ 0 h 317476"/>
                <a:gd name="connsiteX5" fmla="*/ 25190 w 355806"/>
                <a:gd name="connsiteY5" fmla="*/ 292933 h 317476"/>
                <a:gd name="connsiteX6" fmla="*/ 146983 w 355806"/>
                <a:gd name="connsiteY6" fmla="*/ 157941 h 317476"/>
                <a:gd name="connsiteX7" fmla="*/ 177337 w 355806"/>
                <a:gd name="connsiteY7" fmla="*/ 187516 h 317476"/>
                <a:gd name="connsiteX8" fmla="*/ 228724 w 355806"/>
                <a:gd name="connsiteY8" fmla="*/ 137569 h 317476"/>
                <a:gd name="connsiteX9" fmla="*/ 260463 w 355806"/>
                <a:gd name="connsiteY9" fmla="*/ 168495 h 317476"/>
                <a:gd name="connsiteX10" fmla="*/ 328350 w 355806"/>
                <a:gd name="connsiteY10" fmla="*/ 102471 h 317476"/>
                <a:gd name="connsiteX11" fmla="*/ 354547 w 355806"/>
                <a:gd name="connsiteY11" fmla="*/ 127997 h 317476"/>
                <a:gd name="connsiteX12" fmla="*/ 354547 w 355806"/>
                <a:gd name="connsiteY12" fmla="*/ 60133 h 317476"/>
                <a:gd name="connsiteX13" fmla="*/ 284645 w 355806"/>
                <a:gd name="connsiteY13" fmla="*/ 60133 h 317476"/>
                <a:gd name="connsiteX14" fmla="*/ 309835 w 355806"/>
                <a:gd name="connsiteY14" fmla="*/ 85413 h 317476"/>
                <a:gd name="connsiteX15" fmla="*/ 259456 w 355806"/>
                <a:gd name="connsiteY15" fmla="*/ 134501 h 317476"/>
                <a:gd name="connsiteX16" fmla="*/ 228724 w 355806"/>
                <a:gd name="connsiteY16" fmla="*/ 103085 h 317476"/>
                <a:gd name="connsiteX17" fmla="*/ 177337 w 355806"/>
                <a:gd name="connsiteY17" fmla="*/ 153155 h 317476"/>
                <a:gd name="connsiteX18" fmla="*/ 146983 w 355806"/>
                <a:gd name="connsiteY18" fmla="*/ 123456 h 317476"/>
                <a:gd name="connsiteX19" fmla="*/ 54032 w 355806"/>
                <a:gd name="connsiteY19" fmla="*/ 214024 h 317476"/>
                <a:gd name="connsiteX20" fmla="*/ 71917 w 355806"/>
                <a:gd name="connsiteY20" fmla="*/ 231450 h 31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806" h="317476">
                  <a:moveTo>
                    <a:pt x="355807" y="292933"/>
                  </a:moveTo>
                  <a:lnTo>
                    <a:pt x="355807" y="317477"/>
                  </a:lnTo>
                  <a:lnTo>
                    <a:pt x="0" y="317477"/>
                  </a:lnTo>
                  <a:lnTo>
                    <a:pt x="0" y="0"/>
                  </a:lnTo>
                  <a:lnTo>
                    <a:pt x="25190" y="0"/>
                  </a:lnTo>
                  <a:lnTo>
                    <a:pt x="25190" y="292933"/>
                  </a:lnTo>
                  <a:close/>
                  <a:moveTo>
                    <a:pt x="146983" y="157941"/>
                  </a:moveTo>
                  <a:lnTo>
                    <a:pt x="177337" y="187516"/>
                  </a:lnTo>
                  <a:lnTo>
                    <a:pt x="228724" y="137569"/>
                  </a:lnTo>
                  <a:lnTo>
                    <a:pt x="260463" y="168495"/>
                  </a:lnTo>
                  <a:lnTo>
                    <a:pt x="328350" y="102471"/>
                  </a:lnTo>
                  <a:lnTo>
                    <a:pt x="354547" y="127997"/>
                  </a:lnTo>
                  <a:lnTo>
                    <a:pt x="354547" y="60133"/>
                  </a:lnTo>
                  <a:lnTo>
                    <a:pt x="284645" y="60133"/>
                  </a:lnTo>
                  <a:lnTo>
                    <a:pt x="309835" y="85413"/>
                  </a:lnTo>
                  <a:lnTo>
                    <a:pt x="259456" y="134501"/>
                  </a:lnTo>
                  <a:lnTo>
                    <a:pt x="228724" y="103085"/>
                  </a:lnTo>
                  <a:lnTo>
                    <a:pt x="177337" y="153155"/>
                  </a:lnTo>
                  <a:lnTo>
                    <a:pt x="146983" y="123456"/>
                  </a:lnTo>
                  <a:lnTo>
                    <a:pt x="54032" y="214024"/>
                  </a:lnTo>
                  <a:lnTo>
                    <a:pt x="71917" y="231450"/>
                  </a:lnTo>
                  <a:close/>
                </a:path>
              </a:pathLst>
            </a:custGeom>
            <a:solidFill>
              <a:schemeClr val="accent5"/>
            </a:solidFill>
            <a:ln w="12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" name="Headquarters">
            <a:extLst>
              <a:ext uri="{FF2B5EF4-FFF2-40B4-BE49-F238E27FC236}">
                <a16:creationId xmlns:a16="http://schemas.microsoft.com/office/drawing/2014/main" id="{C2C66D39-F49A-4075-8214-59047ED65B7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126034" y="12156253"/>
            <a:ext cx="2456159" cy="423169"/>
            <a:chOff x="16126034" y="12156253"/>
            <a:chExt cx="2456159" cy="423169"/>
          </a:xfrm>
        </p:grpSpPr>
        <p:sp>
          <p:nvSpPr>
            <p:cNvPr id="108" name="Headquarters Area">
              <a:extLst>
                <a:ext uri="{FF2B5EF4-FFF2-40B4-BE49-F238E27FC236}">
                  <a16:creationId xmlns:a16="http://schemas.microsoft.com/office/drawing/2014/main" id="{B2E667B4-6BA4-4DE5-BF10-BDF0495AE3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5" hasCustomPrompt="1"/>
            </p:nvPr>
          </p:nvSpPr>
          <p:spPr>
            <a:xfrm>
              <a:off x="17900868" y="12207817"/>
              <a:ext cx="681325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AREA</a:t>
              </a:r>
            </a:p>
          </p:txBody>
        </p:sp>
        <p:sp>
          <p:nvSpPr>
            <p:cNvPr id="82" name="&quot;headquarters&quot;">
              <a:extLst>
                <a:ext uri="{FF2B5EF4-FFF2-40B4-BE49-F238E27FC236}">
                  <a16:creationId xmlns:a16="http://schemas.microsoft.com/office/drawing/2014/main" id="{1EE71E7C-B26C-4AA0-B252-C5DE2999E7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598959" y="12207817"/>
              <a:ext cx="1298903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headquarters</a:t>
              </a:r>
            </a:p>
          </p:txBody>
        </p:sp>
        <p:sp>
          <p:nvSpPr>
            <p:cNvPr id="88" name="Headquarters Icon">
              <a:extLst>
                <a:ext uri="{FF2B5EF4-FFF2-40B4-BE49-F238E27FC236}">
                  <a16:creationId xmlns:a16="http://schemas.microsoft.com/office/drawing/2014/main" id="{17D3FF4D-D7D8-4DD6-9802-7EBF1D0263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126034" y="12156253"/>
              <a:ext cx="400035" cy="423169"/>
            </a:xfrm>
            <a:custGeom>
              <a:avLst/>
              <a:gdLst>
                <a:gd name="connsiteX0" fmla="*/ 357727 w 400035"/>
                <a:gd name="connsiteY0" fmla="*/ 91971 h 423169"/>
                <a:gd name="connsiteX1" fmla="*/ 228118 w 400035"/>
                <a:gd name="connsiteY1" fmla="*/ 20102 h 423169"/>
                <a:gd name="connsiteX2" fmla="*/ 190414 w 400035"/>
                <a:gd name="connsiteY2" fmla="*/ 1482 h 423169"/>
                <a:gd name="connsiteX3" fmla="*/ 171422 w 400035"/>
                <a:gd name="connsiteY3" fmla="*/ 38446 h 423169"/>
                <a:gd name="connsiteX4" fmla="*/ 209126 w 400035"/>
                <a:gd name="connsiteY4" fmla="*/ 57066 h 423169"/>
                <a:gd name="connsiteX5" fmla="*/ 226732 w 400035"/>
                <a:gd name="connsiteY5" fmla="*/ 41836 h 423169"/>
                <a:gd name="connsiteX6" fmla="*/ 340093 w 400035"/>
                <a:gd name="connsiteY6" fmla="*/ 105431 h 423169"/>
                <a:gd name="connsiteX7" fmla="*/ 376368 w 400035"/>
                <a:gd name="connsiteY7" fmla="*/ 227436 h 423169"/>
                <a:gd name="connsiteX8" fmla="*/ 300795 w 400035"/>
                <a:gd name="connsiteY8" fmla="*/ 347959 h 423169"/>
                <a:gd name="connsiteX9" fmla="*/ 313390 w 400035"/>
                <a:gd name="connsiteY9" fmla="*/ 365864 h 423169"/>
                <a:gd name="connsiteX10" fmla="*/ 398789 w 400035"/>
                <a:gd name="connsiteY10" fmla="*/ 230029 h 423169"/>
                <a:gd name="connsiteX11" fmla="*/ 357727 w 400035"/>
                <a:gd name="connsiteY11" fmla="*/ 91971 h 423169"/>
                <a:gd name="connsiteX12" fmla="*/ 200030 w 400035"/>
                <a:gd name="connsiteY12" fmla="*/ 37390 h 423169"/>
                <a:gd name="connsiteX13" fmla="*/ 191970 w 400035"/>
                <a:gd name="connsiteY13" fmla="*/ 29734 h 423169"/>
                <a:gd name="connsiteX14" fmla="*/ 199780 w 400035"/>
                <a:gd name="connsiteY14" fmla="*/ 21833 h 423169"/>
                <a:gd name="connsiteX15" fmla="*/ 207839 w 400035"/>
                <a:gd name="connsiteY15" fmla="*/ 29489 h 423169"/>
                <a:gd name="connsiteX16" fmla="*/ 207839 w 400035"/>
                <a:gd name="connsiteY16" fmla="*/ 29734 h 423169"/>
                <a:gd name="connsiteX17" fmla="*/ 200030 w 400035"/>
                <a:gd name="connsiteY17" fmla="*/ 37390 h 423169"/>
                <a:gd name="connsiteX18" fmla="*/ 84024 w 400035"/>
                <a:gd name="connsiteY18" fmla="*/ 157666 h 423169"/>
                <a:gd name="connsiteX19" fmla="*/ 101658 w 400035"/>
                <a:gd name="connsiteY19" fmla="*/ 130005 h 423169"/>
                <a:gd name="connsiteX20" fmla="*/ 149773 w 400035"/>
                <a:gd name="connsiteY20" fmla="*/ 146552 h 423169"/>
                <a:gd name="connsiteX21" fmla="*/ 144987 w 400035"/>
                <a:gd name="connsiteY21" fmla="*/ 197922 h 423169"/>
                <a:gd name="connsiteX22" fmla="*/ 86039 w 400035"/>
                <a:gd name="connsiteY22" fmla="*/ 197922 h 423169"/>
                <a:gd name="connsiteX23" fmla="*/ 47140 w 400035"/>
                <a:gd name="connsiteY23" fmla="*/ 181396 h 423169"/>
                <a:gd name="connsiteX24" fmla="*/ 30283 w 400035"/>
                <a:gd name="connsiteY24" fmla="*/ 219533 h 423169"/>
                <a:gd name="connsiteX25" fmla="*/ 69182 w 400035"/>
                <a:gd name="connsiteY25" fmla="*/ 236059 h 423169"/>
                <a:gd name="connsiteX26" fmla="*/ 86039 w 400035"/>
                <a:gd name="connsiteY26" fmla="*/ 219533 h 423169"/>
                <a:gd name="connsiteX27" fmla="*/ 144987 w 400035"/>
                <a:gd name="connsiteY27" fmla="*/ 219533 h 423169"/>
                <a:gd name="connsiteX28" fmla="*/ 151159 w 400035"/>
                <a:gd name="connsiteY28" fmla="*/ 276830 h 423169"/>
                <a:gd name="connsiteX29" fmla="*/ 103547 w 400035"/>
                <a:gd name="connsiteY29" fmla="*/ 292760 h 423169"/>
                <a:gd name="connsiteX30" fmla="*/ 84402 w 400035"/>
                <a:gd name="connsiteY30" fmla="*/ 265593 h 423169"/>
                <a:gd name="connsiteX31" fmla="*/ 64627 w 400035"/>
                <a:gd name="connsiteY31" fmla="*/ 275349 h 423169"/>
                <a:gd name="connsiteX32" fmla="*/ 136674 w 400035"/>
                <a:gd name="connsiteY32" fmla="*/ 342155 h 423169"/>
                <a:gd name="connsiteX33" fmla="*/ 199652 w 400035"/>
                <a:gd name="connsiteY33" fmla="*/ 355244 h 423169"/>
                <a:gd name="connsiteX34" fmla="*/ 201541 w 400035"/>
                <a:gd name="connsiteY34" fmla="*/ 355244 h 423169"/>
                <a:gd name="connsiteX35" fmla="*/ 336062 w 400035"/>
                <a:gd name="connsiteY35" fmla="*/ 275349 h 423169"/>
                <a:gd name="connsiteX36" fmla="*/ 316287 w 400035"/>
                <a:gd name="connsiteY36" fmla="*/ 265593 h 423169"/>
                <a:gd name="connsiteX37" fmla="*/ 297142 w 400035"/>
                <a:gd name="connsiteY37" fmla="*/ 292760 h 423169"/>
                <a:gd name="connsiteX38" fmla="*/ 249530 w 400035"/>
                <a:gd name="connsiteY38" fmla="*/ 276830 h 423169"/>
                <a:gd name="connsiteX39" fmla="*/ 255198 w 400035"/>
                <a:gd name="connsiteY39" fmla="*/ 219533 h 423169"/>
                <a:gd name="connsiteX40" fmla="*/ 314146 w 400035"/>
                <a:gd name="connsiteY40" fmla="*/ 219533 h 423169"/>
                <a:gd name="connsiteX41" fmla="*/ 353045 w 400035"/>
                <a:gd name="connsiteY41" fmla="*/ 236059 h 423169"/>
                <a:gd name="connsiteX42" fmla="*/ 369902 w 400035"/>
                <a:gd name="connsiteY42" fmla="*/ 197922 h 423169"/>
                <a:gd name="connsiteX43" fmla="*/ 331003 w 400035"/>
                <a:gd name="connsiteY43" fmla="*/ 181396 h 423169"/>
                <a:gd name="connsiteX44" fmla="*/ 314146 w 400035"/>
                <a:gd name="connsiteY44" fmla="*/ 197922 h 423169"/>
                <a:gd name="connsiteX45" fmla="*/ 254947 w 400035"/>
                <a:gd name="connsiteY45" fmla="*/ 197922 h 423169"/>
                <a:gd name="connsiteX46" fmla="*/ 250286 w 400035"/>
                <a:gd name="connsiteY46" fmla="*/ 146552 h 423169"/>
                <a:gd name="connsiteX47" fmla="*/ 298275 w 400035"/>
                <a:gd name="connsiteY47" fmla="*/ 130005 h 423169"/>
                <a:gd name="connsiteX48" fmla="*/ 315909 w 400035"/>
                <a:gd name="connsiteY48" fmla="*/ 157666 h 423169"/>
                <a:gd name="connsiteX49" fmla="*/ 335936 w 400035"/>
                <a:gd name="connsiteY49" fmla="*/ 148528 h 423169"/>
                <a:gd name="connsiteX50" fmla="*/ 264519 w 400035"/>
                <a:gd name="connsiteY50" fmla="*/ 76535 h 423169"/>
                <a:gd name="connsiteX51" fmla="*/ 201541 w 400035"/>
                <a:gd name="connsiteY51" fmla="*/ 62087 h 423169"/>
                <a:gd name="connsiteX52" fmla="*/ 199400 w 400035"/>
                <a:gd name="connsiteY52" fmla="*/ 62087 h 423169"/>
                <a:gd name="connsiteX53" fmla="*/ 150655 w 400035"/>
                <a:gd name="connsiteY53" fmla="*/ 70484 h 423169"/>
                <a:gd name="connsiteX54" fmla="*/ 63997 w 400035"/>
                <a:gd name="connsiteY54" fmla="*/ 148528 h 423169"/>
                <a:gd name="connsiteX55" fmla="*/ 58833 w 400035"/>
                <a:gd name="connsiteY55" fmla="*/ 216445 h 423169"/>
                <a:gd name="connsiteX56" fmla="*/ 50773 w 400035"/>
                <a:gd name="connsiteY56" fmla="*/ 208789 h 423169"/>
                <a:gd name="connsiteX57" fmla="*/ 58583 w 400035"/>
                <a:gd name="connsiteY57" fmla="*/ 200888 h 423169"/>
                <a:gd name="connsiteX58" fmla="*/ 66642 w 400035"/>
                <a:gd name="connsiteY58" fmla="*/ 208544 h 423169"/>
                <a:gd name="connsiteX59" fmla="*/ 66642 w 400035"/>
                <a:gd name="connsiteY59" fmla="*/ 208789 h 423169"/>
                <a:gd name="connsiteX60" fmla="*/ 58591 w 400035"/>
                <a:gd name="connsiteY60" fmla="*/ 216453 h 423169"/>
                <a:gd name="connsiteX61" fmla="*/ 58329 w 400035"/>
                <a:gd name="connsiteY61" fmla="*/ 216445 h 423169"/>
                <a:gd name="connsiteX62" fmla="*/ 342234 w 400035"/>
                <a:gd name="connsiteY62" fmla="*/ 201010 h 423169"/>
                <a:gd name="connsiteX63" fmla="*/ 350169 w 400035"/>
                <a:gd name="connsiteY63" fmla="*/ 208789 h 423169"/>
                <a:gd name="connsiteX64" fmla="*/ 342234 w 400035"/>
                <a:gd name="connsiteY64" fmla="*/ 216569 h 423169"/>
                <a:gd name="connsiteX65" fmla="*/ 334299 w 400035"/>
                <a:gd name="connsiteY65" fmla="*/ 208789 h 423169"/>
                <a:gd name="connsiteX66" fmla="*/ 341730 w 400035"/>
                <a:gd name="connsiteY66" fmla="*/ 201010 h 423169"/>
                <a:gd name="connsiteX67" fmla="*/ 145113 w 400035"/>
                <a:gd name="connsiteY67" fmla="*/ 322397 h 423169"/>
                <a:gd name="connsiteX68" fmla="*/ 120929 w 400035"/>
                <a:gd name="connsiteY68" fmla="*/ 309060 h 423169"/>
                <a:gd name="connsiteX69" fmla="*/ 155441 w 400035"/>
                <a:gd name="connsiteY69" fmla="*/ 298564 h 423169"/>
                <a:gd name="connsiteX70" fmla="*/ 168037 w 400035"/>
                <a:gd name="connsiteY70" fmla="*/ 330423 h 423169"/>
                <a:gd name="connsiteX71" fmla="*/ 145113 w 400035"/>
                <a:gd name="connsiteY71" fmla="*/ 322397 h 423169"/>
                <a:gd name="connsiteX72" fmla="*/ 200659 w 400035"/>
                <a:gd name="connsiteY72" fmla="*/ 333634 h 423169"/>
                <a:gd name="connsiteX73" fmla="*/ 199400 w 400035"/>
                <a:gd name="connsiteY73" fmla="*/ 333634 h 423169"/>
                <a:gd name="connsiteX74" fmla="*/ 177232 w 400035"/>
                <a:gd name="connsiteY74" fmla="*/ 294736 h 423169"/>
                <a:gd name="connsiteX75" fmla="*/ 200030 w 400035"/>
                <a:gd name="connsiteY75" fmla="*/ 293624 h 423169"/>
                <a:gd name="connsiteX76" fmla="*/ 222702 w 400035"/>
                <a:gd name="connsiteY76" fmla="*/ 294736 h 423169"/>
                <a:gd name="connsiteX77" fmla="*/ 200659 w 400035"/>
                <a:gd name="connsiteY77" fmla="*/ 333758 h 423169"/>
                <a:gd name="connsiteX78" fmla="*/ 200659 w 400035"/>
                <a:gd name="connsiteY78" fmla="*/ 271891 h 423169"/>
                <a:gd name="connsiteX79" fmla="*/ 172949 w 400035"/>
                <a:gd name="connsiteY79" fmla="*/ 273373 h 423169"/>
                <a:gd name="connsiteX80" fmla="*/ 167785 w 400035"/>
                <a:gd name="connsiteY80" fmla="*/ 219409 h 423169"/>
                <a:gd name="connsiteX81" fmla="*/ 233534 w 400035"/>
                <a:gd name="connsiteY81" fmla="*/ 219409 h 423169"/>
                <a:gd name="connsiteX82" fmla="*/ 228244 w 400035"/>
                <a:gd name="connsiteY82" fmla="*/ 273373 h 423169"/>
                <a:gd name="connsiteX83" fmla="*/ 200030 w 400035"/>
                <a:gd name="connsiteY83" fmla="*/ 272014 h 423169"/>
                <a:gd name="connsiteX84" fmla="*/ 279004 w 400035"/>
                <a:gd name="connsiteY84" fmla="*/ 309060 h 423169"/>
                <a:gd name="connsiteX85" fmla="*/ 232400 w 400035"/>
                <a:gd name="connsiteY85" fmla="*/ 330423 h 423169"/>
                <a:gd name="connsiteX86" fmla="*/ 244996 w 400035"/>
                <a:gd name="connsiteY86" fmla="*/ 298564 h 423169"/>
                <a:gd name="connsiteX87" fmla="*/ 279004 w 400035"/>
                <a:gd name="connsiteY87" fmla="*/ 309060 h 423169"/>
                <a:gd name="connsiteX88" fmla="*/ 254443 w 400035"/>
                <a:gd name="connsiteY88" fmla="*/ 95923 h 423169"/>
                <a:gd name="connsiteX89" fmla="*/ 282153 w 400035"/>
                <a:gd name="connsiteY89" fmla="*/ 113828 h 423169"/>
                <a:gd name="connsiteX90" fmla="*/ 246004 w 400035"/>
                <a:gd name="connsiteY90" fmla="*/ 125312 h 423169"/>
                <a:gd name="connsiteX91" fmla="*/ 232526 w 400035"/>
                <a:gd name="connsiteY91" fmla="*/ 88266 h 423169"/>
                <a:gd name="connsiteX92" fmla="*/ 254443 w 400035"/>
                <a:gd name="connsiteY92" fmla="*/ 95923 h 423169"/>
                <a:gd name="connsiteX93" fmla="*/ 199400 w 400035"/>
                <a:gd name="connsiteY93" fmla="*/ 83574 h 423169"/>
                <a:gd name="connsiteX94" fmla="*/ 200533 w 400035"/>
                <a:gd name="connsiteY94" fmla="*/ 83574 h 423169"/>
                <a:gd name="connsiteX95" fmla="*/ 224339 w 400035"/>
                <a:gd name="connsiteY95" fmla="*/ 128400 h 423169"/>
                <a:gd name="connsiteX96" fmla="*/ 200030 w 400035"/>
                <a:gd name="connsiteY96" fmla="*/ 129758 h 423169"/>
                <a:gd name="connsiteX97" fmla="*/ 175594 w 400035"/>
                <a:gd name="connsiteY97" fmla="*/ 128400 h 423169"/>
                <a:gd name="connsiteX98" fmla="*/ 199400 w 400035"/>
                <a:gd name="connsiteY98" fmla="*/ 83821 h 423169"/>
                <a:gd name="connsiteX99" fmla="*/ 200030 w 400035"/>
                <a:gd name="connsiteY99" fmla="*/ 151368 h 423169"/>
                <a:gd name="connsiteX100" fmla="*/ 228622 w 400035"/>
                <a:gd name="connsiteY100" fmla="*/ 149763 h 423169"/>
                <a:gd name="connsiteX101" fmla="*/ 232904 w 400035"/>
                <a:gd name="connsiteY101" fmla="*/ 197922 h 423169"/>
                <a:gd name="connsiteX102" fmla="*/ 167155 w 400035"/>
                <a:gd name="connsiteY102" fmla="*/ 197922 h 423169"/>
                <a:gd name="connsiteX103" fmla="*/ 171312 w 400035"/>
                <a:gd name="connsiteY103" fmla="*/ 150010 h 423169"/>
                <a:gd name="connsiteX104" fmla="*/ 200030 w 400035"/>
                <a:gd name="connsiteY104" fmla="*/ 151615 h 423169"/>
                <a:gd name="connsiteX105" fmla="*/ 157582 w 400035"/>
                <a:gd name="connsiteY105" fmla="*/ 90983 h 423169"/>
                <a:gd name="connsiteX106" fmla="*/ 167281 w 400035"/>
                <a:gd name="connsiteY106" fmla="*/ 88020 h 423169"/>
                <a:gd name="connsiteX107" fmla="*/ 153930 w 400035"/>
                <a:gd name="connsiteY107" fmla="*/ 125065 h 423169"/>
                <a:gd name="connsiteX108" fmla="*/ 117780 w 400035"/>
                <a:gd name="connsiteY108" fmla="*/ 113581 h 423169"/>
                <a:gd name="connsiteX109" fmla="*/ 157582 w 400035"/>
                <a:gd name="connsiteY109" fmla="*/ 90983 h 423169"/>
                <a:gd name="connsiteX110" fmla="*/ 200030 w 400035"/>
                <a:gd name="connsiteY110" fmla="*/ 364629 h 423169"/>
                <a:gd name="connsiteX111" fmla="*/ 172823 w 400035"/>
                <a:gd name="connsiteY111" fmla="*/ 381794 h 423169"/>
                <a:gd name="connsiteX112" fmla="*/ 60596 w 400035"/>
                <a:gd name="connsiteY112" fmla="*/ 318198 h 423169"/>
                <a:gd name="connsiteX113" fmla="*/ 22809 w 400035"/>
                <a:gd name="connsiteY113" fmla="*/ 192366 h 423169"/>
                <a:gd name="connsiteX114" fmla="*/ 98383 w 400035"/>
                <a:gd name="connsiteY114" fmla="*/ 68879 h 423169"/>
                <a:gd name="connsiteX115" fmla="*/ 85787 w 400035"/>
                <a:gd name="connsiteY115" fmla="*/ 50974 h 423169"/>
                <a:gd name="connsiteX116" fmla="*/ 1271 w 400035"/>
                <a:gd name="connsiteY116" fmla="*/ 190019 h 423169"/>
                <a:gd name="connsiteX117" fmla="*/ 43340 w 400035"/>
                <a:gd name="connsiteY117" fmla="*/ 331658 h 423169"/>
                <a:gd name="connsiteX118" fmla="*/ 171815 w 400035"/>
                <a:gd name="connsiteY118" fmla="*/ 403404 h 423169"/>
                <a:gd name="connsiteX119" fmla="*/ 209746 w 400035"/>
                <a:gd name="connsiteY119" fmla="*/ 421574 h 423169"/>
                <a:gd name="connsiteX120" fmla="*/ 228280 w 400035"/>
                <a:gd name="connsiteY120" fmla="*/ 384387 h 423169"/>
                <a:gd name="connsiteX121" fmla="*/ 200030 w 400035"/>
                <a:gd name="connsiteY121" fmla="*/ 364629 h 423169"/>
                <a:gd name="connsiteX122" fmla="*/ 200030 w 400035"/>
                <a:gd name="connsiteY122" fmla="*/ 401675 h 423169"/>
                <a:gd name="connsiteX123" fmla="*/ 191970 w 400035"/>
                <a:gd name="connsiteY123" fmla="*/ 394019 h 423169"/>
                <a:gd name="connsiteX124" fmla="*/ 199780 w 400035"/>
                <a:gd name="connsiteY124" fmla="*/ 386118 h 423169"/>
                <a:gd name="connsiteX125" fmla="*/ 207839 w 400035"/>
                <a:gd name="connsiteY125" fmla="*/ 393774 h 423169"/>
                <a:gd name="connsiteX126" fmla="*/ 207839 w 400035"/>
                <a:gd name="connsiteY126" fmla="*/ 394019 h 423169"/>
                <a:gd name="connsiteX127" fmla="*/ 200030 w 400035"/>
                <a:gd name="connsiteY127" fmla="*/ 401675 h 42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00035" h="423169">
                  <a:moveTo>
                    <a:pt x="357727" y="91971"/>
                  </a:moveTo>
                  <a:cubicBezTo>
                    <a:pt x="325408" y="52739"/>
                    <a:pt x="279066" y="27043"/>
                    <a:pt x="228118" y="20102"/>
                  </a:cubicBezTo>
                  <a:cubicBezTo>
                    <a:pt x="222951" y="4753"/>
                    <a:pt x="206070" y="-3583"/>
                    <a:pt x="190414" y="1482"/>
                  </a:cubicBezTo>
                  <a:cubicBezTo>
                    <a:pt x="174758" y="6548"/>
                    <a:pt x="166255" y="23097"/>
                    <a:pt x="171422" y="38446"/>
                  </a:cubicBezTo>
                  <a:cubicBezTo>
                    <a:pt x="176590" y="53795"/>
                    <a:pt x="193470" y="62132"/>
                    <a:pt x="209126" y="57066"/>
                  </a:cubicBezTo>
                  <a:cubicBezTo>
                    <a:pt x="216870" y="54560"/>
                    <a:pt x="223232" y="49057"/>
                    <a:pt x="226732" y="41836"/>
                  </a:cubicBezTo>
                  <a:cubicBezTo>
                    <a:pt x="271329" y="48313"/>
                    <a:pt x="311801" y="71019"/>
                    <a:pt x="340093" y="105431"/>
                  </a:cubicBezTo>
                  <a:cubicBezTo>
                    <a:pt x="368445" y="139653"/>
                    <a:pt x="381523" y="183638"/>
                    <a:pt x="376368" y="227436"/>
                  </a:cubicBezTo>
                  <a:cubicBezTo>
                    <a:pt x="370409" y="276526"/>
                    <a:pt x="342783" y="320583"/>
                    <a:pt x="300795" y="347959"/>
                  </a:cubicBezTo>
                  <a:lnTo>
                    <a:pt x="313390" y="365864"/>
                  </a:lnTo>
                  <a:cubicBezTo>
                    <a:pt x="360805" y="335062"/>
                    <a:pt x="392028" y="285398"/>
                    <a:pt x="398789" y="230029"/>
                  </a:cubicBezTo>
                  <a:cubicBezTo>
                    <a:pt x="404625" y="180466"/>
                    <a:pt x="389820" y="130691"/>
                    <a:pt x="357727" y="91971"/>
                  </a:cubicBezTo>
                  <a:close/>
                  <a:moveTo>
                    <a:pt x="200030" y="37390"/>
                  </a:moveTo>
                  <a:cubicBezTo>
                    <a:pt x="195648" y="37458"/>
                    <a:pt x="192039" y="34030"/>
                    <a:pt x="191970" y="29734"/>
                  </a:cubicBezTo>
                  <a:cubicBezTo>
                    <a:pt x="191901" y="25438"/>
                    <a:pt x="195398" y="21900"/>
                    <a:pt x="199780" y="21833"/>
                  </a:cubicBezTo>
                  <a:cubicBezTo>
                    <a:pt x="204162" y="21765"/>
                    <a:pt x="207770" y="25193"/>
                    <a:pt x="207839" y="29489"/>
                  </a:cubicBezTo>
                  <a:cubicBezTo>
                    <a:pt x="207840" y="29571"/>
                    <a:pt x="207840" y="29652"/>
                    <a:pt x="207839" y="29734"/>
                  </a:cubicBezTo>
                  <a:cubicBezTo>
                    <a:pt x="207771" y="33935"/>
                    <a:pt x="204314" y="37324"/>
                    <a:pt x="200030" y="37390"/>
                  </a:cubicBezTo>
                  <a:close/>
                  <a:moveTo>
                    <a:pt x="84024" y="157666"/>
                  </a:moveTo>
                  <a:cubicBezTo>
                    <a:pt x="88713" y="147766"/>
                    <a:pt x="94636" y="138475"/>
                    <a:pt x="101658" y="130005"/>
                  </a:cubicBezTo>
                  <a:cubicBezTo>
                    <a:pt x="116760" y="137853"/>
                    <a:pt x="132979" y="143431"/>
                    <a:pt x="149773" y="146552"/>
                  </a:cubicBezTo>
                  <a:cubicBezTo>
                    <a:pt x="147055" y="163557"/>
                    <a:pt x="145456" y="180716"/>
                    <a:pt x="144987" y="197922"/>
                  </a:cubicBezTo>
                  <a:lnTo>
                    <a:pt x="86039" y="197922"/>
                  </a:lnTo>
                  <a:cubicBezTo>
                    <a:pt x="79952" y="182828"/>
                    <a:pt x="62537" y="175429"/>
                    <a:pt x="47140" y="181396"/>
                  </a:cubicBezTo>
                  <a:cubicBezTo>
                    <a:pt x="31743" y="187364"/>
                    <a:pt x="24196" y="204438"/>
                    <a:pt x="30283" y="219533"/>
                  </a:cubicBezTo>
                  <a:cubicBezTo>
                    <a:pt x="36370" y="234627"/>
                    <a:pt x="53786" y="242027"/>
                    <a:pt x="69182" y="236059"/>
                  </a:cubicBezTo>
                  <a:cubicBezTo>
                    <a:pt x="76890" y="233072"/>
                    <a:pt x="82992" y="227089"/>
                    <a:pt x="86039" y="219533"/>
                  </a:cubicBezTo>
                  <a:lnTo>
                    <a:pt x="144987" y="219533"/>
                  </a:lnTo>
                  <a:cubicBezTo>
                    <a:pt x="145639" y="238752"/>
                    <a:pt x="147701" y="257901"/>
                    <a:pt x="151159" y="276830"/>
                  </a:cubicBezTo>
                  <a:cubicBezTo>
                    <a:pt x="134604" y="279923"/>
                    <a:pt x="118576" y="285285"/>
                    <a:pt x="103547" y="292760"/>
                  </a:cubicBezTo>
                  <a:cubicBezTo>
                    <a:pt x="95862" y="284657"/>
                    <a:pt x="89414" y="275507"/>
                    <a:pt x="84402" y="265593"/>
                  </a:cubicBezTo>
                  <a:lnTo>
                    <a:pt x="64627" y="275349"/>
                  </a:lnTo>
                  <a:cubicBezTo>
                    <a:pt x="80100" y="305071"/>
                    <a:pt x="105542" y="328663"/>
                    <a:pt x="136674" y="342155"/>
                  </a:cubicBezTo>
                  <a:cubicBezTo>
                    <a:pt x="156504" y="350779"/>
                    <a:pt x="177957" y="355238"/>
                    <a:pt x="199652" y="355244"/>
                  </a:cubicBezTo>
                  <a:lnTo>
                    <a:pt x="201541" y="355244"/>
                  </a:lnTo>
                  <a:cubicBezTo>
                    <a:pt x="258097" y="355384"/>
                    <a:pt x="310000" y="324557"/>
                    <a:pt x="336062" y="275349"/>
                  </a:cubicBezTo>
                  <a:lnTo>
                    <a:pt x="316287" y="265593"/>
                  </a:lnTo>
                  <a:cubicBezTo>
                    <a:pt x="311294" y="275517"/>
                    <a:pt x="304843" y="284670"/>
                    <a:pt x="297142" y="292760"/>
                  </a:cubicBezTo>
                  <a:cubicBezTo>
                    <a:pt x="282113" y="285285"/>
                    <a:pt x="266085" y="279923"/>
                    <a:pt x="249530" y="276830"/>
                  </a:cubicBezTo>
                  <a:cubicBezTo>
                    <a:pt x="252881" y="257897"/>
                    <a:pt x="254776" y="238744"/>
                    <a:pt x="255198" y="219533"/>
                  </a:cubicBezTo>
                  <a:lnTo>
                    <a:pt x="314146" y="219533"/>
                  </a:lnTo>
                  <a:cubicBezTo>
                    <a:pt x="320233" y="234627"/>
                    <a:pt x="337649" y="242027"/>
                    <a:pt x="353045" y="236059"/>
                  </a:cubicBezTo>
                  <a:cubicBezTo>
                    <a:pt x="368442" y="230092"/>
                    <a:pt x="375989" y="213017"/>
                    <a:pt x="369902" y="197922"/>
                  </a:cubicBezTo>
                  <a:cubicBezTo>
                    <a:pt x="363815" y="182828"/>
                    <a:pt x="346400" y="175429"/>
                    <a:pt x="331003" y="181396"/>
                  </a:cubicBezTo>
                  <a:cubicBezTo>
                    <a:pt x="323295" y="184383"/>
                    <a:pt x="317193" y="190366"/>
                    <a:pt x="314146" y="197922"/>
                  </a:cubicBezTo>
                  <a:lnTo>
                    <a:pt x="254947" y="197922"/>
                  </a:lnTo>
                  <a:cubicBezTo>
                    <a:pt x="254518" y="180719"/>
                    <a:pt x="252962" y="163560"/>
                    <a:pt x="250286" y="146552"/>
                  </a:cubicBezTo>
                  <a:cubicBezTo>
                    <a:pt x="267024" y="143375"/>
                    <a:pt x="283194" y="137800"/>
                    <a:pt x="298275" y="130005"/>
                  </a:cubicBezTo>
                  <a:cubicBezTo>
                    <a:pt x="305357" y="138433"/>
                    <a:pt x="311285" y="147732"/>
                    <a:pt x="315909" y="157666"/>
                  </a:cubicBezTo>
                  <a:lnTo>
                    <a:pt x="335936" y="148528"/>
                  </a:lnTo>
                  <a:cubicBezTo>
                    <a:pt x="321403" y="117112"/>
                    <a:pt x="296146" y="91652"/>
                    <a:pt x="264519" y="76535"/>
                  </a:cubicBezTo>
                  <a:cubicBezTo>
                    <a:pt x="244892" y="67163"/>
                    <a:pt x="223372" y="62226"/>
                    <a:pt x="201541" y="62087"/>
                  </a:cubicBezTo>
                  <a:lnTo>
                    <a:pt x="199400" y="62087"/>
                  </a:lnTo>
                  <a:cubicBezTo>
                    <a:pt x="182786" y="62189"/>
                    <a:pt x="166308" y="65027"/>
                    <a:pt x="150655" y="70484"/>
                  </a:cubicBezTo>
                  <a:cubicBezTo>
                    <a:pt x="112202" y="83955"/>
                    <a:pt x="80944" y="112105"/>
                    <a:pt x="63997" y="148528"/>
                  </a:cubicBezTo>
                  <a:close/>
                  <a:moveTo>
                    <a:pt x="58833" y="216445"/>
                  </a:moveTo>
                  <a:cubicBezTo>
                    <a:pt x="54451" y="216513"/>
                    <a:pt x="50842" y="213085"/>
                    <a:pt x="50773" y="208789"/>
                  </a:cubicBezTo>
                  <a:cubicBezTo>
                    <a:pt x="50704" y="204493"/>
                    <a:pt x="54201" y="200956"/>
                    <a:pt x="58583" y="200888"/>
                  </a:cubicBezTo>
                  <a:cubicBezTo>
                    <a:pt x="62965" y="200820"/>
                    <a:pt x="66573" y="204248"/>
                    <a:pt x="66642" y="208544"/>
                  </a:cubicBezTo>
                  <a:cubicBezTo>
                    <a:pt x="66643" y="208626"/>
                    <a:pt x="66643" y="208708"/>
                    <a:pt x="66642" y="208789"/>
                  </a:cubicBezTo>
                  <a:cubicBezTo>
                    <a:pt x="66577" y="213085"/>
                    <a:pt x="62973" y="216517"/>
                    <a:pt x="58591" y="216453"/>
                  </a:cubicBezTo>
                  <a:cubicBezTo>
                    <a:pt x="58503" y="216452"/>
                    <a:pt x="58416" y="216450"/>
                    <a:pt x="58329" y="216445"/>
                  </a:cubicBezTo>
                  <a:close/>
                  <a:moveTo>
                    <a:pt x="342234" y="201010"/>
                  </a:moveTo>
                  <a:cubicBezTo>
                    <a:pt x="346617" y="201010"/>
                    <a:pt x="350169" y="204493"/>
                    <a:pt x="350169" y="208789"/>
                  </a:cubicBezTo>
                  <a:cubicBezTo>
                    <a:pt x="350169" y="213086"/>
                    <a:pt x="346617" y="216569"/>
                    <a:pt x="342234" y="216569"/>
                  </a:cubicBezTo>
                  <a:cubicBezTo>
                    <a:pt x="337852" y="216569"/>
                    <a:pt x="334299" y="213086"/>
                    <a:pt x="334299" y="208789"/>
                  </a:cubicBezTo>
                  <a:cubicBezTo>
                    <a:pt x="334291" y="204678"/>
                    <a:pt x="337546" y="201271"/>
                    <a:pt x="341730" y="201010"/>
                  </a:cubicBezTo>
                  <a:close/>
                  <a:moveTo>
                    <a:pt x="145113" y="322397"/>
                  </a:moveTo>
                  <a:cubicBezTo>
                    <a:pt x="136584" y="318820"/>
                    <a:pt x="128476" y="314349"/>
                    <a:pt x="120929" y="309060"/>
                  </a:cubicBezTo>
                  <a:cubicBezTo>
                    <a:pt x="132008" y="304337"/>
                    <a:pt x="143581" y="300817"/>
                    <a:pt x="155441" y="298564"/>
                  </a:cubicBezTo>
                  <a:cubicBezTo>
                    <a:pt x="158396" y="309617"/>
                    <a:pt x="162621" y="320305"/>
                    <a:pt x="168037" y="330423"/>
                  </a:cubicBezTo>
                  <a:cubicBezTo>
                    <a:pt x="160170" y="328412"/>
                    <a:pt x="152499" y="325727"/>
                    <a:pt x="145113" y="322397"/>
                  </a:cubicBezTo>
                  <a:close/>
                  <a:moveTo>
                    <a:pt x="200659" y="333634"/>
                  </a:moveTo>
                  <a:lnTo>
                    <a:pt x="199400" y="333634"/>
                  </a:lnTo>
                  <a:cubicBezTo>
                    <a:pt x="193228" y="332770"/>
                    <a:pt x="184159" y="319433"/>
                    <a:pt x="177232" y="294736"/>
                  </a:cubicBezTo>
                  <a:cubicBezTo>
                    <a:pt x="184663" y="294118"/>
                    <a:pt x="192220" y="293624"/>
                    <a:pt x="200030" y="293624"/>
                  </a:cubicBezTo>
                  <a:cubicBezTo>
                    <a:pt x="207839" y="293624"/>
                    <a:pt x="215270" y="293624"/>
                    <a:pt x="222702" y="294736"/>
                  </a:cubicBezTo>
                  <a:cubicBezTo>
                    <a:pt x="215774" y="319433"/>
                    <a:pt x="206831" y="332770"/>
                    <a:pt x="200659" y="333758"/>
                  </a:cubicBezTo>
                  <a:close/>
                  <a:moveTo>
                    <a:pt x="200659" y="271891"/>
                  </a:moveTo>
                  <a:cubicBezTo>
                    <a:pt x="191213" y="271891"/>
                    <a:pt x="182018" y="272508"/>
                    <a:pt x="172949" y="273373"/>
                  </a:cubicBezTo>
                  <a:cubicBezTo>
                    <a:pt x="169840" y="255539"/>
                    <a:pt x="168113" y="237499"/>
                    <a:pt x="167785" y="219409"/>
                  </a:cubicBezTo>
                  <a:lnTo>
                    <a:pt x="233534" y="219409"/>
                  </a:lnTo>
                  <a:cubicBezTo>
                    <a:pt x="233167" y="237502"/>
                    <a:pt x="231399" y="255542"/>
                    <a:pt x="228244" y="273373"/>
                  </a:cubicBezTo>
                  <a:cubicBezTo>
                    <a:pt x="218671" y="272632"/>
                    <a:pt x="209350" y="272014"/>
                    <a:pt x="200030" y="272014"/>
                  </a:cubicBezTo>
                  <a:close/>
                  <a:moveTo>
                    <a:pt x="279004" y="309060"/>
                  </a:moveTo>
                  <a:cubicBezTo>
                    <a:pt x="265051" y="319112"/>
                    <a:pt x="249215" y="326371"/>
                    <a:pt x="232400" y="330423"/>
                  </a:cubicBezTo>
                  <a:cubicBezTo>
                    <a:pt x="237816" y="320305"/>
                    <a:pt x="242041" y="309617"/>
                    <a:pt x="244996" y="298564"/>
                  </a:cubicBezTo>
                  <a:cubicBezTo>
                    <a:pt x="256684" y="300852"/>
                    <a:pt x="268087" y="304371"/>
                    <a:pt x="279004" y="309060"/>
                  </a:cubicBezTo>
                  <a:close/>
                  <a:moveTo>
                    <a:pt x="254443" y="95923"/>
                  </a:moveTo>
                  <a:cubicBezTo>
                    <a:pt x="264455" y="100649"/>
                    <a:pt x="273775" y="106671"/>
                    <a:pt x="282153" y="113828"/>
                  </a:cubicBezTo>
                  <a:cubicBezTo>
                    <a:pt x="270596" y="119012"/>
                    <a:pt x="258466" y="122866"/>
                    <a:pt x="246004" y="125312"/>
                  </a:cubicBezTo>
                  <a:cubicBezTo>
                    <a:pt x="243064" y="112473"/>
                    <a:pt x="238538" y="100032"/>
                    <a:pt x="232526" y="88266"/>
                  </a:cubicBezTo>
                  <a:cubicBezTo>
                    <a:pt x="240061" y="90137"/>
                    <a:pt x="247399" y="92700"/>
                    <a:pt x="254443" y="95923"/>
                  </a:cubicBezTo>
                  <a:close/>
                  <a:moveTo>
                    <a:pt x="199400" y="83574"/>
                  </a:moveTo>
                  <a:lnTo>
                    <a:pt x="200533" y="83574"/>
                  </a:lnTo>
                  <a:cubicBezTo>
                    <a:pt x="207209" y="84315"/>
                    <a:pt x="217160" y="99751"/>
                    <a:pt x="224339" y="128400"/>
                  </a:cubicBezTo>
                  <a:cubicBezTo>
                    <a:pt x="216268" y="129290"/>
                    <a:pt x="208152" y="129743"/>
                    <a:pt x="200030" y="129758"/>
                  </a:cubicBezTo>
                  <a:cubicBezTo>
                    <a:pt x="191865" y="129743"/>
                    <a:pt x="183708" y="129290"/>
                    <a:pt x="175594" y="128400"/>
                  </a:cubicBezTo>
                  <a:cubicBezTo>
                    <a:pt x="182774" y="99998"/>
                    <a:pt x="192724" y="84562"/>
                    <a:pt x="199400" y="83821"/>
                  </a:cubicBezTo>
                  <a:close/>
                  <a:moveTo>
                    <a:pt x="200030" y="151368"/>
                  </a:moveTo>
                  <a:cubicBezTo>
                    <a:pt x="209583" y="151336"/>
                    <a:pt x="219127" y="150800"/>
                    <a:pt x="228622" y="149763"/>
                  </a:cubicBezTo>
                  <a:cubicBezTo>
                    <a:pt x="231117" y="165707"/>
                    <a:pt x="232548" y="181795"/>
                    <a:pt x="232904" y="197922"/>
                  </a:cubicBezTo>
                  <a:lnTo>
                    <a:pt x="167155" y="197922"/>
                  </a:lnTo>
                  <a:cubicBezTo>
                    <a:pt x="167422" y="181877"/>
                    <a:pt x="168810" y="165869"/>
                    <a:pt x="171312" y="150010"/>
                  </a:cubicBezTo>
                  <a:cubicBezTo>
                    <a:pt x="180848" y="151051"/>
                    <a:pt x="190434" y="151587"/>
                    <a:pt x="200030" y="151615"/>
                  </a:cubicBezTo>
                  <a:close/>
                  <a:moveTo>
                    <a:pt x="157582" y="90983"/>
                  </a:moveTo>
                  <a:cubicBezTo>
                    <a:pt x="160731" y="89872"/>
                    <a:pt x="164006" y="88884"/>
                    <a:pt x="167281" y="88020"/>
                  </a:cubicBezTo>
                  <a:cubicBezTo>
                    <a:pt x="161368" y="99814"/>
                    <a:pt x="156887" y="112248"/>
                    <a:pt x="153930" y="125065"/>
                  </a:cubicBezTo>
                  <a:cubicBezTo>
                    <a:pt x="141458" y="122657"/>
                    <a:pt x="129323" y="118802"/>
                    <a:pt x="117780" y="113581"/>
                  </a:cubicBezTo>
                  <a:cubicBezTo>
                    <a:pt x="129558" y="103769"/>
                    <a:pt x="143040" y="96115"/>
                    <a:pt x="157582" y="90983"/>
                  </a:cubicBezTo>
                  <a:close/>
                  <a:moveTo>
                    <a:pt x="200030" y="364629"/>
                  </a:moveTo>
                  <a:cubicBezTo>
                    <a:pt x="188320" y="364650"/>
                    <a:pt x="177694" y="371354"/>
                    <a:pt x="172823" y="381794"/>
                  </a:cubicBezTo>
                  <a:cubicBezTo>
                    <a:pt x="128640" y="375041"/>
                    <a:pt x="88619" y="352363"/>
                    <a:pt x="60596" y="318198"/>
                  </a:cubicBezTo>
                  <a:cubicBezTo>
                    <a:pt x="31290" y="282923"/>
                    <a:pt x="17674" y="237581"/>
                    <a:pt x="22809" y="192366"/>
                  </a:cubicBezTo>
                  <a:cubicBezTo>
                    <a:pt x="28482" y="142387"/>
                    <a:pt x="56072" y="97306"/>
                    <a:pt x="98383" y="68879"/>
                  </a:cubicBezTo>
                  <a:lnTo>
                    <a:pt x="85787" y="50974"/>
                  </a:lnTo>
                  <a:cubicBezTo>
                    <a:pt x="38309" y="83047"/>
                    <a:pt x="7449" y="133817"/>
                    <a:pt x="1271" y="190019"/>
                  </a:cubicBezTo>
                  <a:cubicBezTo>
                    <a:pt x="-4688" y="240856"/>
                    <a:pt x="10474" y="291905"/>
                    <a:pt x="43340" y="331658"/>
                  </a:cubicBezTo>
                  <a:cubicBezTo>
                    <a:pt x="75272" y="370754"/>
                    <a:pt x="121228" y="396418"/>
                    <a:pt x="171815" y="403404"/>
                  </a:cubicBezTo>
                  <a:cubicBezTo>
                    <a:pt x="177172" y="418690"/>
                    <a:pt x="194154" y="426825"/>
                    <a:pt x="209746" y="421574"/>
                  </a:cubicBezTo>
                  <a:cubicBezTo>
                    <a:pt x="225338" y="416323"/>
                    <a:pt x="233636" y="399674"/>
                    <a:pt x="228280" y="384387"/>
                  </a:cubicBezTo>
                  <a:cubicBezTo>
                    <a:pt x="224136" y="372560"/>
                    <a:pt x="212785" y="364622"/>
                    <a:pt x="200030" y="364629"/>
                  </a:cubicBezTo>
                  <a:close/>
                  <a:moveTo>
                    <a:pt x="200030" y="401675"/>
                  </a:moveTo>
                  <a:cubicBezTo>
                    <a:pt x="195648" y="401743"/>
                    <a:pt x="192039" y="398315"/>
                    <a:pt x="191970" y="394019"/>
                  </a:cubicBezTo>
                  <a:cubicBezTo>
                    <a:pt x="191901" y="389723"/>
                    <a:pt x="195398" y="386185"/>
                    <a:pt x="199780" y="386118"/>
                  </a:cubicBezTo>
                  <a:cubicBezTo>
                    <a:pt x="204162" y="386050"/>
                    <a:pt x="207770" y="389478"/>
                    <a:pt x="207839" y="393774"/>
                  </a:cubicBezTo>
                  <a:cubicBezTo>
                    <a:pt x="207840" y="393856"/>
                    <a:pt x="207840" y="393937"/>
                    <a:pt x="207839" y="394019"/>
                  </a:cubicBezTo>
                  <a:cubicBezTo>
                    <a:pt x="207771" y="398220"/>
                    <a:pt x="204314" y="401609"/>
                    <a:pt x="200030" y="401675"/>
                  </a:cubicBezTo>
                  <a:close/>
                </a:path>
              </a:pathLst>
            </a:custGeom>
            <a:solidFill>
              <a:schemeClr val="accent5"/>
            </a:solidFill>
            <a:ln w="12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90" name="Chart">
            <a:extLst>
              <a:ext uri="{FF2B5EF4-FFF2-40B4-BE49-F238E27FC236}">
                <a16:creationId xmlns:a16="http://schemas.microsoft.com/office/drawing/2014/main" id="{3C808DFA-C5F7-410F-B958-D7C50709B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chart" sz="quarter" idx="68" hasCustomPrompt="1"/>
          </p:nvPr>
        </p:nvSpPr>
        <p:spPr>
          <a:xfrm>
            <a:off x="16059066" y="2001085"/>
            <a:ext cx="7315200" cy="41148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create a chart</a:t>
            </a:r>
          </a:p>
        </p:txBody>
      </p:sp>
      <p:sp>
        <p:nvSpPr>
          <p:cNvPr id="7" name="Chart Date">
            <a:extLst>
              <a:ext uri="{FF2B5EF4-FFF2-40B4-BE49-F238E27FC236}">
                <a16:creationId xmlns:a16="http://schemas.microsoft.com/office/drawing/2014/main" id="{DAE85896-1111-4543-B3EA-8582738D0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1" hasCustomPrompt="1"/>
          </p:nvPr>
        </p:nvSpPr>
        <p:spPr>
          <a:xfrm>
            <a:off x="16059066" y="1685482"/>
            <a:ext cx="7315200" cy="228600"/>
          </a:xfrm>
        </p:spPr>
        <p:txBody>
          <a:bodyPr lIns="0" rIns="365760">
            <a:noAutofit/>
          </a:bodyPr>
          <a:lstStyle>
            <a:lvl1pPr marL="3175" indent="0" algn="r">
              <a:buNone/>
              <a:tabLst/>
              <a:defRPr sz="1050" b="0" i="1">
                <a:solidFill>
                  <a:schemeClr val="bg1"/>
                </a:solidFill>
              </a:defRPr>
            </a:lvl1pPr>
            <a:lvl2pPr marL="914355" indent="0">
              <a:buNone/>
              <a:defRPr sz="1000">
                <a:solidFill>
                  <a:schemeClr val="bg1"/>
                </a:solidFill>
              </a:defRPr>
            </a:lvl2pPr>
            <a:lvl3pPr marL="1373186" indent="0">
              <a:buNone/>
              <a:defRPr sz="1000">
                <a:solidFill>
                  <a:schemeClr val="bg1"/>
                </a:solidFill>
              </a:defRPr>
            </a:lvl3pPr>
            <a:lvl4pPr marL="1835150" indent="0">
              <a:buNone/>
              <a:defRPr sz="1000">
                <a:solidFill>
                  <a:schemeClr val="bg1"/>
                </a:solidFill>
              </a:defRPr>
            </a:lvl4pPr>
            <a:lvl5pPr marL="3657418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Mmm</a:t>
            </a:r>
            <a:r>
              <a:rPr lang="en-US"/>
              <a:t> YYYY (11 </a:t>
            </a:r>
            <a:r>
              <a:rPr lang="en-US" err="1"/>
              <a:t>pt</a:t>
            </a:r>
            <a:r>
              <a:rPr lang="en-US"/>
              <a:t> Italic)</a:t>
            </a:r>
          </a:p>
        </p:txBody>
      </p:sp>
      <p:sp>
        <p:nvSpPr>
          <p:cNvPr id="123" name="Results Bulleted List">
            <a:extLst>
              <a:ext uri="{FF2B5EF4-FFF2-40B4-BE49-F238E27FC236}">
                <a16:creationId xmlns:a16="http://schemas.microsoft.com/office/drawing/2014/main" id="{36832F5F-2DBC-4327-ADA2-700BB4CCD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8" hasCustomPrompt="1"/>
          </p:nvPr>
        </p:nvSpPr>
        <p:spPr>
          <a:xfrm>
            <a:off x="15740743" y="6663848"/>
            <a:ext cx="7975128" cy="4754880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0005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2pPr>
            <a:lvl3pPr marL="80168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3pPr>
            <a:lvl4pPr marL="120173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&quot;RESULTS&quot;">
            <a:extLst>
              <a:ext uri="{FF2B5EF4-FFF2-40B4-BE49-F238E27FC236}">
                <a16:creationId xmlns:a16="http://schemas.microsoft.com/office/drawing/2014/main" id="{BDE69417-172A-41FE-8CF0-69AA45011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099536" y="1038965"/>
            <a:ext cx="7251192" cy="620170"/>
          </a:xfrm>
          <a:prstGeom prst="rect">
            <a:avLst/>
          </a:prstGeom>
          <a:noFill/>
        </p:spPr>
        <p:txBody>
          <a:bodyPr wrap="square" lIns="13716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Tx/>
              <a:buSzPct val="100000"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ea typeface="Calibri"/>
                <a:cs typeface="Calibri"/>
                <a:sym typeface="Calibri"/>
              </a:rPr>
              <a:t>RESULTS</a:t>
            </a:r>
            <a:r>
              <a:rPr lang="en-US" sz="2800" b="1">
                <a:solidFill>
                  <a:schemeClr val="bg1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> </a:t>
            </a:r>
            <a:r>
              <a:rPr lang="en-US" sz="2800" b="1">
                <a:solidFill>
                  <a:schemeClr val="accent5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> </a:t>
            </a:r>
            <a:r>
              <a:rPr lang="de-DE" sz="2300">
                <a:solidFill>
                  <a:schemeClr val="accent5"/>
                </a:solidFill>
                <a:latin typeface="Figtree" pitchFamily="2" charset="0"/>
                <a:ea typeface="HGGothicE" panose="020B0909000000000000" pitchFamily="49" charset="-128"/>
                <a:cs typeface="Calibri"/>
                <a:sym typeface="Calibri"/>
              </a:rPr>
              <a:t>▼</a:t>
            </a:r>
            <a:endParaRPr lang="en-US" sz="2300" b="1">
              <a:solidFill>
                <a:schemeClr val="accent5"/>
              </a:solidFill>
              <a:latin typeface="Figtree" pitchFamily="2" charset="0"/>
              <a:cs typeface="Calibri"/>
            </a:endParaRPr>
          </a:p>
        </p:txBody>
      </p:sp>
      <p:sp>
        <p:nvSpPr>
          <p:cNvPr id="124" name="Solution Bulleted List">
            <a:extLst>
              <a:ext uri="{FF2B5EF4-FFF2-40B4-BE49-F238E27FC236}">
                <a16:creationId xmlns:a16="http://schemas.microsoft.com/office/drawing/2014/main" id="{8003FF54-213C-4E1E-A6A8-4CB140FEE2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9" hasCustomPrompt="1"/>
          </p:nvPr>
        </p:nvSpPr>
        <p:spPr>
          <a:xfrm>
            <a:off x="7526039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Challenge Bulleted List">
            <a:extLst>
              <a:ext uri="{FF2B5EF4-FFF2-40B4-BE49-F238E27FC236}">
                <a16:creationId xmlns:a16="http://schemas.microsoft.com/office/drawing/2014/main" id="{CB17ED53-144B-4ADB-ACCB-378E124C8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9" hasCustomPrompt="1"/>
          </p:nvPr>
        </p:nvSpPr>
        <p:spPr>
          <a:xfrm>
            <a:off x="795801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506538" indent="-246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8" name="Table of &quot;CHALLENGE&quot; &amp; &quot;SOLUTION&quot;">
            <a:extLst>
              <a:ext uri="{FF2B5EF4-FFF2-40B4-BE49-F238E27FC236}">
                <a16:creationId xmlns:a16="http://schemas.microsoft.com/office/drawing/2014/main" id="{E1BBC372-9A6F-4BB6-A198-244CFF252019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2946816653"/>
              </p:ext>
            </p:extLst>
          </p:nvPr>
        </p:nvGraphicFramePr>
        <p:xfrm>
          <a:off x="795801" y="5705981"/>
          <a:ext cx="13441680" cy="70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>
                  <a:extLst>
                    <a:ext uri="{9D8B030D-6E8A-4147-A177-3AD203B41FA5}">
                      <a16:colId xmlns:a16="http://schemas.microsoft.com/office/drawing/2014/main" val="3488762945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48670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>
                        <a:latin typeface="Figtree" pitchFamily="2" charset="0"/>
                      </a:endParaRPr>
                    </a:p>
                  </a:txBody>
                  <a:tcPr marL="731520" marT="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20" marT="0" marB="27432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90600"/>
                  </a:ext>
                </a:extLst>
              </a:tr>
              <a:tr h="580809">
                <a:tc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de-DE" sz="2300">
                          <a:solidFill>
                            <a:schemeClr val="accent4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r>
                        <a:rPr lang="de-DE" sz="2400">
                          <a:solidFill>
                            <a:schemeClr val="accent4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i="0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de-DE" sz="2300">
                          <a:solidFill>
                            <a:schemeClr val="accent3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18288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12891"/>
                  </a:ext>
                </a:extLst>
              </a:tr>
              <a:tr h="6172200">
                <a:tc>
                  <a:txBody>
                    <a:bodyPr/>
                    <a:lstStyle/>
                    <a:p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3657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3657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5341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4E058ED0-BD33-45D0-9A66-DF2F776A0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0" y="2524190"/>
            <a:ext cx="15060041" cy="2340864"/>
          </a:xfrm>
        </p:spPr>
        <p:txBody>
          <a:bodyPr rIns="914400" anchor="b"/>
          <a:lstStyle>
            <a:lvl1pPr marL="1270000" indent="0">
              <a:tabLst/>
              <a:defRPr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kumimoji="0" lang="en-US" sz="6599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/>
                <a:ea typeface="+mj-ea"/>
                <a:cs typeface="+mj-cs"/>
              </a:rPr>
              <a:t>Title (Title Caps, 66 Pt Bold)</a:t>
            </a:r>
            <a:endParaRPr lang="en-US"/>
          </a:p>
        </p:txBody>
      </p:sp>
      <p:sp>
        <p:nvSpPr>
          <p:cNvPr id="52" name="Section">
            <a:extLst>
              <a:ext uri="{FF2B5EF4-FFF2-40B4-BE49-F238E27FC236}">
                <a16:creationId xmlns:a16="http://schemas.microsoft.com/office/drawing/2014/main" id="{25B887B7-63D4-4312-A5E0-AD5D0BBC2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sp>
        <p:nvSpPr>
          <p:cNvPr id="87" name="Other Logo">
            <a:extLst>
              <a:ext uri="{FF2B5EF4-FFF2-40B4-BE49-F238E27FC236}">
                <a16:creationId xmlns:a16="http://schemas.microsoft.com/office/drawing/2014/main" id="{048FE6DB-DDA5-42EC-9201-A460A66B9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67" hasCustomPrompt="1"/>
          </p:nvPr>
        </p:nvSpPr>
        <p:spPr>
          <a:xfrm>
            <a:off x="1375270" y="446566"/>
            <a:ext cx="2331720" cy="233172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pic>
        <p:nvPicPr>
          <p:cNvPr id="92" name="Anglepoint Logo">
            <a:extLst>
              <a:ext uri="{FF2B5EF4-FFF2-40B4-BE49-F238E27FC236}">
                <a16:creationId xmlns:a16="http://schemas.microsoft.com/office/drawing/2014/main" id="{92E62252-6BEC-4DCD-88FD-13DA2FE94B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2361" y="361766"/>
            <a:ext cx="1487736" cy="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1-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July 21,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Headshot 4">
            <a:extLst>
              <a:ext uri="{FF2B5EF4-FFF2-40B4-BE49-F238E27FC236}">
                <a16:creationId xmlns:a16="http://schemas.microsoft.com/office/drawing/2014/main" id="{D05FD0B9-B742-4C35-805E-E87F27B145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8235978" y="5680074"/>
            <a:ext cx="4636193" cy="6227064"/>
            <a:chOff x="18125007" y="5680074"/>
            <a:chExt cx="4636193" cy="6227064"/>
          </a:xfrm>
        </p:grpSpPr>
        <p:sp>
          <p:nvSpPr>
            <p:cNvPr id="64" name="Headshot 4 Title">
              <a:extLst>
                <a:ext uri="{FF2B5EF4-FFF2-40B4-BE49-F238E27FC236}">
                  <a16:creationId xmlns:a16="http://schemas.microsoft.com/office/drawing/2014/main" id="{20B932D0-1A8B-44BC-9869-9F1B8167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0" hasCustomPrompt="1"/>
            </p:nvPr>
          </p:nvSpPr>
          <p:spPr>
            <a:xfrm>
              <a:off x="1812500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5" name="Headshot 4 Name">
              <a:extLst>
                <a:ext uri="{FF2B5EF4-FFF2-40B4-BE49-F238E27FC236}">
                  <a16:creationId xmlns:a16="http://schemas.microsoft.com/office/drawing/2014/main" id="{1E568CFC-8CB7-49F5-BDEB-7269906FD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9" hasCustomPrompt="1"/>
            </p:nvPr>
          </p:nvSpPr>
          <p:spPr>
            <a:xfrm>
              <a:off x="1812500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66" name="Headshot 4 Image">
              <a:extLst>
                <a:ext uri="{FF2B5EF4-FFF2-40B4-BE49-F238E27FC236}">
                  <a16:creationId xmlns:a16="http://schemas.microsoft.com/office/drawing/2014/main" id="{412A36D4-2F79-47D0-9491-390F25BCF2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8" hasCustomPrompt="1"/>
            </p:nvPr>
          </p:nvSpPr>
          <p:spPr>
            <a:xfrm>
              <a:off x="18129706" y="5680074"/>
              <a:ext cx="4631494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60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3">
            <a:extLst>
              <a:ext uri="{FF2B5EF4-FFF2-40B4-BE49-F238E27FC236}">
                <a16:creationId xmlns:a16="http://schemas.microsoft.com/office/drawing/2014/main" id="{7EAD7FE4-B097-4B9B-9B1B-662FF51C3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662320" y="5680074"/>
            <a:ext cx="4636008" cy="6227064"/>
            <a:chOff x="12628463" y="5680074"/>
            <a:chExt cx="4636008" cy="6227064"/>
          </a:xfrm>
        </p:grpSpPr>
        <p:sp>
          <p:nvSpPr>
            <p:cNvPr id="68" name="Headshot 3 Title">
              <a:extLst>
                <a:ext uri="{FF2B5EF4-FFF2-40B4-BE49-F238E27FC236}">
                  <a16:creationId xmlns:a16="http://schemas.microsoft.com/office/drawing/2014/main" id="{2EEAA748-BC51-4483-9368-F5AB1080C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8" hasCustomPrompt="1"/>
            </p:nvPr>
          </p:nvSpPr>
          <p:spPr>
            <a:xfrm>
              <a:off x="12628463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9" name="Headshot 3 Name">
              <a:extLst>
                <a:ext uri="{FF2B5EF4-FFF2-40B4-BE49-F238E27FC236}">
                  <a16:creationId xmlns:a16="http://schemas.microsoft.com/office/drawing/2014/main" id="{0C5D5FB7-1AC5-4740-BA56-E28A4CB13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7" hasCustomPrompt="1"/>
            </p:nvPr>
          </p:nvSpPr>
          <p:spPr>
            <a:xfrm>
              <a:off x="12628463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0" name="Headshot 3 Image">
              <a:extLst>
                <a:ext uri="{FF2B5EF4-FFF2-40B4-BE49-F238E27FC236}">
                  <a16:creationId xmlns:a16="http://schemas.microsoft.com/office/drawing/2014/main" id="{75D7E82C-28D7-44EF-8BF9-5ACD48E22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9" hasCustomPrompt="1"/>
            </p:nvPr>
          </p:nvSpPr>
          <p:spPr>
            <a:xfrm>
              <a:off x="12628463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2">
            <a:extLst>
              <a:ext uri="{FF2B5EF4-FFF2-40B4-BE49-F238E27FC236}">
                <a16:creationId xmlns:a16="http://schemas.microsoft.com/office/drawing/2014/main" id="{BD338BD0-2C92-404F-9D20-3F994F2960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88662" y="5680074"/>
            <a:ext cx="4636008" cy="6227064"/>
            <a:chOff x="7129437" y="5680074"/>
            <a:chExt cx="4636008" cy="6227064"/>
          </a:xfrm>
        </p:grpSpPr>
        <p:sp>
          <p:nvSpPr>
            <p:cNvPr id="72" name="Headshot 2 Title">
              <a:extLst>
                <a:ext uri="{FF2B5EF4-FFF2-40B4-BE49-F238E27FC236}">
                  <a16:creationId xmlns:a16="http://schemas.microsoft.com/office/drawing/2014/main" id="{A4E888AC-0862-4C56-8D57-731D358F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6" hasCustomPrompt="1"/>
            </p:nvPr>
          </p:nvSpPr>
          <p:spPr>
            <a:xfrm>
              <a:off x="712943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3" name="Headshot 2 Name">
              <a:extLst>
                <a:ext uri="{FF2B5EF4-FFF2-40B4-BE49-F238E27FC236}">
                  <a16:creationId xmlns:a16="http://schemas.microsoft.com/office/drawing/2014/main" id="{3EEBB013-B979-4C20-8375-21C53316CB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5" hasCustomPrompt="1"/>
            </p:nvPr>
          </p:nvSpPr>
          <p:spPr>
            <a:xfrm>
              <a:off x="712943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4" name="Headshot 2 Image">
              <a:extLst>
                <a:ext uri="{FF2B5EF4-FFF2-40B4-BE49-F238E27FC236}">
                  <a16:creationId xmlns:a16="http://schemas.microsoft.com/office/drawing/2014/main" id="{CAAA4876-31CF-4A91-9E11-D482CF544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0" hasCustomPrompt="1"/>
            </p:nvPr>
          </p:nvSpPr>
          <p:spPr>
            <a:xfrm>
              <a:off x="7129437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5" name="Headshot 1">
            <a:extLst>
              <a:ext uri="{FF2B5EF4-FFF2-40B4-BE49-F238E27FC236}">
                <a16:creationId xmlns:a16="http://schemas.microsoft.com/office/drawing/2014/main" id="{5EC9A0CB-A4F9-44B2-8A25-48D40DC8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4" y="5680074"/>
            <a:ext cx="4636008" cy="6227064"/>
            <a:chOff x="1630411" y="5680074"/>
            <a:chExt cx="4636008" cy="6227064"/>
          </a:xfrm>
        </p:grpSpPr>
        <p:sp>
          <p:nvSpPr>
            <p:cNvPr id="76" name="Headshot 1 Title">
              <a:extLst>
                <a:ext uri="{FF2B5EF4-FFF2-40B4-BE49-F238E27FC236}">
                  <a16:creationId xmlns:a16="http://schemas.microsoft.com/office/drawing/2014/main" id="{0E18E760-9E4E-4D15-A6D3-65B5703343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630411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7" name="Headshot 1 Name">
              <a:extLst>
                <a:ext uri="{FF2B5EF4-FFF2-40B4-BE49-F238E27FC236}">
                  <a16:creationId xmlns:a16="http://schemas.microsoft.com/office/drawing/2014/main" id="{79591A9B-DB2A-426F-B599-31DAD9FF5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630411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8" name="Headshot 1 Image">
              <a:extLst>
                <a:ext uri="{FF2B5EF4-FFF2-40B4-BE49-F238E27FC236}">
                  <a16:creationId xmlns:a16="http://schemas.microsoft.com/office/drawing/2014/main" id="{B230C8B6-9F76-476B-9D4B-0D2E157BB2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1" hasCustomPrompt="1"/>
            </p:nvPr>
          </p:nvSpPr>
          <p:spPr>
            <a:xfrm>
              <a:off x="1630411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2388315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3" y="1913893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9" name="Anglepoint Logo">
            <a:extLst>
              <a:ext uri="{FF2B5EF4-FFF2-40B4-BE49-F238E27FC236}">
                <a16:creationId xmlns:a16="http://schemas.microsoft.com/office/drawing/2014/main" id="{D6FE01C8-6D5B-4516-84D1-AB14ED0CA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July 21, 2026</a:t>
            </a:fld>
            <a:endParaRPr lang="en-US"/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  <p:sp>
        <p:nvSpPr>
          <p:cNvPr id="133" name="Summary">
            <a:extLst>
              <a:ext uri="{FF2B5EF4-FFF2-40B4-BE49-F238E27FC236}">
                <a16:creationId xmlns:a16="http://schemas.microsoft.com/office/drawing/2014/main" id="{C365C716-A131-BE88-F264-F3BFF69544B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10930" y="2569981"/>
            <a:ext cx="4671408" cy="959257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134" name="Title 1">
            <a:extLst>
              <a:ext uri="{FF2B5EF4-FFF2-40B4-BE49-F238E27FC236}">
                <a16:creationId xmlns:a16="http://schemas.microsoft.com/office/drawing/2014/main" id="{BACBD12B-3DDA-9D74-D46B-0F8290A0F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b="1" i="0" spc="-100" baseline="0">
                <a:solidFill>
                  <a:srgbClr val="002B49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25F45BA1-56D2-692A-E1CC-55F9A82D853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739745" y="13235982"/>
            <a:ext cx="3187055" cy="452746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8" name="Slide Number Placeholder 34">
            <a:extLst>
              <a:ext uri="{FF2B5EF4-FFF2-40B4-BE49-F238E27FC236}">
                <a16:creationId xmlns:a16="http://schemas.microsoft.com/office/drawing/2014/main" id="{AB931B20-E4AF-3E00-9A29-B8B50A933288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solidFill>
                  <a:srgbClr val="FFC000"/>
                </a:solidFill>
                <a:latin typeface="Figtree" pitchFamily="2" charset="0"/>
              </a:rPr>
              <a:pPr/>
              <a:t>‹#›</a:t>
            </a:fld>
            <a:endParaRPr lang="en-US" dirty="0">
              <a:solidFill>
                <a:srgbClr val="FFC000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85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D138-558F-4644-8788-60F4E9788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spc="-100" baseline="0">
                <a:solidFill>
                  <a:srgbClr val="002B49"/>
                </a:solidFill>
                <a:latin typeface="Figtree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D663C1-7F33-4906-A8D2-85DD916E4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1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4000" b="0" i="0" spc="-50" baseline="0">
                <a:solidFill>
                  <a:schemeClr val="tx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600" b="0" i="0" spc="-40" baseline="0">
                <a:solidFill>
                  <a:schemeClr val="tx1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1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Add your primary bullet content here</a:t>
            </a:r>
          </a:p>
          <a:p>
            <a:pPr lvl="1"/>
            <a:r>
              <a:rPr lang="en-US"/>
              <a:t>Second level (optional)</a:t>
            </a:r>
          </a:p>
          <a:p>
            <a:pPr lvl="2"/>
            <a:r>
              <a:rPr lang="en-US"/>
              <a:t>Third level (optional)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F6910E2-9540-45C3-9B39-B3BC4814ED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" y="2011680"/>
            <a:ext cx="24387429" cy="484188"/>
          </a:xfrm>
          <a:prstGeom prst="rect">
            <a:avLst/>
          </a:prstGeom>
        </p:spPr>
        <p:txBody>
          <a:bodyPr/>
          <a:lstStyle>
            <a:lvl1pPr marL="914400" indent="0">
              <a:spcBef>
                <a:spcPts val="0"/>
              </a:spcBef>
              <a:buNone/>
              <a:defRPr sz="34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07C304-B66F-5046-8E8B-775653AFA4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3647"/>
            <a:ext cx="21930609" cy="624709"/>
          </a:xfrm>
          <a:prstGeom prst="rect">
            <a:avLst/>
          </a:prstGeom>
        </p:spPr>
        <p:txBody>
          <a:bodyPr bIns="0" anchor="b" anchorCtr="0"/>
          <a:lstStyle>
            <a:lvl1pPr marL="457200" indent="479425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PRE-HEADER HERE (OPTIONAL)</a:t>
            </a:r>
          </a:p>
        </p:txBody>
      </p:sp>
      <p:grpSp>
        <p:nvGrpSpPr>
          <p:cNvPr id="10" name="Graphic 6">
            <a:extLst>
              <a:ext uri="{FF2B5EF4-FFF2-40B4-BE49-F238E27FC236}">
                <a16:creationId xmlns:a16="http://schemas.microsoft.com/office/drawing/2014/main" id="{EC24A717-F28A-B84C-9548-D983DD155A70}"/>
              </a:ext>
            </a:extLst>
          </p:cNvPr>
          <p:cNvGrpSpPr/>
          <p:nvPr userDrawn="1"/>
        </p:nvGrpSpPr>
        <p:grpSpPr>
          <a:xfrm>
            <a:off x="22565903" y="279978"/>
            <a:ext cx="1487736" cy="333180"/>
            <a:chOff x="11266487" y="6648450"/>
            <a:chExt cx="1850015" cy="414313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4C8CE4A-AD2D-4F4C-9779-FE8905790C3E}"/>
                </a:ext>
              </a:extLst>
            </p:cNvPr>
            <p:cNvSpPr/>
            <p:nvPr/>
          </p:nvSpPr>
          <p:spPr>
            <a:xfrm>
              <a:off x="11266487" y="6777228"/>
              <a:ext cx="103454" cy="103632"/>
            </a:xfrm>
            <a:custGeom>
              <a:avLst/>
              <a:gdLst>
                <a:gd name="connsiteX0" fmla="*/ 103455 w 103454"/>
                <a:gd name="connsiteY0" fmla="*/ 51816 h 103632"/>
                <a:gd name="connsiteX1" fmla="*/ 51727 w 103454"/>
                <a:gd name="connsiteY1" fmla="*/ 103632 h 103632"/>
                <a:gd name="connsiteX2" fmla="*/ 0 w 103454"/>
                <a:gd name="connsiteY2" fmla="*/ 51816 h 103632"/>
                <a:gd name="connsiteX3" fmla="*/ 51727 w 103454"/>
                <a:gd name="connsiteY3" fmla="*/ 0 h 103632"/>
                <a:gd name="connsiteX4" fmla="*/ 103455 w 103454"/>
                <a:gd name="connsiteY4" fmla="*/ 5181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454" h="103632">
                  <a:moveTo>
                    <a:pt x="103455" y="51816"/>
                  </a:moveTo>
                  <a:cubicBezTo>
                    <a:pt x="103455" y="80433"/>
                    <a:pt x="80296" y="103632"/>
                    <a:pt x="51727" y="103632"/>
                  </a:cubicBezTo>
                  <a:cubicBezTo>
                    <a:pt x="23159" y="103632"/>
                    <a:pt x="0" y="80433"/>
                    <a:pt x="0" y="51816"/>
                  </a:cubicBezTo>
                  <a:cubicBezTo>
                    <a:pt x="0" y="23199"/>
                    <a:pt x="23159" y="0"/>
                    <a:pt x="51727" y="0"/>
                  </a:cubicBezTo>
                  <a:cubicBezTo>
                    <a:pt x="80296" y="0"/>
                    <a:pt x="103455" y="23199"/>
                    <a:pt x="103455" y="51816"/>
                  </a:cubicBezTo>
                  <a:close/>
                </a:path>
              </a:pathLst>
            </a:custGeom>
            <a:solidFill>
              <a:schemeClr val="accent2"/>
            </a:solidFill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23BD0DED-31E3-AB49-A408-6D2899CD2D27}"/>
                </a:ext>
              </a:extLst>
            </p:cNvPr>
            <p:cNvGrpSpPr/>
            <p:nvPr/>
          </p:nvGrpSpPr>
          <p:grpSpPr>
            <a:xfrm>
              <a:off x="11290163" y="6648450"/>
              <a:ext cx="385198" cy="414313"/>
              <a:chOff x="11290163" y="6648450"/>
              <a:chExt cx="385198" cy="414313"/>
            </a:xfrm>
            <a:solidFill>
              <a:srgbClr val="FFC629"/>
            </a:solidFill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AA8FAAF5-8272-8045-ABB0-E39A191D2EEB}"/>
                  </a:ext>
                </a:extLst>
              </p:cNvPr>
              <p:cNvSpPr/>
              <p:nvPr/>
            </p:nvSpPr>
            <p:spPr>
              <a:xfrm>
                <a:off x="11290163" y="6648450"/>
                <a:ext cx="385198" cy="414313"/>
              </a:xfrm>
              <a:custGeom>
                <a:avLst/>
                <a:gdLst>
                  <a:gd name="connsiteX0" fmla="*/ 339937 w 385198"/>
                  <a:gd name="connsiteY0" fmla="*/ 53150 h 414313"/>
                  <a:gd name="connsiteX1" fmla="*/ 344025 w 385198"/>
                  <a:gd name="connsiteY1" fmla="*/ 64770 h 414313"/>
                  <a:gd name="connsiteX2" fmla="*/ 385198 w 385198"/>
                  <a:gd name="connsiteY2" fmla="*/ 0 h 414313"/>
                  <a:gd name="connsiteX3" fmla="*/ 316165 w 385198"/>
                  <a:gd name="connsiteY3" fmla="*/ 36767 h 414313"/>
                  <a:gd name="connsiteX4" fmla="*/ 327005 w 385198"/>
                  <a:gd name="connsiteY4" fmla="*/ 40862 h 414313"/>
                  <a:gd name="connsiteX5" fmla="*/ 361997 w 385198"/>
                  <a:gd name="connsiteY5" fmla="*/ 21146 h 414313"/>
                  <a:gd name="connsiteX6" fmla="*/ 0 w 385198"/>
                  <a:gd name="connsiteY6" fmla="*/ 309753 h 414313"/>
                  <a:gd name="connsiteX7" fmla="*/ 272762 w 385198"/>
                  <a:gd name="connsiteY7" fmla="*/ 389501 h 414313"/>
                  <a:gd name="connsiteX8" fmla="*/ 272805 w 385198"/>
                  <a:gd name="connsiteY8" fmla="*/ 389477 h 414313"/>
                  <a:gd name="connsiteX9" fmla="*/ 272805 w 385198"/>
                  <a:gd name="connsiteY9" fmla="*/ 389477 h 414313"/>
                  <a:gd name="connsiteX10" fmla="*/ 352813 w 385198"/>
                  <a:gd name="connsiteY10" fmla="*/ 116505 h 414313"/>
                  <a:gd name="connsiteX11" fmla="*/ 320349 w 385198"/>
                  <a:gd name="connsiteY11" fmla="*/ 72485 h 414313"/>
                  <a:gd name="connsiteX12" fmla="*/ 331759 w 385198"/>
                  <a:gd name="connsiteY12" fmla="*/ 310801 h 414313"/>
                  <a:gd name="connsiteX13" fmla="*/ 221961 w 385198"/>
                  <a:gd name="connsiteY13" fmla="*/ 361797 h 414313"/>
                  <a:gd name="connsiteX14" fmla="*/ 165832 w 385198"/>
                  <a:gd name="connsiteY14" fmla="*/ 282226 h 414313"/>
                  <a:gd name="connsiteX15" fmla="*/ 284976 w 385198"/>
                  <a:gd name="connsiteY15" fmla="*/ 106966 h 414313"/>
                  <a:gd name="connsiteX16" fmla="*/ 331759 w 385198"/>
                  <a:gd name="connsiteY16" fmla="*/ 310420 h 41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5198" h="414313">
                    <a:moveTo>
                      <a:pt x="339937" y="53150"/>
                    </a:moveTo>
                    <a:lnTo>
                      <a:pt x="344025" y="64770"/>
                    </a:lnTo>
                    <a:lnTo>
                      <a:pt x="385198" y="0"/>
                    </a:lnTo>
                    <a:lnTo>
                      <a:pt x="316165" y="36767"/>
                    </a:lnTo>
                    <a:lnTo>
                      <a:pt x="327005" y="40862"/>
                    </a:lnTo>
                    <a:lnTo>
                      <a:pt x="361997" y="21146"/>
                    </a:lnTo>
                    <a:lnTo>
                      <a:pt x="0" y="309753"/>
                    </a:lnTo>
                    <a:cubicBezTo>
                      <a:pt x="53337" y="407225"/>
                      <a:pt x="175457" y="442929"/>
                      <a:pt x="272762" y="389501"/>
                    </a:cubicBezTo>
                    <a:cubicBezTo>
                      <a:pt x="272776" y="389493"/>
                      <a:pt x="272791" y="389485"/>
                      <a:pt x="272805" y="389477"/>
                    </a:cubicBezTo>
                    <a:lnTo>
                      <a:pt x="272805" y="389477"/>
                    </a:lnTo>
                    <a:cubicBezTo>
                      <a:pt x="370149" y="336230"/>
                      <a:pt x="405970" y="214016"/>
                      <a:pt x="352813" y="116505"/>
                    </a:cubicBezTo>
                    <a:cubicBezTo>
                      <a:pt x="344044" y="100419"/>
                      <a:pt x="333122" y="85609"/>
                      <a:pt x="320349" y="72485"/>
                    </a:cubicBezTo>
                    <a:close/>
                    <a:moveTo>
                      <a:pt x="331759" y="310801"/>
                    </a:moveTo>
                    <a:cubicBezTo>
                      <a:pt x="315497" y="355255"/>
                      <a:pt x="266339" y="378087"/>
                      <a:pt x="221961" y="361797"/>
                    </a:cubicBezTo>
                    <a:cubicBezTo>
                      <a:pt x="188560" y="349537"/>
                      <a:pt x="166214" y="317857"/>
                      <a:pt x="165832" y="282226"/>
                    </a:cubicBezTo>
                    <a:cubicBezTo>
                      <a:pt x="165832" y="234601"/>
                      <a:pt x="198637" y="182023"/>
                      <a:pt x="284976" y="106966"/>
                    </a:cubicBezTo>
                    <a:cubicBezTo>
                      <a:pt x="284976" y="106966"/>
                      <a:pt x="372361" y="188690"/>
                      <a:pt x="331759" y="3104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EFBDCD45-6152-404D-8BC7-5ECD67650D7F}"/>
                  </a:ext>
                </a:extLst>
              </p:cNvPr>
              <p:cNvSpPr/>
              <p:nvPr/>
            </p:nvSpPr>
            <p:spPr>
              <a:xfrm>
                <a:off x="11307374" y="6659977"/>
                <a:ext cx="284595" cy="76959"/>
              </a:xfrm>
              <a:custGeom>
                <a:avLst/>
                <a:gdLst>
                  <a:gd name="connsiteX0" fmla="*/ 241236 w 284595"/>
                  <a:gd name="connsiteY0" fmla="*/ 72483 h 76959"/>
                  <a:gd name="connsiteX1" fmla="*/ 284596 w 284595"/>
                  <a:gd name="connsiteY1" fmla="*/ 45051 h 76959"/>
                  <a:gd name="connsiteX2" fmla="*/ 2187 w 284595"/>
                  <a:gd name="connsiteY2" fmla="*/ 74197 h 76959"/>
                  <a:gd name="connsiteX3" fmla="*/ 2187 w 284595"/>
                  <a:gd name="connsiteY3" fmla="*/ 74197 h 76959"/>
                  <a:gd name="connsiteX4" fmla="*/ 0 w 284595"/>
                  <a:gd name="connsiteY4" fmla="*/ 76960 h 76959"/>
                  <a:gd name="connsiteX5" fmla="*/ 241236 w 284595"/>
                  <a:gd name="connsiteY5" fmla="*/ 72483 h 7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4595" h="76959">
                    <a:moveTo>
                      <a:pt x="241236" y="72483"/>
                    </a:moveTo>
                    <a:lnTo>
                      <a:pt x="284596" y="45051"/>
                    </a:lnTo>
                    <a:cubicBezTo>
                      <a:pt x="198563" y="-24977"/>
                      <a:pt x="72158" y="-11931"/>
                      <a:pt x="2187" y="74197"/>
                    </a:cubicBezTo>
                    <a:lnTo>
                      <a:pt x="2187" y="74197"/>
                    </a:lnTo>
                    <a:cubicBezTo>
                      <a:pt x="1426" y="75150"/>
                      <a:pt x="666" y="76007"/>
                      <a:pt x="0" y="76960"/>
                    </a:cubicBezTo>
                    <a:cubicBezTo>
                      <a:pt x="70445" y="21822"/>
                      <a:pt x="168801" y="19997"/>
                      <a:pt x="241236" y="72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  <p:grpSp>
          <p:nvGrpSpPr>
            <p:cNvPr id="14" name="Graphic 6">
              <a:extLst>
                <a:ext uri="{FF2B5EF4-FFF2-40B4-BE49-F238E27FC236}">
                  <a16:creationId xmlns:a16="http://schemas.microsoft.com/office/drawing/2014/main" id="{3E42A063-D775-884B-AB26-3F3B694F35BB}"/>
                </a:ext>
              </a:extLst>
            </p:cNvPr>
            <p:cNvGrpSpPr/>
            <p:nvPr/>
          </p:nvGrpSpPr>
          <p:grpSpPr>
            <a:xfrm>
              <a:off x="11810385" y="6743700"/>
              <a:ext cx="1306117" cy="285813"/>
              <a:chOff x="11810385" y="6743700"/>
              <a:chExt cx="1306117" cy="285813"/>
            </a:xfrm>
            <a:solidFill>
              <a:srgbClr val="33647E"/>
            </a:solidFill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404F848B-C89B-344E-9FCB-62BC6EA19483}"/>
                  </a:ext>
                </a:extLst>
              </p:cNvPr>
              <p:cNvSpPr/>
              <p:nvPr/>
            </p:nvSpPr>
            <p:spPr>
              <a:xfrm>
                <a:off x="12008167" y="6827394"/>
                <a:ext cx="110586" cy="132237"/>
              </a:xfrm>
              <a:custGeom>
                <a:avLst/>
                <a:gdLst>
                  <a:gd name="connsiteX0" fmla="*/ 0 w 110586"/>
                  <a:gd name="connsiteY0" fmla="*/ 3460 h 132237"/>
                  <a:gd name="connsiteX1" fmla="*/ 29857 w 110586"/>
                  <a:gd name="connsiteY1" fmla="*/ 3460 h 132237"/>
                  <a:gd name="connsiteX2" fmla="*/ 29857 w 110586"/>
                  <a:gd name="connsiteY2" fmla="*/ 15461 h 132237"/>
                  <a:gd name="connsiteX3" fmla="*/ 64659 w 110586"/>
                  <a:gd name="connsiteY3" fmla="*/ 126 h 132237"/>
                  <a:gd name="connsiteX4" fmla="*/ 102694 w 110586"/>
                  <a:gd name="connsiteY4" fmla="*/ 17652 h 132237"/>
                  <a:gd name="connsiteX5" fmla="*/ 110586 w 110586"/>
                  <a:gd name="connsiteY5" fmla="*/ 53371 h 132237"/>
                  <a:gd name="connsiteX6" fmla="*/ 110586 w 110586"/>
                  <a:gd name="connsiteY6" fmla="*/ 132238 h 132237"/>
                  <a:gd name="connsiteX7" fmla="*/ 80349 w 110586"/>
                  <a:gd name="connsiteY7" fmla="*/ 132238 h 132237"/>
                  <a:gd name="connsiteX8" fmla="*/ 80349 w 110586"/>
                  <a:gd name="connsiteY8" fmla="*/ 60610 h 132237"/>
                  <a:gd name="connsiteX9" fmla="*/ 56862 w 110586"/>
                  <a:gd name="connsiteY9" fmla="*/ 26986 h 132237"/>
                  <a:gd name="connsiteX10" fmla="*/ 29667 w 110586"/>
                  <a:gd name="connsiteY10" fmla="*/ 70420 h 132237"/>
                  <a:gd name="connsiteX11" fmla="*/ 29667 w 110586"/>
                  <a:gd name="connsiteY11" fmla="*/ 132238 h 132237"/>
                  <a:gd name="connsiteX12" fmla="*/ 0 w 110586"/>
                  <a:gd name="connsiteY12" fmla="*/ 132238 h 13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586" h="132237">
                    <a:moveTo>
                      <a:pt x="0" y="3460"/>
                    </a:moveTo>
                    <a:lnTo>
                      <a:pt x="29857" y="3460"/>
                    </a:lnTo>
                    <a:lnTo>
                      <a:pt x="29857" y="15461"/>
                    </a:lnTo>
                    <a:cubicBezTo>
                      <a:pt x="38576" y="5382"/>
                      <a:pt x="51350" y="-247"/>
                      <a:pt x="64659" y="126"/>
                    </a:cubicBezTo>
                    <a:cubicBezTo>
                      <a:pt x="79510" y="-1012"/>
                      <a:pt x="93893" y="5616"/>
                      <a:pt x="102694" y="17652"/>
                    </a:cubicBezTo>
                    <a:cubicBezTo>
                      <a:pt x="107544" y="24605"/>
                      <a:pt x="110586" y="33463"/>
                      <a:pt x="110586" y="53371"/>
                    </a:cubicBezTo>
                    <a:lnTo>
                      <a:pt x="110586" y="132238"/>
                    </a:lnTo>
                    <a:lnTo>
                      <a:pt x="80349" y="132238"/>
                    </a:lnTo>
                    <a:lnTo>
                      <a:pt x="80349" y="60610"/>
                    </a:lnTo>
                    <a:cubicBezTo>
                      <a:pt x="80349" y="27939"/>
                      <a:pt x="68082" y="26986"/>
                      <a:pt x="56862" y="26986"/>
                    </a:cubicBezTo>
                    <a:cubicBezTo>
                      <a:pt x="43455" y="26986"/>
                      <a:pt x="29667" y="28891"/>
                      <a:pt x="29667" y="70420"/>
                    </a:cubicBezTo>
                    <a:lnTo>
                      <a:pt x="29667" y="132238"/>
                    </a:lnTo>
                    <a:lnTo>
                      <a:pt x="0" y="13223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7A887204-73AA-A44F-8BE4-2D48D9714974}"/>
                  </a:ext>
                </a:extLst>
              </p:cNvPr>
              <p:cNvSpPr/>
              <p:nvPr/>
            </p:nvSpPr>
            <p:spPr>
              <a:xfrm>
                <a:off x="12147520" y="6827480"/>
                <a:ext cx="131169" cy="202032"/>
              </a:xfrm>
              <a:custGeom>
                <a:avLst/>
                <a:gdLst>
                  <a:gd name="connsiteX0" fmla="*/ 101217 w 131169"/>
                  <a:gd name="connsiteY0" fmla="*/ 3373 h 202032"/>
                  <a:gd name="connsiteX1" fmla="*/ 131169 w 131169"/>
                  <a:gd name="connsiteY1" fmla="*/ 3373 h 202032"/>
                  <a:gd name="connsiteX2" fmla="*/ 131169 w 131169"/>
                  <a:gd name="connsiteY2" fmla="*/ 121674 h 202032"/>
                  <a:gd name="connsiteX3" fmla="*/ 110060 w 131169"/>
                  <a:gd name="connsiteY3" fmla="*/ 188349 h 202032"/>
                  <a:gd name="connsiteX4" fmla="*/ 67461 w 131169"/>
                  <a:gd name="connsiteY4" fmla="*/ 201969 h 202032"/>
                  <a:gd name="connsiteX5" fmla="*/ 25337 w 131169"/>
                  <a:gd name="connsiteY5" fmla="*/ 186158 h 202032"/>
                  <a:gd name="connsiteX6" fmla="*/ 6320 w 131169"/>
                  <a:gd name="connsiteY6" fmla="*/ 146153 h 202032"/>
                  <a:gd name="connsiteX7" fmla="*/ 34846 w 131169"/>
                  <a:gd name="connsiteY7" fmla="*/ 146153 h 202032"/>
                  <a:gd name="connsiteX8" fmla="*/ 44355 w 131169"/>
                  <a:gd name="connsiteY8" fmla="*/ 166251 h 202032"/>
                  <a:gd name="connsiteX9" fmla="*/ 67556 w 131169"/>
                  <a:gd name="connsiteY9" fmla="*/ 175204 h 202032"/>
                  <a:gd name="connsiteX10" fmla="*/ 91042 w 131169"/>
                  <a:gd name="connsiteY10" fmla="*/ 166632 h 202032"/>
                  <a:gd name="connsiteX11" fmla="*/ 100551 w 131169"/>
                  <a:gd name="connsiteY11" fmla="*/ 134246 h 202032"/>
                  <a:gd name="connsiteX12" fmla="*/ 100551 w 131169"/>
                  <a:gd name="connsiteY12" fmla="*/ 117768 h 202032"/>
                  <a:gd name="connsiteX13" fmla="*/ 61470 w 131169"/>
                  <a:gd name="connsiteY13" fmla="*/ 136056 h 202032"/>
                  <a:gd name="connsiteX14" fmla="*/ 19061 w 131169"/>
                  <a:gd name="connsiteY14" fmla="*/ 118626 h 202032"/>
                  <a:gd name="connsiteX15" fmla="*/ 44 w 131169"/>
                  <a:gd name="connsiteY15" fmla="*/ 67572 h 202032"/>
                  <a:gd name="connsiteX16" fmla="*/ 19061 w 131169"/>
                  <a:gd name="connsiteY16" fmla="*/ 17756 h 202032"/>
                  <a:gd name="connsiteX17" fmla="*/ 63182 w 131169"/>
                  <a:gd name="connsiteY17" fmla="*/ 39 h 202032"/>
                  <a:gd name="connsiteX18" fmla="*/ 101217 w 131169"/>
                  <a:gd name="connsiteY18" fmla="*/ 17470 h 202032"/>
                  <a:gd name="connsiteX19" fmla="*/ 44164 w 131169"/>
                  <a:gd name="connsiteY19" fmla="*/ 35472 h 202032"/>
                  <a:gd name="connsiteX20" fmla="*/ 31042 w 131169"/>
                  <a:gd name="connsiteY20" fmla="*/ 68619 h 202032"/>
                  <a:gd name="connsiteX21" fmla="*/ 43879 w 131169"/>
                  <a:gd name="connsiteY21" fmla="*/ 101004 h 202032"/>
                  <a:gd name="connsiteX22" fmla="*/ 66795 w 131169"/>
                  <a:gd name="connsiteY22" fmla="*/ 109577 h 202032"/>
                  <a:gd name="connsiteX23" fmla="*/ 91803 w 131169"/>
                  <a:gd name="connsiteY23" fmla="*/ 99195 h 202032"/>
                  <a:gd name="connsiteX24" fmla="*/ 103119 w 131169"/>
                  <a:gd name="connsiteY24" fmla="*/ 68619 h 202032"/>
                  <a:gd name="connsiteX25" fmla="*/ 90852 w 131169"/>
                  <a:gd name="connsiteY25" fmla="*/ 36234 h 202032"/>
                  <a:gd name="connsiteX26" fmla="*/ 66795 w 131169"/>
                  <a:gd name="connsiteY26" fmla="*/ 26709 h 202032"/>
                  <a:gd name="connsiteX27" fmla="*/ 44164 w 131169"/>
                  <a:gd name="connsiteY27" fmla="*/ 35282 h 20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1169" h="202032">
                    <a:moveTo>
                      <a:pt x="101217" y="3373"/>
                    </a:moveTo>
                    <a:lnTo>
                      <a:pt x="131169" y="3373"/>
                    </a:lnTo>
                    <a:lnTo>
                      <a:pt x="131169" y="121674"/>
                    </a:lnTo>
                    <a:cubicBezTo>
                      <a:pt x="131169" y="151963"/>
                      <a:pt x="127746" y="173680"/>
                      <a:pt x="110060" y="188349"/>
                    </a:cubicBezTo>
                    <a:cubicBezTo>
                      <a:pt x="97929" y="197819"/>
                      <a:pt x="82826" y="202649"/>
                      <a:pt x="67461" y="201969"/>
                    </a:cubicBezTo>
                    <a:cubicBezTo>
                      <a:pt x="51850" y="202700"/>
                      <a:pt x="36624" y="196985"/>
                      <a:pt x="25337" y="186158"/>
                    </a:cubicBezTo>
                    <a:cubicBezTo>
                      <a:pt x="14980" y="175142"/>
                      <a:pt x="8329" y="161151"/>
                      <a:pt x="6320" y="146153"/>
                    </a:cubicBezTo>
                    <a:lnTo>
                      <a:pt x="34846" y="146153"/>
                    </a:lnTo>
                    <a:cubicBezTo>
                      <a:pt x="36146" y="153589"/>
                      <a:pt x="39432" y="160534"/>
                      <a:pt x="44355" y="166251"/>
                    </a:cubicBezTo>
                    <a:cubicBezTo>
                      <a:pt x="50469" y="172398"/>
                      <a:pt x="58904" y="175653"/>
                      <a:pt x="67556" y="175204"/>
                    </a:cubicBezTo>
                    <a:cubicBezTo>
                      <a:pt x="76214" y="175606"/>
                      <a:pt x="84672" y="172519"/>
                      <a:pt x="91042" y="166632"/>
                    </a:cubicBezTo>
                    <a:cubicBezTo>
                      <a:pt x="98531" y="157610"/>
                      <a:pt x="101971" y="145893"/>
                      <a:pt x="100551" y="134246"/>
                    </a:cubicBezTo>
                    <a:lnTo>
                      <a:pt x="100551" y="117768"/>
                    </a:lnTo>
                    <a:cubicBezTo>
                      <a:pt x="91285" y="129888"/>
                      <a:pt x="76696" y="136715"/>
                      <a:pt x="61470" y="136056"/>
                    </a:cubicBezTo>
                    <a:cubicBezTo>
                      <a:pt x="45456" y="136815"/>
                      <a:pt x="29928" y="130433"/>
                      <a:pt x="19061" y="118626"/>
                    </a:cubicBezTo>
                    <a:cubicBezTo>
                      <a:pt x="6352" y="104722"/>
                      <a:pt x="-467" y="86416"/>
                      <a:pt x="44" y="67572"/>
                    </a:cubicBezTo>
                    <a:cubicBezTo>
                      <a:pt x="-619" y="49071"/>
                      <a:pt x="6244" y="31093"/>
                      <a:pt x="19061" y="17756"/>
                    </a:cubicBezTo>
                    <a:cubicBezTo>
                      <a:pt x="30608" y="5869"/>
                      <a:pt x="46636" y="-567"/>
                      <a:pt x="63182" y="39"/>
                    </a:cubicBezTo>
                    <a:cubicBezTo>
                      <a:pt x="77841" y="-221"/>
                      <a:pt x="91829" y="6189"/>
                      <a:pt x="101217" y="17470"/>
                    </a:cubicBezTo>
                    <a:close/>
                    <a:moveTo>
                      <a:pt x="44164" y="35472"/>
                    </a:moveTo>
                    <a:cubicBezTo>
                      <a:pt x="35445" y="44256"/>
                      <a:pt x="30702" y="56237"/>
                      <a:pt x="31042" y="68619"/>
                    </a:cubicBezTo>
                    <a:cubicBezTo>
                      <a:pt x="30758" y="80712"/>
                      <a:pt x="35391" y="92401"/>
                      <a:pt x="43879" y="101004"/>
                    </a:cubicBezTo>
                    <a:cubicBezTo>
                      <a:pt x="50261" y="106494"/>
                      <a:pt x="58383" y="109532"/>
                      <a:pt x="66795" y="109577"/>
                    </a:cubicBezTo>
                    <a:cubicBezTo>
                      <a:pt x="76235" y="109883"/>
                      <a:pt x="85348" y="106100"/>
                      <a:pt x="91803" y="99195"/>
                    </a:cubicBezTo>
                    <a:cubicBezTo>
                      <a:pt x="99396" y="90862"/>
                      <a:pt x="103454" y="79896"/>
                      <a:pt x="103119" y="68619"/>
                    </a:cubicBezTo>
                    <a:cubicBezTo>
                      <a:pt x="103725" y="56582"/>
                      <a:pt x="99277" y="44839"/>
                      <a:pt x="90852" y="36234"/>
                    </a:cubicBezTo>
                    <a:cubicBezTo>
                      <a:pt x="84588" y="29721"/>
                      <a:pt x="75813" y="26246"/>
                      <a:pt x="66795" y="26709"/>
                    </a:cubicBezTo>
                    <a:cubicBezTo>
                      <a:pt x="58400" y="26356"/>
                      <a:pt x="50225" y="29453"/>
                      <a:pt x="44164" y="352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C1E8C64-05C8-8343-8404-22D88AD6832C}"/>
                  </a:ext>
                </a:extLst>
              </p:cNvPr>
              <p:cNvSpPr/>
              <p:nvPr/>
            </p:nvSpPr>
            <p:spPr>
              <a:xfrm>
                <a:off x="12315298" y="6759892"/>
                <a:ext cx="29952" cy="200025"/>
              </a:xfrm>
              <a:custGeom>
                <a:avLst/>
                <a:gdLst>
                  <a:gd name="connsiteX0" fmla="*/ 29952 w 29952"/>
                  <a:gd name="connsiteY0" fmla="*/ 0 h 200025"/>
                  <a:gd name="connsiteX1" fmla="*/ 29952 w 29952"/>
                  <a:gd name="connsiteY1" fmla="*/ 200025 h 200025"/>
                  <a:gd name="connsiteX2" fmla="*/ 0 w 29952"/>
                  <a:gd name="connsiteY2" fmla="*/ 200025 h 200025"/>
                  <a:gd name="connsiteX3" fmla="*/ 0 w 29952"/>
                  <a:gd name="connsiteY3" fmla="*/ 23813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200025">
                    <a:moveTo>
                      <a:pt x="29952" y="0"/>
                    </a:moveTo>
                    <a:lnTo>
                      <a:pt x="29952" y="200025"/>
                    </a:lnTo>
                    <a:lnTo>
                      <a:pt x="0" y="200025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49348C2-EBBB-C942-81B2-2F51F32A1BBD}"/>
                  </a:ext>
                </a:extLst>
              </p:cNvPr>
              <p:cNvSpPr/>
              <p:nvPr/>
            </p:nvSpPr>
            <p:spPr>
              <a:xfrm>
                <a:off x="12848737" y="6759892"/>
                <a:ext cx="29952" cy="40957"/>
              </a:xfrm>
              <a:custGeom>
                <a:avLst/>
                <a:gdLst>
                  <a:gd name="connsiteX0" fmla="*/ 29953 w 29952"/>
                  <a:gd name="connsiteY0" fmla="*/ 0 h 40957"/>
                  <a:gd name="connsiteX1" fmla="*/ 29953 w 29952"/>
                  <a:gd name="connsiteY1" fmla="*/ 40958 h 40957"/>
                  <a:gd name="connsiteX2" fmla="*/ 0 w 29952"/>
                  <a:gd name="connsiteY2" fmla="*/ 40958 h 40957"/>
                  <a:gd name="connsiteX3" fmla="*/ 0 w 29952"/>
                  <a:gd name="connsiteY3" fmla="*/ 23813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40957">
                    <a:moveTo>
                      <a:pt x="29953" y="0"/>
                    </a:moveTo>
                    <a:lnTo>
                      <a:pt x="29953" y="40958"/>
                    </a:lnTo>
                    <a:lnTo>
                      <a:pt x="0" y="40958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1694085C-02B4-BF4F-A8FF-085E98C565BA}"/>
                  </a:ext>
                </a:extLst>
              </p:cNvPr>
              <p:cNvSpPr/>
              <p:nvPr/>
            </p:nvSpPr>
            <p:spPr>
              <a:xfrm>
                <a:off x="12375184" y="6827311"/>
                <a:ext cx="122830" cy="136124"/>
              </a:xfrm>
              <a:custGeom>
                <a:avLst/>
                <a:gdLst>
                  <a:gd name="connsiteX0" fmla="*/ 122016 w 122830"/>
                  <a:gd name="connsiteY0" fmla="*/ 102888 h 136124"/>
                  <a:gd name="connsiteX1" fmla="*/ 100431 w 122830"/>
                  <a:gd name="connsiteY1" fmla="*/ 126510 h 136124"/>
                  <a:gd name="connsiteX2" fmla="*/ 62397 w 122830"/>
                  <a:gd name="connsiteY2" fmla="*/ 136035 h 136124"/>
                  <a:gd name="connsiteX3" fmla="*/ 19037 w 122830"/>
                  <a:gd name="connsiteY3" fmla="*/ 119556 h 136124"/>
                  <a:gd name="connsiteX4" fmla="*/ 19 w 122830"/>
                  <a:gd name="connsiteY4" fmla="*/ 70312 h 136124"/>
                  <a:gd name="connsiteX5" fmla="*/ 20463 w 122830"/>
                  <a:gd name="connsiteY5" fmla="*/ 17448 h 136124"/>
                  <a:gd name="connsiteX6" fmla="*/ 63538 w 122830"/>
                  <a:gd name="connsiteY6" fmla="*/ 18 h 136124"/>
                  <a:gd name="connsiteX7" fmla="*/ 104710 w 122830"/>
                  <a:gd name="connsiteY7" fmla="*/ 16877 h 136124"/>
                  <a:gd name="connsiteX8" fmla="*/ 122682 w 122830"/>
                  <a:gd name="connsiteY8" fmla="*/ 71265 h 136124"/>
                  <a:gd name="connsiteX9" fmla="*/ 122682 w 122830"/>
                  <a:gd name="connsiteY9" fmla="*/ 74979 h 136124"/>
                  <a:gd name="connsiteX10" fmla="*/ 30542 w 122830"/>
                  <a:gd name="connsiteY10" fmla="*/ 74979 h 136124"/>
                  <a:gd name="connsiteX11" fmla="*/ 41858 w 122830"/>
                  <a:gd name="connsiteY11" fmla="*/ 101078 h 136124"/>
                  <a:gd name="connsiteX12" fmla="*/ 64774 w 122830"/>
                  <a:gd name="connsiteY12" fmla="*/ 109365 h 136124"/>
                  <a:gd name="connsiteX13" fmla="*/ 85218 w 122830"/>
                  <a:gd name="connsiteY13" fmla="*/ 102983 h 136124"/>
                  <a:gd name="connsiteX14" fmla="*/ 97104 w 122830"/>
                  <a:gd name="connsiteY14" fmla="*/ 88886 h 136124"/>
                  <a:gd name="connsiteX15" fmla="*/ 92444 w 122830"/>
                  <a:gd name="connsiteY15" fmla="*/ 50595 h 136124"/>
                  <a:gd name="connsiteX16" fmla="*/ 82935 w 122830"/>
                  <a:gd name="connsiteY16" fmla="*/ 33260 h 136124"/>
                  <a:gd name="connsiteX17" fmla="*/ 41668 w 122830"/>
                  <a:gd name="connsiteY17" fmla="*/ 34212 h 136124"/>
                  <a:gd name="connsiteX18" fmla="*/ 32159 w 122830"/>
                  <a:gd name="connsiteY18" fmla="*/ 50691 h 13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830" h="136124">
                    <a:moveTo>
                      <a:pt x="122016" y="102888"/>
                    </a:moveTo>
                    <a:cubicBezTo>
                      <a:pt x="116810" y="112377"/>
                      <a:pt x="109408" y="120477"/>
                      <a:pt x="100431" y="126510"/>
                    </a:cubicBezTo>
                    <a:cubicBezTo>
                      <a:pt x="88885" y="133168"/>
                      <a:pt x="75713" y="136466"/>
                      <a:pt x="62397" y="136035"/>
                    </a:cubicBezTo>
                    <a:cubicBezTo>
                      <a:pt x="46266" y="136939"/>
                      <a:pt x="30509" y="130951"/>
                      <a:pt x="19037" y="119556"/>
                    </a:cubicBezTo>
                    <a:cubicBezTo>
                      <a:pt x="6427" y="106319"/>
                      <a:pt x="-414" y="88604"/>
                      <a:pt x="19" y="70312"/>
                    </a:cubicBezTo>
                    <a:cubicBezTo>
                      <a:pt x="-276" y="50700"/>
                      <a:pt x="7055" y="31742"/>
                      <a:pt x="20463" y="17448"/>
                    </a:cubicBezTo>
                    <a:cubicBezTo>
                      <a:pt x="31803" y="5929"/>
                      <a:pt x="47393" y="-379"/>
                      <a:pt x="63538" y="18"/>
                    </a:cubicBezTo>
                    <a:cubicBezTo>
                      <a:pt x="79005" y="-343"/>
                      <a:pt x="93924" y="5766"/>
                      <a:pt x="104710" y="16877"/>
                    </a:cubicBezTo>
                    <a:cubicBezTo>
                      <a:pt x="117474" y="32009"/>
                      <a:pt x="123912" y="51493"/>
                      <a:pt x="122682" y="71265"/>
                    </a:cubicBezTo>
                    <a:lnTo>
                      <a:pt x="122682" y="74979"/>
                    </a:lnTo>
                    <a:lnTo>
                      <a:pt x="30542" y="74979"/>
                    </a:lnTo>
                    <a:cubicBezTo>
                      <a:pt x="31199" y="84725"/>
                      <a:pt x="35197" y="93944"/>
                      <a:pt x="41858" y="101078"/>
                    </a:cubicBezTo>
                    <a:cubicBezTo>
                      <a:pt x="48017" y="106907"/>
                      <a:pt x="56318" y="109908"/>
                      <a:pt x="64774" y="109365"/>
                    </a:cubicBezTo>
                    <a:cubicBezTo>
                      <a:pt x="72123" y="109688"/>
                      <a:pt x="79353" y="107431"/>
                      <a:pt x="85218" y="102983"/>
                    </a:cubicBezTo>
                    <a:cubicBezTo>
                      <a:pt x="90071" y="99118"/>
                      <a:pt x="94111" y="94326"/>
                      <a:pt x="97104" y="88886"/>
                    </a:cubicBezTo>
                    <a:close/>
                    <a:moveTo>
                      <a:pt x="92444" y="50595"/>
                    </a:moveTo>
                    <a:cubicBezTo>
                      <a:pt x="91259" y="43928"/>
                      <a:pt x="87918" y="37837"/>
                      <a:pt x="82935" y="33260"/>
                    </a:cubicBezTo>
                    <a:cubicBezTo>
                      <a:pt x="70893" y="23151"/>
                      <a:pt x="53233" y="23559"/>
                      <a:pt x="41668" y="34212"/>
                    </a:cubicBezTo>
                    <a:cubicBezTo>
                      <a:pt x="37001" y="38690"/>
                      <a:pt x="33703" y="44405"/>
                      <a:pt x="32159" y="506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9645D34-A0DA-A74E-81A3-D6B61C8F04FB}"/>
                  </a:ext>
                </a:extLst>
              </p:cNvPr>
              <p:cNvSpPr/>
              <p:nvPr/>
            </p:nvSpPr>
            <p:spPr>
              <a:xfrm>
                <a:off x="12528484" y="6827512"/>
                <a:ext cx="130459" cy="201937"/>
              </a:xfrm>
              <a:custGeom>
                <a:avLst/>
                <a:gdLst>
                  <a:gd name="connsiteX0" fmla="*/ 29952 w 130459"/>
                  <a:gd name="connsiteY0" fmla="*/ 201938 h 201937"/>
                  <a:gd name="connsiteX1" fmla="*/ 0 w 130459"/>
                  <a:gd name="connsiteY1" fmla="*/ 201938 h 201937"/>
                  <a:gd name="connsiteX2" fmla="*/ 0 w 130459"/>
                  <a:gd name="connsiteY2" fmla="*/ 3341 h 201937"/>
                  <a:gd name="connsiteX3" fmla="*/ 29857 w 130459"/>
                  <a:gd name="connsiteY3" fmla="*/ 3341 h 201937"/>
                  <a:gd name="connsiteX4" fmla="*/ 29857 w 130459"/>
                  <a:gd name="connsiteY4" fmla="*/ 17438 h 201937"/>
                  <a:gd name="connsiteX5" fmla="*/ 67892 w 130459"/>
                  <a:gd name="connsiteY5" fmla="*/ 8 h 201937"/>
                  <a:gd name="connsiteX6" fmla="*/ 130460 w 130459"/>
                  <a:gd name="connsiteY6" fmla="*/ 66683 h 201937"/>
                  <a:gd name="connsiteX7" fmla="*/ 68273 w 130459"/>
                  <a:gd name="connsiteY7" fmla="*/ 135739 h 201937"/>
                  <a:gd name="connsiteX8" fmla="*/ 30238 w 130459"/>
                  <a:gd name="connsiteY8" fmla="*/ 116689 h 201937"/>
                  <a:gd name="connsiteX9" fmla="*/ 28051 w 130459"/>
                  <a:gd name="connsiteY9" fmla="*/ 68588 h 201937"/>
                  <a:gd name="connsiteX10" fmla="*/ 64374 w 130459"/>
                  <a:gd name="connsiteY10" fmla="*/ 109259 h 201937"/>
                  <a:gd name="connsiteX11" fmla="*/ 100127 w 130459"/>
                  <a:gd name="connsiteY11" fmla="*/ 68302 h 201937"/>
                  <a:gd name="connsiteX12" fmla="*/ 64374 w 130459"/>
                  <a:gd name="connsiteY12" fmla="*/ 27059 h 201937"/>
                  <a:gd name="connsiteX13" fmla="*/ 28051 w 130459"/>
                  <a:gd name="connsiteY13" fmla="*/ 68588 h 20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459" h="201937">
                    <a:moveTo>
                      <a:pt x="29952" y="201938"/>
                    </a:moveTo>
                    <a:lnTo>
                      <a:pt x="0" y="201938"/>
                    </a:lnTo>
                    <a:lnTo>
                      <a:pt x="0" y="3341"/>
                    </a:lnTo>
                    <a:lnTo>
                      <a:pt x="29857" y="3341"/>
                    </a:lnTo>
                    <a:lnTo>
                      <a:pt x="29857" y="17438"/>
                    </a:lnTo>
                    <a:cubicBezTo>
                      <a:pt x="39246" y="6157"/>
                      <a:pt x="53233" y="-253"/>
                      <a:pt x="67892" y="8"/>
                    </a:cubicBezTo>
                    <a:cubicBezTo>
                      <a:pt x="101838" y="8"/>
                      <a:pt x="130460" y="26011"/>
                      <a:pt x="130460" y="66683"/>
                    </a:cubicBezTo>
                    <a:cubicBezTo>
                      <a:pt x="130460" y="110117"/>
                      <a:pt x="98796" y="135739"/>
                      <a:pt x="68273" y="135739"/>
                    </a:cubicBezTo>
                    <a:cubicBezTo>
                      <a:pt x="53429" y="135243"/>
                      <a:pt x="39539" y="128287"/>
                      <a:pt x="30238" y="116689"/>
                    </a:cubicBezTo>
                    <a:close/>
                    <a:moveTo>
                      <a:pt x="28051" y="68588"/>
                    </a:moveTo>
                    <a:cubicBezTo>
                      <a:pt x="28051" y="95448"/>
                      <a:pt x="45452" y="109259"/>
                      <a:pt x="64374" y="109259"/>
                    </a:cubicBezTo>
                    <a:cubicBezTo>
                      <a:pt x="86054" y="109259"/>
                      <a:pt x="100127" y="90209"/>
                      <a:pt x="100127" y="68302"/>
                    </a:cubicBezTo>
                    <a:cubicBezTo>
                      <a:pt x="100127" y="46394"/>
                      <a:pt x="86054" y="27059"/>
                      <a:pt x="64374" y="27059"/>
                    </a:cubicBezTo>
                    <a:cubicBezTo>
                      <a:pt x="45357" y="27059"/>
                      <a:pt x="28051" y="40489"/>
                      <a:pt x="28051" y="6858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B88E36B-4AE6-D64C-8DE3-ADC799D40CD8}"/>
                  </a:ext>
                </a:extLst>
              </p:cNvPr>
              <p:cNvSpPr/>
              <p:nvPr/>
            </p:nvSpPr>
            <p:spPr>
              <a:xfrm>
                <a:off x="12682185" y="6827485"/>
                <a:ext cx="137400" cy="137582"/>
              </a:xfrm>
              <a:custGeom>
                <a:avLst/>
                <a:gdLst>
                  <a:gd name="connsiteX0" fmla="*/ 137361 w 137400"/>
                  <a:gd name="connsiteY0" fmla="*/ 67852 h 137582"/>
                  <a:gd name="connsiteX1" fmla="*/ 69862 w 137400"/>
                  <a:gd name="connsiteY1" fmla="*/ 137572 h 137582"/>
                  <a:gd name="connsiteX2" fmla="*/ 69659 w 137400"/>
                  <a:gd name="connsiteY2" fmla="*/ 137575 h 137582"/>
                  <a:gd name="connsiteX3" fmla="*/ 69659 w 137400"/>
                  <a:gd name="connsiteY3" fmla="*/ 137575 h 137582"/>
                  <a:gd name="connsiteX4" fmla="*/ 7 w 137400"/>
                  <a:gd name="connsiteY4" fmla="*/ 69805 h 137582"/>
                  <a:gd name="connsiteX5" fmla="*/ 67662 w 137400"/>
                  <a:gd name="connsiteY5" fmla="*/ 34 h 137582"/>
                  <a:gd name="connsiteX6" fmla="*/ 68613 w 137400"/>
                  <a:gd name="connsiteY6" fmla="*/ 34 h 137582"/>
                  <a:gd name="connsiteX7" fmla="*/ 137253 w 137400"/>
                  <a:gd name="connsiteY7" fmla="*/ 64559 h 137582"/>
                  <a:gd name="connsiteX8" fmla="*/ 137266 w 137400"/>
                  <a:gd name="connsiteY8" fmla="*/ 64995 h 137582"/>
                  <a:gd name="connsiteX9" fmla="*/ 137361 w 137400"/>
                  <a:gd name="connsiteY9" fmla="*/ 67852 h 137582"/>
                  <a:gd name="connsiteX10" fmla="*/ 106838 w 137400"/>
                  <a:gd name="connsiteY10" fmla="*/ 67852 h 137582"/>
                  <a:gd name="connsiteX11" fmla="*/ 68803 w 137400"/>
                  <a:gd name="connsiteY11" fmla="*/ 26514 h 137582"/>
                  <a:gd name="connsiteX12" fmla="*/ 30768 w 137400"/>
                  <a:gd name="connsiteY12" fmla="*/ 67852 h 137582"/>
                  <a:gd name="connsiteX13" fmla="*/ 68803 w 137400"/>
                  <a:gd name="connsiteY13" fmla="*/ 108810 h 137582"/>
                  <a:gd name="connsiteX14" fmla="*/ 106838 w 137400"/>
                  <a:gd name="connsiteY14" fmla="*/ 68614 h 137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00" h="137582">
                    <a:moveTo>
                      <a:pt x="137361" y="67852"/>
                    </a:moveTo>
                    <a:cubicBezTo>
                      <a:pt x="137941" y="105776"/>
                      <a:pt x="107721" y="136991"/>
                      <a:pt x="69862" y="137572"/>
                    </a:cubicBezTo>
                    <a:cubicBezTo>
                      <a:pt x="69794" y="137574"/>
                      <a:pt x="69727" y="137574"/>
                      <a:pt x="69659" y="137575"/>
                    </a:cubicBezTo>
                    <a:lnTo>
                      <a:pt x="69659" y="137575"/>
                    </a:lnTo>
                    <a:cubicBezTo>
                      <a:pt x="31743" y="138128"/>
                      <a:pt x="559" y="107786"/>
                      <a:pt x="7" y="69805"/>
                    </a:cubicBezTo>
                    <a:cubicBezTo>
                      <a:pt x="-544" y="31824"/>
                      <a:pt x="29746" y="587"/>
                      <a:pt x="67662" y="34"/>
                    </a:cubicBezTo>
                    <a:lnTo>
                      <a:pt x="68613" y="34"/>
                    </a:lnTo>
                    <a:cubicBezTo>
                      <a:pt x="105355" y="-1135"/>
                      <a:pt x="136086" y="27754"/>
                      <a:pt x="137253" y="64559"/>
                    </a:cubicBezTo>
                    <a:cubicBezTo>
                      <a:pt x="137258" y="64704"/>
                      <a:pt x="137262" y="64849"/>
                      <a:pt x="137266" y="64995"/>
                    </a:cubicBezTo>
                    <a:cubicBezTo>
                      <a:pt x="137361" y="65947"/>
                      <a:pt x="137456" y="66900"/>
                      <a:pt x="137361" y="67852"/>
                    </a:cubicBezTo>
                    <a:close/>
                    <a:moveTo>
                      <a:pt x="106838" y="67852"/>
                    </a:moveTo>
                    <a:cubicBezTo>
                      <a:pt x="106838" y="38515"/>
                      <a:pt x="87820" y="26514"/>
                      <a:pt x="68803" y="26514"/>
                    </a:cubicBezTo>
                    <a:cubicBezTo>
                      <a:pt x="49785" y="26514"/>
                      <a:pt x="30768" y="38515"/>
                      <a:pt x="30768" y="67852"/>
                    </a:cubicBezTo>
                    <a:cubicBezTo>
                      <a:pt x="30768" y="92617"/>
                      <a:pt x="45411" y="108810"/>
                      <a:pt x="68803" y="108810"/>
                    </a:cubicBezTo>
                    <a:cubicBezTo>
                      <a:pt x="92194" y="108810"/>
                      <a:pt x="106838" y="92998"/>
                      <a:pt x="106838" y="68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2FC06834-81FF-9C4B-B326-FA1FF9A40607}"/>
                  </a:ext>
                </a:extLst>
              </p:cNvPr>
              <p:cNvSpPr/>
              <p:nvPr/>
            </p:nvSpPr>
            <p:spPr>
              <a:xfrm>
                <a:off x="12848832" y="6830853"/>
                <a:ext cx="29952" cy="128682"/>
              </a:xfrm>
              <a:custGeom>
                <a:avLst/>
                <a:gdLst>
                  <a:gd name="connsiteX0" fmla="*/ 29952 w 29952"/>
                  <a:gd name="connsiteY0" fmla="*/ 0 h 128682"/>
                  <a:gd name="connsiteX1" fmla="*/ 29952 w 29952"/>
                  <a:gd name="connsiteY1" fmla="*/ 128683 h 128682"/>
                  <a:gd name="connsiteX2" fmla="*/ 0 w 29952"/>
                  <a:gd name="connsiteY2" fmla="*/ 128683 h 128682"/>
                  <a:gd name="connsiteX3" fmla="*/ 0 w 29952"/>
                  <a:gd name="connsiteY3" fmla="*/ 0 h 12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128682">
                    <a:moveTo>
                      <a:pt x="29952" y="0"/>
                    </a:moveTo>
                    <a:lnTo>
                      <a:pt x="29952" y="128683"/>
                    </a:lnTo>
                    <a:lnTo>
                      <a:pt x="0" y="128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6C5A21-4168-834E-8D65-13C50E263461}"/>
                  </a:ext>
                </a:extLst>
              </p:cNvPr>
              <p:cNvSpPr/>
              <p:nvPr/>
            </p:nvSpPr>
            <p:spPr>
              <a:xfrm>
                <a:off x="12915203" y="6827390"/>
                <a:ext cx="110776" cy="132241"/>
              </a:xfrm>
              <a:custGeom>
                <a:avLst/>
                <a:gdLst>
                  <a:gd name="connsiteX0" fmla="*/ 0 w 110776"/>
                  <a:gd name="connsiteY0" fmla="*/ 3464 h 132241"/>
                  <a:gd name="connsiteX1" fmla="*/ 29952 w 110776"/>
                  <a:gd name="connsiteY1" fmla="*/ 3464 h 132241"/>
                  <a:gd name="connsiteX2" fmla="*/ 29952 w 110776"/>
                  <a:gd name="connsiteY2" fmla="*/ 15465 h 132241"/>
                  <a:gd name="connsiteX3" fmla="*/ 64754 w 110776"/>
                  <a:gd name="connsiteY3" fmla="*/ 130 h 132241"/>
                  <a:gd name="connsiteX4" fmla="*/ 102789 w 110776"/>
                  <a:gd name="connsiteY4" fmla="*/ 17656 h 132241"/>
                  <a:gd name="connsiteX5" fmla="*/ 110777 w 110776"/>
                  <a:gd name="connsiteY5" fmla="*/ 53375 h 132241"/>
                  <a:gd name="connsiteX6" fmla="*/ 110777 w 110776"/>
                  <a:gd name="connsiteY6" fmla="*/ 132242 h 132241"/>
                  <a:gd name="connsiteX7" fmla="*/ 80824 w 110776"/>
                  <a:gd name="connsiteY7" fmla="*/ 132242 h 132241"/>
                  <a:gd name="connsiteX8" fmla="*/ 80824 w 110776"/>
                  <a:gd name="connsiteY8" fmla="*/ 60614 h 132241"/>
                  <a:gd name="connsiteX9" fmla="*/ 57338 w 110776"/>
                  <a:gd name="connsiteY9" fmla="*/ 26990 h 132241"/>
                  <a:gd name="connsiteX10" fmla="*/ 30143 w 110776"/>
                  <a:gd name="connsiteY10" fmla="*/ 70424 h 132241"/>
                  <a:gd name="connsiteX11" fmla="*/ 30143 w 110776"/>
                  <a:gd name="connsiteY11" fmla="*/ 132242 h 132241"/>
                  <a:gd name="connsiteX12" fmla="*/ 95 w 110776"/>
                  <a:gd name="connsiteY12" fmla="*/ 132242 h 132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776" h="132241">
                    <a:moveTo>
                      <a:pt x="0" y="3464"/>
                    </a:moveTo>
                    <a:lnTo>
                      <a:pt x="29952" y="3464"/>
                    </a:lnTo>
                    <a:lnTo>
                      <a:pt x="29952" y="15465"/>
                    </a:lnTo>
                    <a:cubicBezTo>
                      <a:pt x="38671" y="5385"/>
                      <a:pt x="51445" y="-243"/>
                      <a:pt x="64754" y="130"/>
                    </a:cubicBezTo>
                    <a:cubicBezTo>
                      <a:pt x="79608" y="-1027"/>
                      <a:pt x="94000" y="5605"/>
                      <a:pt x="102789" y="17656"/>
                    </a:cubicBezTo>
                    <a:cubicBezTo>
                      <a:pt x="107734" y="24609"/>
                      <a:pt x="110777" y="33467"/>
                      <a:pt x="110777" y="53375"/>
                    </a:cubicBezTo>
                    <a:lnTo>
                      <a:pt x="110777" y="132242"/>
                    </a:lnTo>
                    <a:lnTo>
                      <a:pt x="80824" y="132242"/>
                    </a:lnTo>
                    <a:lnTo>
                      <a:pt x="80824" y="60614"/>
                    </a:lnTo>
                    <a:cubicBezTo>
                      <a:pt x="80824" y="27943"/>
                      <a:pt x="68653" y="26990"/>
                      <a:pt x="57338" y="26990"/>
                    </a:cubicBezTo>
                    <a:cubicBezTo>
                      <a:pt x="43930" y="26990"/>
                      <a:pt x="30143" y="28895"/>
                      <a:pt x="30143" y="70424"/>
                    </a:cubicBezTo>
                    <a:lnTo>
                      <a:pt x="30143" y="132242"/>
                    </a:lnTo>
                    <a:lnTo>
                      <a:pt x="95" y="132242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2D6E068-610F-DF44-9E54-F37835B94BE9}"/>
                  </a:ext>
                </a:extLst>
              </p:cNvPr>
              <p:cNvSpPr/>
              <p:nvPr/>
            </p:nvSpPr>
            <p:spPr>
              <a:xfrm>
                <a:off x="13051178" y="6759892"/>
                <a:ext cx="65324" cy="199644"/>
              </a:xfrm>
              <a:custGeom>
                <a:avLst/>
                <a:gdLst>
                  <a:gd name="connsiteX0" fmla="*/ 42124 w 65324"/>
                  <a:gd name="connsiteY0" fmla="*/ 98108 h 199644"/>
                  <a:gd name="connsiteX1" fmla="*/ 42124 w 65324"/>
                  <a:gd name="connsiteY1" fmla="*/ 199644 h 199644"/>
                  <a:gd name="connsiteX2" fmla="*/ 12456 w 65324"/>
                  <a:gd name="connsiteY2" fmla="*/ 199644 h 199644"/>
                  <a:gd name="connsiteX3" fmla="*/ 12456 w 65324"/>
                  <a:gd name="connsiteY3" fmla="*/ 98108 h 199644"/>
                  <a:gd name="connsiteX4" fmla="*/ 0 w 65324"/>
                  <a:gd name="connsiteY4" fmla="*/ 98108 h 199644"/>
                  <a:gd name="connsiteX5" fmla="*/ 0 w 65324"/>
                  <a:gd name="connsiteY5" fmla="*/ 70961 h 199644"/>
                  <a:gd name="connsiteX6" fmla="*/ 12456 w 65324"/>
                  <a:gd name="connsiteY6" fmla="*/ 70961 h 199644"/>
                  <a:gd name="connsiteX7" fmla="*/ 12456 w 65324"/>
                  <a:gd name="connsiteY7" fmla="*/ 23813 h 199644"/>
                  <a:gd name="connsiteX8" fmla="*/ 42409 w 65324"/>
                  <a:gd name="connsiteY8" fmla="*/ 0 h 199644"/>
                  <a:gd name="connsiteX9" fmla="*/ 42409 w 65324"/>
                  <a:gd name="connsiteY9" fmla="*/ 70961 h 199644"/>
                  <a:gd name="connsiteX10" fmla="*/ 65325 w 65324"/>
                  <a:gd name="connsiteY10" fmla="*/ 70961 h 199644"/>
                  <a:gd name="connsiteX11" fmla="*/ 65325 w 65324"/>
                  <a:gd name="connsiteY11" fmla="*/ 98108 h 199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324" h="199644">
                    <a:moveTo>
                      <a:pt x="42124" y="98108"/>
                    </a:moveTo>
                    <a:lnTo>
                      <a:pt x="42124" y="199644"/>
                    </a:lnTo>
                    <a:lnTo>
                      <a:pt x="12456" y="199644"/>
                    </a:lnTo>
                    <a:lnTo>
                      <a:pt x="12456" y="98108"/>
                    </a:lnTo>
                    <a:lnTo>
                      <a:pt x="0" y="98108"/>
                    </a:lnTo>
                    <a:lnTo>
                      <a:pt x="0" y="70961"/>
                    </a:lnTo>
                    <a:lnTo>
                      <a:pt x="12456" y="70961"/>
                    </a:lnTo>
                    <a:lnTo>
                      <a:pt x="12456" y="23813"/>
                    </a:lnTo>
                    <a:lnTo>
                      <a:pt x="42409" y="0"/>
                    </a:lnTo>
                    <a:lnTo>
                      <a:pt x="42409" y="70961"/>
                    </a:lnTo>
                    <a:lnTo>
                      <a:pt x="65325" y="70961"/>
                    </a:lnTo>
                    <a:lnTo>
                      <a:pt x="65325" y="9810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B268A612-D013-B248-BB79-543040048C70}"/>
                  </a:ext>
                </a:extLst>
              </p:cNvPr>
              <p:cNvSpPr/>
              <p:nvPr/>
            </p:nvSpPr>
            <p:spPr>
              <a:xfrm>
                <a:off x="11810385" y="6743700"/>
                <a:ext cx="173439" cy="215836"/>
              </a:xfrm>
              <a:custGeom>
                <a:avLst/>
                <a:gdLst>
                  <a:gd name="connsiteX0" fmla="*/ 173439 w 173439"/>
                  <a:gd name="connsiteY0" fmla="*/ 215837 h 215836"/>
                  <a:gd name="connsiteX1" fmla="*/ 86720 w 173439"/>
                  <a:gd name="connsiteY1" fmla="*/ 0 h 215836"/>
                  <a:gd name="connsiteX2" fmla="*/ 86720 w 173439"/>
                  <a:gd name="connsiteY2" fmla="*/ 0 h 215836"/>
                  <a:gd name="connsiteX3" fmla="*/ 0 w 173439"/>
                  <a:gd name="connsiteY3" fmla="*/ 215837 h 215836"/>
                  <a:gd name="connsiteX4" fmla="*/ 33566 w 173439"/>
                  <a:gd name="connsiteY4" fmla="*/ 215837 h 215836"/>
                  <a:gd name="connsiteX5" fmla="*/ 86720 w 173439"/>
                  <a:gd name="connsiteY5" fmla="*/ 78391 h 215836"/>
                  <a:gd name="connsiteX6" fmla="*/ 139873 w 173439"/>
                  <a:gd name="connsiteY6" fmla="*/ 215837 h 21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439" h="215836">
                    <a:moveTo>
                      <a:pt x="173439" y="215837"/>
                    </a:moveTo>
                    <a:lnTo>
                      <a:pt x="86720" y="0"/>
                    </a:lnTo>
                    <a:lnTo>
                      <a:pt x="86720" y="0"/>
                    </a:lnTo>
                    <a:lnTo>
                      <a:pt x="0" y="215837"/>
                    </a:lnTo>
                    <a:lnTo>
                      <a:pt x="33566" y="215837"/>
                    </a:lnTo>
                    <a:lnTo>
                      <a:pt x="86720" y="78391"/>
                    </a:lnTo>
                    <a:lnTo>
                      <a:pt x="139873" y="215837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BC8129-930E-4EAC-845C-DBCE34DD6CF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25813" y="7253288"/>
            <a:ext cx="2846387" cy="1849437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GB"/>
              <a:t>Insert client logo here</a:t>
            </a:r>
          </a:p>
        </p:txBody>
      </p:sp>
      <p:sp>
        <p:nvSpPr>
          <p:cNvPr id="34" name="Slide Number Placeholder 34">
            <a:extLst>
              <a:ext uri="{FF2B5EF4-FFF2-40B4-BE49-F238E27FC236}">
                <a16:creationId xmlns:a16="http://schemas.microsoft.com/office/drawing/2014/main" id="{1458B5C1-48D9-5C4A-B50E-42F3203B2934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latin typeface="Figtree" pitchFamily="2" charset="0"/>
              </a:rPr>
              <a:pPr/>
              <a:t>‹#›</a:t>
            </a:fld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3503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D138-558F-4644-8788-60F4E9788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spc="-100" baseline="0">
                <a:solidFill>
                  <a:srgbClr val="002B49"/>
                </a:solidFill>
                <a:latin typeface="Figtree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D663C1-7F33-4906-A8D2-85DD916E4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5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4000" b="0" i="0" spc="-50" baseline="0">
                <a:solidFill>
                  <a:schemeClr val="tx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600" b="0" i="0" spc="-40" baseline="0">
                <a:solidFill>
                  <a:schemeClr val="tx1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1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Add your primary bullet content here</a:t>
            </a:r>
          </a:p>
          <a:p>
            <a:pPr lvl="1"/>
            <a:r>
              <a:rPr lang="en-US"/>
              <a:t>Second level (optional)</a:t>
            </a:r>
          </a:p>
          <a:p>
            <a:pPr lvl="2"/>
            <a:r>
              <a:rPr lang="en-US"/>
              <a:t>Third level (optional)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F6910E2-9540-45C3-9B39-B3BC4814ED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" y="2011680"/>
            <a:ext cx="24387429" cy="484188"/>
          </a:xfrm>
          <a:prstGeom prst="rect">
            <a:avLst/>
          </a:prstGeom>
        </p:spPr>
        <p:txBody>
          <a:bodyPr/>
          <a:lstStyle>
            <a:lvl1pPr marL="914400" indent="0">
              <a:spcBef>
                <a:spcPts val="0"/>
              </a:spcBef>
              <a:buNone/>
              <a:defRPr sz="34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07C304-B66F-5046-8E8B-775653AFA4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3647"/>
            <a:ext cx="21930609" cy="624709"/>
          </a:xfrm>
          <a:prstGeom prst="rect">
            <a:avLst/>
          </a:prstGeom>
        </p:spPr>
        <p:txBody>
          <a:bodyPr bIns="0" anchor="b" anchorCtr="0"/>
          <a:lstStyle>
            <a:lvl1pPr marL="457200" indent="479425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PRE-HEADER HERE (OPTIONAL)</a:t>
            </a:r>
          </a:p>
        </p:txBody>
      </p:sp>
      <p:grpSp>
        <p:nvGrpSpPr>
          <p:cNvPr id="8" name="Graphic 6">
            <a:extLst>
              <a:ext uri="{FF2B5EF4-FFF2-40B4-BE49-F238E27FC236}">
                <a16:creationId xmlns:a16="http://schemas.microsoft.com/office/drawing/2014/main" id="{AE22C4A9-0220-2942-96D2-C715381DCD2F}"/>
              </a:ext>
            </a:extLst>
          </p:cNvPr>
          <p:cNvGrpSpPr/>
          <p:nvPr userDrawn="1"/>
        </p:nvGrpSpPr>
        <p:grpSpPr>
          <a:xfrm>
            <a:off x="22565903" y="279978"/>
            <a:ext cx="1487736" cy="333180"/>
            <a:chOff x="11266487" y="6648450"/>
            <a:chExt cx="1850015" cy="414313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76CD583-3D7C-6249-A729-9DA5EEB26635}"/>
                </a:ext>
              </a:extLst>
            </p:cNvPr>
            <p:cNvSpPr/>
            <p:nvPr/>
          </p:nvSpPr>
          <p:spPr>
            <a:xfrm>
              <a:off x="11266487" y="6777228"/>
              <a:ext cx="103454" cy="103632"/>
            </a:xfrm>
            <a:custGeom>
              <a:avLst/>
              <a:gdLst>
                <a:gd name="connsiteX0" fmla="*/ 103455 w 103454"/>
                <a:gd name="connsiteY0" fmla="*/ 51816 h 103632"/>
                <a:gd name="connsiteX1" fmla="*/ 51727 w 103454"/>
                <a:gd name="connsiteY1" fmla="*/ 103632 h 103632"/>
                <a:gd name="connsiteX2" fmla="*/ 0 w 103454"/>
                <a:gd name="connsiteY2" fmla="*/ 51816 h 103632"/>
                <a:gd name="connsiteX3" fmla="*/ 51727 w 103454"/>
                <a:gd name="connsiteY3" fmla="*/ 0 h 103632"/>
                <a:gd name="connsiteX4" fmla="*/ 103455 w 103454"/>
                <a:gd name="connsiteY4" fmla="*/ 5181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454" h="103632">
                  <a:moveTo>
                    <a:pt x="103455" y="51816"/>
                  </a:moveTo>
                  <a:cubicBezTo>
                    <a:pt x="103455" y="80433"/>
                    <a:pt x="80296" y="103632"/>
                    <a:pt x="51727" y="103632"/>
                  </a:cubicBezTo>
                  <a:cubicBezTo>
                    <a:pt x="23159" y="103632"/>
                    <a:pt x="0" y="80433"/>
                    <a:pt x="0" y="51816"/>
                  </a:cubicBezTo>
                  <a:cubicBezTo>
                    <a:pt x="0" y="23199"/>
                    <a:pt x="23159" y="0"/>
                    <a:pt x="51727" y="0"/>
                  </a:cubicBezTo>
                  <a:cubicBezTo>
                    <a:pt x="80296" y="0"/>
                    <a:pt x="103455" y="23199"/>
                    <a:pt x="103455" y="51816"/>
                  </a:cubicBezTo>
                  <a:close/>
                </a:path>
              </a:pathLst>
            </a:custGeom>
            <a:solidFill>
              <a:schemeClr val="accent2"/>
            </a:solidFill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  <p:grpSp>
          <p:nvGrpSpPr>
            <p:cNvPr id="11" name="Graphic 6">
              <a:extLst>
                <a:ext uri="{FF2B5EF4-FFF2-40B4-BE49-F238E27FC236}">
                  <a16:creationId xmlns:a16="http://schemas.microsoft.com/office/drawing/2014/main" id="{C3F9B857-0845-8243-9F4B-783B746397C1}"/>
                </a:ext>
              </a:extLst>
            </p:cNvPr>
            <p:cNvGrpSpPr/>
            <p:nvPr/>
          </p:nvGrpSpPr>
          <p:grpSpPr>
            <a:xfrm>
              <a:off x="11290163" y="6648450"/>
              <a:ext cx="385198" cy="414313"/>
              <a:chOff x="11290163" y="6648450"/>
              <a:chExt cx="385198" cy="414313"/>
            </a:xfrm>
            <a:solidFill>
              <a:srgbClr val="FFC629"/>
            </a:solidFill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AC79619C-8670-7549-97F1-E11CF5E05953}"/>
                  </a:ext>
                </a:extLst>
              </p:cNvPr>
              <p:cNvSpPr/>
              <p:nvPr/>
            </p:nvSpPr>
            <p:spPr>
              <a:xfrm>
                <a:off x="11290163" y="6648450"/>
                <a:ext cx="385198" cy="414313"/>
              </a:xfrm>
              <a:custGeom>
                <a:avLst/>
                <a:gdLst>
                  <a:gd name="connsiteX0" fmla="*/ 339937 w 385198"/>
                  <a:gd name="connsiteY0" fmla="*/ 53150 h 414313"/>
                  <a:gd name="connsiteX1" fmla="*/ 344025 w 385198"/>
                  <a:gd name="connsiteY1" fmla="*/ 64770 h 414313"/>
                  <a:gd name="connsiteX2" fmla="*/ 385198 w 385198"/>
                  <a:gd name="connsiteY2" fmla="*/ 0 h 414313"/>
                  <a:gd name="connsiteX3" fmla="*/ 316165 w 385198"/>
                  <a:gd name="connsiteY3" fmla="*/ 36767 h 414313"/>
                  <a:gd name="connsiteX4" fmla="*/ 327005 w 385198"/>
                  <a:gd name="connsiteY4" fmla="*/ 40862 h 414313"/>
                  <a:gd name="connsiteX5" fmla="*/ 361997 w 385198"/>
                  <a:gd name="connsiteY5" fmla="*/ 21146 h 414313"/>
                  <a:gd name="connsiteX6" fmla="*/ 0 w 385198"/>
                  <a:gd name="connsiteY6" fmla="*/ 309753 h 414313"/>
                  <a:gd name="connsiteX7" fmla="*/ 272762 w 385198"/>
                  <a:gd name="connsiteY7" fmla="*/ 389501 h 414313"/>
                  <a:gd name="connsiteX8" fmla="*/ 272805 w 385198"/>
                  <a:gd name="connsiteY8" fmla="*/ 389477 h 414313"/>
                  <a:gd name="connsiteX9" fmla="*/ 272805 w 385198"/>
                  <a:gd name="connsiteY9" fmla="*/ 389477 h 414313"/>
                  <a:gd name="connsiteX10" fmla="*/ 352813 w 385198"/>
                  <a:gd name="connsiteY10" fmla="*/ 116505 h 414313"/>
                  <a:gd name="connsiteX11" fmla="*/ 320349 w 385198"/>
                  <a:gd name="connsiteY11" fmla="*/ 72485 h 414313"/>
                  <a:gd name="connsiteX12" fmla="*/ 331759 w 385198"/>
                  <a:gd name="connsiteY12" fmla="*/ 310801 h 414313"/>
                  <a:gd name="connsiteX13" fmla="*/ 221961 w 385198"/>
                  <a:gd name="connsiteY13" fmla="*/ 361797 h 414313"/>
                  <a:gd name="connsiteX14" fmla="*/ 165832 w 385198"/>
                  <a:gd name="connsiteY14" fmla="*/ 282226 h 414313"/>
                  <a:gd name="connsiteX15" fmla="*/ 284976 w 385198"/>
                  <a:gd name="connsiteY15" fmla="*/ 106966 h 414313"/>
                  <a:gd name="connsiteX16" fmla="*/ 331759 w 385198"/>
                  <a:gd name="connsiteY16" fmla="*/ 310420 h 41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5198" h="414313">
                    <a:moveTo>
                      <a:pt x="339937" y="53150"/>
                    </a:moveTo>
                    <a:lnTo>
                      <a:pt x="344025" y="64770"/>
                    </a:lnTo>
                    <a:lnTo>
                      <a:pt x="385198" y="0"/>
                    </a:lnTo>
                    <a:lnTo>
                      <a:pt x="316165" y="36767"/>
                    </a:lnTo>
                    <a:lnTo>
                      <a:pt x="327005" y="40862"/>
                    </a:lnTo>
                    <a:lnTo>
                      <a:pt x="361997" y="21146"/>
                    </a:lnTo>
                    <a:lnTo>
                      <a:pt x="0" y="309753"/>
                    </a:lnTo>
                    <a:cubicBezTo>
                      <a:pt x="53337" y="407225"/>
                      <a:pt x="175457" y="442929"/>
                      <a:pt x="272762" y="389501"/>
                    </a:cubicBezTo>
                    <a:cubicBezTo>
                      <a:pt x="272776" y="389493"/>
                      <a:pt x="272791" y="389485"/>
                      <a:pt x="272805" y="389477"/>
                    </a:cubicBezTo>
                    <a:lnTo>
                      <a:pt x="272805" y="389477"/>
                    </a:lnTo>
                    <a:cubicBezTo>
                      <a:pt x="370149" y="336230"/>
                      <a:pt x="405970" y="214016"/>
                      <a:pt x="352813" y="116505"/>
                    </a:cubicBezTo>
                    <a:cubicBezTo>
                      <a:pt x="344044" y="100419"/>
                      <a:pt x="333122" y="85609"/>
                      <a:pt x="320349" y="72485"/>
                    </a:cubicBezTo>
                    <a:close/>
                    <a:moveTo>
                      <a:pt x="331759" y="310801"/>
                    </a:moveTo>
                    <a:cubicBezTo>
                      <a:pt x="315497" y="355255"/>
                      <a:pt x="266339" y="378087"/>
                      <a:pt x="221961" y="361797"/>
                    </a:cubicBezTo>
                    <a:cubicBezTo>
                      <a:pt x="188560" y="349537"/>
                      <a:pt x="166214" y="317857"/>
                      <a:pt x="165832" y="282226"/>
                    </a:cubicBezTo>
                    <a:cubicBezTo>
                      <a:pt x="165832" y="234601"/>
                      <a:pt x="198637" y="182023"/>
                      <a:pt x="284976" y="106966"/>
                    </a:cubicBezTo>
                    <a:cubicBezTo>
                      <a:pt x="284976" y="106966"/>
                      <a:pt x="372361" y="188690"/>
                      <a:pt x="331759" y="3104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47BCE77F-F1F5-DA4A-ADBC-96CCBED9AF7A}"/>
                  </a:ext>
                </a:extLst>
              </p:cNvPr>
              <p:cNvSpPr/>
              <p:nvPr/>
            </p:nvSpPr>
            <p:spPr>
              <a:xfrm>
                <a:off x="11307374" y="6659977"/>
                <a:ext cx="284595" cy="76959"/>
              </a:xfrm>
              <a:custGeom>
                <a:avLst/>
                <a:gdLst>
                  <a:gd name="connsiteX0" fmla="*/ 241236 w 284595"/>
                  <a:gd name="connsiteY0" fmla="*/ 72483 h 76959"/>
                  <a:gd name="connsiteX1" fmla="*/ 284596 w 284595"/>
                  <a:gd name="connsiteY1" fmla="*/ 45051 h 76959"/>
                  <a:gd name="connsiteX2" fmla="*/ 2187 w 284595"/>
                  <a:gd name="connsiteY2" fmla="*/ 74197 h 76959"/>
                  <a:gd name="connsiteX3" fmla="*/ 2187 w 284595"/>
                  <a:gd name="connsiteY3" fmla="*/ 74197 h 76959"/>
                  <a:gd name="connsiteX4" fmla="*/ 0 w 284595"/>
                  <a:gd name="connsiteY4" fmla="*/ 76960 h 76959"/>
                  <a:gd name="connsiteX5" fmla="*/ 241236 w 284595"/>
                  <a:gd name="connsiteY5" fmla="*/ 72483 h 7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4595" h="76959">
                    <a:moveTo>
                      <a:pt x="241236" y="72483"/>
                    </a:moveTo>
                    <a:lnTo>
                      <a:pt x="284596" y="45051"/>
                    </a:lnTo>
                    <a:cubicBezTo>
                      <a:pt x="198563" y="-24977"/>
                      <a:pt x="72158" y="-11931"/>
                      <a:pt x="2187" y="74197"/>
                    </a:cubicBezTo>
                    <a:lnTo>
                      <a:pt x="2187" y="74197"/>
                    </a:lnTo>
                    <a:cubicBezTo>
                      <a:pt x="1426" y="75150"/>
                      <a:pt x="666" y="76007"/>
                      <a:pt x="0" y="76960"/>
                    </a:cubicBezTo>
                    <a:cubicBezTo>
                      <a:pt x="70445" y="21822"/>
                      <a:pt x="168801" y="19997"/>
                      <a:pt x="241236" y="72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7AFEE3FB-F1C9-D84A-ADD7-4079926EB878}"/>
                </a:ext>
              </a:extLst>
            </p:cNvPr>
            <p:cNvGrpSpPr/>
            <p:nvPr/>
          </p:nvGrpSpPr>
          <p:grpSpPr>
            <a:xfrm>
              <a:off x="11810385" y="6743700"/>
              <a:ext cx="1306117" cy="285813"/>
              <a:chOff x="11810385" y="6743700"/>
              <a:chExt cx="1306117" cy="285813"/>
            </a:xfrm>
            <a:solidFill>
              <a:srgbClr val="33647E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AAF766B1-1469-CF43-9357-B3B9F59EBE1F}"/>
                  </a:ext>
                </a:extLst>
              </p:cNvPr>
              <p:cNvSpPr/>
              <p:nvPr/>
            </p:nvSpPr>
            <p:spPr>
              <a:xfrm>
                <a:off x="12008167" y="6827394"/>
                <a:ext cx="110586" cy="132237"/>
              </a:xfrm>
              <a:custGeom>
                <a:avLst/>
                <a:gdLst>
                  <a:gd name="connsiteX0" fmla="*/ 0 w 110586"/>
                  <a:gd name="connsiteY0" fmla="*/ 3460 h 132237"/>
                  <a:gd name="connsiteX1" fmla="*/ 29857 w 110586"/>
                  <a:gd name="connsiteY1" fmla="*/ 3460 h 132237"/>
                  <a:gd name="connsiteX2" fmla="*/ 29857 w 110586"/>
                  <a:gd name="connsiteY2" fmla="*/ 15461 h 132237"/>
                  <a:gd name="connsiteX3" fmla="*/ 64659 w 110586"/>
                  <a:gd name="connsiteY3" fmla="*/ 126 h 132237"/>
                  <a:gd name="connsiteX4" fmla="*/ 102694 w 110586"/>
                  <a:gd name="connsiteY4" fmla="*/ 17652 h 132237"/>
                  <a:gd name="connsiteX5" fmla="*/ 110586 w 110586"/>
                  <a:gd name="connsiteY5" fmla="*/ 53371 h 132237"/>
                  <a:gd name="connsiteX6" fmla="*/ 110586 w 110586"/>
                  <a:gd name="connsiteY6" fmla="*/ 132238 h 132237"/>
                  <a:gd name="connsiteX7" fmla="*/ 80349 w 110586"/>
                  <a:gd name="connsiteY7" fmla="*/ 132238 h 132237"/>
                  <a:gd name="connsiteX8" fmla="*/ 80349 w 110586"/>
                  <a:gd name="connsiteY8" fmla="*/ 60610 h 132237"/>
                  <a:gd name="connsiteX9" fmla="*/ 56862 w 110586"/>
                  <a:gd name="connsiteY9" fmla="*/ 26986 h 132237"/>
                  <a:gd name="connsiteX10" fmla="*/ 29667 w 110586"/>
                  <a:gd name="connsiteY10" fmla="*/ 70420 h 132237"/>
                  <a:gd name="connsiteX11" fmla="*/ 29667 w 110586"/>
                  <a:gd name="connsiteY11" fmla="*/ 132238 h 132237"/>
                  <a:gd name="connsiteX12" fmla="*/ 0 w 110586"/>
                  <a:gd name="connsiteY12" fmla="*/ 132238 h 13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586" h="132237">
                    <a:moveTo>
                      <a:pt x="0" y="3460"/>
                    </a:moveTo>
                    <a:lnTo>
                      <a:pt x="29857" y="3460"/>
                    </a:lnTo>
                    <a:lnTo>
                      <a:pt x="29857" y="15461"/>
                    </a:lnTo>
                    <a:cubicBezTo>
                      <a:pt x="38576" y="5382"/>
                      <a:pt x="51350" y="-247"/>
                      <a:pt x="64659" y="126"/>
                    </a:cubicBezTo>
                    <a:cubicBezTo>
                      <a:pt x="79510" y="-1012"/>
                      <a:pt x="93893" y="5616"/>
                      <a:pt x="102694" y="17652"/>
                    </a:cubicBezTo>
                    <a:cubicBezTo>
                      <a:pt x="107544" y="24605"/>
                      <a:pt x="110586" y="33463"/>
                      <a:pt x="110586" y="53371"/>
                    </a:cubicBezTo>
                    <a:lnTo>
                      <a:pt x="110586" y="132238"/>
                    </a:lnTo>
                    <a:lnTo>
                      <a:pt x="80349" y="132238"/>
                    </a:lnTo>
                    <a:lnTo>
                      <a:pt x="80349" y="60610"/>
                    </a:lnTo>
                    <a:cubicBezTo>
                      <a:pt x="80349" y="27939"/>
                      <a:pt x="68082" y="26986"/>
                      <a:pt x="56862" y="26986"/>
                    </a:cubicBezTo>
                    <a:cubicBezTo>
                      <a:pt x="43455" y="26986"/>
                      <a:pt x="29667" y="28891"/>
                      <a:pt x="29667" y="70420"/>
                    </a:cubicBezTo>
                    <a:lnTo>
                      <a:pt x="29667" y="132238"/>
                    </a:lnTo>
                    <a:lnTo>
                      <a:pt x="0" y="13223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1257134-AA00-6F4C-8418-9A4A1BF15A8F}"/>
                  </a:ext>
                </a:extLst>
              </p:cNvPr>
              <p:cNvSpPr/>
              <p:nvPr/>
            </p:nvSpPr>
            <p:spPr>
              <a:xfrm>
                <a:off x="12147520" y="6827480"/>
                <a:ext cx="131169" cy="202032"/>
              </a:xfrm>
              <a:custGeom>
                <a:avLst/>
                <a:gdLst>
                  <a:gd name="connsiteX0" fmla="*/ 101217 w 131169"/>
                  <a:gd name="connsiteY0" fmla="*/ 3373 h 202032"/>
                  <a:gd name="connsiteX1" fmla="*/ 131169 w 131169"/>
                  <a:gd name="connsiteY1" fmla="*/ 3373 h 202032"/>
                  <a:gd name="connsiteX2" fmla="*/ 131169 w 131169"/>
                  <a:gd name="connsiteY2" fmla="*/ 121674 h 202032"/>
                  <a:gd name="connsiteX3" fmla="*/ 110060 w 131169"/>
                  <a:gd name="connsiteY3" fmla="*/ 188349 h 202032"/>
                  <a:gd name="connsiteX4" fmla="*/ 67461 w 131169"/>
                  <a:gd name="connsiteY4" fmla="*/ 201969 h 202032"/>
                  <a:gd name="connsiteX5" fmla="*/ 25337 w 131169"/>
                  <a:gd name="connsiteY5" fmla="*/ 186158 h 202032"/>
                  <a:gd name="connsiteX6" fmla="*/ 6320 w 131169"/>
                  <a:gd name="connsiteY6" fmla="*/ 146153 h 202032"/>
                  <a:gd name="connsiteX7" fmla="*/ 34846 w 131169"/>
                  <a:gd name="connsiteY7" fmla="*/ 146153 h 202032"/>
                  <a:gd name="connsiteX8" fmla="*/ 44355 w 131169"/>
                  <a:gd name="connsiteY8" fmla="*/ 166251 h 202032"/>
                  <a:gd name="connsiteX9" fmla="*/ 67556 w 131169"/>
                  <a:gd name="connsiteY9" fmla="*/ 175204 h 202032"/>
                  <a:gd name="connsiteX10" fmla="*/ 91042 w 131169"/>
                  <a:gd name="connsiteY10" fmla="*/ 166632 h 202032"/>
                  <a:gd name="connsiteX11" fmla="*/ 100551 w 131169"/>
                  <a:gd name="connsiteY11" fmla="*/ 134246 h 202032"/>
                  <a:gd name="connsiteX12" fmla="*/ 100551 w 131169"/>
                  <a:gd name="connsiteY12" fmla="*/ 117768 h 202032"/>
                  <a:gd name="connsiteX13" fmla="*/ 61470 w 131169"/>
                  <a:gd name="connsiteY13" fmla="*/ 136056 h 202032"/>
                  <a:gd name="connsiteX14" fmla="*/ 19061 w 131169"/>
                  <a:gd name="connsiteY14" fmla="*/ 118626 h 202032"/>
                  <a:gd name="connsiteX15" fmla="*/ 44 w 131169"/>
                  <a:gd name="connsiteY15" fmla="*/ 67572 h 202032"/>
                  <a:gd name="connsiteX16" fmla="*/ 19061 w 131169"/>
                  <a:gd name="connsiteY16" fmla="*/ 17756 h 202032"/>
                  <a:gd name="connsiteX17" fmla="*/ 63182 w 131169"/>
                  <a:gd name="connsiteY17" fmla="*/ 39 h 202032"/>
                  <a:gd name="connsiteX18" fmla="*/ 101217 w 131169"/>
                  <a:gd name="connsiteY18" fmla="*/ 17470 h 202032"/>
                  <a:gd name="connsiteX19" fmla="*/ 44164 w 131169"/>
                  <a:gd name="connsiteY19" fmla="*/ 35472 h 202032"/>
                  <a:gd name="connsiteX20" fmla="*/ 31042 w 131169"/>
                  <a:gd name="connsiteY20" fmla="*/ 68619 h 202032"/>
                  <a:gd name="connsiteX21" fmla="*/ 43879 w 131169"/>
                  <a:gd name="connsiteY21" fmla="*/ 101004 h 202032"/>
                  <a:gd name="connsiteX22" fmla="*/ 66795 w 131169"/>
                  <a:gd name="connsiteY22" fmla="*/ 109577 h 202032"/>
                  <a:gd name="connsiteX23" fmla="*/ 91803 w 131169"/>
                  <a:gd name="connsiteY23" fmla="*/ 99195 h 202032"/>
                  <a:gd name="connsiteX24" fmla="*/ 103119 w 131169"/>
                  <a:gd name="connsiteY24" fmla="*/ 68619 h 202032"/>
                  <a:gd name="connsiteX25" fmla="*/ 90852 w 131169"/>
                  <a:gd name="connsiteY25" fmla="*/ 36234 h 202032"/>
                  <a:gd name="connsiteX26" fmla="*/ 66795 w 131169"/>
                  <a:gd name="connsiteY26" fmla="*/ 26709 h 202032"/>
                  <a:gd name="connsiteX27" fmla="*/ 44164 w 131169"/>
                  <a:gd name="connsiteY27" fmla="*/ 35282 h 20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1169" h="202032">
                    <a:moveTo>
                      <a:pt x="101217" y="3373"/>
                    </a:moveTo>
                    <a:lnTo>
                      <a:pt x="131169" y="3373"/>
                    </a:lnTo>
                    <a:lnTo>
                      <a:pt x="131169" y="121674"/>
                    </a:lnTo>
                    <a:cubicBezTo>
                      <a:pt x="131169" y="151963"/>
                      <a:pt x="127746" y="173680"/>
                      <a:pt x="110060" y="188349"/>
                    </a:cubicBezTo>
                    <a:cubicBezTo>
                      <a:pt x="97929" y="197819"/>
                      <a:pt x="82826" y="202649"/>
                      <a:pt x="67461" y="201969"/>
                    </a:cubicBezTo>
                    <a:cubicBezTo>
                      <a:pt x="51850" y="202700"/>
                      <a:pt x="36624" y="196985"/>
                      <a:pt x="25337" y="186158"/>
                    </a:cubicBezTo>
                    <a:cubicBezTo>
                      <a:pt x="14980" y="175142"/>
                      <a:pt x="8329" y="161151"/>
                      <a:pt x="6320" y="146153"/>
                    </a:cubicBezTo>
                    <a:lnTo>
                      <a:pt x="34846" y="146153"/>
                    </a:lnTo>
                    <a:cubicBezTo>
                      <a:pt x="36146" y="153589"/>
                      <a:pt x="39432" y="160534"/>
                      <a:pt x="44355" y="166251"/>
                    </a:cubicBezTo>
                    <a:cubicBezTo>
                      <a:pt x="50469" y="172398"/>
                      <a:pt x="58904" y="175653"/>
                      <a:pt x="67556" y="175204"/>
                    </a:cubicBezTo>
                    <a:cubicBezTo>
                      <a:pt x="76214" y="175606"/>
                      <a:pt x="84672" y="172519"/>
                      <a:pt x="91042" y="166632"/>
                    </a:cubicBezTo>
                    <a:cubicBezTo>
                      <a:pt x="98531" y="157610"/>
                      <a:pt x="101971" y="145893"/>
                      <a:pt x="100551" y="134246"/>
                    </a:cubicBezTo>
                    <a:lnTo>
                      <a:pt x="100551" y="117768"/>
                    </a:lnTo>
                    <a:cubicBezTo>
                      <a:pt x="91285" y="129888"/>
                      <a:pt x="76696" y="136715"/>
                      <a:pt x="61470" y="136056"/>
                    </a:cubicBezTo>
                    <a:cubicBezTo>
                      <a:pt x="45456" y="136815"/>
                      <a:pt x="29928" y="130433"/>
                      <a:pt x="19061" y="118626"/>
                    </a:cubicBezTo>
                    <a:cubicBezTo>
                      <a:pt x="6352" y="104722"/>
                      <a:pt x="-467" y="86416"/>
                      <a:pt x="44" y="67572"/>
                    </a:cubicBezTo>
                    <a:cubicBezTo>
                      <a:pt x="-619" y="49071"/>
                      <a:pt x="6244" y="31093"/>
                      <a:pt x="19061" y="17756"/>
                    </a:cubicBezTo>
                    <a:cubicBezTo>
                      <a:pt x="30608" y="5869"/>
                      <a:pt x="46636" y="-567"/>
                      <a:pt x="63182" y="39"/>
                    </a:cubicBezTo>
                    <a:cubicBezTo>
                      <a:pt x="77841" y="-221"/>
                      <a:pt x="91829" y="6189"/>
                      <a:pt x="101217" y="17470"/>
                    </a:cubicBezTo>
                    <a:close/>
                    <a:moveTo>
                      <a:pt x="44164" y="35472"/>
                    </a:moveTo>
                    <a:cubicBezTo>
                      <a:pt x="35445" y="44256"/>
                      <a:pt x="30702" y="56237"/>
                      <a:pt x="31042" y="68619"/>
                    </a:cubicBezTo>
                    <a:cubicBezTo>
                      <a:pt x="30758" y="80712"/>
                      <a:pt x="35391" y="92401"/>
                      <a:pt x="43879" y="101004"/>
                    </a:cubicBezTo>
                    <a:cubicBezTo>
                      <a:pt x="50261" y="106494"/>
                      <a:pt x="58383" y="109532"/>
                      <a:pt x="66795" y="109577"/>
                    </a:cubicBezTo>
                    <a:cubicBezTo>
                      <a:pt x="76235" y="109883"/>
                      <a:pt x="85348" y="106100"/>
                      <a:pt x="91803" y="99195"/>
                    </a:cubicBezTo>
                    <a:cubicBezTo>
                      <a:pt x="99396" y="90862"/>
                      <a:pt x="103454" y="79896"/>
                      <a:pt x="103119" y="68619"/>
                    </a:cubicBezTo>
                    <a:cubicBezTo>
                      <a:pt x="103725" y="56582"/>
                      <a:pt x="99277" y="44839"/>
                      <a:pt x="90852" y="36234"/>
                    </a:cubicBezTo>
                    <a:cubicBezTo>
                      <a:pt x="84588" y="29721"/>
                      <a:pt x="75813" y="26246"/>
                      <a:pt x="66795" y="26709"/>
                    </a:cubicBezTo>
                    <a:cubicBezTo>
                      <a:pt x="58400" y="26356"/>
                      <a:pt x="50225" y="29453"/>
                      <a:pt x="44164" y="352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DA16FA5-AE79-814B-AE78-041F2D8056CE}"/>
                  </a:ext>
                </a:extLst>
              </p:cNvPr>
              <p:cNvSpPr/>
              <p:nvPr/>
            </p:nvSpPr>
            <p:spPr>
              <a:xfrm>
                <a:off x="12315298" y="6759892"/>
                <a:ext cx="29952" cy="200025"/>
              </a:xfrm>
              <a:custGeom>
                <a:avLst/>
                <a:gdLst>
                  <a:gd name="connsiteX0" fmla="*/ 29952 w 29952"/>
                  <a:gd name="connsiteY0" fmla="*/ 0 h 200025"/>
                  <a:gd name="connsiteX1" fmla="*/ 29952 w 29952"/>
                  <a:gd name="connsiteY1" fmla="*/ 200025 h 200025"/>
                  <a:gd name="connsiteX2" fmla="*/ 0 w 29952"/>
                  <a:gd name="connsiteY2" fmla="*/ 200025 h 200025"/>
                  <a:gd name="connsiteX3" fmla="*/ 0 w 29952"/>
                  <a:gd name="connsiteY3" fmla="*/ 23813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200025">
                    <a:moveTo>
                      <a:pt x="29952" y="0"/>
                    </a:moveTo>
                    <a:lnTo>
                      <a:pt x="29952" y="200025"/>
                    </a:lnTo>
                    <a:lnTo>
                      <a:pt x="0" y="200025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EBC66F4A-AB94-6547-8422-A1DC1502E6B0}"/>
                  </a:ext>
                </a:extLst>
              </p:cNvPr>
              <p:cNvSpPr/>
              <p:nvPr/>
            </p:nvSpPr>
            <p:spPr>
              <a:xfrm>
                <a:off x="12848737" y="6759892"/>
                <a:ext cx="29952" cy="40957"/>
              </a:xfrm>
              <a:custGeom>
                <a:avLst/>
                <a:gdLst>
                  <a:gd name="connsiteX0" fmla="*/ 29953 w 29952"/>
                  <a:gd name="connsiteY0" fmla="*/ 0 h 40957"/>
                  <a:gd name="connsiteX1" fmla="*/ 29953 w 29952"/>
                  <a:gd name="connsiteY1" fmla="*/ 40958 h 40957"/>
                  <a:gd name="connsiteX2" fmla="*/ 0 w 29952"/>
                  <a:gd name="connsiteY2" fmla="*/ 40958 h 40957"/>
                  <a:gd name="connsiteX3" fmla="*/ 0 w 29952"/>
                  <a:gd name="connsiteY3" fmla="*/ 23813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40957">
                    <a:moveTo>
                      <a:pt x="29953" y="0"/>
                    </a:moveTo>
                    <a:lnTo>
                      <a:pt x="29953" y="40958"/>
                    </a:lnTo>
                    <a:lnTo>
                      <a:pt x="0" y="40958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639D0F9D-73E9-BF40-ABD5-9B40EB8D8242}"/>
                  </a:ext>
                </a:extLst>
              </p:cNvPr>
              <p:cNvSpPr/>
              <p:nvPr/>
            </p:nvSpPr>
            <p:spPr>
              <a:xfrm>
                <a:off x="12375184" y="6827311"/>
                <a:ext cx="122830" cy="136124"/>
              </a:xfrm>
              <a:custGeom>
                <a:avLst/>
                <a:gdLst>
                  <a:gd name="connsiteX0" fmla="*/ 122016 w 122830"/>
                  <a:gd name="connsiteY0" fmla="*/ 102888 h 136124"/>
                  <a:gd name="connsiteX1" fmla="*/ 100431 w 122830"/>
                  <a:gd name="connsiteY1" fmla="*/ 126510 h 136124"/>
                  <a:gd name="connsiteX2" fmla="*/ 62397 w 122830"/>
                  <a:gd name="connsiteY2" fmla="*/ 136035 h 136124"/>
                  <a:gd name="connsiteX3" fmla="*/ 19037 w 122830"/>
                  <a:gd name="connsiteY3" fmla="*/ 119556 h 136124"/>
                  <a:gd name="connsiteX4" fmla="*/ 19 w 122830"/>
                  <a:gd name="connsiteY4" fmla="*/ 70312 h 136124"/>
                  <a:gd name="connsiteX5" fmla="*/ 20463 w 122830"/>
                  <a:gd name="connsiteY5" fmla="*/ 17448 h 136124"/>
                  <a:gd name="connsiteX6" fmla="*/ 63538 w 122830"/>
                  <a:gd name="connsiteY6" fmla="*/ 18 h 136124"/>
                  <a:gd name="connsiteX7" fmla="*/ 104710 w 122830"/>
                  <a:gd name="connsiteY7" fmla="*/ 16877 h 136124"/>
                  <a:gd name="connsiteX8" fmla="*/ 122682 w 122830"/>
                  <a:gd name="connsiteY8" fmla="*/ 71265 h 136124"/>
                  <a:gd name="connsiteX9" fmla="*/ 122682 w 122830"/>
                  <a:gd name="connsiteY9" fmla="*/ 74979 h 136124"/>
                  <a:gd name="connsiteX10" fmla="*/ 30542 w 122830"/>
                  <a:gd name="connsiteY10" fmla="*/ 74979 h 136124"/>
                  <a:gd name="connsiteX11" fmla="*/ 41858 w 122830"/>
                  <a:gd name="connsiteY11" fmla="*/ 101078 h 136124"/>
                  <a:gd name="connsiteX12" fmla="*/ 64774 w 122830"/>
                  <a:gd name="connsiteY12" fmla="*/ 109365 h 136124"/>
                  <a:gd name="connsiteX13" fmla="*/ 85218 w 122830"/>
                  <a:gd name="connsiteY13" fmla="*/ 102983 h 136124"/>
                  <a:gd name="connsiteX14" fmla="*/ 97104 w 122830"/>
                  <a:gd name="connsiteY14" fmla="*/ 88886 h 136124"/>
                  <a:gd name="connsiteX15" fmla="*/ 92444 w 122830"/>
                  <a:gd name="connsiteY15" fmla="*/ 50595 h 136124"/>
                  <a:gd name="connsiteX16" fmla="*/ 82935 w 122830"/>
                  <a:gd name="connsiteY16" fmla="*/ 33260 h 136124"/>
                  <a:gd name="connsiteX17" fmla="*/ 41668 w 122830"/>
                  <a:gd name="connsiteY17" fmla="*/ 34212 h 136124"/>
                  <a:gd name="connsiteX18" fmla="*/ 32159 w 122830"/>
                  <a:gd name="connsiteY18" fmla="*/ 50691 h 13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830" h="136124">
                    <a:moveTo>
                      <a:pt x="122016" y="102888"/>
                    </a:moveTo>
                    <a:cubicBezTo>
                      <a:pt x="116810" y="112377"/>
                      <a:pt x="109408" y="120477"/>
                      <a:pt x="100431" y="126510"/>
                    </a:cubicBezTo>
                    <a:cubicBezTo>
                      <a:pt x="88885" y="133168"/>
                      <a:pt x="75713" y="136466"/>
                      <a:pt x="62397" y="136035"/>
                    </a:cubicBezTo>
                    <a:cubicBezTo>
                      <a:pt x="46266" y="136939"/>
                      <a:pt x="30509" y="130951"/>
                      <a:pt x="19037" y="119556"/>
                    </a:cubicBezTo>
                    <a:cubicBezTo>
                      <a:pt x="6427" y="106319"/>
                      <a:pt x="-414" y="88604"/>
                      <a:pt x="19" y="70312"/>
                    </a:cubicBezTo>
                    <a:cubicBezTo>
                      <a:pt x="-276" y="50700"/>
                      <a:pt x="7055" y="31742"/>
                      <a:pt x="20463" y="17448"/>
                    </a:cubicBezTo>
                    <a:cubicBezTo>
                      <a:pt x="31803" y="5929"/>
                      <a:pt x="47393" y="-379"/>
                      <a:pt x="63538" y="18"/>
                    </a:cubicBezTo>
                    <a:cubicBezTo>
                      <a:pt x="79005" y="-343"/>
                      <a:pt x="93924" y="5766"/>
                      <a:pt x="104710" y="16877"/>
                    </a:cubicBezTo>
                    <a:cubicBezTo>
                      <a:pt x="117474" y="32009"/>
                      <a:pt x="123912" y="51493"/>
                      <a:pt x="122682" y="71265"/>
                    </a:cubicBezTo>
                    <a:lnTo>
                      <a:pt x="122682" y="74979"/>
                    </a:lnTo>
                    <a:lnTo>
                      <a:pt x="30542" y="74979"/>
                    </a:lnTo>
                    <a:cubicBezTo>
                      <a:pt x="31199" y="84725"/>
                      <a:pt x="35197" y="93944"/>
                      <a:pt x="41858" y="101078"/>
                    </a:cubicBezTo>
                    <a:cubicBezTo>
                      <a:pt x="48017" y="106907"/>
                      <a:pt x="56318" y="109908"/>
                      <a:pt x="64774" y="109365"/>
                    </a:cubicBezTo>
                    <a:cubicBezTo>
                      <a:pt x="72123" y="109688"/>
                      <a:pt x="79353" y="107431"/>
                      <a:pt x="85218" y="102983"/>
                    </a:cubicBezTo>
                    <a:cubicBezTo>
                      <a:pt x="90071" y="99118"/>
                      <a:pt x="94111" y="94326"/>
                      <a:pt x="97104" y="88886"/>
                    </a:cubicBezTo>
                    <a:close/>
                    <a:moveTo>
                      <a:pt x="92444" y="50595"/>
                    </a:moveTo>
                    <a:cubicBezTo>
                      <a:pt x="91259" y="43928"/>
                      <a:pt x="87918" y="37837"/>
                      <a:pt x="82935" y="33260"/>
                    </a:cubicBezTo>
                    <a:cubicBezTo>
                      <a:pt x="70893" y="23151"/>
                      <a:pt x="53233" y="23559"/>
                      <a:pt x="41668" y="34212"/>
                    </a:cubicBezTo>
                    <a:cubicBezTo>
                      <a:pt x="37001" y="38690"/>
                      <a:pt x="33703" y="44405"/>
                      <a:pt x="32159" y="506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A9260CF-D356-7C41-AC6D-C88FFF8D3C7A}"/>
                  </a:ext>
                </a:extLst>
              </p:cNvPr>
              <p:cNvSpPr/>
              <p:nvPr/>
            </p:nvSpPr>
            <p:spPr>
              <a:xfrm>
                <a:off x="12528484" y="6827512"/>
                <a:ext cx="130459" cy="201937"/>
              </a:xfrm>
              <a:custGeom>
                <a:avLst/>
                <a:gdLst>
                  <a:gd name="connsiteX0" fmla="*/ 29952 w 130459"/>
                  <a:gd name="connsiteY0" fmla="*/ 201938 h 201937"/>
                  <a:gd name="connsiteX1" fmla="*/ 0 w 130459"/>
                  <a:gd name="connsiteY1" fmla="*/ 201938 h 201937"/>
                  <a:gd name="connsiteX2" fmla="*/ 0 w 130459"/>
                  <a:gd name="connsiteY2" fmla="*/ 3341 h 201937"/>
                  <a:gd name="connsiteX3" fmla="*/ 29857 w 130459"/>
                  <a:gd name="connsiteY3" fmla="*/ 3341 h 201937"/>
                  <a:gd name="connsiteX4" fmla="*/ 29857 w 130459"/>
                  <a:gd name="connsiteY4" fmla="*/ 17438 h 201937"/>
                  <a:gd name="connsiteX5" fmla="*/ 67892 w 130459"/>
                  <a:gd name="connsiteY5" fmla="*/ 8 h 201937"/>
                  <a:gd name="connsiteX6" fmla="*/ 130460 w 130459"/>
                  <a:gd name="connsiteY6" fmla="*/ 66683 h 201937"/>
                  <a:gd name="connsiteX7" fmla="*/ 68273 w 130459"/>
                  <a:gd name="connsiteY7" fmla="*/ 135739 h 201937"/>
                  <a:gd name="connsiteX8" fmla="*/ 30238 w 130459"/>
                  <a:gd name="connsiteY8" fmla="*/ 116689 h 201937"/>
                  <a:gd name="connsiteX9" fmla="*/ 28051 w 130459"/>
                  <a:gd name="connsiteY9" fmla="*/ 68588 h 201937"/>
                  <a:gd name="connsiteX10" fmla="*/ 64374 w 130459"/>
                  <a:gd name="connsiteY10" fmla="*/ 109259 h 201937"/>
                  <a:gd name="connsiteX11" fmla="*/ 100127 w 130459"/>
                  <a:gd name="connsiteY11" fmla="*/ 68302 h 201937"/>
                  <a:gd name="connsiteX12" fmla="*/ 64374 w 130459"/>
                  <a:gd name="connsiteY12" fmla="*/ 27059 h 201937"/>
                  <a:gd name="connsiteX13" fmla="*/ 28051 w 130459"/>
                  <a:gd name="connsiteY13" fmla="*/ 68588 h 20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459" h="201937">
                    <a:moveTo>
                      <a:pt x="29952" y="201938"/>
                    </a:moveTo>
                    <a:lnTo>
                      <a:pt x="0" y="201938"/>
                    </a:lnTo>
                    <a:lnTo>
                      <a:pt x="0" y="3341"/>
                    </a:lnTo>
                    <a:lnTo>
                      <a:pt x="29857" y="3341"/>
                    </a:lnTo>
                    <a:lnTo>
                      <a:pt x="29857" y="17438"/>
                    </a:lnTo>
                    <a:cubicBezTo>
                      <a:pt x="39246" y="6157"/>
                      <a:pt x="53233" y="-253"/>
                      <a:pt x="67892" y="8"/>
                    </a:cubicBezTo>
                    <a:cubicBezTo>
                      <a:pt x="101838" y="8"/>
                      <a:pt x="130460" y="26011"/>
                      <a:pt x="130460" y="66683"/>
                    </a:cubicBezTo>
                    <a:cubicBezTo>
                      <a:pt x="130460" y="110117"/>
                      <a:pt x="98796" y="135739"/>
                      <a:pt x="68273" y="135739"/>
                    </a:cubicBezTo>
                    <a:cubicBezTo>
                      <a:pt x="53429" y="135243"/>
                      <a:pt x="39539" y="128287"/>
                      <a:pt x="30238" y="116689"/>
                    </a:cubicBezTo>
                    <a:close/>
                    <a:moveTo>
                      <a:pt x="28051" y="68588"/>
                    </a:moveTo>
                    <a:cubicBezTo>
                      <a:pt x="28051" y="95448"/>
                      <a:pt x="45452" y="109259"/>
                      <a:pt x="64374" y="109259"/>
                    </a:cubicBezTo>
                    <a:cubicBezTo>
                      <a:pt x="86054" y="109259"/>
                      <a:pt x="100127" y="90209"/>
                      <a:pt x="100127" y="68302"/>
                    </a:cubicBezTo>
                    <a:cubicBezTo>
                      <a:pt x="100127" y="46394"/>
                      <a:pt x="86054" y="27059"/>
                      <a:pt x="64374" y="27059"/>
                    </a:cubicBezTo>
                    <a:cubicBezTo>
                      <a:pt x="45357" y="27059"/>
                      <a:pt x="28051" y="40489"/>
                      <a:pt x="28051" y="6858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DAF06B1-468E-9340-BBB6-023DB446738C}"/>
                  </a:ext>
                </a:extLst>
              </p:cNvPr>
              <p:cNvSpPr/>
              <p:nvPr/>
            </p:nvSpPr>
            <p:spPr>
              <a:xfrm>
                <a:off x="12682185" y="6827485"/>
                <a:ext cx="137400" cy="137582"/>
              </a:xfrm>
              <a:custGeom>
                <a:avLst/>
                <a:gdLst>
                  <a:gd name="connsiteX0" fmla="*/ 137361 w 137400"/>
                  <a:gd name="connsiteY0" fmla="*/ 67852 h 137582"/>
                  <a:gd name="connsiteX1" fmla="*/ 69862 w 137400"/>
                  <a:gd name="connsiteY1" fmla="*/ 137572 h 137582"/>
                  <a:gd name="connsiteX2" fmla="*/ 69659 w 137400"/>
                  <a:gd name="connsiteY2" fmla="*/ 137575 h 137582"/>
                  <a:gd name="connsiteX3" fmla="*/ 69659 w 137400"/>
                  <a:gd name="connsiteY3" fmla="*/ 137575 h 137582"/>
                  <a:gd name="connsiteX4" fmla="*/ 7 w 137400"/>
                  <a:gd name="connsiteY4" fmla="*/ 69805 h 137582"/>
                  <a:gd name="connsiteX5" fmla="*/ 67662 w 137400"/>
                  <a:gd name="connsiteY5" fmla="*/ 34 h 137582"/>
                  <a:gd name="connsiteX6" fmla="*/ 68613 w 137400"/>
                  <a:gd name="connsiteY6" fmla="*/ 34 h 137582"/>
                  <a:gd name="connsiteX7" fmla="*/ 137253 w 137400"/>
                  <a:gd name="connsiteY7" fmla="*/ 64559 h 137582"/>
                  <a:gd name="connsiteX8" fmla="*/ 137266 w 137400"/>
                  <a:gd name="connsiteY8" fmla="*/ 64995 h 137582"/>
                  <a:gd name="connsiteX9" fmla="*/ 137361 w 137400"/>
                  <a:gd name="connsiteY9" fmla="*/ 67852 h 137582"/>
                  <a:gd name="connsiteX10" fmla="*/ 106838 w 137400"/>
                  <a:gd name="connsiteY10" fmla="*/ 67852 h 137582"/>
                  <a:gd name="connsiteX11" fmla="*/ 68803 w 137400"/>
                  <a:gd name="connsiteY11" fmla="*/ 26514 h 137582"/>
                  <a:gd name="connsiteX12" fmla="*/ 30768 w 137400"/>
                  <a:gd name="connsiteY12" fmla="*/ 67852 h 137582"/>
                  <a:gd name="connsiteX13" fmla="*/ 68803 w 137400"/>
                  <a:gd name="connsiteY13" fmla="*/ 108810 h 137582"/>
                  <a:gd name="connsiteX14" fmla="*/ 106838 w 137400"/>
                  <a:gd name="connsiteY14" fmla="*/ 68614 h 137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00" h="137582">
                    <a:moveTo>
                      <a:pt x="137361" y="67852"/>
                    </a:moveTo>
                    <a:cubicBezTo>
                      <a:pt x="137941" y="105776"/>
                      <a:pt x="107721" y="136991"/>
                      <a:pt x="69862" y="137572"/>
                    </a:cubicBezTo>
                    <a:cubicBezTo>
                      <a:pt x="69794" y="137574"/>
                      <a:pt x="69727" y="137574"/>
                      <a:pt x="69659" y="137575"/>
                    </a:cubicBezTo>
                    <a:lnTo>
                      <a:pt x="69659" y="137575"/>
                    </a:lnTo>
                    <a:cubicBezTo>
                      <a:pt x="31743" y="138128"/>
                      <a:pt x="559" y="107786"/>
                      <a:pt x="7" y="69805"/>
                    </a:cubicBezTo>
                    <a:cubicBezTo>
                      <a:pt x="-544" y="31824"/>
                      <a:pt x="29746" y="587"/>
                      <a:pt x="67662" y="34"/>
                    </a:cubicBezTo>
                    <a:lnTo>
                      <a:pt x="68613" y="34"/>
                    </a:lnTo>
                    <a:cubicBezTo>
                      <a:pt x="105355" y="-1135"/>
                      <a:pt x="136086" y="27754"/>
                      <a:pt x="137253" y="64559"/>
                    </a:cubicBezTo>
                    <a:cubicBezTo>
                      <a:pt x="137258" y="64704"/>
                      <a:pt x="137262" y="64849"/>
                      <a:pt x="137266" y="64995"/>
                    </a:cubicBezTo>
                    <a:cubicBezTo>
                      <a:pt x="137361" y="65947"/>
                      <a:pt x="137456" y="66900"/>
                      <a:pt x="137361" y="67852"/>
                    </a:cubicBezTo>
                    <a:close/>
                    <a:moveTo>
                      <a:pt x="106838" y="67852"/>
                    </a:moveTo>
                    <a:cubicBezTo>
                      <a:pt x="106838" y="38515"/>
                      <a:pt x="87820" y="26514"/>
                      <a:pt x="68803" y="26514"/>
                    </a:cubicBezTo>
                    <a:cubicBezTo>
                      <a:pt x="49785" y="26514"/>
                      <a:pt x="30768" y="38515"/>
                      <a:pt x="30768" y="67852"/>
                    </a:cubicBezTo>
                    <a:cubicBezTo>
                      <a:pt x="30768" y="92617"/>
                      <a:pt x="45411" y="108810"/>
                      <a:pt x="68803" y="108810"/>
                    </a:cubicBezTo>
                    <a:cubicBezTo>
                      <a:pt x="92194" y="108810"/>
                      <a:pt x="106838" y="92998"/>
                      <a:pt x="106838" y="68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DA3ECBF-4BA2-EC41-8698-216DFA2473A7}"/>
                  </a:ext>
                </a:extLst>
              </p:cNvPr>
              <p:cNvSpPr/>
              <p:nvPr/>
            </p:nvSpPr>
            <p:spPr>
              <a:xfrm>
                <a:off x="12848832" y="6830853"/>
                <a:ext cx="29952" cy="128682"/>
              </a:xfrm>
              <a:custGeom>
                <a:avLst/>
                <a:gdLst>
                  <a:gd name="connsiteX0" fmla="*/ 29952 w 29952"/>
                  <a:gd name="connsiteY0" fmla="*/ 0 h 128682"/>
                  <a:gd name="connsiteX1" fmla="*/ 29952 w 29952"/>
                  <a:gd name="connsiteY1" fmla="*/ 128683 h 128682"/>
                  <a:gd name="connsiteX2" fmla="*/ 0 w 29952"/>
                  <a:gd name="connsiteY2" fmla="*/ 128683 h 128682"/>
                  <a:gd name="connsiteX3" fmla="*/ 0 w 29952"/>
                  <a:gd name="connsiteY3" fmla="*/ 0 h 12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128682">
                    <a:moveTo>
                      <a:pt x="29952" y="0"/>
                    </a:moveTo>
                    <a:lnTo>
                      <a:pt x="29952" y="128683"/>
                    </a:lnTo>
                    <a:lnTo>
                      <a:pt x="0" y="128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887CE66-6C28-614C-AE08-2C8364406A32}"/>
                  </a:ext>
                </a:extLst>
              </p:cNvPr>
              <p:cNvSpPr/>
              <p:nvPr/>
            </p:nvSpPr>
            <p:spPr>
              <a:xfrm>
                <a:off x="12915203" y="6827390"/>
                <a:ext cx="110776" cy="132241"/>
              </a:xfrm>
              <a:custGeom>
                <a:avLst/>
                <a:gdLst>
                  <a:gd name="connsiteX0" fmla="*/ 0 w 110776"/>
                  <a:gd name="connsiteY0" fmla="*/ 3464 h 132241"/>
                  <a:gd name="connsiteX1" fmla="*/ 29952 w 110776"/>
                  <a:gd name="connsiteY1" fmla="*/ 3464 h 132241"/>
                  <a:gd name="connsiteX2" fmla="*/ 29952 w 110776"/>
                  <a:gd name="connsiteY2" fmla="*/ 15465 h 132241"/>
                  <a:gd name="connsiteX3" fmla="*/ 64754 w 110776"/>
                  <a:gd name="connsiteY3" fmla="*/ 130 h 132241"/>
                  <a:gd name="connsiteX4" fmla="*/ 102789 w 110776"/>
                  <a:gd name="connsiteY4" fmla="*/ 17656 h 132241"/>
                  <a:gd name="connsiteX5" fmla="*/ 110777 w 110776"/>
                  <a:gd name="connsiteY5" fmla="*/ 53375 h 132241"/>
                  <a:gd name="connsiteX6" fmla="*/ 110777 w 110776"/>
                  <a:gd name="connsiteY6" fmla="*/ 132242 h 132241"/>
                  <a:gd name="connsiteX7" fmla="*/ 80824 w 110776"/>
                  <a:gd name="connsiteY7" fmla="*/ 132242 h 132241"/>
                  <a:gd name="connsiteX8" fmla="*/ 80824 w 110776"/>
                  <a:gd name="connsiteY8" fmla="*/ 60614 h 132241"/>
                  <a:gd name="connsiteX9" fmla="*/ 57338 w 110776"/>
                  <a:gd name="connsiteY9" fmla="*/ 26990 h 132241"/>
                  <a:gd name="connsiteX10" fmla="*/ 30143 w 110776"/>
                  <a:gd name="connsiteY10" fmla="*/ 70424 h 132241"/>
                  <a:gd name="connsiteX11" fmla="*/ 30143 w 110776"/>
                  <a:gd name="connsiteY11" fmla="*/ 132242 h 132241"/>
                  <a:gd name="connsiteX12" fmla="*/ 95 w 110776"/>
                  <a:gd name="connsiteY12" fmla="*/ 132242 h 132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776" h="132241">
                    <a:moveTo>
                      <a:pt x="0" y="3464"/>
                    </a:moveTo>
                    <a:lnTo>
                      <a:pt x="29952" y="3464"/>
                    </a:lnTo>
                    <a:lnTo>
                      <a:pt x="29952" y="15465"/>
                    </a:lnTo>
                    <a:cubicBezTo>
                      <a:pt x="38671" y="5385"/>
                      <a:pt x="51445" y="-243"/>
                      <a:pt x="64754" y="130"/>
                    </a:cubicBezTo>
                    <a:cubicBezTo>
                      <a:pt x="79608" y="-1027"/>
                      <a:pt x="94000" y="5605"/>
                      <a:pt x="102789" y="17656"/>
                    </a:cubicBezTo>
                    <a:cubicBezTo>
                      <a:pt x="107734" y="24609"/>
                      <a:pt x="110777" y="33467"/>
                      <a:pt x="110777" y="53375"/>
                    </a:cubicBezTo>
                    <a:lnTo>
                      <a:pt x="110777" y="132242"/>
                    </a:lnTo>
                    <a:lnTo>
                      <a:pt x="80824" y="132242"/>
                    </a:lnTo>
                    <a:lnTo>
                      <a:pt x="80824" y="60614"/>
                    </a:lnTo>
                    <a:cubicBezTo>
                      <a:pt x="80824" y="27943"/>
                      <a:pt x="68653" y="26990"/>
                      <a:pt x="57338" y="26990"/>
                    </a:cubicBezTo>
                    <a:cubicBezTo>
                      <a:pt x="43930" y="26990"/>
                      <a:pt x="30143" y="28895"/>
                      <a:pt x="30143" y="70424"/>
                    </a:cubicBezTo>
                    <a:lnTo>
                      <a:pt x="30143" y="132242"/>
                    </a:lnTo>
                    <a:lnTo>
                      <a:pt x="95" y="132242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5177781-34C5-DF46-B111-2294F87C2B68}"/>
                  </a:ext>
                </a:extLst>
              </p:cNvPr>
              <p:cNvSpPr/>
              <p:nvPr/>
            </p:nvSpPr>
            <p:spPr>
              <a:xfrm>
                <a:off x="13051178" y="6759892"/>
                <a:ext cx="65324" cy="199644"/>
              </a:xfrm>
              <a:custGeom>
                <a:avLst/>
                <a:gdLst>
                  <a:gd name="connsiteX0" fmla="*/ 42124 w 65324"/>
                  <a:gd name="connsiteY0" fmla="*/ 98108 h 199644"/>
                  <a:gd name="connsiteX1" fmla="*/ 42124 w 65324"/>
                  <a:gd name="connsiteY1" fmla="*/ 199644 h 199644"/>
                  <a:gd name="connsiteX2" fmla="*/ 12456 w 65324"/>
                  <a:gd name="connsiteY2" fmla="*/ 199644 h 199644"/>
                  <a:gd name="connsiteX3" fmla="*/ 12456 w 65324"/>
                  <a:gd name="connsiteY3" fmla="*/ 98108 h 199644"/>
                  <a:gd name="connsiteX4" fmla="*/ 0 w 65324"/>
                  <a:gd name="connsiteY4" fmla="*/ 98108 h 199644"/>
                  <a:gd name="connsiteX5" fmla="*/ 0 w 65324"/>
                  <a:gd name="connsiteY5" fmla="*/ 70961 h 199644"/>
                  <a:gd name="connsiteX6" fmla="*/ 12456 w 65324"/>
                  <a:gd name="connsiteY6" fmla="*/ 70961 h 199644"/>
                  <a:gd name="connsiteX7" fmla="*/ 12456 w 65324"/>
                  <a:gd name="connsiteY7" fmla="*/ 23813 h 199644"/>
                  <a:gd name="connsiteX8" fmla="*/ 42409 w 65324"/>
                  <a:gd name="connsiteY8" fmla="*/ 0 h 199644"/>
                  <a:gd name="connsiteX9" fmla="*/ 42409 w 65324"/>
                  <a:gd name="connsiteY9" fmla="*/ 70961 h 199644"/>
                  <a:gd name="connsiteX10" fmla="*/ 65325 w 65324"/>
                  <a:gd name="connsiteY10" fmla="*/ 70961 h 199644"/>
                  <a:gd name="connsiteX11" fmla="*/ 65325 w 65324"/>
                  <a:gd name="connsiteY11" fmla="*/ 98108 h 199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324" h="199644">
                    <a:moveTo>
                      <a:pt x="42124" y="98108"/>
                    </a:moveTo>
                    <a:lnTo>
                      <a:pt x="42124" y="199644"/>
                    </a:lnTo>
                    <a:lnTo>
                      <a:pt x="12456" y="199644"/>
                    </a:lnTo>
                    <a:lnTo>
                      <a:pt x="12456" y="98108"/>
                    </a:lnTo>
                    <a:lnTo>
                      <a:pt x="0" y="98108"/>
                    </a:lnTo>
                    <a:lnTo>
                      <a:pt x="0" y="70961"/>
                    </a:lnTo>
                    <a:lnTo>
                      <a:pt x="12456" y="70961"/>
                    </a:lnTo>
                    <a:lnTo>
                      <a:pt x="12456" y="23813"/>
                    </a:lnTo>
                    <a:lnTo>
                      <a:pt x="42409" y="0"/>
                    </a:lnTo>
                    <a:lnTo>
                      <a:pt x="42409" y="70961"/>
                    </a:lnTo>
                    <a:lnTo>
                      <a:pt x="65325" y="70961"/>
                    </a:lnTo>
                    <a:lnTo>
                      <a:pt x="65325" y="9810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1BB01A16-FCBC-9A4A-A33B-64636A0A594C}"/>
                  </a:ext>
                </a:extLst>
              </p:cNvPr>
              <p:cNvSpPr/>
              <p:nvPr/>
            </p:nvSpPr>
            <p:spPr>
              <a:xfrm>
                <a:off x="11810385" y="6743700"/>
                <a:ext cx="173439" cy="215836"/>
              </a:xfrm>
              <a:custGeom>
                <a:avLst/>
                <a:gdLst>
                  <a:gd name="connsiteX0" fmla="*/ 173439 w 173439"/>
                  <a:gd name="connsiteY0" fmla="*/ 215837 h 215836"/>
                  <a:gd name="connsiteX1" fmla="*/ 86720 w 173439"/>
                  <a:gd name="connsiteY1" fmla="*/ 0 h 215836"/>
                  <a:gd name="connsiteX2" fmla="*/ 86720 w 173439"/>
                  <a:gd name="connsiteY2" fmla="*/ 0 h 215836"/>
                  <a:gd name="connsiteX3" fmla="*/ 0 w 173439"/>
                  <a:gd name="connsiteY3" fmla="*/ 215837 h 215836"/>
                  <a:gd name="connsiteX4" fmla="*/ 33566 w 173439"/>
                  <a:gd name="connsiteY4" fmla="*/ 215837 h 215836"/>
                  <a:gd name="connsiteX5" fmla="*/ 86720 w 173439"/>
                  <a:gd name="connsiteY5" fmla="*/ 78391 h 215836"/>
                  <a:gd name="connsiteX6" fmla="*/ 139873 w 173439"/>
                  <a:gd name="connsiteY6" fmla="*/ 215837 h 21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439" h="215836">
                    <a:moveTo>
                      <a:pt x="173439" y="215837"/>
                    </a:moveTo>
                    <a:lnTo>
                      <a:pt x="86720" y="0"/>
                    </a:lnTo>
                    <a:lnTo>
                      <a:pt x="86720" y="0"/>
                    </a:lnTo>
                    <a:lnTo>
                      <a:pt x="0" y="215837"/>
                    </a:lnTo>
                    <a:lnTo>
                      <a:pt x="33566" y="215837"/>
                    </a:lnTo>
                    <a:lnTo>
                      <a:pt x="86720" y="78391"/>
                    </a:lnTo>
                    <a:lnTo>
                      <a:pt x="139873" y="215837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</p:grpSp>
      <p:sp>
        <p:nvSpPr>
          <p:cNvPr id="31" name="Slide Number Placeholder 34">
            <a:extLst>
              <a:ext uri="{FF2B5EF4-FFF2-40B4-BE49-F238E27FC236}">
                <a16:creationId xmlns:a16="http://schemas.microsoft.com/office/drawing/2014/main" id="{6EF564ED-132F-3F44-89C2-C4340842FCEE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latin typeface="Figtree" pitchFamily="2" charset="0"/>
              </a:rPr>
              <a:pPr/>
              <a:t>‹#›</a:t>
            </a:fld>
            <a:endParaRPr lang="en-US" dirty="0">
              <a:latin typeface="Figtree" pitchFamily="2" charset="0"/>
            </a:endParaRP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8FCF2BF6-F5AE-2A96-BBE1-9F06082417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739745" y="13235982"/>
            <a:ext cx="3187055" cy="452746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866991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3980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ight Side Ba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61A2104-9752-F2EB-AC92-C0C10114AE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July 21,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D28513D-485F-E895-3DD6-9F24F51F8A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23244175" y="13441680"/>
            <a:ext cx="1143000" cy="274320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48E89EAE-8E23-38F0-8835-531A43C2D54F}"/>
              </a:ext>
            </a:extLst>
          </p:cNvPr>
          <p:cNvCxnSpPr>
            <a:cxnSpLocks/>
          </p:cNvCxnSpPr>
          <p:nvPr userDrawn="1"/>
        </p:nvCxnSpPr>
        <p:spPr>
          <a:xfrm>
            <a:off x="18234547" y="0"/>
            <a:ext cx="0" cy="13441678"/>
          </a:xfrm>
          <a:prstGeom prst="line">
            <a:avLst/>
          </a:prstGeom>
          <a:solidFill>
            <a:srgbClr val="FFFFFF"/>
          </a:solidFill>
          <a:ln w="381000" cap="flat">
            <a:solidFill>
              <a:srgbClr val="F3B521"/>
            </a:solidFill>
            <a:prstDash val="solid"/>
            <a:miter/>
          </a:ln>
        </p:spPr>
      </p:cxnSp>
      <p:sp>
        <p:nvSpPr>
          <p:cNvPr id="6" name="Rectangle">
            <a:extLst>
              <a:ext uri="{FF2B5EF4-FFF2-40B4-BE49-F238E27FC236}">
                <a16:creationId xmlns:a16="http://schemas.microsoft.com/office/drawing/2014/main" id="{BD28E9E4-B02A-088C-5498-C4C2F8AE9A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414866" y="-2"/>
            <a:ext cx="5972309" cy="13441680"/>
          </a:xfrm>
          <a:prstGeom prst="rect">
            <a:avLst/>
          </a:prstGeom>
          <a:gradFill>
            <a:gsLst>
              <a:gs pos="99000">
                <a:schemeClr val="accent1"/>
              </a:gs>
              <a:gs pos="19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sp>
        <p:nvSpPr>
          <p:cNvPr id="38" name="Title">
            <a:extLst>
              <a:ext uri="{FF2B5EF4-FFF2-40B4-BE49-F238E27FC236}">
                <a16:creationId xmlns:a16="http://schemas.microsoft.com/office/drawing/2014/main" id="{FB66B4D3-A906-3C46-832E-E158CDD46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4236" y="3071687"/>
            <a:ext cx="11331423" cy="16916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914400" indent="0" algn="l" defTabSz="1828708" rtl="0" eaLnBrk="1" latinLnBrk="0" hangingPunct="1">
              <a:lnSpc>
                <a:spcPct val="80000"/>
              </a:lnSpc>
              <a:spcBef>
                <a:spcPct val="0"/>
              </a:spcBef>
              <a:buNone/>
              <a:tabLst/>
              <a:defRPr lang="en-US" sz="6800" b="1" kern="1200" spc="-100" baseline="0" dirty="0">
                <a:solidFill>
                  <a:schemeClr val="tx2"/>
                </a:solidFill>
                <a:latin typeface="Figtree" pitchFamily="2" charset="0"/>
                <a:ea typeface="+mj-ea"/>
                <a:cs typeface="+mj-cs"/>
              </a:defRPr>
            </a:lvl1pPr>
          </a:lstStyle>
          <a:p>
            <a:r>
              <a:rPr lang="en-US"/>
              <a:t>Title (68 pt Bold)</a:t>
            </a:r>
          </a:p>
        </p:txBody>
      </p:sp>
      <p:pic>
        <p:nvPicPr>
          <p:cNvPr id="8" name="Anglepoint Logo">
            <a:extLst>
              <a:ext uri="{FF2B5EF4-FFF2-40B4-BE49-F238E27FC236}">
                <a16:creationId xmlns:a16="http://schemas.microsoft.com/office/drawing/2014/main" id="{0BCA9557-1814-EB70-BE5D-D13DA5EA872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54236" y="1419619"/>
            <a:ext cx="3197847" cy="689355"/>
          </a:xfrm>
          <a:prstGeom prst="rect">
            <a:avLst/>
          </a:prstGeom>
        </p:spPr>
      </p:pic>
      <p:sp>
        <p:nvSpPr>
          <p:cNvPr id="12" name="Section">
            <a:extLst>
              <a:ext uri="{FF2B5EF4-FFF2-40B4-BE49-F238E27FC236}">
                <a16:creationId xmlns:a16="http://schemas.microsoft.com/office/drawing/2014/main" id="{D64E6304-32A4-77F6-8F6A-04D29A5A2F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</p:spTree>
    <p:extLst>
      <p:ext uri="{BB962C8B-B14F-4D97-AF65-F5344CB8AC3E}">
        <p14:creationId xmlns:p14="http://schemas.microsoft.com/office/powerpoint/2010/main" val="13886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3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6400">
                <a:latin typeface="Figtree ExtraBold" pitchFamily="2" charset="0"/>
              </a:defRPr>
            </a:lvl1pPr>
          </a:lstStyle>
          <a:p>
            <a:r>
              <a:rPr lang="en-US"/>
              <a:t>Title (Title Caps, 64 Pt Bold)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0" y="228600"/>
            <a:ext cx="1481667" cy="319401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B0FAD6F1-36ED-1C0D-6DD9-C2D7A88E31EC}"/>
              </a:ext>
            </a:extLst>
          </p:cNvPr>
          <p:cNvSpPr txBox="1">
            <a:spLocks/>
          </p:cNvSpPr>
          <p:nvPr userDrawn="1"/>
        </p:nvSpPr>
        <p:spPr>
          <a:xfrm>
            <a:off x="23244174" y="13441680"/>
            <a:ext cx="1143001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defPPr>
              <a:defRPr lang="en-US"/>
            </a:defPPr>
            <a:lvl1pPr marL="0" algn="r" defTabSz="457131" rtl="0" eaLnBrk="1" latinLnBrk="0" hangingPunct="1">
              <a:defRPr sz="1400" b="1" kern="1200">
                <a:solidFill>
                  <a:schemeClr val="accent2"/>
                </a:solidFill>
                <a:latin typeface="TTNormsPro-DemiBold" panose="02000703030000020004" pitchFamily="50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C2327-6B8B-47BD-B581-B21CDA88CCF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B81C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pPr marL="0" marR="0" lvl="0" indent="0" algn="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B81C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673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Dark">
    <p:bg>
      <p:bgPr>
        <a:gradFill>
          <a:gsLst>
            <a:gs pos="21000">
              <a:schemeClr val="tx2">
                <a:alpha val="97000"/>
              </a:schemeClr>
            </a:gs>
            <a:gs pos="100000">
              <a:srgbClr val="006282"/>
            </a:gs>
          </a:gsLst>
          <a:lin ang="33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1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433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71F19-55C9-AA17-EF2F-A3B276CFC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C318E27-1AFF-A25C-734D-DF1400AD8A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rgbClr val="4087A4"/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 dirty="0"/>
              <a:t>© 2026 Anglepoint Group, Inc. Confidential.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573D6F79-21DF-CD48-261E-04872A1F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  <a:noFill/>
        </p:spPr>
        <p:txBody>
          <a:bodyPr rIns="246888" anchor="t" anchorCtr="0"/>
          <a:lstStyle>
            <a:lvl1pPr algn="r">
              <a:defRPr b="1" i="0">
                <a:solidFill>
                  <a:srgbClr val="4087A4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249063C5-97CF-4324-2AF4-1613A35346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rgbClr val="4087A4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  <a:p>
            <a:pPr lvl="0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D62BA60-1025-33BA-8CA1-C502B884F49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0CF5D96-C843-7FB5-16D5-7AE77E09727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4D9D221-073B-CECD-6DDB-11B5E6F52A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BBE6E5D-7783-D292-148C-1EEF2D6518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797856B8-C221-FCA1-0103-1A04E2093C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72B7C44-9EF9-80CB-FEBD-A721C270AB7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D8210A7-44CC-1600-9CFC-7F4273CBE5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E786E2C4-9132-ECB8-8900-87F6948C3C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38804D1-74A6-05AC-6188-0DFDA19A0E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F862CB9F-EDA2-7B13-5FD1-68AE6068772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B69E64A-997F-2123-F685-D94B430308B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C8E0757-B3E5-DB26-CD9A-B9E778D80C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099A41F3-748F-A58B-FA83-E882F34449E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BABB12CC-B613-D6E3-60DA-CD0F49ECDD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13C6D054-D28B-1135-7A55-AC0FF2911A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AD19DD80-6124-B06D-AE7B-ABDEF02B94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39435D0F-D016-C969-7864-6A6A4316519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sp>
        <p:nvSpPr>
          <p:cNvPr id="66" name="Section">
            <a:extLst>
              <a:ext uri="{FF2B5EF4-FFF2-40B4-BE49-F238E27FC236}">
                <a16:creationId xmlns:a16="http://schemas.microsoft.com/office/drawing/2014/main" id="{05A6A6AA-1624-38D0-9812-5EB930C936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rgbClr val="4087A4">
                    <a:alpha val="75000"/>
                  </a:srgb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38D34DF-6006-EA71-014F-E269255383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068388" y="3403600"/>
            <a:ext cx="22250400" cy="92456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Figtree" pitchFamily="2" charset="0"/>
              </a:defRPr>
            </a:lvl1pPr>
            <a:lvl2pPr>
              <a:defRPr>
                <a:solidFill>
                  <a:schemeClr val="bg1"/>
                </a:solidFill>
                <a:latin typeface="Figtree" pitchFamily="2" charset="0"/>
              </a:defRPr>
            </a:lvl2pPr>
            <a:lvl3pPr>
              <a:defRPr>
                <a:solidFill>
                  <a:schemeClr val="bg1"/>
                </a:solidFill>
                <a:latin typeface="Figtree" pitchFamily="2" charset="0"/>
              </a:defRPr>
            </a:lvl3pPr>
          </a:lstStyle>
          <a:p>
            <a:pPr lvl="0"/>
            <a:r>
              <a:rPr lang="en-US"/>
              <a:t>Primary Bullet (32, Regular)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DF0956-AE90-EE4B-EAA5-BA7B439D96B3}"/>
              </a:ext>
            </a:extLst>
          </p:cNvPr>
          <p:cNvGrpSpPr/>
          <p:nvPr userDrawn="1"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263133-06E4-63A9-76E2-3551CBF2013C}"/>
                </a:ext>
              </a:extLst>
            </p:cNvPr>
            <p:cNvGrpSpPr/>
            <p:nvPr userDrawn="1"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27F69A6D-3C1F-2897-C224-BCF358BCEF23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7EF07D13-8819-4599-A581-0DBEB481B901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C4A3F926-92C8-CD6A-BB9D-8667EEAC0E43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E50C01B-2C05-10B8-4E39-7B6E52BE0A46}"/>
                </a:ext>
              </a:extLst>
            </p:cNvPr>
            <p:cNvGrpSpPr/>
            <p:nvPr userDrawn="1"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81AF8B78-5775-4876-494F-61A0913AAE3C}"/>
                  </a:ext>
                </a:extLst>
              </p:cNvPr>
              <p:cNvSpPr/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5551A2D-D579-2DAA-2610-2A7D36F0D342}"/>
                  </a:ext>
                </a:extLst>
              </p:cNvPr>
              <p:cNvSpPr/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6890003-2FAA-33E6-A116-87639397BB82}"/>
                  </a:ext>
                </a:extLst>
              </p:cNvPr>
              <p:cNvSpPr/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1D6D2073-1FDD-238F-5F01-8BE8295EBCF8}"/>
                  </a:ext>
                </a:extLst>
              </p:cNvPr>
              <p:cNvSpPr/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0EFB3F4-A465-98CF-A886-571E4027A052}"/>
                  </a:ext>
                </a:extLst>
              </p:cNvPr>
              <p:cNvSpPr/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81155D7-7FA8-0A41-A404-3978361612F2}"/>
                  </a:ext>
                </a:extLst>
              </p:cNvPr>
              <p:cNvSpPr/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19BAF8A-4C33-730A-C74B-D03B2DDBFCC5}"/>
                  </a:ext>
                </a:extLst>
              </p:cNvPr>
              <p:cNvSpPr/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E10C581-6A9C-2CEC-C78B-F364C4E9FD47}"/>
                  </a:ext>
                </a:extLst>
              </p:cNvPr>
              <p:cNvSpPr/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00AD47C7-B236-C1F0-A159-76EAE44EBF5F}"/>
                  </a:ext>
                </a:extLst>
              </p:cNvPr>
              <p:cNvSpPr/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F83C633F-913F-C4B6-8D0A-5EA14F1742C9}"/>
                  </a:ext>
                </a:extLst>
              </p:cNvPr>
              <p:cNvSpPr/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36BF7B1D-4A8A-286F-8285-1191DA65EC25}"/>
                  </a:ext>
                </a:extLst>
              </p:cNvPr>
              <p:cNvSpPr/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81984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Margi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6FFD33-7928-1556-E89A-EFCCE6E452A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17475200" y="10926"/>
            <a:ext cx="6911975" cy="1369414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3BFB0DB-0691-2328-FBB0-3E7AA2CA80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168436" y="0"/>
            <a:ext cx="340197" cy="13716000"/>
          </a:xfrm>
          <a:prstGeom prst="rect">
            <a:avLst/>
          </a:prstGeom>
          <a:gradFill>
            <a:gsLst>
              <a:gs pos="8000">
                <a:srgbClr val="FFAD00"/>
              </a:gs>
              <a:gs pos="83000">
                <a:schemeClr val="accent3"/>
              </a:gs>
            </a:gsLst>
            <a:lin ang="5400000" scaled="0"/>
          </a:gra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E4786-A0D7-2E13-1A2F-A1D2E8F378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 dirty="0"/>
              <a:t>© 2026 Anglepoint Group, Inc.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9A8968-8DB8-31F1-B5C0-B09FD58404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>
                    <a:lumMod val="60000"/>
                    <a:lumOff val="40000"/>
                  </a:schemeClr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9AE58EA-5B62-D4B0-594B-DFDF06CF228D}"/>
              </a:ext>
            </a:extLst>
          </p:cNvPr>
          <p:cNvGrpSpPr/>
          <p:nvPr userDrawn="1"/>
        </p:nvGrpSpPr>
        <p:grpSpPr>
          <a:xfrm>
            <a:off x="1159828" y="1247511"/>
            <a:ext cx="3960812" cy="856455"/>
            <a:chOff x="1159828" y="1247511"/>
            <a:chExt cx="3960812" cy="8564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DE24DCE-1B7B-FC90-F96C-0B14829697A2}"/>
                </a:ext>
              </a:extLst>
            </p:cNvPr>
            <p:cNvGrpSpPr/>
            <p:nvPr userDrawn="1"/>
          </p:nvGrpSpPr>
          <p:grpSpPr>
            <a:xfrm>
              <a:off x="1159828" y="1247511"/>
              <a:ext cx="846711" cy="856455"/>
              <a:chOff x="22585681" y="228601"/>
              <a:chExt cx="316739" cy="320384"/>
            </a:xfrm>
            <a:solidFill>
              <a:srgbClr val="FFAD00"/>
            </a:solidFill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1DC57BC3-6640-AF0A-5B6F-2189B56C56CC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4C0D1910-B01A-0840-EDAB-857E280E49FF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CD19B006-DB43-B1A3-6E89-34FF78E138AF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9BEF4DE-5C28-2252-CC9F-EF6C679C7368}"/>
                </a:ext>
              </a:extLst>
            </p:cNvPr>
            <p:cNvGrpSpPr/>
            <p:nvPr userDrawn="1"/>
          </p:nvGrpSpPr>
          <p:grpSpPr>
            <a:xfrm>
              <a:off x="2261503" y="1414718"/>
              <a:ext cx="2859137" cy="625278"/>
              <a:chOff x="22997797" y="276636"/>
              <a:chExt cx="1069550" cy="233905"/>
            </a:xfrm>
            <a:solidFill>
              <a:srgbClr val="005F86"/>
            </a:solidFill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31848FA5-C81C-EBA1-2EA9-2398F57A117A}"/>
                  </a:ext>
                </a:extLst>
              </p:cNvPr>
              <p:cNvSpPr/>
              <p:nvPr/>
            </p:nvSpPr>
            <p:spPr>
              <a:xfrm>
                <a:off x="23159716" y="344857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8DD836F1-EA57-D0BE-9285-A9EDB22A06B6}"/>
                  </a:ext>
                </a:extLst>
              </p:cNvPr>
              <p:cNvSpPr/>
              <p:nvPr/>
            </p:nvSpPr>
            <p:spPr>
              <a:xfrm>
                <a:off x="23274586" y="344483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179C8CD8-5AFC-B50A-6301-BA1BA6C9ABE8}"/>
                  </a:ext>
                </a:extLst>
              </p:cNvPr>
              <p:cNvSpPr/>
              <p:nvPr/>
            </p:nvSpPr>
            <p:spPr>
              <a:xfrm>
                <a:off x="23411682" y="289944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82E481F-5F22-6B4E-281F-5AA43F5905C5}"/>
                  </a:ext>
                </a:extLst>
              </p:cNvPr>
              <p:cNvSpPr/>
              <p:nvPr/>
            </p:nvSpPr>
            <p:spPr>
              <a:xfrm>
                <a:off x="23848646" y="289944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27335AC-D257-0D50-4ABD-0C7AD9AF88A2}"/>
                  </a:ext>
                </a:extLst>
              </p:cNvPr>
              <p:cNvSpPr/>
              <p:nvPr/>
            </p:nvSpPr>
            <p:spPr>
              <a:xfrm>
                <a:off x="23460461" y="344925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02F2D18-804E-51EE-89E8-F5C94903568B}"/>
                  </a:ext>
                </a:extLst>
              </p:cNvPr>
              <p:cNvSpPr/>
              <p:nvPr/>
            </p:nvSpPr>
            <p:spPr>
              <a:xfrm>
                <a:off x="23586028" y="344927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4C84A2A7-DCE1-8570-2472-DCEA83A2C3AE}"/>
                  </a:ext>
                </a:extLst>
              </p:cNvPr>
              <p:cNvSpPr/>
              <p:nvPr/>
            </p:nvSpPr>
            <p:spPr>
              <a:xfrm>
                <a:off x="23712008" y="344485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E88F9BA7-5FF0-DC44-34EA-A90F851CBDB9}"/>
                  </a:ext>
                </a:extLst>
              </p:cNvPr>
              <p:cNvSpPr/>
              <p:nvPr/>
            </p:nvSpPr>
            <p:spPr>
              <a:xfrm>
                <a:off x="23848646" y="347614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A77D826-43C8-22BA-74B9-848B60564EF2}"/>
                  </a:ext>
                </a:extLst>
              </p:cNvPr>
              <p:cNvSpPr/>
              <p:nvPr/>
            </p:nvSpPr>
            <p:spPr>
              <a:xfrm>
                <a:off x="23902767" y="344857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912FEDF-5A48-0EBD-57B2-216963B600D8}"/>
                  </a:ext>
                </a:extLst>
              </p:cNvPr>
              <p:cNvSpPr/>
              <p:nvPr/>
            </p:nvSpPr>
            <p:spPr>
              <a:xfrm>
                <a:off x="24014114" y="289501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2ECEEE8-E526-BF3A-5263-1246CBC5F2DA}"/>
                  </a:ext>
                </a:extLst>
              </p:cNvPr>
              <p:cNvSpPr/>
              <p:nvPr/>
            </p:nvSpPr>
            <p:spPr>
              <a:xfrm>
                <a:off x="22997797" y="276636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8074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6774FE-D575-7966-6B3B-803A19C13434}"/>
              </a:ext>
            </a:extLst>
          </p:cNvPr>
          <p:cNvSpPr/>
          <p:nvPr userDrawn="1"/>
        </p:nvSpPr>
        <p:spPr>
          <a:xfrm>
            <a:off x="0" y="-2"/>
            <a:ext cx="7024914" cy="1344168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CF44DD6B-6E9F-4EAE-833D-8498D43B6C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ECAB251D-51E5-3B46-9951-7B5D149B8327}" type="datetime4">
              <a:rPr lang="en-US" smtClean="0"/>
              <a:t>July 21,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F2EBEF6A-EF71-484B-A7C1-4AD4CDA225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5623FE51-1BED-4DA1-BB40-A6FB8299C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3BB8C179-94D8-49B8-8880-65B2D4795F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812"/>
            <a:ext cx="1481667" cy="3194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032DB72-B759-1ED0-D257-AAFDB5F7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84912"/>
            <a:ext cx="6333063" cy="2580706"/>
          </a:xfr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E5AD81F-9078-885D-A1EB-486849169C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3836" y="3791846"/>
            <a:ext cx="5489227" cy="409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B20C2557-F973-2B98-FC22-B40D3991069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8930" y="858371"/>
            <a:ext cx="2551611" cy="2551611"/>
          </a:xfrm>
        </p:spPr>
        <p:txBody>
          <a:bodyPr lIns="0" tIns="548640" rIns="0">
            <a:normAutofit/>
          </a:bodyPr>
          <a:lstStyle>
            <a:lvl1pPr marL="14288" indent="0" algn="ctr">
              <a:buFontTx/>
              <a:buNone/>
              <a:tabLst/>
              <a:defRPr sz="2400"/>
            </a:lvl1pPr>
          </a:lstStyle>
          <a:p>
            <a:r>
              <a:rPr lang="en-US"/>
              <a:t>Insert Publisher Logo</a:t>
            </a:r>
          </a:p>
        </p:txBody>
      </p:sp>
    </p:spTree>
    <p:extLst>
      <p:ext uri="{BB962C8B-B14F-4D97-AF65-F5344CB8AC3E}">
        <p14:creationId xmlns:p14="http://schemas.microsoft.com/office/powerpoint/2010/main" val="18087801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" name="Bulleted List">
            <a:extLst>
              <a:ext uri="{FF2B5EF4-FFF2-40B4-BE49-F238E27FC236}">
                <a16:creationId xmlns:a16="http://schemas.microsoft.com/office/drawing/2014/main" id="{70767056-3011-9700-7F29-F9BB7BAB2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3"/>
            <a:ext cx="24387429" cy="10060090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6" name="Section">
            <a:extLst>
              <a:ext uri="{FF2B5EF4-FFF2-40B4-BE49-F238E27FC236}">
                <a16:creationId xmlns:a16="http://schemas.microsoft.com/office/drawing/2014/main" id="{E2D78F3B-6249-EFAB-BF7A-AD8D6DB3F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8BF3A7-D808-5FEA-36A3-4B093CC24A3E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bg2">
              <a:alpha val="35000"/>
            </a:schemeClr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547E517-D478-CA4F-B8BD-B058E9BD7BCE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b="0" i="0">
                <a:latin typeface="Figtree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D49A13-553D-CE97-AD58-3F12111E160A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b="0" i="0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6F290E0-7958-AA0A-9167-81472800AC8E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b="0" i="0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7F5E17-5AF9-55FE-60FE-3251454B3D64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b="0" i="0">
                <a:latin typeface="Figtree" pitchFamily="2" charset="0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3BA1718D-14F7-C14B-FBAE-7674943A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DDBAF3CC-D99E-E439-AB0A-947B07756E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noFill/>
        </p:spPr>
        <p:txBody>
          <a:bodyPr tIns="91440" anchor="t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99D3E2FC-039E-0657-754F-37399B4BCF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 rIns="246888" anchor="t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13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7968">
          <p15:clr>
            <a:srgbClr val="FBAE40"/>
          </p15:clr>
        </p15:guide>
        <p15:guide id="4" pos="14689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 descr="Background pattern  Description automatically generated">
            <a:extLst>
              <a:ext uri="{FF2B5EF4-FFF2-40B4-BE49-F238E27FC236}">
                <a16:creationId xmlns:a16="http://schemas.microsoft.com/office/drawing/2014/main" id="{71E4FC9B-0725-41AB-AC23-1F008AF09F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24387048" cy="10605898"/>
          </a:xfrm>
          <a:prstGeom prst="rect">
            <a:avLst/>
          </a:prstGeom>
        </p:spPr>
      </p:pic>
      <p:sp>
        <p:nvSpPr>
          <p:cNvPr id="8" name="Optional Logo">
            <a:extLst>
              <a:ext uri="{FF2B5EF4-FFF2-40B4-BE49-F238E27FC236}">
                <a16:creationId xmlns:a16="http://schemas.microsoft.com/office/drawing/2014/main" id="{C483C36E-BCA9-5F44-9FE8-29FFDB0F4B8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187083" y="10902126"/>
            <a:ext cx="2743200" cy="27432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i="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client/partner logo</a:t>
            </a:r>
          </a:p>
        </p:txBody>
      </p:sp>
      <p:sp>
        <p:nvSpPr>
          <p:cNvPr id="15" name="+">
            <a:extLst>
              <a:ext uri="{FF2B5EF4-FFF2-40B4-BE49-F238E27FC236}">
                <a16:creationId xmlns:a16="http://schemas.microsoft.com/office/drawing/2014/main" id="{077BF308-9D58-4CAF-AE7E-E9D758E464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5916289" y="11491914"/>
            <a:ext cx="1074821" cy="1563624"/>
          </a:xfrm>
        </p:spPr>
        <p:txBody>
          <a:bodyPr lIns="0" tIns="0" rIns="0" bIns="0" anchor="ctr">
            <a:noAutofit/>
          </a:bodyPr>
          <a:lstStyle>
            <a:lvl1pPr marL="0" indent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buNone/>
              <a:defRPr lang="en-US" sz="8800" b="0" i="0" kern="1200" dirty="0" smtClean="0">
                <a:solidFill>
                  <a:schemeClr val="bg2"/>
                </a:solidFill>
                <a:latin typeface="Figtree Light" pitchFamily="2" charset="0"/>
                <a:ea typeface="+mn-ea"/>
                <a:cs typeface="+mn-cs"/>
              </a:defRPr>
            </a:lvl1pPr>
            <a:lvl2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2pPr>
            <a:lvl3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3pPr>
            <a:lvl4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4pPr>
            <a:lvl5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+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F145EFD1-3597-8E45-87D1-CDA0A2402A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79436" y="11869711"/>
            <a:ext cx="3740879" cy="808030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BEE64100-429B-FB4A-B45A-2DD55333A1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0" y="8229600"/>
            <a:ext cx="24387175" cy="801520"/>
          </a:xfrm>
          <a:prstGeom prst="rect">
            <a:avLst/>
          </a:prstGeom>
        </p:spPr>
        <p:txBody>
          <a:bodyPr lIns="1828800" tIns="0" anchor="t"/>
          <a:lstStyle>
            <a:lvl1pPr marL="23812" indent="0">
              <a:spcBef>
                <a:spcPts val="0"/>
              </a:spcBef>
              <a:buNone/>
              <a:tabLst/>
              <a:defRPr sz="3601"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Subtitle (Title Caps, 36 pt regular)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7D282642-4511-408F-8D41-257A13317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3962400"/>
            <a:ext cx="24387048" cy="4114800"/>
          </a:xfrm>
        </p:spPr>
        <p:txBody>
          <a:bodyPr lIns="1828800" tIns="0" rIns="1371600" anchor="b" anchorCtr="0">
            <a:noAutofit/>
          </a:bodyPr>
          <a:lstStyle>
            <a:lvl1pPr marL="0" indent="0">
              <a:defRPr sz="13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(aligned with filename)</a:t>
            </a:r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BBAFF28C-3D3A-C94B-B112-4D26EB915D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2017070" y="1389459"/>
            <a:ext cx="3838298" cy="1044901"/>
          </a:xfrm>
          <a:prstGeom prst="rect">
            <a:avLst/>
          </a:prstGeom>
          <a:ln w="38100">
            <a:solidFill>
              <a:schemeClr val="bg2"/>
            </a:solidFill>
          </a:ln>
        </p:spPr>
        <p:txBody>
          <a:bodyPr wrap="square" lIns="457200" tIns="365760" rIns="457200" bIns="274320" anchor="ctr" anchorCtr="0">
            <a:spAutoFit/>
          </a:bodyPr>
          <a:lstStyle>
            <a:lvl1pPr marL="0" indent="0" algn="ctr">
              <a:buNone/>
              <a:defRPr sz="2800" b="0" i="0" cap="all" baseline="0">
                <a:solidFill>
                  <a:schemeClr val="bg1"/>
                </a:solidFill>
                <a:latin typeface="Figtree" pitchFamily="2" charset="0"/>
              </a:defRPr>
            </a:lvl1pPr>
            <a:lvl2pPr marL="914081" indent="0">
              <a:buNone/>
              <a:defRPr b="1" i="0">
                <a:latin typeface="TT Norms Pro" panose="02000503030000020003" pitchFamily="2" charset="0"/>
              </a:defRPr>
            </a:lvl2pPr>
            <a:lvl3pPr marL="1828158" indent="0">
              <a:buNone/>
              <a:defRPr b="1" i="0">
                <a:latin typeface="TT Norms Pro" panose="02000503030000020003" pitchFamily="2" charset="0"/>
              </a:defRPr>
            </a:lvl3pPr>
            <a:lvl4pPr marL="2742239" indent="0">
              <a:buNone/>
              <a:defRPr b="1" i="0">
                <a:latin typeface="TT Norms Pro" panose="02000503030000020003" pitchFamily="2" charset="0"/>
              </a:defRPr>
            </a:lvl4pPr>
            <a:lvl5pPr marL="3656318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0C1913-B099-0304-8CD9-FBC9F0BEC58E}"/>
              </a:ext>
            </a:extLst>
          </p:cNvPr>
          <p:cNvSpPr/>
          <p:nvPr userDrawn="1"/>
        </p:nvSpPr>
        <p:spPr>
          <a:xfrm flipV="1">
            <a:off x="-127" y="10605899"/>
            <a:ext cx="24387302" cy="176785"/>
          </a:xfrm>
          <a:prstGeom prst="rect">
            <a:avLst/>
          </a:prstGeom>
          <a:solidFill>
            <a:srgbClr val="FFB81C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6902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July 21,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2C224A1D-A29D-4452-AD9D-3640B5DA43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defPPr>
              <a:defRPr lang="en-US"/>
            </a:defPPr>
            <a:lvl1pPr marL="0" algn="l" defTabSz="457131" rtl="0" eaLnBrk="1" latinLnBrk="0" hangingPunct="1">
              <a:defRPr sz="800" kern="1200">
                <a:solidFill>
                  <a:schemeClr val="bg1"/>
                </a:solidFill>
                <a:latin typeface="TT Norms Pro" panose="020B0604020202020204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7B6BA-D44D-4729-BD5A-BF29607FF773}" type="datetime4">
              <a:rPr lang="en-US" smtClean="0">
                <a:latin typeface="Figtree" pitchFamily="2" charset="0"/>
              </a:rPr>
              <a:pPr/>
              <a:t>July 21, 2026</a:t>
            </a:fld>
            <a:endParaRPr lang="en-US">
              <a:latin typeface="Figtree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6F078EB-DEFD-4309-BB37-5573CCD31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0B8F79EE-ACBD-46F9-9F0D-235A653AE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4" y="3670712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60B56E13-134C-40AD-8247-0C3F425B0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4127912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B7E03F3E-57DA-4167-BE3A-75401D0149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1672" y="369493"/>
            <a:ext cx="1485185" cy="3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21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A0437F40-13F9-4D0E-873E-085D7DD6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069439" y="0"/>
            <a:ext cx="9317736" cy="13441680"/>
          </a:xfrm>
          <a:custGeom>
            <a:avLst/>
            <a:gdLst>
              <a:gd name="connsiteX0" fmla="*/ 0 w 10803986"/>
              <a:gd name="connsiteY0" fmla="*/ 0 h 13441680"/>
              <a:gd name="connsiteX1" fmla="*/ 10803986 w 10803986"/>
              <a:gd name="connsiteY1" fmla="*/ 0 h 13441680"/>
              <a:gd name="connsiteX2" fmla="*/ 10803986 w 10803986"/>
              <a:gd name="connsiteY2" fmla="*/ 13441680 h 13441680"/>
              <a:gd name="connsiteX3" fmla="*/ 0 w 10803986"/>
              <a:gd name="connsiteY3" fmla="*/ 13441680 h 13441680"/>
              <a:gd name="connsiteX4" fmla="*/ 0 w 10803986"/>
              <a:gd name="connsiteY4" fmla="*/ 7135948 h 13441680"/>
              <a:gd name="connsiteX5" fmla="*/ 483329 w 10803986"/>
              <a:gd name="connsiteY5" fmla="*/ 6720840 h 13441680"/>
              <a:gd name="connsiteX6" fmla="*/ 0 w 10803986"/>
              <a:gd name="connsiteY6" fmla="*/ 6305733 h 1344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3986" h="13441680">
                <a:moveTo>
                  <a:pt x="0" y="0"/>
                </a:moveTo>
                <a:lnTo>
                  <a:pt x="10803986" y="0"/>
                </a:lnTo>
                <a:lnTo>
                  <a:pt x="10803986" y="13441680"/>
                </a:lnTo>
                <a:lnTo>
                  <a:pt x="0" y="13441680"/>
                </a:lnTo>
                <a:lnTo>
                  <a:pt x="0" y="7135948"/>
                </a:lnTo>
                <a:lnTo>
                  <a:pt x="483329" y="6720840"/>
                </a:lnTo>
                <a:lnTo>
                  <a:pt x="0" y="6305733"/>
                </a:lnTo>
                <a:close/>
              </a:path>
            </a:pathLst>
          </a:custGeom>
          <a:gradFill>
            <a:gsLst>
              <a:gs pos="4600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Figtree Light" pitchFamily="2" charset="0"/>
            </a:endParaRP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E515052-BF9E-496C-8871-64690D5BC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/>
        <p:txBody>
          <a:bodyPr/>
          <a:lstStyle/>
          <a:p>
            <a:fld id="{EE18E972-2F40-1C44-89BC-C8C1CAFD99D4}" type="datetime4">
              <a:rPr lang="en-US" smtClean="0"/>
              <a:t>July 21, 2026</a:t>
            </a:fld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AE5466B-0154-447D-BD3D-5364CD98D2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Users">
            <a:extLst>
              <a:ext uri="{FF2B5EF4-FFF2-40B4-BE49-F238E27FC236}">
                <a16:creationId xmlns:a16="http://schemas.microsoft.com/office/drawing/2014/main" id="{7F94CF75-E5AC-4EB4-B577-B1144D6C554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43767" y="12145700"/>
            <a:ext cx="1773229" cy="444275"/>
            <a:chOff x="21643767" y="12145700"/>
            <a:chExt cx="1773229" cy="444275"/>
          </a:xfrm>
        </p:grpSpPr>
        <p:sp>
          <p:nvSpPr>
            <p:cNvPr id="120" name="Users in Thousands">
              <a:extLst>
                <a:ext uri="{FF2B5EF4-FFF2-40B4-BE49-F238E27FC236}">
                  <a16:creationId xmlns:a16="http://schemas.microsoft.com/office/drawing/2014/main" id="{0173795A-B298-4492-94E5-246F0E61EA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7" hasCustomPrompt="1"/>
            </p:nvPr>
          </p:nvSpPr>
          <p:spPr>
            <a:xfrm>
              <a:off x="22776916" y="12207817"/>
              <a:ext cx="640080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none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 err="1"/>
                <a:t>XXXk</a:t>
              </a:r>
              <a:endParaRPr lang="en-US"/>
            </a:p>
          </p:txBody>
        </p:sp>
        <p:sp>
          <p:nvSpPr>
            <p:cNvPr id="119" name="&quot;users&quot;">
              <a:extLst>
                <a:ext uri="{FF2B5EF4-FFF2-40B4-BE49-F238E27FC236}">
                  <a16:creationId xmlns:a16="http://schemas.microsoft.com/office/drawing/2014/main" id="{B60E4962-D8C1-4523-B00E-7D6A32203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214028" y="12207817"/>
              <a:ext cx="551415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89" name="Users Icon">
              <a:extLst>
                <a:ext uri="{FF2B5EF4-FFF2-40B4-BE49-F238E27FC236}">
                  <a16:creationId xmlns:a16="http://schemas.microsoft.com/office/drawing/2014/main" id="{3FC5945D-BD3B-4BCB-80D8-3E6CA4436E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643767" y="12145700"/>
              <a:ext cx="471502" cy="444275"/>
            </a:xfrm>
            <a:custGeom>
              <a:avLst/>
              <a:gdLst>
                <a:gd name="connsiteX0" fmla="*/ 445329 w 451456"/>
                <a:gd name="connsiteY0" fmla="*/ 238316 h 425387"/>
                <a:gd name="connsiteX1" fmla="*/ 385282 w 451456"/>
                <a:gd name="connsiteY1" fmla="*/ 208063 h 425387"/>
                <a:gd name="connsiteX2" fmla="*/ 398885 w 451456"/>
                <a:gd name="connsiteY2" fmla="*/ 160524 h 425387"/>
                <a:gd name="connsiteX3" fmla="*/ 344107 w 451456"/>
                <a:gd name="connsiteY3" fmla="*/ 105328 h 425387"/>
                <a:gd name="connsiteX4" fmla="*/ 299991 w 451456"/>
                <a:gd name="connsiteY4" fmla="*/ 120640 h 425387"/>
                <a:gd name="connsiteX5" fmla="*/ 267026 w 451456"/>
                <a:gd name="connsiteY5" fmla="*/ 103353 h 425387"/>
                <a:gd name="connsiteX6" fmla="*/ 280506 w 451456"/>
                <a:gd name="connsiteY6" fmla="*/ 55195 h 425387"/>
                <a:gd name="connsiteX7" fmla="*/ 225728 w 451456"/>
                <a:gd name="connsiteY7" fmla="*/ 0 h 425387"/>
                <a:gd name="connsiteX8" fmla="*/ 171563 w 451456"/>
                <a:gd name="connsiteY8" fmla="*/ 55195 h 425387"/>
                <a:gd name="connsiteX9" fmla="*/ 185043 w 451456"/>
                <a:gd name="connsiteY9" fmla="*/ 103353 h 425387"/>
                <a:gd name="connsiteX10" fmla="*/ 151466 w 451456"/>
                <a:gd name="connsiteY10" fmla="*/ 120022 h 425387"/>
                <a:gd name="connsiteX11" fmla="*/ 107350 w 451456"/>
                <a:gd name="connsiteY11" fmla="*/ 104711 h 425387"/>
                <a:gd name="connsiteX12" fmla="*/ 52572 w 451456"/>
                <a:gd name="connsiteY12" fmla="*/ 160524 h 425387"/>
                <a:gd name="connsiteX13" fmla="*/ 66052 w 451456"/>
                <a:gd name="connsiteY13" fmla="*/ 208681 h 425387"/>
                <a:gd name="connsiteX14" fmla="*/ 6005 w 451456"/>
                <a:gd name="connsiteY14" fmla="*/ 238316 h 425387"/>
                <a:gd name="connsiteX15" fmla="*/ 0 w 451456"/>
                <a:gd name="connsiteY15" fmla="*/ 248194 h 425387"/>
                <a:gd name="connsiteX16" fmla="*/ 0 w 451456"/>
                <a:gd name="connsiteY16" fmla="*/ 340187 h 425387"/>
                <a:gd name="connsiteX17" fmla="*/ 21936 w 451456"/>
                <a:gd name="connsiteY17" fmla="*/ 340187 h 425387"/>
                <a:gd name="connsiteX18" fmla="*/ 21936 w 451456"/>
                <a:gd name="connsiteY18" fmla="*/ 254986 h 425387"/>
                <a:gd name="connsiteX19" fmla="*/ 81983 w 451456"/>
                <a:gd name="connsiteY19" fmla="*/ 224733 h 425387"/>
                <a:gd name="connsiteX20" fmla="*/ 132839 w 451456"/>
                <a:gd name="connsiteY20" fmla="*/ 224733 h 425387"/>
                <a:gd name="connsiteX21" fmla="*/ 171563 w 451456"/>
                <a:gd name="connsiteY21" fmla="*/ 244119 h 425387"/>
                <a:gd name="connsiteX22" fmla="*/ 184921 w 451456"/>
                <a:gd name="connsiteY22" fmla="*/ 287584 h 425387"/>
                <a:gd name="connsiteX23" fmla="*/ 124874 w 451456"/>
                <a:gd name="connsiteY23" fmla="*/ 317837 h 425387"/>
                <a:gd name="connsiteX24" fmla="*/ 118869 w 451456"/>
                <a:gd name="connsiteY24" fmla="*/ 327715 h 425387"/>
                <a:gd name="connsiteX25" fmla="*/ 118869 w 451456"/>
                <a:gd name="connsiteY25" fmla="*/ 425388 h 425387"/>
                <a:gd name="connsiteX26" fmla="*/ 140682 w 451456"/>
                <a:gd name="connsiteY26" fmla="*/ 425388 h 425387"/>
                <a:gd name="connsiteX27" fmla="*/ 140682 w 451456"/>
                <a:gd name="connsiteY27" fmla="*/ 334507 h 425387"/>
                <a:gd name="connsiteX28" fmla="*/ 200852 w 451456"/>
                <a:gd name="connsiteY28" fmla="*/ 304254 h 425387"/>
                <a:gd name="connsiteX29" fmla="*/ 251585 w 451456"/>
                <a:gd name="connsiteY29" fmla="*/ 304254 h 425387"/>
                <a:gd name="connsiteX30" fmla="*/ 311632 w 451456"/>
                <a:gd name="connsiteY30" fmla="*/ 334507 h 425387"/>
                <a:gd name="connsiteX31" fmla="*/ 311632 w 451456"/>
                <a:gd name="connsiteY31" fmla="*/ 425388 h 425387"/>
                <a:gd name="connsiteX32" fmla="*/ 333568 w 451456"/>
                <a:gd name="connsiteY32" fmla="*/ 425388 h 425387"/>
                <a:gd name="connsiteX33" fmla="*/ 333568 w 451456"/>
                <a:gd name="connsiteY33" fmla="*/ 327715 h 425387"/>
                <a:gd name="connsiteX34" fmla="*/ 327563 w 451456"/>
                <a:gd name="connsiteY34" fmla="*/ 317837 h 425387"/>
                <a:gd name="connsiteX35" fmla="*/ 267516 w 451456"/>
                <a:gd name="connsiteY35" fmla="*/ 287584 h 425387"/>
                <a:gd name="connsiteX36" fmla="*/ 280874 w 451456"/>
                <a:gd name="connsiteY36" fmla="*/ 244119 h 425387"/>
                <a:gd name="connsiteX37" fmla="*/ 318618 w 451456"/>
                <a:gd name="connsiteY37" fmla="*/ 224733 h 425387"/>
                <a:gd name="connsiteX38" fmla="*/ 369474 w 451456"/>
                <a:gd name="connsiteY38" fmla="*/ 224733 h 425387"/>
                <a:gd name="connsiteX39" fmla="*/ 429521 w 451456"/>
                <a:gd name="connsiteY39" fmla="*/ 254986 h 425387"/>
                <a:gd name="connsiteX40" fmla="*/ 429521 w 451456"/>
                <a:gd name="connsiteY40" fmla="*/ 340187 h 425387"/>
                <a:gd name="connsiteX41" fmla="*/ 451456 w 451456"/>
                <a:gd name="connsiteY41" fmla="*/ 340187 h 425387"/>
                <a:gd name="connsiteX42" fmla="*/ 451456 w 451456"/>
                <a:gd name="connsiteY42" fmla="*/ 248194 h 425387"/>
                <a:gd name="connsiteX43" fmla="*/ 445329 w 451456"/>
                <a:gd name="connsiteY43" fmla="*/ 238316 h 425387"/>
                <a:gd name="connsiteX44" fmla="*/ 225728 w 451456"/>
                <a:gd name="connsiteY44" fmla="*/ 22103 h 425387"/>
                <a:gd name="connsiteX45" fmla="*/ 258570 w 451456"/>
                <a:gd name="connsiteY45" fmla="*/ 55195 h 425387"/>
                <a:gd name="connsiteX46" fmla="*/ 225728 w 451456"/>
                <a:gd name="connsiteY46" fmla="*/ 105946 h 425387"/>
                <a:gd name="connsiteX47" fmla="*/ 192886 w 451456"/>
                <a:gd name="connsiteY47" fmla="*/ 55195 h 425387"/>
                <a:gd name="connsiteX48" fmla="*/ 225728 w 451456"/>
                <a:gd name="connsiteY48" fmla="*/ 22103 h 425387"/>
                <a:gd name="connsiteX49" fmla="*/ 107350 w 451456"/>
                <a:gd name="connsiteY49" fmla="*/ 210656 h 425387"/>
                <a:gd name="connsiteX50" fmla="*/ 74508 w 451456"/>
                <a:gd name="connsiteY50" fmla="*/ 159906 h 425387"/>
                <a:gd name="connsiteX51" fmla="*/ 107350 w 451456"/>
                <a:gd name="connsiteY51" fmla="*/ 126814 h 425387"/>
                <a:gd name="connsiteX52" fmla="*/ 140192 w 451456"/>
                <a:gd name="connsiteY52" fmla="*/ 159906 h 425387"/>
                <a:gd name="connsiteX53" fmla="*/ 107350 w 451456"/>
                <a:gd name="connsiteY53" fmla="*/ 210656 h 425387"/>
                <a:gd name="connsiteX54" fmla="*/ 225728 w 451456"/>
                <a:gd name="connsiteY54" fmla="*/ 290177 h 425387"/>
                <a:gd name="connsiteX55" fmla="*/ 192886 w 451456"/>
                <a:gd name="connsiteY55" fmla="*/ 239427 h 425387"/>
                <a:gd name="connsiteX56" fmla="*/ 225728 w 451456"/>
                <a:gd name="connsiteY56" fmla="*/ 206211 h 425387"/>
                <a:gd name="connsiteX57" fmla="*/ 258570 w 451456"/>
                <a:gd name="connsiteY57" fmla="*/ 239427 h 425387"/>
                <a:gd name="connsiteX58" fmla="*/ 225728 w 451456"/>
                <a:gd name="connsiteY58" fmla="*/ 290177 h 425387"/>
                <a:gd name="connsiteX59" fmla="*/ 225728 w 451456"/>
                <a:gd name="connsiteY59" fmla="*/ 184108 h 425387"/>
                <a:gd name="connsiteX60" fmla="*/ 172544 w 451456"/>
                <a:gd name="connsiteY60" fmla="*/ 220164 h 425387"/>
                <a:gd name="connsiteX61" fmla="*/ 148647 w 451456"/>
                <a:gd name="connsiteY61" fmla="*/ 207816 h 425387"/>
                <a:gd name="connsiteX62" fmla="*/ 162127 w 451456"/>
                <a:gd name="connsiteY62" fmla="*/ 159659 h 425387"/>
                <a:gd name="connsiteX63" fmla="*/ 160412 w 451456"/>
                <a:gd name="connsiteY63" fmla="*/ 139903 h 425387"/>
                <a:gd name="connsiteX64" fmla="*/ 200361 w 451456"/>
                <a:gd name="connsiteY64" fmla="*/ 119899 h 425387"/>
                <a:gd name="connsiteX65" fmla="*/ 251095 w 451456"/>
                <a:gd name="connsiteY65" fmla="*/ 119899 h 425387"/>
                <a:gd name="connsiteX66" fmla="*/ 291045 w 451456"/>
                <a:gd name="connsiteY66" fmla="*/ 139903 h 425387"/>
                <a:gd name="connsiteX67" fmla="*/ 289207 w 451456"/>
                <a:gd name="connsiteY67" fmla="*/ 160524 h 425387"/>
                <a:gd name="connsiteX68" fmla="*/ 302809 w 451456"/>
                <a:gd name="connsiteY68" fmla="*/ 208681 h 425387"/>
                <a:gd name="connsiteX69" fmla="*/ 278300 w 451456"/>
                <a:gd name="connsiteY69" fmla="*/ 221029 h 425387"/>
                <a:gd name="connsiteX70" fmla="*/ 225728 w 451456"/>
                <a:gd name="connsiteY70" fmla="*/ 184108 h 425387"/>
                <a:gd name="connsiteX71" fmla="*/ 344107 w 451456"/>
                <a:gd name="connsiteY71" fmla="*/ 210656 h 425387"/>
                <a:gd name="connsiteX72" fmla="*/ 311142 w 451456"/>
                <a:gd name="connsiteY72" fmla="*/ 159906 h 425387"/>
                <a:gd name="connsiteX73" fmla="*/ 344107 w 451456"/>
                <a:gd name="connsiteY73" fmla="*/ 126814 h 425387"/>
                <a:gd name="connsiteX74" fmla="*/ 376949 w 451456"/>
                <a:gd name="connsiteY74" fmla="*/ 159906 h 425387"/>
                <a:gd name="connsiteX75" fmla="*/ 344107 w 451456"/>
                <a:gd name="connsiteY75" fmla="*/ 210656 h 4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1456" h="425387">
                  <a:moveTo>
                    <a:pt x="445329" y="238316"/>
                  </a:moveTo>
                  <a:lnTo>
                    <a:pt x="385282" y="208063"/>
                  </a:lnTo>
                  <a:cubicBezTo>
                    <a:pt x="394177" y="193827"/>
                    <a:pt x="398892" y="177346"/>
                    <a:pt x="398885" y="160524"/>
                  </a:cubicBezTo>
                  <a:cubicBezTo>
                    <a:pt x="398885" y="121257"/>
                    <a:pt x="382954" y="105328"/>
                    <a:pt x="344107" y="105328"/>
                  </a:cubicBezTo>
                  <a:cubicBezTo>
                    <a:pt x="322907" y="105328"/>
                    <a:pt x="308691" y="110020"/>
                    <a:pt x="299991" y="120640"/>
                  </a:cubicBezTo>
                  <a:lnTo>
                    <a:pt x="267026" y="103353"/>
                  </a:lnTo>
                  <a:cubicBezTo>
                    <a:pt x="275939" y="88904"/>
                    <a:pt x="280613" y="72208"/>
                    <a:pt x="280506" y="55195"/>
                  </a:cubicBezTo>
                  <a:cubicBezTo>
                    <a:pt x="280506" y="16052"/>
                    <a:pt x="264575" y="0"/>
                    <a:pt x="225728" y="0"/>
                  </a:cubicBezTo>
                  <a:cubicBezTo>
                    <a:pt x="186882" y="0"/>
                    <a:pt x="171563" y="16052"/>
                    <a:pt x="171563" y="55195"/>
                  </a:cubicBezTo>
                  <a:cubicBezTo>
                    <a:pt x="171457" y="72208"/>
                    <a:pt x="176130" y="88904"/>
                    <a:pt x="185043" y="103353"/>
                  </a:cubicBezTo>
                  <a:lnTo>
                    <a:pt x="151466" y="120022"/>
                  </a:lnTo>
                  <a:cubicBezTo>
                    <a:pt x="142765" y="109403"/>
                    <a:pt x="128550" y="104711"/>
                    <a:pt x="107350" y="104711"/>
                  </a:cubicBezTo>
                  <a:cubicBezTo>
                    <a:pt x="68503" y="104711"/>
                    <a:pt x="52572" y="120640"/>
                    <a:pt x="52572" y="160524"/>
                  </a:cubicBezTo>
                  <a:cubicBezTo>
                    <a:pt x="52465" y="177536"/>
                    <a:pt x="57139" y="194232"/>
                    <a:pt x="66052" y="208681"/>
                  </a:cubicBezTo>
                  <a:lnTo>
                    <a:pt x="6005" y="238316"/>
                  </a:lnTo>
                  <a:cubicBezTo>
                    <a:pt x="2304" y="240192"/>
                    <a:pt x="-23" y="244019"/>
                    <a:pt x="0" y="248194"/>
                  </a:cubicBezTo>
                  <a:lnTo>
                    <a:pt x="0" y="340187"/>
                  </a:lnTo>
                  <a:lnTo>
                    <a:pt x="21936" y="340187"/>
                  </a:lnTo>
                  <a:lnTo>
                    <a:pt x="21936" y="254986"/>
                  </a:lnTo>
                  <a:lnTo>
                    <a:pt x="81983" y="224733"/>
                  </a:lnTo>
                  <a:cubicBezTo>
                    <a:pt x="97275" y="235424"/>
                    <a:pt x="117547" y="235424"/>
                    <a:pt x="132839" y="224733"/>
                  </a:cubicBezTo>
                  <a:lnTo>
                    <a:pt x="171563" y="244119"/>
                  </a:lnTo>
                  <a:cubicBezTo>
                    <a:pt x="172248" y="259521"/>
                    <a:pt x="176848" y="274488"/>
                    <a:pt x="184921" y="287584"/>
                  </a:cubicBezTo>
                  <a:lnTo>
                    <a:pt x="124874" y="317837"/>
                  </a:lnTo>
                  <a:cubicBezTo>
                    <a:pt x="121172" y="319713"/>
                    <a:pt x="118846" y="323540"/>
                    <a:pt x="118869" y="327715"/>
                  </a:cubicBezTo>
                  <a:lnTo>
                    <a:pt x="118869" y="425388"/>
                  </a:lnTo>
                  <a:lnTo>
                    <a:pt x="140682" y="425388"/>
                  </a:lnTo>
                  <a:lnTo>
                    <a:pt x="140682" y="334507"/>
                  </a:lnTo>
                  <a:lnTo>
                    <a:pt x="200852" y="304254"/>
                  </a:lnTo>
                  <a:cubicBezTo>
                    <a:pt x="216094" y="314959"/>
                    <a:pt x="236343" y="314959"/>
                    <a:pt x="251585" y="304254"/>
                  </a:cubicBezTo>
                  <a:lnTo>
                    <a:pt x="311632" y="334507"/>
                  </a:lnTo>
                  <a:lnTo>
                    <a:pt x="311632" y="425388"/>
                  </a:lnTo>
                  <a:lnTo>
                    <a:pt x="333568" y="425388"/>
                  </a:lnTo>
                  <a:lnTo>
                    <a:pt x="333568" y="327715"/>
                  </a:lnTo>
                  <a:cubicBezTo>
                    <a:pt x="333591" y="323540"/>
                    <a:pt x="331265" y="319713"/>
                    <a:pt x="327563" y="317837"/>
                  </a:cubicBezTo>
                  <a:lnTo>
                    <a:pt x="267516" y="287584"/>
                  </a:lnTo>
                  <a:cubicBezTo>
                    <a:pt x="275589" y="274488"/>
                    <a:pt x="280189" y="259521"/>
                    <a:pt x="280874" y="244119"/>
                  </a:cubicBezTo>
                  <a:lnTo>
                    <a:pt x="318618" y="224733"/>
                  </a:lnTo>
                  <a:cubicBezTo>
                    <a:pt x="333909" y="235424"/>
                    <a:pt x="354182" y="235424"/>
                    <a:pt x="369474" y="224733"/>
                  </a:cubicBezTo>
                  <a:lnTo>
                    <a:pt x="429521" y="254986"/>
                  </a:lnTo>
                  <a:lnTo>
                    <a:pt x="429521" y="340187"/>
                  </a:lnTo>
                  <a:lnTo>
                    <a:pt x="451456" y="340187"/>
                  </a:lnTo>
                  <a:lnTo>
                    <a:pt x="451456" y="248194"/>
                  </a:lnTo>
                  <a:cubicBezTo>
                    <a:pt x="451486" y="243983"/>
                    <a:pt x="449099" y="240134"/>
                    <a:pt x="445329" y="238316"/>
                  </a:cubicBezTo>
                  <a:close/>
                  <a:moveTo>
                    <a:pt x="225728" y="22103"/>
                  </a:moveTo>
                  <a:cubicBezTo>
                    <a:pt x="254036" y="22103"/>
                    <a:pt x="258570" y="30006"/>
                    <a:pt x="258570" y="55195"/>
                  </a:cubicBezTo>
                  <a:cubicBezTo>
                    <a:pt x="258570" y="80385"/>
                    <a:pt x="245090" y="105946"/>
                    <a:pt x="225728" y="105946"/>
                  </a:cubicBezTo>
                  <a:cubicBezTo>
                    <a:pt x="206366" y="105946"/>
                    <a:pt x="192886" y="79768"/>
                    <a:pt x="192886" y="55195"/>
                  </a:cubicBezTo>
                  <a:cubicBezTo>
                    <a:pt x="192886" y="30623"/>
                    <a:pt x="197420" y="22103"/>
                    <a:pt x="225728" y="22103"/>
                  </a:cubicBezTo>
                  <a:close/>
                  <a:moveTo>
                    <a:pt x="107350" y="210656"/>
                  </a:moveTo>
                  <a:cubicBezTo>
                    <a:pt x="87742" y="210656"/>
                    <a:pt x="74508" y="184355"/>
                    <a:pt x="74508" y="159906"/>
                  </a:cubicBezTo>
                  <a:cubicBezTo>
                    <a:pt x="74508" y="135457"/>
                    <a:pt x="79042" y="126814"/>
                    <a:pt x="107350" y="126814"/>
                  </a:cubicBezTo>
                  <a:cubicBezTo>
                    <a:pt x="135658" y="126814"/>
                    <a:pt x="140192" y="134593"/>
                    <a:pt x="140192" y="159906"/>
                  </a:cubicBezTo>
                  <a:cubicBezTo>
                    <a:pt x="140192" y="185220"/>
                    <a:pt x="127079" y="210656"/>
                    <a:pt x="107350" y="210656"/>
                  </a:cubicBezTo>
                  <a:close/>
                  <a:moveTo>
                    <a:pt x="225728" y="290177"/>
                  </a:moveTo>
                  <a:cubicBezTo>
                    <a:pt x="205999" y="290177"/>
                    <a:pt x="192886" y="263876"/>
                    <a:pt x="192886" y="239427"/>
                  </a:cubicBezTo>
                  <a:cubicBezTo>
                    <a:pt x="192886" y="214978"/>
                    <a:pt x="197420" y="206211"/>
                    <a:pt x="225728" y="206211"/>
                  </a:cubicBezTo>
                  <a:cubicBezTo>
                    <a:pt x="254036" y="206211"/>
                    <a:pt x="258570" y="214114"/>
                    <a:pt x="258570" y="239427"/>
                  </a:cubicBezTo>
                  <a:cubicBezTo>
                    <a:pt x="258570" y="264741"/>
                    <a:pt x="245090" y="290177"/>
                    <a:pt x="225728" y="290177"/>
                  </a:cubicBezTo>
                  <a:close/>
                  <a:moveTo>
                    <a:pt x="225728" y="184108"/>
                  </a:moveTo>
                  <a:cubicBezTo>
                    <a:pt x="193989" y="184108"/>
                    <a:pt x="177568" y="194851"/>
                    <a:pt x="172544" y="220164"/>
                  </a:cubicBezTo>
                  <a:lnTo>
                    <a:pt x="148647" y="207816"/>
                  </a:lnTo>
                  <a:cubicBezTo>
                    <a:pt x="157561" y="193367"/>
                    <a:pt x="162234" y="176672"/>
                    <a:pt x="162127" y="159659"/>
                  </a:cubicBezTo>
                  <a:cubicBezTo>
                    <a:pt x="162236" y="153032"/>
                    <a:pt x="161661" y="146410"/>
                    <a:pt x="160412" y="139903"/>
                  </a:cubicBezTo>
                  <a:lnTo>
                    <a:pt x="200361" y="119899"/>
                  </a:lnTo>
                  <a:cubicBezTo>
                    <a:pt x="215659" y="130427"/>
                    <a:pt x="235798" y="130427"/>
                    <a:pt x="251095" y="119899"/>
                  </a:cubicBezTo>
                  <a:lnTo>
                    <a:pt x="291045" y="139903"/>
                  </a:lnTo>
                  <a:cubicBezTo>
                    <a:pt x="289689" y="146688"/>
                    <a:pt x="289073" y="153603"/>
                    <a:pt x="289207" y="160524"/>
                  </a:cubicBezTo>
                  <a:cubicBezTo>
                    <a:pt x="289082" y="177556"/>
                    <a:pt x="293803" y="194267"/>
                    <a:pt x="302809" y="208681"/>
                  </a:cubicBezTo>
                  <a:lnTo>
                    <a:pt x="278300" y="221029"/>
                  </a:lnTo>
                  <a:cubicBezTo>
                    <a:pt x="273889" y="194851"/>
                    <a:pt x="257345" y="184108"/>
                    <a:pt x="225728" y="184108"/>
                  </a:cubicBezTo>
                  <a:close/>
                  <a:moveTo>
                    <a:pt x="344107" y="210656"/>
                  </a:moveTo>
                  <a:cubicBezTo>
                    <a:pt x="324377" y="210656"/>
                    <a:pt x="311142" y="184355"/>
                    <a:pt x="311142" y="159906"/>
                  </a:cubicBezTo>
                  <a:cubicBezTo>
                    <a:pt x="311142" y="135457"/>
                    <a:pt x="315676" y="126814"/>
                    <a:pt x="344107" y="126814"/>
                  </a:cubicBezTo>
                  <a:cubicBezTo>
                    <a:pt x="372537" y="126814"/>
                    <a:pt x="376949" y="134593"/>
                    <a:pt x="376949" y="159906"/>
                  </a:cubicBezTo>
                  <a:cubicBezTo>
                    <a:pt x="376949" y="185220"/>
                    <a:pt x="363714" y="210656"/>
                    <a:pt x="344107" y="210656"/>
                  </a:cubicBezTo>
                  <a:close/>
                </a:path>
              </a:pathLst>
            </a:custGeom>
            <a:solidFill>
              <a:schemeClr val="accent5"/>
            </a:solidFill>
            <a:ln w="120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8" name="Revenue">
            <a:extLst>
              <a:ext uri="{FF2B5EF4-FFF2-40B4-BE49-F238E27FC236}">
                <a16:creationId xmlns:a16="http://schemas.microsoft.com/office/drawing/2014/main" id="{55A2EA66-F58A-4458-A3FC-CE43458B2E3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097339" y="12207817"/>
            <a:ext cx="2033047" cy="320040"/>
            <a:chOff x="19097339" y="12207817"/>
            <a:chExt cx="2033047" cy="320040"/>
          </a:xfrm>
        </p:grpSpPr>
        <p:sp>
          <p:nvSpPr>
            <p:cNvPr id="116" name="Revenue in Billions USD">
              <a:extLst>
                <a:ext uri="{FF2B5EF4-FFF2-40B4-BE49-F238E27FC236}">
                  <a16:creationId xmlns:a16="http://schemas.microsoft.com/office/drawing/2014/main" id="{E287B836-FF18-4A66-8DB5-69CBE7D07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6" hasCustomPrompt="1"/>
            </p:nvPr>
          </p:nvSpPr>
          <p:spPr>
            <a:xfrm>
              <a:off x="20387554" y="12207817"/>
              <a:ext cx="742832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$XXXB</a:t>
              </a:r>
            </a:p>
          </p:txBody>
        </p:sp>
        <p:sp>
          <p:nvSpPr>
            <p:cNvPr id="115" name="&quot;revenue&quot;">
              <a:extLst>
                <a:ext uri="{FF2B5EF4-FFF2-40B4-BE49-F238E27FC236}">
                  <a16:creationId xmlns:a16="http://schemas.microsoft.com/office/drawing/2014/main" id="{82196980-AC81-4C03-8A0D-FA86BD6119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549180" y="12207817"/>
              <a:ext cx="835368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6" name="Revenue Icon">
              <a:extLst>
                <a:ext uri="{FF2B5EF4-FFF2-40B4-BE49-F238E27FC236}">
                  <a16:creationId xmlns:a16="http://schemas.microsoft.com/office/drawing/2014/main" id="{F12DAC35-D828-41DB-84AE-796CC015A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097339" y="12209099"/>
              <a:ext cx="355806" cy="317476"/>
            </a:xfrm>
            <a:custGeom>
              <a:avLst/>
              <a:gdLst>
                <a:gd name="connsiteX0" fmla="*/ 355807 w 355806"/>
                <a:gd name="connsiteY0" fmla="*/ 292933 h 317476"/>
                <a:gd name="connsiteX1" fmla="*/ 355807 w 355806"/>
                <a:gd name="connsiteY1" fmla="*/ 317477 h 317476"/>
                <a:gd name="connsiteX2" fmla="*/ 0 w 355806"/>
                <a:gd name="connsiteY2" fmla="*/ 317477 h 317476"/>
                <a:gd name="connsiteX3" fmla="*/ 0 w 355806"/>
                <a:gd name="connsiteY3" fmla="*/ 0 h 317476"/>
                <a:gd name="connsiteX4" fmla="*/ 25190 w 355806"/>
                <a:gd name="connsiteY4" fmla="*/ 0 h 317476"/>
                <a:gd name="connsiteX5" fmla="*/ 25190 w 355806"/>
                <a:gd name="connsiteY5" fmla="*/ 292933 h 317476"/>
                <a:gd name="connsiteX6" fmla="*/ 146983 w 355806"/>
                <a:gd name="connsiteY6" fmla="*/ 157941 h 317476"/>
                <a:gd name="connsiteX7" fmla="*/ 177337 w 355806"/>
                <a:gd name="connsiteY7" fmla="*/ 187516 h 317476"/>
                <a:gd name="connsiteX8" fmla="*/ 228724 w 355806"/>
                <a:gd name="connsiteY8" fmla="*/ 137569 h 317476"/>
                <a:gd name="connsiteX9" fmla="*/ 260463 w 355806"/>
                <a:gd name="connsiteY9" fmla="*/ 168495 h 317476"/>
                <a:gd name="connsiteX10" fmla="*/ 328350 w 355806"/>
                <a:gd name="connsiteY10" fmla="*/ 102471 h 317476"/>
                <a:gd name="connsiteX11" fmla="*/ 354547 w 355806"/>
                <a:gd name="connsiteY11" fmla="*/ 127997 h 317476"/>
                <a:gd name="connsiteX12" fmla="*/ 354547 w 355806"/>
                <a:gd name="connsiteY12" fmla="*/ 60133 h 317476"/>
                <a:gd name="connsiteX13" fmla="*/ 284645 w 355806"/>
                <a:gd name="connsiteY13" fmla="*/ 60133 h 317476"/>
                <a:gd name="connsiteX14" fmla="*/ 309835 w 355806"/>
                <a:gd name="connsiteY14" fmla="*/ 85413 h 317476"/>
                <a:gd name="connsiteX15" fmla="*/ 259456 w 355806"/>
                <a:gd name="connsiteY15" fmla="*/ 134501 h 317476"/>
                <a:gd name="connsiteX16" fmla="*/ 228724 w 355806"/>
                <a:gd name="connsiteY16" fmla="*/ 103085 h 317476"/>
                <a:gd name="connsiteX17" fmla="*/ 177337 w 355806"/>
                <a:gd name="connsiteY17" fmla="*/ 153155 h 317476"/>
                <a:gd name="connsiteX18" fmla="*/ 146983 w 355806"/>
                <a:gd name="connsiteY18" fmla="*/ 123456 h 317476"/>
                <a:gd name="connsiteX19" fmla="*/ 54032 w 355806"/>
                <a:gd name="connsiteY19" fmla="*/ 214024 h 317476"/>
                <a:gd name="connsiteX20" fmla="*/ 71917 w 355806"/>
                <a:gd name="connsiteY20" fmla="*/ 231450 h 31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806" h="317476">
                  <a:moveTo>
                    <a:pt x="355807" y="292933"/>
                  </a:moveTo>
                  <a:lnTo>
                    <a:pt x="355807" y="317477"/>
                  </a:lnTo>
                  <a:lnTo>
                    <a:pt x="0" y="317477"/>
                  </a:lnTo>
                  <a:lnTo>
                    <a:pt x="0" y="0"/>
                  </a:lnTo>
                  <a:lnTo>
                    <a:pt x="25190" y="0"/>
                  </a:lnTo>
                  <a:lnTo>
                    <a:pt x="25190" y="292933"/>
                  </a:lnTo>
                  <a:close/>
                  <a:moveTo>
                    <a:pt x="146983" y="157941"/>
                  </a:moveTo>
                  <a:lnTo>
                    <a:pt x="177337" y="187516"/>
                  </a:lnTo>
                  <a:lnTo>
                    <a:pt x="228724" y="137569"/>
                  </a:lnTo>
                  <a:lnTo>
                    <a:pt x="260463" y="168495"/>
                  </a:lnTo>
                  <a:lnTo>
                    <a:pt x="328350" y="102471"/>
                  </a:lnTo>
                  <a:lnTo>
                    <a:pt x="354547" y="127997"/>
                  </a:lnTo>
                  <a:lnTo>
                    <a:pt x="354547" y="60133"/>
                  </a:lnTo>
                  <a:lnTo>
                    <a:pt x="284645" y="60133"/>
                  </a:lnTo>
                  <a:lnTo>
                    <a:pt x="309835" y="85413"/>
                  </a:lnTo>
                  <a:lnTo>
                    <a:pt x="259456" y="134501"/>
                  </a:lnTo>
                  <a:lnTo>
                    <a:pt x="228724" y="103085"/>
                  </a:lnTo>
                  <a:lnTo>
                    <a:pt x="177337" y="153155"/>
                  </a:lnTo>
                  <a:lnTo>
                    <a:pt x="146983" y="123456"/>
                  </a:lnTo>
                  <a:lnTo>
                    <a:pt x="54032" y="214024"/>
                  </a:lnTo>
                  <a:lnTo>
                    <a:pt x="71917" y="231450"/>
                  </a:lnTo>
                  <a:close/>
                </a:path>
              </a:pathLst>
            </a:custGeom>
            <a:solidFill>
              <a:schemeClr val="accent5"/>
            </a:solidFill>
            <a:ln w="12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" name="Headquarters">
            <a:extLst>
              <a:ext uri="{FF2B5EF4-FFF2-40B4-BE49-F238E27FC236}">
                <a16:creationId xmlns:a16="http://schemas.microsoft.com/office/drawing/2014/main" id="{C2C66D39-F49A-4075-8214-59047ED65B7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126034" y="12156253"/>
            <a:ext cx="2456159" cy="423169"/>
            <a:chOff x="16126034" y="12156253"/>
            <a:chExt cx="2456159" cy="423169"/>
          </a:xfrm>
        </p:grpSpPr>
        <p:sp>
          <p:nvSpPr>
            <p:cNvPr id="108" name="Headquarters Area">
              <a:extLst>
                <a:ext uri="{FF2B5EF4-FFF2-40B4-BE49-F238E27FC236}">
                  <a16:creationId xmlns:a16="http://schemas.microsoft.com/office/drawing/2014/main" id="{B2E667B4-6BA4-4DE5-BF10-BDF0495AE3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5" hasCustomPrompt="1"/>
            </p:nvPr>
          </p:nvSpPr>
          <p:spPr>
            <a:xfrm>
              <a:off x="17900868" y="12207817"/>
              <a:ext cx="681325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AREA</a:t>
              </a:r>
            </a:p>
          </p:txBody>
        </p:sp>
        <p:sp>
          <p:nvSpPr>
            <p:cNvPr id="82" name="&quot;headquarters&quot;">
              <a:extLst>
                <a:ext uri="{FF2B5EF4-FFF2-40B4-BE49-F238E27FC236}">
                  <a16:creationId xmlns:a16="http://schemas.microsoft.com/office/drawing/2014/main" id="{1EE71E7C-B26C-4AA0-B252-C5DE2999E7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598959" y="12207817"/>
              <a:ext cx="1298903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headquarters</a:t>
              </a:r>
            </a:p>
          </p:txBody>
        </p:sp>
        <p:sp>
          <p:nvSpPr>
            <p:cNvPr id="88" name="Headquarters Icon">
              <a:extLst>
                <a:ext uri="{FF2B5EF4-FFF2-40B4-BE49-F238E27FC236}">
                  <a16:creationId xmlns:a16="http://schemas.microsoft.com/office/drawing/2014/main" id="{17D3FF4D-D7D8-4DD6-9802-7EBF1D0263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126034" y="12156253"/>
              <a:ext cx="400035" cy="423169"/>
            </a:xfrm>
            <a:custGeom>
              <a:avLst/>
              <a:gdLst>
                <a:gd name="connsiteX0" fmla="*/ 357727 w 400035"/>
                <a:gd name="connsiteY0" fmla="*/ 91971 h 423169"/>
                <a:gd name="connsiteX1" fmla="*/ 228118 w 400035"/>
                <a:gd name="connsiteY1" fmla="*/ 20102 h 423169"/>
                <a:gd name="connsiteX2" fmla="*/ 190414 w 400035"/>
                <a:gd name="connsiteY2" fmla="*/ 1482 h 423169"/>
                <a:gd name="connsiteX3" fmla="*/ 171422 w 400035"/>
                <a:gd name="connsiteY3" fmla="*/ 38446 h 423169"/>
                <a:gd name="connsiteX4" fmla="*/ 209126 w 400035"/>
                <a:gd name="connsiteY4" fmla="*/ 57066 h 423169"/>
                <a:gd name="connsiteX5" fmla="*/ 226732 w 400035"/>
                <a:gd name="connsiteY5" fmla="*/ 41836 h 423169"/>
                <a:gd name="connsiteX6" fmla="*/ 340093 w 400035"/>
                <a:gd name="connsiteY6" fmla="*/ 105431 h 423169"/>
                <a:gd name="connsiteX7" fmla="*/ 376368 w 400035"/>
                <a:gd name="connsiteY7" fmla="*/ 227436 h 423169"/>
                <a:gd name="connsiteX8" fmla="*/ 300795 w 400035"/>
                <a:gd name="connsiteY8" fmla="*/ 347959 h 423169"/>
                <a:gd name="connsiteX9" fmla="*/ 313390 w 400035"/>
                <a:gd name="connsiteY9" fmla="*/ 365864 h 423169"/>
                <a:gd name="connsiteX10" fmla="*/ 398789 w 400035"/>
                <a:gd name="connsiteY10" fmla="*/ 230029 h 423169"/>
                <a:gd name="connsiteX11" fmla="*/ 357727 w 400035"/>
                <a:gd name="connsiteY11" fmla="*/ 91971 h 423169"/>
                <a:gd name="connsiteX12" fmla="*/ 200030 w 400035"/>
                <a:gd name="connsiteY12" fmla="*/ 37390 h 423169"/>
                <a:gd name="connsiteX13" fmla="*/ 191970 w 400035"/>
                <a:gd name="connsiteY13" fmla="*/ 29734 h 423169"/>
                <a:gd name="connsiteX14" fmla="*/ 199780 w 400035"/>
                <a:gd name="connsiteY14" fmla="*/ 21833 h 423169"/>
                <a:gd name="connsiteX15" fmla="*/ 207839 w 400035"/>
                <a:gd name="connsiteY15" fmla="*/ 29489 h 423169"/>
                <a:gd name="connsiteX16" fmla="*/ 207839 w 400035"/>
                <a:gd name="connsiteY16" fmla="*/ 29734 h 423169"/>
                <a:gd name="connsiteX17" fmla="*/ 200030 w 400035"/>
                <a:gd name="connsiteY17" fmla="*/ 37390 h 423169"/>
                <a:gd name="connsiteX18" fmla="*/ 84024 w 400035"/>
                <a:gd name="connsiteY18" fmla="*/ 157666 h 423169"/>
                <a:gd name="connsiteX19" fmla="*/ 101658 w 400035"/>
                <a:gd name="connsiteY19" fmla="*/ 130005 h 423169"/>
                <a:gd name="connsiteX20" fmla="*/ 149773 w 400035"/>
                <a:gd name="connsiteY20" fmla="*/ 146552 h 423169"/>
                <a:gd name="connsiteX21" fmla="*/ 144987 w 400035"/>
                <a:gd name="connsiteY21" fmla="*/ 197922 h 423169"/>
                <a:gd name="connsiteX22" fmla="*/ 86039 w 400035"/>
                <a:gd name="connsiteY22" fmla="*/ 197922 h 423169"/>
                <a:gd name="connsiteX23" fmla="*/ 47140 w 400035"/>
                <a:gd name="connsiteY23" fmla="*/ 181396 h 423169"/>
                <a:gd name="connsiteX24" fmla="*/ 30283 w 400035"/>
                <a:gd name="connsiteY24" fmla="*/ 219533 h 423169"/>
                <a:gd name="connsiteX25" fmla="*/ 69182 w 400035"/>
                <a:gd name="connsiteY25" fmla="*/ 236059 h 423169"/>
                <a:gd name="connsiteX26" fmla="*/ 86039 w 400035"/>
                <a:gd name="connsiteY26" fmla="*/ 219533 h 423169"/>
                <a:gd name="connsiteX27" fmla="*/ 144987 w 400035"/>
                <a:gd name="connsiteY27" fmla="*/ 219533 h 423169"/>
                <a:gd name="connsiteX28" fmla="*/ 151159 w 400035"/>
                <a:gd name="connsiteY28" fmla="*/ 276830 h 423169"/>
                <a:gd name="connsiteX29" fmla="*/ 103547 w 400035"/>
                <a:gd name="connsiteY29" fmla="*/ 292760 h 423169"/>
                <a:gd name="connsiteX30" fmla="*/ 84402 w 400035"/>
                <a:gd name="connsiteY30" fmla="*/ 265593 h 423169"/>
                <a:gd name="connsiteX31" fmla="*/ 64627 w 400035"/>
                <a:gd name="connsiteY31" fmla="*/ 275349 h 423169"/>
                <a:gd name="connsiteX32" fmla="*/ 136674 w 400035"/>
                <a:gd name="connsiteY32" fmla="*/ 342155 h 423169"/>
                <a:gd name="connsiteX33" fmla="*/ 199652 w 400035"/>
                <a:gd name="connsiteY33" fmla="*/ 355244 h 423169"/>
                <a:gd name="connsiteX34" fmla="*/ 201541 w 400035"/>
                <a:gd name="connsiteY34" fmla="*/ 355244 h 423169"/>
                <a:gd name="connsiteX35" fmla="*/ 336062 w 400035"/>
                <a:gd name="connsiteY35" fmla="*/ 275349 h 423169"/>
                <a:gd name="connsiteX36" fmla="*/ 316287 w 400035"/>
                <a:gd name="connsiteY36" fmla="*/ 265593 h 423169"/>
                <a:gd name="connsiteX37" fmla="*/ 297142 w 400035"/>
                <a:gd name="connsiteY37" fmla="*/ 292760 h 423169"/>
                <a:gd name="connsiteX38" fmla="*/ 249530 w 400035"/>
                <a:gd name="connsiteY38" fmla="*/ 276830 h 423169"/>
                <a:gd name="connsiteX39" fmla="*/ 255198 w 400035"/>
                <a:gd name="connsiteY39" fmla="*/ 219533 h 423169"/>
                <a:gd name="connsiteX40" fmla="*/ 314146 w 400035"/>
                <a:gd name="connsiteY40" fmla="*/ 219533 h 423169"/>
                <a:gd name="connsiteX41" fmla="*/ 353045 w 400035"/>
                <a:gd name="connsiteY41" fmla="*/ 236059 h 423169"/>
                <a:gd name="connsiteX42" fmla="*/ 369902 w 400035"/>
                <a:gd name="connsiteY42" fmla="*/ 197922 h 423169"/>
                <a:gd name="connsiteX43" fmla="*/ 331003 w 400035"/>
                <a:gd name="connsiteY43" fmla="*/ 181396 h 423169"/>
                <a:gd name="connsiteX44" fmla="*/ 314146 w 400035"/>
                <a:gd name="connsiteY44" fmla="*/ 197922 h 423169"/>
                <a:gd name="connsiteX45" fmla="*/ 254947 w 400035"/>
                <a:gd name="connsiteY45" fmla="*/ 197922 h 423169"/>
                <a:gd name="connsiteX46" fmla="*/ 250286 w 400035"/>
                <a:gd name="connsiteY46" fmla="*/ 146552 h 423169"/>
                <a:gd name="connsiteX47" fmla="*/ 298275 w 400035"/>
                <a:gd name="connsiteY47" fmla="*/ 130005 h 423169"/>
                <a:gd name="connsiteX48" fmla="*/ 315909 w 400035"/>
                <a:gd name="connsiteY48" fmla="*/ 157666 h 423169"/>
                <a:gd name="connsiteX49" fmla="*/ 335936 w 400035"/>
                <a:gd name="connsiteY49" fmla="*/ 148528 h 423169"/>
                <a:gd name="connsiteX50" fmla="*/ 264519 w 400035"/>
                <a:gd name="connsiteY50" fmla="*/ 76535 h 423169"/>
                <a:gd name="connsiteX51" fmla="*/ 201541 w 400035"/>
                <a:gd name="connsiteY51" fmla="*/ 62087 h 423169"/>
                <a:gd name="connsiteX52" fmla="*/ 199400 w 400035"/>
                <a:gd name="connsiteY52" fmla="*/ 62087 h 423169"/>
                <a:gd name="connsiteX53" fmla="*/ 150655 w 400035"/>
                <a:gd name="connsiteY53" fmla="*/ 70484 h 423169"/>
                <a:gd name="connsiteX54" fmla="*/ 63997 w 400035"/>
                <a:gd name="connsiteY54" fmla="*/ 148528 h 423169"/>
                <a:gd name="connsiteX55" fmla="*/ 58833 w 400035"/>
                <a:gd name="connsiteY55" fmla="*/ 216445 h 423169"/>
                <a:gd name="connsiteX56" fmla="*/ 50773 w 400035"/>
                <a:gd name="connsiteY56" fmla="*/ 208789 h 423169"/>
                <a:gd name="connsiteX57" fmla="*/ 58583 w 400035"/>
                <a:gd name="connsiteY57" fmla="*/ 200888 h 423169"/>
                <a:gd name="connsiteX58" fmla="*/ 66642 w 400035"/>
                <a:gd name="connsiteY58" fmla="*/ 208544 h 423169"/>
                <a:gd name="connsiteX59" fmla="*/ 66642 w 400035"/>
                <a:gd name="connsiteY59" fmla="*/ 208789 h 423169"/>
                <a:gd name="connsiteX60" fmla="*/ 58591 w 400035"/>
                <a:gd name="connsiteY60" fmla="*/ 216453 h 423169"/>
                <a:gd name="connsiteX61" fmla="*/ 58329 w 400035"/>
                <a:gd name="connsiteY61" fmla="*/ 216445 h 423169"/>
                <a:gd name="connsiteX62" fmla="*/ 342234 w 400035"/>
                <a:gd name="connsiteY62" fmla="*/ 201010 h 423169"/>
                <a:gd name="connsiteX63" fmla="*/ 350169 w 400035"/>
                <a:gd name="connsiteY63" fmla="*/ 208789 h 423169"/>
                <a:gd name="connsiteX64" fmla="*/ 342234 w 400035"/>
                <a:gd name="connsiteY64" fmla="*/ 216569 h 423169"/>
                <a:gd name="connsiteX65" fmla="*/ 334299 w 400035"/>
                <a:gd name="connsiteY65" fmla="*/ 208789 h 423169"/>
                <a:gd name="connsiteX66" fmla="*/ 341730 w 400035"/>
                <a:gd name="connsiteY66" fmla="*/ 201010 h 423169"/>
                <a:gd name="connsiteX67" fmla="*/ 145113 w 400035"/>
                <a:gd name="connsiteY67" fmla="*/ 322397 h 423169"/>
                <a:gd name="connsiteX68" fmla="*/ 120929 w 400035"/>
                <a:gd name="connsiteY68" fmla="*/ 309060 h 423169"/>
                <a:gd name="connsiteX69" fmla="*/ 155441 w 400035"/>
                <a:gd name="connsiteY69" fmla="*/ 298564 h 423169"/>
                <a:gd name="connsiteX70" fmla="*/ 168037 w 400035"/>
                <a:gd name="connsiteY70" fmla="*/ 330423 h 423169"/>
                <a:gd name="connsiteX71" fmla="*/ 145113 w 400035"/>
                <a:gd name="connsiteY71" fmla="*/ 322397 h 423169"/>
                <a:gd name="connsiteX72" fmla="*/ 200659 w 400035"/>
                <a:gd name="connsiteY72" fmla="*/ 333634 h 423169"/>
                <a:gd name="connsiteX73" fmla="*/ 199400 w 400035"/>
                <a:gd name="connsiteY73" fmla="*/ 333634 h 423169"/>
                <a:gd name="connsiteX74" fmla="*/ 177232 w 400035"/>
                <a:gd name="connsiteY74" fmla="*/ 294736 h 423169"/>
                <a:gd name="connsiteX75" fmla="*/ 200030 w 400035"/>
                <a:gd name="connsiteY75" fmla="*/ 293624 h 423169"/>
                <a:gd name="connsiteX76" fmla="*/ 222702 w 400035"/>
                <a:gd name="connsiteY76" fmla="*/ 294736 h 423169"/>
                <a:gd name="connsiteX77" fmla="*/ 200659 w 400035"/>
                <a:gd name="connsiteY77" fmla="*/ 333758 h 423169"/>
                <a:gd name="connsiteX78" fmla="*/ 200659 w 400035"/>
                <a:gd name="connsiteY78" fmla="*/ 271891 h 423169"/>
                <a:gd name="connsiteX79" fmla="*/ 172949 w 400035"/>
                <a:gd name="connsiteY79" fmla="*/ 273373 h 423169"/>
                <a:gd name="connsiteX80" fmla="*/ 167785 w 400035"/>
                <a:gd name="connsiteY80" fmla="*/ 219409 h 423169"/>
                <a:gd name="connsiteX81" fmla="*/ 233534 w 400035"/>
                <a:gd name="connsiteY81" fmla="*/ 219409 h 423169"/>
                <a:gd name="connsiteX82" fmla="*/ 228244 w 400035"/>
                <a:gd name="connsiteY82" fmla="*/ 273373 h 423169"/>
                <a:gd name="connsiteX83" fmla="*/ 200030 w 400035"/>
                <a:gd name="connsiteY83" fmla="*/ 272014 h 423169"/>
                <a:gd name="connsiteX84" fmla="*/ 279004 w 400035"/>
                <a:gd name="connsiteY84" fmla="*/ 309060 h 423169"/>
                <a:gd name="connsiteX85" fmla="*/ 232400 w 400035"/>
                <a:gd name="connsiteY85" fmla="*/ 330423 h 423169"/>
                <a:gd name="connsiteX86" fmla="*/ 244996 w 400035"/>
                <a:gd name="connsiteY86" fmla="*/ 298564 h 423169"/>
                <a:gd name="connsiteX87" fmla="*/ 279004 w 400035"/>
                <a:gd name="connsiteY87" fmla="*/ 309060 h 423169"/>
                <a:gd name="connsiteX88" fmla="*/ 254443 w 400035"/>
                <a:gd name="connsiteY88" fmla="*/ 95923 h 423169"/>
                <a:gd name="connsiteX89" fmla="*/ 282153 w 400035"/>
                <a:gd name="connsiteY89" fmla="*/ 113828 h 423169"/>
                <a:gd name="connsiteX90" fmla="*/ 246004 w 400035"/>
                <a:gd name="connsiteY90" fmla="*/ 125312 h 423169"/>
                <a:gd name="connsiteX91" fmla="*/ 232526 w 400035"/>
                <a:gd name="connsiteY91" fmla="*/ 88266 h 423169"/>
                <a:gd name="connsiteX92" fmla="*/ 254443 w 400035"/>
                <a:gd name="connsiteY92" fmla="*/ 95923 h 423169"/>
                <a:gd name="connsiteX93" fmla="*/ 199400 w 400035"/>
                <a:gd name="connsiteY93" fmla="*/ 83574 h 423169"/>
                <a:gd name="connsiteX94" fmla="*/ 200533 w 400035"/>
                <a:gd name="connsiteY94" fmla="*/ 83574 h 423169"/>
                <a:gd name="connsiteX95" fmla="*/ 224339 w 400035"/>
                <a:gd name="connsiteY95" fmla="*/ 128400 h 423169"/>
                <a:gd name="connsiteX96" fmla="*/ 200030 w 400035"/>
                <a:gd name="connsiteY96" fmla="*/ 129758 h 423169"/>
                <a:gd name="connsiteX97" fmla="*/ 175594 w 400035"/>
                <a:gd name="connsiteY97" fmla="*/ 128400 h 423169"/>
                <a:gd name="connsiteX98" fmla="*/ 199400 w 400035"/>
                <a:gd name="connsiteY98" fmla="*/ 83821 h 423169"/>
                <a:gd name="connsiteX99" fmla="*/ 200030 w 400035"/>
                <a:gd name="connsiteY99" fmla="*/ 151368 h 423169"/>
                <a:gd name="connsiteX100" fmla="*/ 228622 w 400035"/>
                <a:gd name="connsiteY100" fmla="*/ 149763 h 423169"/>
                <a:gd name="connsiteX101" fmla="*/ 232904 w 400035"/>
                <a:gd name="connsiteY101" fmla="*/ 197922 h 423169"/>
                <a:gd name="connsiteX102" fmla="*/ 167155 w 400035"/>
                <a:gd name="connsiteY102" fmla="*/ 197922 h 423169"/>
                <a:gd name="connsiteX103" fmla="*/ 171312 w 400035"/>
                <a:gd name="connsiteY103" fmla="*/ 150010 h 423169"/>
                <a:gd name="connsiteX104" fmla="*/ 200030 w 400035"/>
                <a:gd name="connsiteY104" fmla="*/ 151615 h 423169"/>
                <a:gd name="connsiteX105" fmla="*/ 157582 w 400035"/>
                <a:gd name="connsiteY105" fmla="*/ 90983 h 423169"/>
                <a:gd name="connsiteX106" fmla="*/ 167281 w 400035"/>
                <a:gd name="connsiteY106" fmla="*/ 88020 h 423169"/>
                <a:gd name="connsiteX107" fmla="*/ 153930 w 400035"/>
                <a:gd name="connsiteY107" fmla="*/ 125065 h 423169"/>
                <a:gd name="connsiteX108" fmla="*/ 117780 w 400035"/>
                <a:gd name="connsiteY108" fmla="*/ 113581 h 423169"/>
                <a:gd name="connsiteX109" fmla="*/ 157582 w 400035"/>
                <a:gd name="connsiteY109" fmla="*/ 90983 h 423169"/>
                <a:gd name="connsiteX110" fmla="*/ 200030 w 400035"/>
                <a:gd name="connsiteY110" fmla="*/ 364629 h 423169"/>
                <a:gd name="connsiteX111" fmla="*/ 172823 w 400035"/>
                <a:gd name="connsiteY111" fmla="*/ 381794 h 423169"/>
                <a:gd name="connsiteX112" fmla="*/ 60596 w 400035"/>
                <a:gd name="connsiteY112" fmla="*/ 318198 h 423169"/>
                <a:gd name="connsiteX113" fmla="*/ 22809 w 400035"/>
                <a:gd name="connsiteY113" fmla="*/ 192366 h 423169"/>
                <a:gd name="connsiteX114" fmla="*/ 98383 w 400035"/>
                <a:gd name="connsiteY114" fmla="*/ 68879 h 423169"/>
                <a:gd name="connsiteX115" fmla="*/ 85787 w 400035"/>
                <a:gd name="connsiteY115" fmla="*/ 50974 h 423169"/>
                <a:gd name="connsiteX116" fmla="*/ 1271 w 400035"/>
                <a:gd name="connsiteY116" fmla="*/ 190019 h 423169"/>
                <a:gd name="connsiteX117" fmla="*/ 43340 w 400035"/>
                <a:gd name="connsiteY117" fmla="*/ 331658 h 423169"/>
                <a:gd name="connsiteX118" fmla="*/ 171815 w 400035"/>
                <a:gd name="connsiteY118" fmla="*/ 403404 h 423169"/>
                <a:gd name="connsiteX119" fmla="*/ 209746 w 400035"/>
                <a:gd name="connsiteY119" fmla="*/ 421574 h 423169"/>
                <a:gd name="connsiteX120" fmla="*/ 228280 w 400035"/>
                <a:gd name="connsiteY120" fmla="*/ 384387 h 423169"/>
                <a:gd name="connsiteX121" fmla="*/ 200030 w 400035"/>
                <a:gd name="connsiteY121" fmla="*/ 364629 h 423169"/>
                <a:gd name="connsiteX122" fmla="*/ 200030 w 400035"/>
                <a:gd name="connsiteY122" fmla="*/ 401675 h 423169"/>
                <a:gd name="connsiteX123" fmla="*/ 191970 w 400035"/>
                <a:gd name="connsiteY123" fmla="*/ 394019 h 423169"/>
                <a:gd name="connsiteX124" fmla="*/ 199780 w 400035"/>
                <a:gd name="connsiteY124" fmla="*/ 386118 h 423169"/>
                <a:gd name="connsiteX125" fmla="*/ 207839 w 400035"/>
                <a:gd name="connsiteY125" fmla="*/ 393774 h 423169"/>
                <a:gd name="connsiteX126" fmla="*/ 207839 w 400035"/>
                <a:gd name="connsiteY126" fmla="*/ 394019 h 423169"/>
                <a:gd name="connsiteX127" fmla="*/ 200030 w 400035"/>
                <a:gd name="connsiteY127" fmla="*/ 401675 h 42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00035" h="423169">
                  <a:moveTo>
                    <a:pt x="357727" y="91971"/>
                  </a:moveTo>
                  <a:cubicBezTo>
                    <a:pt x="325408" y="52739"/>
                    <a:pt x="279066" y="27043"/>
                    <a:pt x="228118" y="20102"/>
                  </a:cubicBezTo>
                  <a:cubicBezTo>
                    <a:pt x="222951" y="4753"/>
                    <a:pt x="206070" y="-3583"/>
                    <a:pt x="190414" y="1482"/>
                  </a:cubicBezTo>
                  <a:cubicBezTo>
                    <a:pt x="174758" y="6548"/>
                    <a:pt x="166255" y="23097"/>
                    <a:pt x="171422" y="38446"/>
                  </a:cubicBezTo>
                  <a:cubicBezTo>
                    <a:pt x="176590" y="53795"/>
                    <a:pt x="193470" y="62132"/>
                    <a:pt x="209126" y="57066"/>
                  </a:cubicBezTo>
                  <a:cubicBezTo>
                    <a:pt x="216870" y="54560"/>
                    <a:pt x="223232" y="49057"/>
                    <a:pt x="226732" y="41836"/>
                  </a:cubicBezTo>
                  <a:cubicBezTo>
                    <a:pt x="271329" y="48313"/>
                    <a:pt x="311801" y="71019"/>
                    <a:pt x="340093" y="105431"/>
                  </a:cubicBezTo>
                  <a:cubicBezTo>
                    <a:pt x="368445" y="139653"/>
                    <a:pt x="381523" y="183638"/>
                    <a:pt x="376368" y="227436"/>
                  </a:cubicBezTo>
                  <a:cubicBezTo>
                    <a:pt x="370409" y="276526"/>
                    <a:pt x="342783" y="320583"/>
                    <a:pt x="300795" y="347959"/>
                  </a:cubicBezTo>
                  <a:lnTo>
                    <a:pt x="313390" y="365864"/>
                  </a:lnTo>
                  <a:cubicBezTo>
                    <a:pt x="360805" y="335062"/>
                    <a:pt x="392028" y="285398"/>
                    <a:pt x="398789" y="230029"/>
                  </a:cubicBezTo>
                  <a:cubicBezTo>
                    <a:pt x="404625" y="180466"/>
                    <a:pt x="389820" y="130691"/>
                    <a:pt x="357727" y="91971"/>
                  </a:cubicBezTo>
                  <a:close/>
                  <a:moveTo>
                    <a:pt x="200030" y="37390"/>
                  </a:moveTo>
                  <a:cubicBezTo>
                    <a:pt x="195648" y="37458"/>
                    <a:pt x="192039" y="34030"/>
                    <a:pt x="191970" y="29734"/>
                  </a:cubicBezTo>
                  <a:cubicBezTo>
                    <a:pt x="191901" y="25438"/>
                    <a:pt x="195398" y="21900"/>
                    <a:pt x="199780" y="21833"/>
                  </a:cubicBezTo>
                  <a:cubicBezTo>
                    <a:pt x="204162" y="21765"/>
                    <a:pt x="207770" y="25193"/>
                    <a:pt x="207839" y="29489"/>
                  </a:cubicBezTo>
                  <a:cubicBezTo>
                    <a:pt x="207840" y="29571"/>
                    <a:pt x="207840" y="29652"/>
                    <a:pt x="207839" y="29734"/>
                  </a:cubicBezTo>
                  <a:cubicBezTo>
                    <a:pt x="207771" y="33935"/>
                    <a:pt x="204314" y="37324"/>
                    <a:pt x="200030" y="37390"/>
                  </a:cubicBezTo>
                  <a:close/>
                  <a:moveTo>
                    <a:pt x="84024" y="157666"/>
                  </a:moveTo>
                  <a:cubicBezTo>
                    <a:pt x="88713" y="147766"/>
                    <a:pt x="94636" y="138475"/>
                    <a:pt x="101658" y="130005"/>
                  </a:cubicBezTo>
                  <a:cubicBezTo>
                    <a:pt x="116760" y="137853"/>
                    <a:pt x="132979" y="143431"/>
                    <a:pt x="149773" y="146552"/>
                  </a:cubicBezTo>
                  <a:cubicBezTo>
                    <a:pt x="147055" y="163557"/>
                    <a:pt x="145456" y="180716"/>
                    <a:pt x="144987" y="197922"/>
                  </a:cubicBezTo>
                  <a:lnTo>
                    <a:pt x="86039" y="197922"/>
                  </a:lnTo>
                  <a:cubicBezTo>
                    <a:pt x="79952" y="182828"/>
                    <a:pt x="62537" y="175429"/>
                    <a:pt x="47140" y="181396"/>
                  </a:cubicBezTo>
                  <a:cubicBezTo>
                    <a:pt x="31743" y="187364"/>
                    <a:pt x="24196" y="204438"/>
                    <a:pt x="30283" y="219533"/>
                  </a:cubicBezTo>
                  <a:cubicBezTo>
                    <a:pt x="36370" y="234627"/>
                    <a:pt x="53786" y="242027"/>
                    <a:pt x="69182" y="236059"/>
                  </a:cubicBezTo>
                  <a:cubicBezTo>
                    <a:pt x="76890" y="233072"/>
                    <a:pt x="82992" y="227089"/>
                    <a:pt x="86039" y="219533"/>
                  </a:cubicBezTo>
                  <a:lnTo>
                    <a:pt x="144987" y="219533"/>
                  </a:lnTo>
                  <a:cubicBezTo>
                    <a:pt x="145639" y="238752"/>
                    <a:pt x="147701" y="257901"/>
                    <a:pt x="151159" y="276830"/>
                  </a:cubicBezTo>
                  <a:cubicBezTo>
                    <a:pt x="134604" y="279923"/>
                    <a:pt x="118576" y="285285"/>
                    <a:pt x="103547" y="292760"/>
                  </a:cubicBezTo>
                  <a:cubicBezTo>
                    <a:pt x="95862" y="284657"/>
                    <a:pt x="89414" y="275507"/>
                    <a:pt x="84402" y="265593"/>
                  </a:cubicBezTo>
                  <a:lnTo>
                    <a:pt x="64627" y="275349"/>
                  </a:lnTo>
                  <a:cubicBezTo>
                    <a:pt x="80100" y="305071"/>
                    <a:pt x="105542" y="328663"/>
                    <a:pt x="136674" y="342155"/>
                  </a:cubicBezTo>
                  <a:cubicBezTo>
                    <a:pt x="156504" y="350779"/>
                    <a:pt x="177957" y="355238"/>
                    <a:pt x="199652" y="355244"/>
                  </a:cubicBezTo>
                  <a:lnTo>
                    <a:pt x="201541" y="355244"/>
                  </a:lnTo>
                  <a:cubicBezTo>
                    <a:pt x="258097" y="355384"/>
                    <a:pt x="310000" y="324557"/>
                    <a:pt x="336062" y="275349"/>
                  </a:cubicBezTo>
                  <a:lnTo>
                    <a:pt x="316287" y="265593"/>
                  </a:lnTo>
                  <a:cubicBezTo>
                    <a:pt x="311294" y="275517"/>
                    <a:pt x="304843" y="284670"/>
                    <a:pt x="297142" y="292760"/>
                  </a:cubicBezTo>
                  <a:cubicBezTo>
                    <a:pt x="282113" y="285285"/>
                    <a:pt x="266085" y="279923"/>
                    <a:pt x="249530" y="276830"/>
                  </a:cubicBezTo>
                  <a:cubicBezTo>
                    <a:pt x="252881" y="257897"/>
                    <a:pt x="254776" y="238744"/>
                    <a:pt x="255198" y="219533"/>
                  </a:cubicBezTo>
                  <a:lnTo>
                    <a:pt x="314146" y="219533"/>
                  </a:lnTo>
                  <a:cubicBezTo>
                    <a:pt x="320233" y="234627"/>
                    <a:pt x="337649" y="242027"/>
                    <a:pt x="353045" y="236059"/>
                  </a:cubicBezTo>
                  <a:cubicBezTo>
                    <a:pt x="368442" y="230092"/>
                    <a:pt x="375989" y="213017"/>
                    <a:pt x="369902" y="197922"/>
                  </a:cubicBezTo>
                  <a:cubicBezTo>
                    <a:pt x="363815" y="182828"/>
                    <a:pt x="346400" y="175429"/>
                    <a:pt x="331003" y="181396"/>
                  </a:cubicBezTo>
                  <a:cubicBezTo>
                    <a:pt x="323295" y="184383"/>
                    <a:pt x="317193" y="190366"/>
                    <a:pt x="314146" y="197922"/>
                  </a:cubicBezTo>
                  <a:lnTo>
                    <a:pt x="254947" y="197922"/>
                  </a:lnTo>
                  <a:cubicBezTo>
                    <a:pt x="254518" y="180719"/>
                    <a:pt x="252962" y="163560"/>
                    <a:pt x="250286" y="146552"/>
                  </a:cubicBezTo>
                  <a:cubicBezTo>
                    <a:pt x="267024" y="143375"/>
                    <a:pt x="283194" y="137800"/>
                    <a:pt x="298275" y="130005"/>
                  </a:cubicBezTo>
                  <a:cubicBezTo>
                    <a:pt x="305357" y="138433"/>
                    <a:pt x="311285" y="147732"/>
                    <a:pt x="315909" y="157666"/>
                  </a:cubicBezTo>
                  <a:lnTo>
                    <a:pt x="335936" y="148528"/>
                  </a:lnTo>
                  <a:cubicBezTo>
                    <a:pt x="321403" y="117112"/>
                    <a:pt x="296146" y="91652"/>
                    <a:pt x="264519" y="76535"/>
                  </a:cubicBezTo>
                  <a:cubicBezTo>
                    <a:pt x="244892" y="67163"/>
                    <a:pt x="223372" y="62226"/>
                    <a:pt x="201541" y="62087"/>
                  </a:cubicBezTo>
                  <a:lnTo>
                    <a:pt x="199400" y="62087"/>
                  </a:lnTo>
                  <a:cubicBezTo>
                    <a:pt x="182786" y="62189"/>
                    <a:pt x="166308" y="65027"/>
                    <a:pt x="150655" y="70484"/>
                  </a:cubicBezTo>
                  <a:cubicBezTo>
                    <a:pt x="112202" y="83955"/>
                    <a:pt x="80944" y="112105"/>
                    <a:pt x="63997" y="148528"/>
                  </a:cubicBezTo>
                  <a:close/>
                  <a:moveTo>
                    <a:pt x="58833" y="216445"/>
                  </a:moveTo>
                  <a:cubicBezTo>
                    <a:pt x="54451" y="216513"/>
                    <a:pt x="50842" y="213085"/>
                    <a:pt x="50773" y="208789"/>
                  </a:cubicBezTo>
                  <a:cubicBezTo>
                    <a:pt x="50704" y="204493"/>
                    <a:pt x="54201" y="200956"/>
                    <a:pt x="58583" y="200888"/>
                  </a:cubicBezTo>
                  <a:cubicBezTo>
                    <a:pt x="62965" y="200820"/>
                    <a:pt x="66573" y="204248"/>
                    <a:pt x="66642" y="208544"/>
                  </a:cubicBezTo>
                  <a:cubicBezTo>
                    <a:pt x="66643" y="208626"/>
                    <a:pt x="66643" y="208708"/>
                    <a:pt x="66642" y="208789"/>
                  </a:cubicBezTo>
                  <a:cubicBezTo>
                    <a:pt x="66577" y="213085"/>
                    <a:pt x="62973" y="216517"/>
                    <a:pt x="58591" y="216453"/>
                  </a:cubicBezTo>
                  <a:cubicBezTo>
                    <a:pt x="58503" y="216452"/>
                    <a:pt x="58416" y="216450"/>
                    <a:pt x="58329" y="216445"/>
                  </a:cubicBezTo>
                  <a:close/>
                  <a:moveTo>
                    <a:pt x="342234" y="201010"/>
                  </a:moveTo>
                  <a:cubicBezTo>
                    <a:pt x="346617" y="201010"/>
                    <a:pt x="350169" y="204493"/>
                    <a:pt x="350169" y="208789"/>
                  </a:cubicBezTo>
                  <a:cubicBezTo>
                    <a:pt x="350169" y="213086"/>
                    <a:pt x="346617" y="216569"/>
                    <a:pt x="342234" y="216569"/>
                  </a:cubicBezTo>
                  <a:cubicBezTo>
                    <a:pt x="337852" y="216569"/>
                    <a:pt x="334299" y="213086"/>
                    <a:pt x="334299" y="208789"/>
                  </a:cubicBezTo>
                  <a:cubicBezTo>
                    <a:pt x="334291" y="204678"/>
                    <a:pt x="337546" y="201271"/>
                    <a:pt x="341730" y="201010"/>
                  </a:cubicBezTo>
                  <a:close/>
                  <a:moveTo>
                    <a:pt x="145113" y="322397"/>
                  </a:moveTo>
                  <a:cubicBezTo>
                    <a:pt x="136584" y="318820"/>
                    <a:pt x="128476" y="314349"/>
                    <a:pt x="120929" y="309060"/>
                  </a:cubicBezTo>
                  <a:cubicBezTo>
                    <a:pt x="132008" y="304337"/>
                    <a:pt x="143581" y="300817"/>
                    <a:pt x="155441" y="298564"/>
                  </a:cubicBezTo>
                  <a:cubicBezTo>
                    <a:pt x="158396" y="309617"/>
                    <a:pt x="162621" y="320305"/>
                    <a:pt x="168037" y="330423"/>
                  </a:cubicBezTo>
                  <a:cubicBezTo>
                    <a:pt x="160170" y="328412"/>
                    <a:pt x="152499" y="325727"/>
                    <a:pt x="145113" y="322397"/>
                  </a:cubicBezTo>
                  <a:close/>
                  <a:moveTo>
                    <a:pt x="200659" y="333634"/>
                  </a:moveTo>
                  <a:lnTo>
                    <a:pt x="199400" y="333634"/>
                  </a:lnTo>
                  <a:cubicBezTo>
                    <a:pt x="193228" y="332770"/>
                    <a:pt x="184159" y="319433"/>
                    <a:pt x="177232" y="294736"/>
                  </a:cubicBezTo>
                  <a:cubicBezTo>
                    <a:pt x="184663" y="294118"/>
                    <a:pt x="192220" y="293624"/>
                    <a:pt x="200030" y="293624"/>
                  </a:cubicBezTo>
                  <a:cubicBezTo>
                    <a:pt x="207839" y="293624"/>
                    <a:pt x="215270" y="293624"/>
                    <a:pt x="222702" y="294736"/>
                  </a:cubicBezTo>
                  <a:cubicBezTo>
                    <a:pt x="215774" y="319433"/>
                    <a:pt x="206831" y="332770"/>
                    <a:pt x="200659" y="333758"/>
                  </a:cubicBezTo>
                  <a:close/>
                  <a:moveTo>
                    <a:pt x="200659" y="271891"/>
                  </a:moveTo>
                  <a:cubicBezTo>
                    <a:pt x="191213" y="271891"/>
                    <a:pt x="182018" y="272508"/>
                    <a:pt x="172949" y="273373"/>
                  </a:cubicBezTo>
                  <a:cubicBezTo>
                    <a:pt x="169840" y="255539"/>
                    <a:pt x="168113" y="237499"/>
                    <a:pt x="167785" y="219409"/>
                  </a:cubicBezTo>
                  <a:lnTo>
                    <a:pt x="233534" y="219409"/>
                  </a:lnTo>
                  <a:cubicBezTo>
                    <a:pt x="233167" y="237502"/>
                    <a:pt x="231399" y="255542"/>
                    <a:pt x="228244" y="273373"/>
                  </a:cubicBezTo>
                  <a:cubicBezTo>
                    <a:pt x="218671" y="272632"/>
                    <a:pt x="209350" y="272014"/>
                    <a:pt x="200030" y="272014"/>
                  </a:cubicBezTo>
                  <a:close/>
                  <a:moveTo>
                    <a:pt x="279004" y="309060"/>
                  </a:moveTo>
                  <a:cubicBezTo>
                    <a:pt x="265051" y="319112"/>
                    <a:pt x="249215" y="326371"/>
                    <a:pt x="232400" y="330423"/>
                  </a:cubicBezTo>
                  <a:cubicBezTo>
                    <a:pt x="237816" y="320305"/>
                    <a:pt x="242041" y="309617"/>
                    <a:pt x="244996" y="298564"/>
                  </a:cubicBezTo>
                  <a:cubicBezTo>
                    <a:pt x="256684" y="300852"/>
                    <a:pt x="268087" y="304371"/>
                    <a:pt x="279004" y="309060"/>
                  </a:cubicBezTo>
                  <a:close/>
                  <a:moveTo>
                    <a:pt x="254443" y="95923"/>
                  </a:moveTo>
                  <a:cubicBezTo>
                    <a:pt x="264455" y="100649"/>
                    <a:pt x="273775" y="106671"/>
                    <a:pt x="282153" y="113828"/>
                  </a:cubicBezTo>
                  <a:cubicBezTo>
                    <a:pt x="270596" y="119012"/>
                    <a:pt x="258466" y="122866"/>
                    <a:pt x="246004" y="125312"/>
                  </a:cubicBezTo>
                  <a:cubicBezTo>
                    <a:pt x="243064" y="112473"/>
                    <a:pt x="238538" y="100032"/>
                    <a:pt x="232526" y="88266"/>
                  </a:cubicBezTo>
                  <a:cubicBezTo>
                    <a:pt x="240061" y="90137"/>
                    <a:pt x="247399" y="92700"/>
                    <a:pt x="254443" y="95923"/>
                  </a:cubicBezTo>
                  <a:close/>
                  <a:moveTo>
                    <a:pt x="199400" y="83574"/>
                  </a:moveTo>
                  <a:lnTo>
                    <a:pt x="200533" y="83574"/>
                  </a:lnTo>
                  <a:cubicBezTo>
                    <a:pt x="207209" y="84315"/>
                    <a:pt x="217160" y="99751"/>
                    <a:pt x="224339" y="128400"/>
                  </a:cubicBezTo>
                  <a:cubicBezTo>
                    <a:pt x="216268" y="129290"/>
                    <a:pt x="208152" y="129743"/>
                    <a:pt x="200030" y="129758"/>
                  </a:cubicBezTo>
                  <a:cubicBezTo>
                    <a:pt x="191865" y="129743"/>
                    <a:pt x="183708" y="129290"/>
                    <a:pt x="175594" y="128400"/>
                  </a:cubicBezTo>
                  <a:cubicBezTo>
                    <a:pt x="182774" y="99998"/>
                    <a:pt x="192724" y="84562"/>
                    <a:pt x="199400" y="83821"/>
                  </a:cubicBezTo>
                  <a:close/>
                  <a:moveTo>
                    <a:pt x="200030" y="151368"/>
                  </a:moveTo>
                  <a:cubicBezTo>
                    <a:pt x="209583" y="151336"/>
                    <a:pt x="219127" y="150800"/>
                    <a:pt x="228622" y="149763"/>
                  </a:cubicBezTo>
                  <a:cubicBezTo>
                    <a:pt x="231117" y="165707"/>
                    <a:pt x="232548" y="181795"/>
                    <a:pt x="232904" y="197922"/>
                  </a:cubicBezTo>
                  <a:lnTo>
                    <a:pt x="167155" y="197922"/>
                  </a:lnTo>
                  <a:cubicBezTo>
                    <a:pt x="167422" y="181877"/>
                    <a:pt x="168810" y="165869"/>
                    <a:pt x="171312" y="150010"/>
                  </a:cubicBezTo>
                  <a:cubicBezTo>
                    <a:pt x="180848" y="151051"/>
                    <a:pt x="190434" y="151587"/>
                    <a:pt x="200030" y="151615"/>
                  </a:cubicBezTo>
                  <a:close/>
                  <a:moveTo>
                    <a:pt x="157582" y="90983"/>
                  </a:moveTo>
                  <a:cubicBezTo>
                    <a:pt x="160731" y="89872"/>
                    <a:pt x="164006" y="88884"/>
                    <a:pt x="167281" y="88020"/>
                  </a:cubicBezTo>
                  <a:cubicBezTo>
                    <a:pt x="161368" y="99814"/>
                    <a:pt x="156887" y="112248"/>
                    <a:pt x="153930" y="125065"/>
                  </a:cubicBezTo>
                  <a:cubicBezTo>
                    <a:pt x="141458" y="122657"/>
                    <a:pt x="129323" y="118802"/>
                    <a:pt x="117780" y="113581"/>
                  </a:cubicBezTo>
                  <a:cubicBezTo>
                    <a:pt x="129558" y="103769"/>
                    <a:pt x="143040" y="96115"/>
                    <a:pt x="157582" y="90983"/>
                  </a:cubicBezTo>
                  <a:close/>
                  <a:moveTo>
                    <a:pt x="200030" y="364629"/>
                  </a:moveTo>
                  <a:cubicBezTo>
                    <a:pt x="188320" y="364650"/>
                    <a:pt x="177694" y="371354"/>
                    <a:pt x="172823" y="381794"/>
                  </a:cubicBezTo>
                  <a:cubicBezTo>
                    <a:pt x="128640" y="375041"/>
                    <a:pt x="88619" y="352363"/>
                    <a:pt x="60596" y="318198"/>
                  </a:cubicBezTo>
                  <a:cubicBezTo>
                    <a:pt x="31290" y="282923"/>
                    <a:pt x="17674" y="237581"/>
                    <a:pt x="22809" y="192366"/>
                  </a:cubicBezTo>
                  <a:cubicBezTo>
                    <a:pt x="28482" y="142387"/>
                    <a:pt x="56072" y="97306"/>
                    <a:pt x="98383" y="68879"/>
                  </a:cubicBezTo>
                  <a:lnTo>
                    <a:pt x="85787" y="50974"/>
                  </a:lnTo>
                  <a:cubicBezTo>
                    <a:pt x="38309" y="83047"/>
                    <a:pt x="7449" y="133817"/>
                    <a:pt x="1271" y="190019"/>
                  </a:cubicBezTo>
                  <a:cubicBezTo>
                    <a:pt x="-4688" y="240856"/>
                    <a:pt x="10474" y="291905"/>
                    <a:pt x="43340" y="331658"/>
                  </a:cubicBezTo>
                  <a:cubicBezTo>
                    <a:pt x="75272" y="370754"/>
                    <a:pt x="121228" y="396418"/>
                    <a:pt x="171815" y="403404"/>
                  </a:cubicBezTo>
                  <a:cubicBezTo>
                    <a:pt x="177172" y="418690"/>
                    <a:pt x="194154" y="426825"/>
                    <a:pt x="209746" y="421574"/>
                  </a:cubicBezTo>
                  <a:cubicBezTo>
                    <a:pt x="225338" y="416323"/>
                    <a:pt x="233636" y="399674"/>
                    <a:pt x="228280" y="384387"/>
                  </a:cubicBezTo>
                  <a:cubicBezTo>
                    <a:pt x="224136" y="372560"/>
                    <a:pt x="212785" y="364622"/>
                    <a:pt x="200030" y="364629"/>
                  </a:cubicBezTo>
                  <a:close/>
                  <a:moveTo>
                    <a:pt x="200030" y="401675"/>
                  </a:moveTo>
                  <a:cubicBezTo>
                    <a:pt x="195648" y="401743"/>
                    <a:pt x="192039" y="398315"/>
                    <a:pt x="191970" y="394019"/>
                  </a:cubicBezTo>
                  <a:cubicBezTo>
                    <a:pt x="191901" y="389723"/>
                    <a:pt x="195398" y="386185"/>
                    <a:pt x="199780" y="386118"/>
                  </a:cubicBezTo>
                  <a:cubicBezTo>
                    <a:pt x="204162" y="386050"/>
                    <a:pt x="207770" y="389478"/>
                    <a:pt x="207839" y="393774"/>
                  </a:cubicBezTo>
                  <a:cubicBezTo>
                    <a:pt x="207840" y="393856"/>
                    <a:pt x="207840" y="393937"/>
                    <a:pt x="207839" y="394019"/>
                  </a:cubicBezTo>
                  <a:cubicBezTo>
                    <a:pt x="207771" y="398220"/>
                    <a:pt x="204314" y="401609"/>
                    <a:pt x="200030" y="401675"/>
                  </a:cubicBezTo>
                  <a:close/>
                </a:path>
              </a:pathLst>
            </a:custGeom>
            <a:solidFill>
              <a:schemeClr val="accent5"/>
            </a:solidFill>
            <a:ln w="12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90" name="Chart">
            <a:extLst>
              <a:ext uri="{FF2B5EF4-FFF2-40B4-BE49-F238E27FC236}">
                <a16:creationId xmlns:a16="http://schemas.microsoft.com/office/drawing/2014/main" id="{3C808DFA-C5F7-410F-B958-D7C50709B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chart" sz="quarter" idx="68" hasCustomPrompt="1"/>
          </p:nvPr>
        </p:nvSpPr>
        <p:spPr>
          <a:xfrm>
            <a:off x="16059066" y="2001085"/>
            <a:ext cx="7315200" cy="41148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create a chart</a:t>
            </a:r>
          </a:p>
        </p:txBody>
      </p:sp>
      <p:sp>
        <p:nvSpPr>
          <p:cNvPr id="7" name="Chart Date">
            <a:extLst>
              <a:ext uri="{FF2B5EF4-FFF2-40B4-BE49-F238E27FC236}">
                <a16:creationId xmlns:a16="http://schemas.microsoft.com/office/drawing/2014/main" id="{DAE85896-1111-4543-B3EA-8582738D0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1" hasCustomPrompt="1"/>
          </p:nvPr>
        </p:nvSpPr>
        <p:spPr>
          <a:xfrm>
            <a:off x="16059066" y="1685482"/>
            <a:ext cx="7315200" cy="228600"/>
          </a:xfrm>
        </p:spPr>
        <p:txBody>
          <a:bodyPr lIns="0" rIns="365760">
            <a:noAutofit/>
          </a:bodyPr>
          <a:lstStyle>
            <a:lvl1pPr marL="3175" indent="0" algn="r">
              <a:buNone/>
              <a:tabLst/>
              <a:defRPr sz="1050" b="0" i="1">
                <a:solidFill>
                  <a:schemeClr val="bg1"/>
                </a:solidFill>
              </a:defRPr>
            </a:lvl1pPr>
            <a:lvl2pPr marL="914355" indent="0">
              <a:buNone/>
              <a:defRPr sz="1000">
                <a:solidFill>
                  <a:schemeClr val="bg1"/>
                </a:solidFill>
              </a:defRPr>
            </a:lvl2pPr>
            <a:lvl3pPr marL="1373186" indent="0">
              <a:buNone/>
              <a:defRPr sz="1000">
                <a:solidFill>
                  <a:schemeClr val="bg1"/>
                </a:solidFill>
              </a:defRPr>
            </a:lvl3pPr>
            <a:lvl4pPr marL="1835150" indent="0">
              <a:buNone/>
              <a:defRPr sz="1000">
                <a:solidFill>
                  <a:schemeClr val="bg1"/>
                </a:solidFill>
              </a:defRPr>
            </a:lvl4pPr>
            <a:lvl5pPr marL="3657418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Mmm</a:t>
            </a:r>
            <a:r>
              <a:rPr lang="en-US"/>
              <a:t> YYYY (11 </a:t>
            </a:r>
            <a:r>
              <a:rPr lang="en-US" err="1"/>
              <a:t>pt</a:t>
            </a:r>
            <a:r>
              <a:rPr lang="en-US"/>
              <a:t> Italic)</a:t>
            </a:r>
          </a:p>
        </p:txBody>
      </p:sp>
      <p:sp>
        <p:nvSpPr>
          <p:cNvPr id="123" name="Results Bulleted List">
            <a:extLst>
              <a:ext uri="{FF2B5EF4-FFF2-40B4-BE49-F238E27FC236}">
                <a16:creationId xmlns:a16="http://schemas.microsoft.com/office/drawing/2014/main" id="{36832F5F-2DBC-4327-ADA2-700BB4CCD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8" hasCustomPrompt="1"/>
          </p:nvPr>
        </p:nvSpPr>
        <p:spPr>
          <a:xfrm>
            <a:off x="15740743" y="6663848"/>
            <a:ext cx="7975128" cy="4754880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0005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2pPr>
            <a:lvl3pPr marL="80168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3pPr>
            <a:lvl4pPr marL="120173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&quot;RESULTS&quot;">
            <a:extLst>
              <a:ext uri="{FF2B5EF4-FFF2-40B4-BE49-F238E27FC236}">
                <a16:creationId xmlns:a16="http://schemas.microsoft.com/office/drawing/2014/main" id="{BDE69417-172A-41FE-8CF0-69AA45011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099536" y="1038965"/>
            <a:ext cx="7251192" cy="620170"/>
          </a:xfrm>
          <a:prstGeom prst="rect">
            <a:avLst/>
          </a:prstGeom>
          <a:noFill/>
        </p:spPr>
        <p:txBody>
          <a:bodyPr wrap="square" lIns="13716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Tx/>
              <a:buSzPct val="100000"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ea typeface="Calibri"/>
                <a:cs typeface="Calibri"/>
                <a:sym typeface="Calibri"/>
              </a:rPr>
              <a:t>RESULTS</a:t>
            </a:r>
            <a:r>
              <a:rPr lang="en-US" sz="2800" b="1">
                <a:solidFill>
                  <a:schemeClr val="bg1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> </a:t>
            </a:r>
            <a:r>
              <a:rPr lang="en-US" sz="2800" b="1">
                <a:solidFill>
                  <a:schemeClr val="accent5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> </a:t>
            </a:r>
            <a:r>
              <a:rPr lang="de-DE" sz="2300">
                <a:solidFill>
                  <a:schemeClr val="accent5"/>
                </a:solidFill>
                <a:latin typeface="Figtree" pitchFamily="2" charset="0"/>
                <a:ea typeface="HGGothicE" panose="020B0909000000000000" pitchFamily="49" charset="-128"/>
                <a:cs typeface="Calibri"/>
                <a:sym typeface="Calibri"/>
              </a:rPr>
              <a:t>▼</a:t>
            </a:r>
            <a:endParaRPr lang="en-US" sz="2300" b="1">
              <a:solidFill>
                <a:schemeClr val="accent5"/>
              </a:solidFill>
              <a:latin typeface="Figtree" pitchFamily="2" charset="0"/>
              <a:cs typeface="Calibri"/>
            </a:endParaRPr>
          </a:p>
        </p:txBody>
      </p:sp>
      <p:sp>
        <p:nvSpPr>
          <p:cNvPr id="124" name="Solution Bulleted List">
            <a:extLst>
              <a:ext uri="{FF2B5EF4-FFF2-40B4-BE49-F238E27FC236}">
                <a16:creationId xmlns:a16="http://schemas.microsoft.com/office/drawing/2014/main" id="{8003FF54-213C-4E1E-A6A8-4CB140FEE2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9" hasCustomPrompt="1"/>
          </p:nvPr>
        </p:nvSpPr>
        <p:spPr>
          <a:xfrm>
            <a:off x="7526039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Challenge Bulleted List">
            <a:extLst>
              <a:ext uri="{FF2B5EF4-FFF2-40B4-BE49-F238E27FC236}">
                <a16:creationId xmlns:a16="http://schemas.microsoft.com/office/drawing/2014/main" id="{CB17ED53-144B-4ADB-ACCB-378E124C8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9" hasCustomPrompt="1"/>
          </p:nvPr>
        </p:nvSpPr>
        <p:spPr>
          <a:xfrm>
            <a:off x="795801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506538" indent="-246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8" name="Table of &quot;CHALLENGE&quot; &amp; &quot;SOLUTION&quot;">
            <a:extLst>
              <a:ext uri="{FF2B5EF4-FFF2-40B4-BE49-F238E27FC236}">
                <a16:creationId xmlns:a16="http://schemas.microsoft.com/office/drawing/2014/main" id="{E1BBC372-9A6F-4BB6-A198-244CFF252019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2946816653"/>
              </p:ext>
            </p:extLst>
          </p:nvPr>
        </p:nvGraphicFramePr>
        <p:xfrm>
          <a:off x="795801" y="5705981"/>
          <a:ext cx="13441680" cy="70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>
                  <a:extLst>
                    <a:ext uri="{9D8B030D-6E8A-4147-A177-3AD203B41FA5}">
                      <a16:colId xmlns:a16="http://schemas.microsoft.com/office/drawing/2014/main" val="3488762945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48670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>
                        <a:latin typeface="Figtree" pitchFamily="2" charset="0"/>
                      </a:endParaRPr>
                    </a:p>
                  </a:txBody>
                  <a:tcPr marL="731520" marT="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20" marT="0" marB="27432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90600"/>
                  </a:ext>
                </a:extLst>
              </a:tr>
              <a:tr h="580809">
                <a:tc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de-DE" sz="2300">
                          <a:solidFill>
                            <a:schemeClr val="accent4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r>
                        <a:rPr lang="de-DE" sz="2400">
                          <a:solidFill>
                            <a:schemeClr val="accent4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i="0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de-DE" sz="2300">
                          <a:solidFill>
                            <a:schemeClr val="accent3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18288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12891"/>
                  </a:ext>
                </a:extLst>
              </a:tr>
              <a:tr h="6172200">
                <a:tc>
                  <a:txBody>
                    <a:bodyPr/>
                    <a:lstStyle/>
                    <a:p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3657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3657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5341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4E058ED0-BD33-45D0-9A66-DF2F776A0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0" y="2524190"/>
            <a:ext cx="15060041" cy="2340864"/>
          </a:xfrm>
        </p:spPr>
        <p:txBody>
          <a:bodyPr rIns="914400" anchor="b"/>
          <a:lstStyle>
            <a:lvl1pPr marL="1270000" indent="0">
              <a:tabLst/>
              <a:defRPr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kumimoji="0" lang="en-US" sz="6599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/>
                <a:ea typeface="+mj-ea"/>
                <a:cs typeface="+mj-cs"/>
              </a:rPr>
              <a:t>Title (Title Caps, 66 Pt Bold)</a:t>
            </a:r>
            <a:endParaRPr lang="en-US"/>
          </a:p>
        </p:txBody>
      </p:sp>
      <p:sp>
        <p:nvSpPr>
          <p:cNvPr id="52" name="Section">
            <a:extLst>
              <a:ext uri="{FF2B5EF4-FFF2-40B4-BE49-F238E27FC236}">
                <a16:creationId xmlns:a16="http://schemas.microsoft.com/office/drawing/2014/main" id="{25B887B7-63D4-4312-A5E0-AD5D0BBC2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sp>
        <p:nvSpPr>
          <p:cNvPr id="87" name="Other Logo">
            <a:extLst>
              <a:ext uri="{FF2B5EF4-FFF2-40B4-BE49-F238E27FC236}">
                <a16:creationId xmlns:a16="http://schemas.microsoft.com/office/drawing/2014/main" id="{048FE6DB-DDA5-42EC-9201-A460A66B9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67" hasCustomPrompt="1"/>
          </p:nvPr>
        </p:nvSpPr>
        <p:spPr>
          <a:xfrm>
            <a:off x="1375270" y="446566"/>
            <a:ext cx="2331720" cy="233172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pic>
        <p:nvPicPr>
          <p:cNvPr id="92" name="Anglepoint Logo">
            <a:extLst>
              <a:ext uri="{FF2B5EF4-FFF2-40B4-BE49-F238E27FC236}">
                <a16:creationId xmlns:a16="http://schemas.microsoft.com/office/drawing/2014/main" id="{92E62252-6BEC-4DCD-88FD-13DA2FE94B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2361" y="361767"/>
            <a:ext cx="1487736" cy="32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8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146D87F7-F479-4D24-BBC0-2FECBBAA08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6939255" cy="13716000"/>
          </a:xfrm>
          <a:prstGeom prst="rect">
            <a:avLst/>
          </a:prstGeom>
        </p:spPr>
      </p:pic>
      <p:sp>
        <p:nvSpPr>
          <p:cNvPr id="33" name="Bulleted List">
            <a:extLst>
              <a:ext uri="{FF2B5EF4-FFF2-40B4-BE49-F238E27FC236}">
                <a16:creationId xmlns:a16="http://schemas.microsoft.com/office/drawing/2014/main" id="{3F6D238A-65AC-4FE9-9B22-80002EB96C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7109322" y="1828800"/>
            <a:ext cx="17277726" cy="11612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</a:lstStyle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Click to edit Master text styles</a:t>
            </a:r>
          </a:p>
          <a:p>
            <a:pPr marL="1371600" marR="0" lvl="1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Second level</a:t>
            </a:r>
          </a:p>
          <a:p>
            <a:pPr marL="1371600" marR="0" lvl="2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65BFC57-126E-4A49-9E8F-63F489AE67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" y="5220925"/>
            <a:ext cx="6333063" cy="2205114"/>
          </a:xfrm>
          <a:prstGeom prst="rect">
            <a:avLst/>
          </a:prstGeom>
        </p:spPr>
        <p:txBody>
          <a:bodyPr>
            <a:normAutofit/>
          </a:bodyPr>
          <a:lstStyle>
            <a:lvl1pPr marL="687388" indent="-1588">
              <a:buNone/>
              <a:tabLst/>
              <a:defRPr sz="3200" b="0" i="1">
                <a:solidFill>
                  <a:schemeClr val="accent1">
                    <a:lumMod val="40000"/>
                    <a:lumOff val="6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25B9C56-92AF-F540-832F-6798182113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" y="638359"/>
            <a:ext cx="6333063" cy="3844038"/>
          </a:xfrm>
          <a:prstGeom prst="rect">
            <a:avLst/>
          </a:prstGeom>
        </p:spPr>
        <p:txBody>
          <a:bodyPr anchor="b" anchorCtr="0"/>
          <a:lstStyle>
            <a:lvl1pPr marL="688941" indent="55560">
              <a:lnSpc>
                <a:spcPct val="80000"/>
              </a:lnSpc>
              <a:tabLst/>
              <a:defRPr sz="6599" spc="-10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Title (Title Caps, 66 Pt Regular)</a:t>
            </a:r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5623FE51-1BED-4DA1-BB40-A6FB8299C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3BB8C179-94D8-49B8-8880-65B2D4795F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34FBE1-20ED-65A3-E715-2BD03D850643}"/>
              </a:ext>
            </a:extLst>
          </p:cNvPr>
          <p:cNvSpPr/>
          <p:nvPr userDrawn="1"/>
        </p:nvSpPr>
        <p:spPr>
          <a:xfrm rot="5400000" flipV="1">
            <a:off x="299361" y="6628312"/>
            <a:ext cx="13441685" cy="185056"/>
          </a:xfrm>
          <a:prstGeom prst="rect">
            <a:avLst/>
          </a:prstGeom>
          <a:solidFill>
            <a:srgbClr val="FFB81C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CF44DD6B-6E9F-4EAE-833D-8498D43B6C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ECAB251D-51E5-3B46-9951-7B5D149B8327}" type="datetime4">
              <a:rPr lang="en-US" smtClean="0"/>
              <a:t>July 21,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F2EBEF6A-EF71-484B-A7C1-4AD4CDA225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0666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1-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July 21,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Headshot 4">
            <a:extLst>
              <a:ext uri="{FF2B5EF4-FFF2-40B4-BE49-F238E27FC236}">
                <a16:creationId xmlns:a16="http://schemas.microsoft.com/office/drawing/2014/main" id="{D05FD0B9-B742-4C35-805E-E87F27B145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8235978" y="5680074"/>
            <a:ext cx="4636193" cy="6227064"/>
            <a:chOff x="18125007" y="5680074"/>
            <a:chExt cx="4636193" cy="6227064"/>
          </a:xfrm>
        </p:grpSpPr>
        <p:sp>
          <p:nvSpPr>
            <p:cNvPr id="64" name="Headshot 4 Title">
              <a:extLst>
                <a:ext uri="{FF2B5EF4-FFF2-40B4-BE49-F238E27FC236}">
                  <a16:creationId xmlns:a16="http://schemas.microsoft.com/office/drawing/2014/main" id="{20B932D0-1A8B-44BC-9869-9F1B8167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0" hasCustomPrompt="1"/>
            </p:nvPr>
          </p:nvSpPr>
          <p:spPr>
            <a:xfrm>
              <a:off x="1812500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5" name="Headshot 4 Name">
              <a:extLst>
                <a:ext uri="{FF2B5EF4-FFF2-40B4-BE49-F238E27FC236}">
                  <a16:creationId xmlns:a16="http://schemas.microsoft.com/office/drawing/2014/main" id="{1E568CFC-8CB7-49F5-BDEB-7269906FD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9" hasCustomPrompt="1"/>
            </p:nvPr>
          </p:nvSpPr>
          <p:spPr>
            <a:xfrm>
              <a:off x="1812500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66" name="Headshot 4 Image">
              <a:extLst>
                <a:ext uri="{FF2B5EF4-FFF2-40B4-BE49-F238E27FC236}">
                  <a16:creationId xmlns:a16="http://schemas.microsoft.com/office/drawing/2014/main" id="{412A36D4-2F79-47D0-9491-390F25BCF2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8" hasCustomPrompt="1"/>
            </p:nvPr>
          </p:nvSpPr>
          <p:spPr>
            <a:xfrm>
              <a:off x="18129706" y="5680074"/>
              <a:ext cx="4631494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60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3">
            <a:extLst>
              <a:ext uri="{FF2B5EF4-FFF2-40B4-BE49-F238E27FC236}">
                <a16:creationId xmlns:a16="http://schemas.microsoft.com/office/drawing/2014/main" id="{7EAD7FE4-B097-4B9B-9B1B-662FF51C3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662320" y="5680074"/>
            <a:ext cx="4636008" cy="6227064"/>
            <a:chOff x="12628463" y="5680074"/>
            <a:chExt cx="4636008" cy="6227064"/>
          </a:xfrm>
        </p:grpSpPr>
        <p:sp>
          <p:nvSpPr>
            <p:cNvPr id="68" name="Headshot 3 Title">
              <a:extLst>
                <a:ext uri="{FF2B5EF4-FFF2-40B4-BE49-F238E27FC236}">
                  <a16:creationId xmlns:a16="http://schemas.microsoft.com/office/drawing/2014/main" id="{2EEAA748-BC51-4483-9368-F5AB1080C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8" hasCustomPrompt="1"/>
            </p:nvPr>
          </p:nvSpPr>
          <p:spPr>
            <a:xfrm>
              <a:off x="12628463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9" name="Headshot 3 Name">
              <a:extLst>
                <a:ext uri="{FF2B5EF4-FFF2-40B4-BE49-F238E27FC236}">
                  <a16:creationId xmlns:a16="http://schemas.microsoft.com/office/drawing/2014/main" id="{0C5D5FB7-1AC5-4740-BA56-E28A4CB13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7" hasCustomPrompt="1"/>
            </p:nvPr>
          </p:nvSpPr>
          <p:spPr>
            <a:xfrm>
              <a:off x="12628463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0" name="Headshot 3 Image">
              <a:extLst>
                <a:ext uri="{FF2B5EF4-FFF2-40B4-BE49-F238E27FC236}">
                  <a16:creationId xmlns:a16="http://schemas.microsoft.com/office/drawing/2014/main" id="{75D7E82C-28D7-44EF-8BF9-5ACD48E22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9" hasCustomPrompt="1"/>
            </p:nvPr>
          </p:nvSpPr>
          <p:spPr>
            <a:xfrm>
              <a:off x="12628463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2">
            <a:extLst>
              <a:ext uri="{FF2B5EF4-FFF2-40B4-BE49-F238E27FC236}">
                <a16:creationId xmlns:a16="http://schemas.microsoft.com/office/drawing/2014/main" id="{BD338BD0-2C92-404F-9D20-3F994F2960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88662" y="5680074"/>
            <a:ext cx="4636008" cy="6227064"/>
            <a:chOff x="7129437" y="5680074"/>
            <a:chExt cx="4636008" cy="6227064"/>
          </a:xfrm>
        </p:grpSpPr>
        <p:sp>
          <p:nvSpPr>
            <p:cNvPr id="72" name="Headshot 2 Title">
              <a:extLst>
                <a:ext uri="{FF2B5EF4-FFF2-40B4-BE49-F238E27FC236}">
                  <a16:creationId xmlns:a16="http://schemas.microsoft.com/office/drawing/2014/main" id="{A4E888AC-0862-4C56-8D57-731D358F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6" hasCustomPrompt="1"/>
            </p:nvPr>
          </p:nvSpPr>
          <p:spPr>
            <a:xfrm>
              <a:off x="712943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3" name="Headshot 2 Name">
              <a:extLst>
                <a:ext uri="{FF2B5EF4-FFF2-40B4-BE49-F238E27FC236}">
                  <a16:creationId xmlns:a16="http://schemas.microsoft.com/office/drawing/2014/main" id="{3EEBB013-B979-4C20-8375-21C53316CB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5" hasCustomPrompt="1"/>
            </p:nvPr>
          </p:nvSpPr>
          <p:spPr>
            <a:xfrm>
              <a:off x="712943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4" name="Headshot 2 Image">
              <a:extLst>
                <a:ext uri="{FF2B5EF4-FFF2-40B4-BE49-F238E27FC236}">
                  <a16:creationId xmlns:a16="http://schemas.microsoft.com/office/drawing/2014/main" id="{CAAA4876-31CF-4A91-9E11-D482CF544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0" hasCustomPrompt="1"/>
            </p:nvPr>
          </p:nvSpPr>
          <p:spPr>
            <a:xfrm>
              <a:off x="7129437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5" name="Headshot 1">
            <a:extLst>
              <a:ext uri="{FF2B5EF4-FFF2-40B4-BE49-F238E27FC236}">
                <a16:creationId xmlns:a16="http://schemas.microsoft.com/office/drawing/2014/main" id="{5EC9A0CB-A4F9-44B2-8A25-48D40DC8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4" y="5680074"/>
            <a:ext cx="4636008" cy="6227064"/>
            <a:chOff x="1630411" y="5680074"/>
            <a:chExt cx="4636008" cy="6227064"/>
          </a:xfrm>
        </p:grpSpPr>
        <p:sp>
          <p:nvSpPr>
            <p:cNvPr id="76" name="Headshot 1 Title">
              <a:extLst>
                <a:ext uri="{FF2B5EF4-FFF2-40B4-BE49-F238E27FC236}">
                  <a16:creationId xmlns:a16="http://schemas.microsoft.com/office/drawing/2014/main" id="{0E18E760-9E4E-4D15-A6D3-65B5703343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630411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7" name="Headshot 1 Name">
              <a:extLst>
                <a:ext uri="{FF2B5EF4-FFF2-40B4-BE49-F238E27FC236}">
                  <a16:creationId xmlns:a16="http://schemas.microsoft.com/office/drawing/2014/main" id="{79591A9B-DB2A-426F-B599-31DAD9FF5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630411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8" name="Headshot 1 Image">
              <a:extLst>
                <a:ext uri="{FF2B5EF4-FFF2-40B4-BE49-F238E27FC236}">
                  <a16:creationId xmlns:a16="http://schemas.microsoft.com/office/drawing/2014/main" id="{B230C8B6-9F76-476B-9D4B-0D2E157BB2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1" hasCustomPrompt="1"/>
            </p:nvPr>
          </p:nvSpPr>
          <p:spPr>
            <a:xfrm>
              <a:off x="1630411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2388315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3" y="1913893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9" name="Anglepoint Logo">
            <a:extLst>
              <a:ext uri="{FF2B5EF4-FFF2-40B4-BE49-F238E27FC236}">
                <a16:creationId xmlns:a16="http://schemas.microsoft.com/office/drawing/2014/main" id="{D6FE01C8-6D5B-4516-84D1-AB14ED0CA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5-8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July 21,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5" name="Headshot 9">
            <a:extLst>
              <a:ext uri="{FF2B5EF4-FFF2-40B4-BE49-F238E27FC236}">
                <a16:creationId xmlns:a16="http://schemas.microsoft.com/office/drawing/2014/main" id="{265D465F-465F-41F0-905B-A0718866370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7682610"/>
            <a:ext cx="3145536" cy="4224528"/>
            <a:chOff x="19719735" y="7682610"/>
            <a:chExt cx="3145536" cy="4224528"/>
          </a:xfrm>
        </p:grpSpPr>
        <p:sp>
          <p:nvSpPr>
            <p:cNvPr id="137" name="Headshot 9 Title">
              <a:extLst>
                <a:ext uri="{FF2B5EF4-FFF2-40B4-BE49-F238E27FC236}">
                  <a16:creationId xmlns:a16="http://schemas.microsoft.com/office/drawing/2014/main" id="{9B4EA6D6-E592-4893-8729-749BE936C1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6" hasCustomPrompt="1"/>
            </p:nvPr>
          </p:nvSpPr>
          <p:spPr>
            <a:xfrm>
              <a:off x="1971973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36" name="Headshot 9 Name">
              <a:extLst>
                <a:ext uri="{FF2B5EF4-FFF2-40B4-BE49-F238E27FC236}">
                  <a16:creationId xmlns:a16="http://schemas.microsoft.com/office/drawing/2014/main" id="{235AD1C0-3695-4688-B10E-37483D282F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5" hasCustomPrompt="1"/>
            </p:nvPr>
          </p:nvSpPr>
          <p:spPr>
            <a:xfrm>
              <a:off x="1971973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20" name="Headshot 9 Image">
              <a:extLst>
                <a:ext uri="{FF2B5EF4-FFF2-40B4-BE49-F238E27FC236}">
                  <a16:creationId xmlns:a16="http://schemas.microsoft.com/office/drawing/2014/main" id="{FE124FF8-6531-814A-8790-2179F5A3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5" hasCustomPrompt="1"/>
            </p:nvPr>
          </p:nvSpPr>
          <p:spPr>
            <a:xfrm>
              <a:off x="1971973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4" name="Headshot 8">
            <a:extLst>
              <a:ext uri="{FF2B5EF4-FFF2-40B4-BE49-F238E27FC236}">
                <a16:creationId xmlns:a16="http://schemas.microsoft.com/office/drawing/2014/main" id="{94E189EB-A124-410B-8446-E47E4CB3BD0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7682610"/>
            <a:ext cx="3145536" cy="4224528"/>
            <a:chOff x="16078821" y="7682610"/>
            <a:chExt cx="3145536" cy="4224528"/>
          </a:xfrm>
        </p:grpSpPr>
        <p:sp>
          <p:nvSpPr>
            <p:cNvPr id="129" name="Headshot 8 Title">
              <a:extLst>
                <a:ext uri="{FF2B5EF4-FFF2-40B4-BE49-F238E27FC236}">
                  <a16:creationId xmlns:a16="http://schemas.microsoft.com/office/drawing/2014/main" id="{425C8BBB-2629-403F-AE6C-77F2267462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4" hasCustomPrompt="1"/>
            </p:nvPr>
          </p:nvSpPr>
          <p:spPr>
            <a:xfrm>
              <a:off x="1607882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8" name="Headshot 8 Name">
              <a:extLst>
                <a:ext uri="{FF2B5EF4-FFF2-40B4-BE49-F238E27FC236}">
                  <a16:creationId xmlns:a16="http://schemas.microsoft.com/office/drawing/2014/main" id="{438637C9-22E4-43A3-B564-529C95070A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3" hasCustomPrompt="1"/>
            </p:nvPr>
          </p:nvSpPr>
          <p:spPr>
            <a:xfrm>
              <a:off x="1607882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9" name="Headshot 8 Image">
              <a:extLst>
                <a:ext uri="{FF2B5EF4-FFF2-40B4-BE49-F238E27FC236}">
                  <a16:creationId xmlns:a16="http://schemas.microsoft.com/office/drawing/2014/main" id="{4C5310C9-26B2-E043-B2F5-839DDD294C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4" hasCustomPrompt="1"/>
            </p:nvPr>
          </p:nvSpPr>
          <p:spPr>
            <a:xfrm>
              <a:off x="1607882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3" name="Headshot 7">
            <a:extLst>
              <a:ext uri="{FF2B5EF4-FFF2-40B4-BE49-F238E27FC236}">
                <a16:creationId xmlns:a16="http://schemas.microsoft.com/office/drawing/2014/main" id="{42397F74-C421-4949-99F7-8C41FC9E20B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7682610"/>
            <a:ext cx="3145604" cy="4224528"/>
            <a:chOff x="12437839" y="7682610"/>
            <a:chExt cx="3145604" cy="4224528"/>
          </a:xfrm>
        </p:grpSpPr>
        <p:sp>
          <p:nvSpPr>
            <p:cNvPr id="125" name="Headshot 7 Title">
              <a:extLst>
                <a:ext uri="{FF2B5EF4-FFF2-40B4-BE49-F238E27FC236}">
                  <a16:creationId xmlns:a16="http://schemas.microsoft.com/office/drawing/2014/main" id="{7B729B38-71D9-4F4A-8902-E9E95C3D40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2" hasCustomPrompt="1"/>
            </p:nvPr>
          </p:nvSpPr>
          <p:spPr>
            <a:xfrm>
              <a:off x="12437839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4" name="Headshot 7 Name">
              <a:extLst>
                <a:ext uri="{FF2B5EF4-FFF2-40B4-BE49-F238E27FC236}">
                  <a16:creationId xmlns:a16="http://schemas.microsoft.com/office/drawing/2014/main" id="{193D88E1-E637-430A-B896-20C10D9C81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1" hasCustomPrompt="1"/>
            </p:nvPr>
          </p:nvSpPr>
          <p:spPr>
            <a:xfrm>
              <a:off x="12437839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8" name="Headshot 7 Image">
              <a:extLst>
                <a:ext uri="{FF2B5EF4-FFF2-40B4-BE49-F238E27FC236}">
                  <a16:creationId xmlns:a16="http://schemas.microsoft.com/office/drawing/2014/main" id="{F4BD81BD-7377-EA4D-923F-88FE4E0D75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3" hasCustomPrompt="1"/>
            </p:nvPr>
          </p:nvSpPr>
          <p:spPr>
            <a:xfrm>
              <a:off x="12437907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2" name="Headshot 6">
            <a:extLst>
              <a:ext uri="{FF2B5EF4-FFF2-40B4-BE49-F238E27FC236}">
                <a16:creationId xmlns:a16="http://schemas.microsoft.com/office/drawing/2014/main" id="{18E1E0E5-C632-4067-9057-A7B2A5A316A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96965" y="7682610"/>
            <a:ext cx="3145563" cy="4224528"/>
            <a:chOff x="8796965" y="7682610"/>
            <a:chExt cx="3145563" cy="4224528"/>
          </a:xfrm>
        </p:grpSpPr>
        <p:sp>
          <p:nvSpPr>
            <p:cNvPr id="121" name="Headshot 6 Title">
              <a:extLst>
                <a:ext uri="{FF2B5EF4-FFF2-40B4-BE49-F238E27FC236}">
                  <a16:creationId xmlns:a16="http://schemas.microsoft.com/office/drawing/2014/main" id="{DFC132F2-8063-488A-8CD0-655B62AE9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0" hasCustomPrompt="1"/>
            </p:nvPr>
          </p:nvSpPr>
          <p:spPr>
            <a:xfrm>
              <a:off x="879696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0" name="Headshot 6 Name">
              <a:extLst>
                <a:ext uri="{FF2B5EF4-FFF2-40B4-BE49-F238E27FC236}">
                  <a16:creationId xmlns:a16="http://schemas.microsoft.com/office/drawing/2014/main" id="{DE3AF9B2-2DA5-417F-ADDC-5122F2E4EC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9" hasCustomPrompt="1"/>
            </p:nvPr>
          </p:nvSpPr>
          <p:spPr>
            <a:xfrm>
              <a:off x="879696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4" name="Headshot 6 Image">
              <a:extLst>
                <a:ext uri="{FF2B5EF4-FFF2-40B4-BE49-F238E27FC236}">
                  <a16:creationId xmlns:a16="http://schemas.microsoft.com/office/drawing/2014/main" id="{A52E1C16-97C6-0C4C-A4C1-DB214BC0F9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5" hasCustomPrompt="1"/>
            </p:nvPr>
          </p:nvSpPr>
          <p:spPr>
            <a:xfrm>
              <a:off x="8796992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1" name="Headshot 5">
            <a:extLst>
              <a:ext uri="{FF2B5EF4-FFF2-40B4-BE49-F238E27FC236}">
                <a16:creationId xmlns:a16="http://schemas.microsoft.com/office/drawing/2014/main" id="{F2B03436-5AFC-46B4-9CC4-5B2EBEEC534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156091" y="7682610"/>
            <a:ext cx="3145536" cy="4224528"/>
            <a:chOff x="5156091" y="7682610"/>
            <a:chExt cx="3145536" cy="4224528"/>
          </a:xfrm>
        </p:grpSpPr>
        <p:sp>
          <p:nvSpPr>
            <p:cNvPr id="117" name="Headshot 5 Title">
              <a:extLst>
                <a:ext uri="{FF2B5EF4-FFF2-40B4-BE49-F238E27FC236}">
                  <a16:creationId xmlns:a16="http://schemas.microsoft.com/office/drawing/2014/main" id="{318FE40D-EEA5-4248-AED1-CF755C16C6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8" hasCustomPrompt="1"/>
            </p:nvPr>
          </p:nvSpPr>
          <p:spPr>
            <a:xfrm>
              <a:off x="515609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16" name="Headshot 5 Name">
              <a:extLst>
                <a:ext uri="{FF2B5EF4-FFF2-40B4-BE49-F238E27FC236}">
                  <a16:creationId xmlns:a16="http://schemas.microsoft.com/office/drawing/2014/main" id="{02E3585C-5813-45A9-A772-E8845DD802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7" hasCustomPrompt="1"/>
            </p:nvPr>
          </p:nvSpPr>
          <p:spPr>
            <a:xfrm>
              <a:off x="515609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3" name="Headshot 5 Image">
              <a:extLst>
                <a:ext uri="{FF2B5EF4-FFF2-40B4-BE49-F238E27FC236}">
                  <a16:creationId xmlns:a16="http://schemas.microsoft.com/office/drawing/2014/main" id="{53CF112F-1D30-9D4F-BAB2-C745A662D1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4" hasCustomPrompt="1"/>
            </p:nvPr>
          </p:nvSpPr>
          <p:spPr>
            <a:xfrm>
              <a:off x="515609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15" name="Headshot 4">
            <a:extLst>
              <a:ext uri="{FF2B5EF4-FFF2-40B4-BE49-F238E27FC236}">
                <a16:creationId xmlns:a16="http://schemas.microsoft.com/office/drawing/2014/main" id="{60271B7F-6D55-418F-8383-E830A376DDD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5" y="7682610"/>
            <a:ext cx="3145536" cy="4224528"/>
            <a:chOff x="1515005" y="7682610"/>
            <a:chExt cx="3145536" cy="4224528"/>
          </a:xfrm>
        </p:grpSpPr>
        <p:sp>
          <p:nvSpPr>
            <p:cNvPr id="87" name="Headshot 4 Title">
              <a:extLst>
                <a:ext uri="{FF2B5EF4-FFF2-40B4-BE49-F238E27FC236}">
                  <a16:creationId xmlns:a16="http://schemas.microsoft.com/office/drawing/2014/main" id="{04C6C523-C73E-4677-8B82-DC1C371617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51500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86" name="Headshot 4 Name">
              <a:extLst>
                <a:ext uri="{FF2B5EF4-FFF2-40B4-BE49-F238E27FC236}">
                  <a16:creationId xmlns:a16="http://schemas.microsoft.com/office/drawing/2014/main" id="{5A43AAF7-BD7B-4D0F-8FC6-5D16B3A6BC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51500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55" name="Headshot 4 Image">
              <a:extLst>
                <a:ext uri="{FF2B5EF4-FFF2-40B4-BE49-F238E27FC236}">
                  <a16:creationId xmlns:a16="http://schemas.microsoft.com/office/drawing/2014/main" id="{7400B20C-D969-964E-B2B7-D2EF3E9D42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8" hasCustomPrompt="1"/>
            </p:nvPr>
          </p:nvSpPr>
          <p:spPr>
            <a:xfrm>
              <a:off x="151500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3">
            <a:extLst>
              <a:ext uri="{FF2B5EF4-FFF2-40B4-BE49-F238E27FC236}">
                <a16:creationId xmlns:a16="http://schemas.microsoft.com/office/drawing/2014/main" id="{63B34669-8FD3-47E7-A473-B2DA3DAA036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2787880"/>
            <a:ext cx="3145536" cy="4224528"/>
            <a:chOff x="19719735" y="2787880"/>
            <a:chExt cx="3145536" cy="4224528"/>
          </a:xfrm>
        </p:grpSpPr>
        <p:sp>
          <p:nvSpPr>
            <p:cNvPr id="149" name="Headshot 3 Title">
              <a:extLst>
                <a:ext uri="{FF2B5EF4-FFF2-40B4-BE49-F238E27FC236}">
                  <a16:creationId xmlns:a16="http://schemas.microsoft.com/office/drawing/2014/main" id="{FA7E17B7-A75B-459E-BD36-412F61E306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2" hasCustomPrompt="1"/>
            </p:nvPr>
          </p:nvSpPr>
          <p:spPr>
            <a:xfrm>
              <a:off x="19719735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8" name="Headshot 3 Name">
              <a:extLst>
                <a:ext uri="{FF2B5EF4-FFF2-40B4-BE49-F238E27FC236}">
                  <a16:creationId xmlns:a16="http://schemas.microsoft.com/office/drawing/2014/main" id="{604D779B-1F9A-469C-8BAC-1B180766BB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1" hasCustomPrompt="1"/>
            </p:nvPr>
          </p:nvSpPr>
          <p:spPr>
            <a:xfrm>
              <a:off x="19719735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7" name="Headshot 3 Image">
              <a:extLst>
                <a:ext uri="{FF2B5EF4-FFF2-40B4-BE49-F238E27FC236}">
                  <a16:creationId xmlns:a16="http://schemas.microsoft.com/office/drawing/2014/main" id="{BD059C14-E991-2640-98FB-741FA61927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2" hasCustomPrompt="1"/>
            </p:nvPr>
          </p:nvSpPr>
          <p:spPr>
            <a:xfrm>
              <a:off x="19719735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2">
            <a:extLst>
              <a:ext uri="{FF2B5EF4-FFF2-40B4-BE49-F238E27FC236}">
                <a16:creationId xmlns:a16="http://schemas.microsoft.com/office/drawing/2014/main" id="{C69FD3A4-69FC-4C70-8C94-C3D893C0F8E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2787880"/>
            <a:ext cx="3145536" cy="4224528"/>
            <a:chOff x="16078821" y="2787880"/>
            <a:chExt cx="3145536" cy="4224528"/>
          </a:xfrm>
        </p:grpSpPr>
        <p:sp>
          <p:nvSpPr>
            <p:cNvPr id="147" name="Headshot 2 Title">
              <a:extLst>
                <a:ext uri="{FF2B5EF4-FFF2-40B4-BE49-F238E27FC236}">
                  <a16:creationId xmlns:a16="http://schemas.microsoft.com/office/drawing/2014/main" id="{44F78D72-A4D7-412B-8D54-07450DA913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0" hasCustomPrompt="1"/>
            </p:nvPr>
          </p:nvSpPr>
          <p:spPr>
            <a:xfrm>
              <a:off x="16078821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6" name="Headshot 2 Name">
              <a:extLst>
                <a:ext uri="{FF2B5EF4-FFF2-40B4-BE49-F238E27FC236}">
                  <a16:creationId xmlns:a16="http://schemas.microsoft.com/office/drawing/2014/main" id="{C718CDDB-5D42-48CF-93CD-3607FB8BB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9" hasCustomPrompt="1"/>
            </p:nvPr>
          </p:nvSpPr>
          <p:spPr>
            <a:xfrm>
              <a:off x="16078821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6" name="Headshot 2 Image">
              <a:extLst>
                <a:ext uri="{FF2B5EF4-FFF2-40B4-BE49-F238E27FC236}">
                  <a16:creationId xmlns:a16="http://schemas.microsoft.com/office/drawing/2014/main" id="{5D53F939-BDBC-AD4F-B30F-7BB7432158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1" hasCustomPrompt="1"/>
            </p:nvPr>
          </p:nvSpPr>
          <p:spPr>
            <a:xfrm>
              <a:off x="16078821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8" name="Headshot 1">
            <a:extLst>
              <a:ext uri="{FF2B5EF4-FFF2-40B4-BE49-F238E27FC236}">
                <a16:creationId xmlns:a16="http://schemas.microsoft.com/office/drawing/2014/main" id="{6E6A6396-277A-47B2-9450-1EC6050EFB4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2787880"/>
            <a:ext cx="3145604" cy="4224528"/>
            <a:chOff x="12437839" y="2787880"/>
            <a:chExt cx="3145604" cy="4224528"/>
          </a:xfrm>
        </p:grpSpPr>
        <p:sp>
          <p:nvSpPr>
            <p:cNvPr id="145" name="Headshot 1 Title">
              <a:extLst>
                <a:ext uri="{FF2B5EF4-FFF2-40B4-BE49-F238E27FC236}">
                  <a16:creationId xmlns:a16="http://schemas.microsoft.com/office/drawing/2014/main" id="{79E2707B-5A69-40CC-8E44-FB933406F4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8" hasCustomPrompt="1"/>
            </p:nvPr>
          </p:nvSpPr>
          <p:spPr>
            <a:xfrm>
              <a:off x="12437839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4" name="Headshot 1 Name">
              <a:extLst>
                <a:ext uri="{FF2B5EF4-FFF2-40B4-BE49-F238E27FC236}">
                  <a16:creationId xmlns:a16="http://schemas.microsoft.com/office/drawing/2014/main" id="{1C075D70-4DC9-4766-9792-C861DA6932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7" hasCustomPrompt="1"/>
            </p:nvPr>
          </p:nvSpPr>
          <p:spPr>
            <a:xfrm>
              <a:off x="12437839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" name="Headshot 1 Image">
              <a:extLst>
                <a:ext uri="{FF2B5EF4-FFF2-40B4-BE49-F238E27FC236}">
                  <a16:creationId xmlns:a16="http://schemas.microsoft.com/office/drawing/2014/main" id="{15685170-DFAB-6547-8534-9967010DFF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0" hasCustomPrompt="1"/>
            </p:nvPr>
          </p:nvSpPr>
          <p:spPr>
            <a:xfrm>
              <a:off x="12437907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1515004" y="2388315"/>
            <a:ext cx="10251934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16" hasCustomPrompt="1"/>
          </p:nvPr>
        </p:nvSpPr>
        <p:spPr>
          <a:xfrm>
            <a:off x="1515003" y="1913893"/>
            <a:ext cx="1025042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5" name="Anglepoint Logo">
            <a:extLst>
              <a:ext uri="{FF2B5EF4-FFF2-40B4-BE49-F238E27FC236}">
                <a16:creationId xmlns:a16="http://schemas.microsoft.com/office/drawing/2014/main" id="{3A46ADE1-A0F8-435B-8CB2-CD9BC2D3AEF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79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ate">
            <a:extLst>
              <a:ext uri="{FF2B5EF4-FFF2-40B4-BE49-F238E27FC236}">
                <a16:creationId xmlns:a16="http://schemas.microsoft.com/office/drawing/2014/main" id="{920E0566-C6B6-4063-8713-8F92FB697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70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79197C9B-6776-2944-90D9-A148B5F06E4E}" type="datetime4">
              <a:rPr lang="en-US" smtClean="0"/>
              <a:t>July 21,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A03D63E-46B0-4461-8045-CCF3D3EED8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9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16 Logos">
            <a:extLst>
              <a:ext uri="{FF2B5EF4-FFF2-40B4-BE49-F238E27FC236}">
                <a16:creationId xmlns:a16="http://schemas.microsoft.com/office/drawing/2014/main" id="{79B3F21C-BE41-41AB-892C-3A1DB86F429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4333"/>
            <a:ext cx="10972800" cy="10058399"/>
            <a:chOff x="10826220" y="1494332"/>
            <a:chExt cx="10972800" cy="10058399"/>
          </a:xfrm>
        </p:grpSpPr>
        <p:sp>
          <p:nvSpPr>
            <p:cNvPr id="38" name="Logo 16">
              <a:extLst>
                <a:ext uri="{FF2B5EF4-FFF2-40B4-BE49-F238E27FC236}">
                  <a16:creationId xmlns:a16="http://schemas.microsoft.com/office/drawing/2014/main" id="{C4DCC261-E207-3F4E-BF2C-4D682046B6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4" hasCustomPrompt="1"/>
            </p:nvPr>
          </p:nvSpPr>
          <p:spPr>
            <a:xfrm>
              <a:off x="19970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7" name="Logo 15">
              <a:extLst>
                <a:ext uri="{FF2B5EF4-FFF2-40B4-BE49-F238E27FC236}">
                  <a16:creationId xmlns:a16="http://schemas.microsoft.com/office/drawing/2014/main" id="{6EF833F9-BAAF-6A45-B384-376431515C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3" hasCustomPrompt="1"/>
            </p:nvPr>
          </p:nvSpPr>
          <p:spPr>
            <a:xfrm>
              <a:off x="16922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2" name="Logo 14">
              <a:extLst>
                <a:ext uri="{FF2B5EF4-FFF2-40B4-BE49-F238E27FC236}">
                  <a16:creationId xmlns:a16="http://schemas.microsoft.com/office/drawing/2014/main" id="{BFFE0A8A-E797-774B-BE30-A70A9846D0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7" hasCustomPrompt="1"/>
            </p:nvPr>
          </p:nvSpPr>
          <p:spPr>
            <a:xfrm>
              <a:off x="13874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0" name="Logo 13">
              <a:extLst>
                <a:ext uri="{FF2B5EF4-FFF2-40B4-BE49-F238E27FC236}">
                  <a16:creationId xmlns:a16="http://schemas.microsoft.com/office/drawing/2014/main" id="{7CCF94FD-D411-B04F-BD09-C15940DDF4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3" hasCustomPrompt="1"/>
            </p:nvPr>
          </p:nvSpPr>
          <p:spPr>
            <a:xfrm>
              <a:off x="10826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4" name="Logo 12">
              <a:extLst>
                <a:ext uri="{FF2B5EF4-FFF2-40B4-BE49-F238E27FC236}">
                  <a16:creationId xmlns:a16="http://schemas.microsoft.com/office/drawing/2014/main" id="{D37503E6-E4C3-7A4C-A4C7-D39FE17B3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2" hasCustomPrompt="1"/>
            </p:nvPr>
          </p:nvSpPr>
          <p:spPr>
            <a:xfrm>
              <a:off x="19970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3" name="Logo 11">
              <a:extLst>
                <a:ext uri="{FF2B5EF4-FFF2-40B4-BE49-F238E27FC236}">
                  <a16:creationId xmlns:a16="http://schemas.microsoft.com/office/drawing/2014/main" id="{F1BA1056-F051-5948-A98A-CFE8AE801F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1" hasCustomPrompt="1"/>
            </p:nvPr>
          </p:nvSpPr>
          <p:spPr>
            <a:xfrm>
              <a:off x="16922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1" name="Logo 10">
              <a:extLst>
                <a:ext uri="{FF2B5EF4-FFF2-40B4-BE49-F238E27FC236}">
                  <a16:creationId xmlns:a16="http://schemas.microsoft.com/office/drawing/2014/main" id="{5611E84E-A7D3-F849-8827-5FE361B49F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6" hasCustomPrompt="1"/>
            </p:nvPr>
          </p:nvSpPr>
          <p:spPr>
            <a:xfrm>
              <a:off x="13874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9" name="Logo 9">
              <a:extLst>
                <a:ext uri="{FF2B5EF4-FFF2-40B4-BE49-F238E27FC236}">
                  <a16:creationId xmlns:a16="http://schemas.microsoft.com/office/drawing/2014/main" id="{075CD6DA-163D-4A41-A5B3-3C5CF67BA6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2" hasCustomPrompt="1"/>
            </p:nvPr>
          </p:nvSpPr>
          <p:spPr>
            <a:xfrm>
              <a:off x="10826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1" name="Logo 8">
              <a:extLst>
                <a:ext uri="{FF2B5EF4-FFF2-40B4-BE49-F238E27FC236}">
                  <a16:creationId xmlns:a16="http://schemas.microsoft.com/office/drawing/2014/main" id="{903DD465-9A44-A844-8F88-FEB7E41392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0" hasCustomPrompt="1"/>
            </p:nvPr>
          </p:nvSpPr>
          <p:spPr>
            <a:xfrm>
              <a:off x="19970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29" name="Logo 7">
              <a:extLst>
                <a:ext uri="{FF2B5EF4-FFF2-40B4-BE49-F238E27FC236}">
                  <a16:creationId xmlns:a16="http://schemas.microsoft.com/office/drawing/2014/main" id="{D96CC5A6-7D99-D74E-945F-60453F9BF3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9" hasCustomPrompt="1"/>
            </p:nvPr>
          </p:nvSpPr>
          <p:spPr>
            <a:xfrm>
              <a:off x="16922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0" name="Logo 6">
              <a:extLst>
                <a:ext uri="{FF2B5EF4-FFF2-40B4-BE49-F238E27FC236}">
                  <a16:creationId xmlns:a16="http://schemas.microsoft.com/office/drawing/2014/main" id="{6122BB72-B8AF-FA40-8B44-8A3D9C4D4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5" hasCustomPrompt="1"/>
            </p:nvPr>
          </p:nvSpPr>
          <p:spPr>
            <a:xfrm>
              <a:off x="13874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8" name="Logo 5">
              <a:extLst>
                <a:ext uri="{FF2B5EF4-FFF2-40B4-BE49-F238E27FC236}">
                  <a16:creationId xmlns:a16="http://schemas.microsoft.com/office/drawing/2014/main" id="{EB0B61C2-C788-994D-81AF-E264B3CC30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1" hasCustomPrompt="1"/>
            </p:nvPr>
          </p:nvSpPr>
          <p:spPr>
            <a:xfrm>
              <a:off x="10826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9970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6922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874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lang="en-US" sz="1400" b="0" i="0" kern="1200" spc="-50" baseline="0" noProof="0" dirty="0">
                  <a:solidFill>
                    <a:schemeClr val="tx2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826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6" name="Table Grid">
            <a:extLst>
              <a:ext uri="{FF2B5EF4-FFF2-40B4-BE49-F238E27FC236}">
                <a16:creationId xmlns:a16="http://schemas.microsoft.com/office/drawing/2014/main" id="{1D1159A7-972B-42DE-A689-D276F615250D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210432758"/>
              </p:ext>
            </p:extLst>
          </p:nvPr>
        </p:nvGraphicFramePr>
        <p:xfrm>
          <a:off x="10645276" y="1494332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55" name="Summary">
            <a:extLst>
              <a:ext uri="{FF2B5EF4-FFF2-40B4-BE49-F238E27FC236}">
                <a16:creationId xmlns:a16="http://schemas.microsoft.com/office/drawing/2014/main" id="{7BD18BE6-6A9D-E34F-B018-9E9313E0A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1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2" name="TItle">
            <a:extLst>
              <a:ext uri="{FF2B5EF4-FFF2-40B4-BE49-F238E27FC236}">
                <a16:creationId xmlns:a16="http://schemas.microsoft.com/office/drawing/2014/main" id="{E399F675-24E5-E64C-8FFA-06E230294F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45" name="Subtitle">
            <a:extLst>
              <a:ext uri="{FF2B5EF4-FFF2-40B4-BE49-F238E27FC236}">
                <a16:creationId xmlns:a16="http://schemas.microsoft.com/office/drawing/2014/main" id="{30F1B1FA-4C4F-4B71-9676-DD62E0FDF7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72135433-3B13-47F5-A915-305452A94B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8" name="Anglepoint Logo">
            <a:extLst>
              <a:ext uri="{FF2B5EF4-FFF2-40B4-BE49-F238E27FC236}">
                <a16:creationId xmlns:a16="http://schemas.microsoft.com/office/drawing/2014/main" id="{2FFC4614-BFFA-4A01-A35B-C3378606BF7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2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July 21,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503EDF1-C8B8-400D-B281-71FF8E28F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90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25 Logos">
            <a:extLst>
              <a:ext uri="{FF2B5EF4-FFF2-40B4-BE49-F238E27FC236}">
                <a16:creationId xmlns:a16="http://schemas.microsoft.com/office/drawing/2014/main" id="{E163B339-C356-4EDB-805C-522D209B5B9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0472"/>
            <a:ext cx="10972800" cy="10096811"/>
            <a:chOff x="10957812" y="1490472"/>
            <a:chExt cx="10972800" cy="10096811"/>
          </a:xfrm>
        </p:grpSpPr>
        <p:sp>
          <p:nvSpPr>
            <p:cNvPr id="113" name="Logo 25">
              <a:extLst>
                <a:ext uri="{FF2B5EF4-FFF2-40B4-BE49-F238E27FC236}">
                  <a16:creationId xmlns:a16="http://schemas.microsoft.com/office/drawing/2014/main" id="{308C0CC9-D237-014E-871D-E6742A3391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8" hasCustomPrompt="1"/>
            </p:nvPr>
          </p:nvSpPr>
          <p:spPr>
            <a:xfrm>
              <a:off x="2046757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0" name="Logo 24">
              <a:extLst>
                <a:ext uri="{FF2B5EF4-FFF2-40B4-BE49-F238E27FC236}">
                  <a16:creationId xmlns:a16="http://schemas.microsoft.com/office/drawing/2014/main" id="{A6E777BC-72C4-FF41-92F2-A8B13C17CA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5" hasCustomPrompt="1"/>
            </p:nvPr>
          </p:nvSpPr>
          <p:spPr>
            <a:xfrm>
              <a:off x="1809013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9" name="Logo 23">
              <a:extLst>
                <a:ext uri="{FF2B5EF4-FFF2-40B4-BE49-F238E27FC236}">
                  <a16:creationId xmlns:a16="http://schemas.microsoft.com/office/drawing/2014/main" id="{F183E6DF-B70F-AA49-B36D-23DF038517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4" hasCustomPrompt="1"/>
            </p:nvPr>
          </p:nvSpPr>
          <p:spPr>
            <a:xfrm>
              <a:off x="1571269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1" name="Logo 22">
              <a:extLst>
                <a:ext uri="{FF2B5EF4-FFF2-40B4-BE49-F238E27FC236}">
                  <a16:creationId xmlns:a16="http://schemas.microsoft.com/office/drawing/2014/main" id="{44B0F08B-B1F7-1945-BA8C-E28F123EE5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6" hasCustomPrompt="1"/>
            </p:nvPr>
          </p:nvSpPr>
          <p:spPr>
            <a:xfrm>
              <a:off x="1333525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2" name="Logo 21">
              <a:extLst>
                <a:ext uri="{FF2B5EF4-FFF2-40B4-BE49-F238E27FC236}">
                  <a16:creationId xmlns:a16="http://schemas.microsoft.com/office/drawing/2014/main" id="{2808FB49-3B69-3A48-8C98-29BDFF182DF5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7" hasCustomPrompt="1"/>
            </p:nvPr>
          </p:nvSpPr>
          <p:spPr>
            <a:xfrm>
              <a:off x="1095781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8" name="Logo 20">
              <a:extLst>
                <a:ext uri="{FF2B5EF4-FFF2-40B4-BE49-F238E27FC236}">
                  <a16:creationId xmlns:a16="http://schemas.microsoft.com/office/drawing/2014/main" id="{7A099AF8-347E-DC41-9EEE-E5A89437C6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3" hasCustomPrompt="1"/>
            </p:nvPr>
          </p:nvSpPr>
          <p:spPr>
            <a:xfrm>
              <a:off x="2046757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5" name="Logo 19">
              <a:extLst>
                <a:ext uri="{FF2B5EF4-FFF2-40B4-BE49-F238E27FC236}">
                  <a16:creationId xmlns:a16="http://schemas.microsoft.com/office/drawing/2014/main" id="{D9E5C961-B888-7C43-8A64-470BA039C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0" hasCustomPrompt="1"/>
            </p:nvPr>
          </p:nvSpPr>
          <p:spPr>
            <a:xfrm>
              <a:off x="1809013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4" name="Logo 18">
              <a:extLst>
                <a:ext uri="{FF2B5EF4-FFF2-40B4-BE49-F238E27FC236}">
                  <a16:creationId xmlns:a16="http://schemas.microsoft.com/office/drawing/2014/main" id="{48CD9A60-A4B6-FC43-9358-41F296E6D7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9" hasCustomPrompt="1"/>
            </p:nvPr>
          </p:nvSpPr>
          <p:spPr>
            <a:xfrm>
              <a:off x="1571269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6" name="Logo 17">
              <a:extLst>
                <a:ext uri="{FF2B5EF4-FFF2-40B4-BE49-F238E27FC236}">
                  <a16:creationId xmlns:a16="http://schemas.microsoft.com/office/drawing/2014/main" id="{E489D711-9055-9C40-AB53-0A74ACB4DA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1" hasCustomPrompt="1"/>
            </p:nvPr>
          </p:nvSpPr>
          <p:spPr>
            <a:xfrm>
              <a:off x="1333525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7" name="Logo 16">
              <a:extLst>
                <a:ext uri="{FF2B5EF4-FFF2-40B4-BE49-F238E27FC236}">
                  <a16:creationId xmlns:a16="http://schemas.microsoft.com/office/drawing/2014/main" id="{A7C8DA76-9C71-4143-BC07-17C3C7F1914A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2" hasCustomPrompt="1"/>
            </p:nvPr>
          </p:nvSpPr>
          <p:spPr>
            <a:xfrm>
              <a:off x="1095781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3" name="Logo 15">
              <a:extLst>
                <a:ext uri="{FF2B5EF4-FFF2-40B4-BE49-F238E27FC236}">
                  <a16:creationId xmlns:a16="http://schemas.microsoft.com/office/drawing/2014/main" id="{DD69138C-DAC3-E445-92A1-9F82EB093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8" hasCustomPrompt="1"/>
            </p:nvPr>
          </p:nvSpPr>
          <p:spPr>
            <a:xfrm>
              <a:off x="2046757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0" name="Logo 14">
              <a:extLst>
                <a:ext uri="{FF2B5EF4-FFF2-40B4-BE49-F238E27FC236}">
                  <a16:creationId xmlns:a16="http://schemas.microsoft.com/office/drawing/2014/main" id="{5905493A-4289-0543-B95C-13C235FD36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5" hasCustomPrompt="1"/>
            </p:nvPr>
          </p:nvSpPr>
          <p:spPr>
            <a:xfrm>
              <a:off x="1809013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9" name="Logo 13">
              <a:extLst>
                <a:ext uri="{FF2B5EF4-FFF2-40B4-BE49-F238E27FC236}">
                  <a16:creationId xmlns:a16="http://schemas.microsoft.com/office/drawing/2014/main" id="{52720793-EB87-0148-9EE4-2B3799AABA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4" hasCustomPrompt="1"/>
            </p:nvPr>
          </p:nvSpPr>
          <p:spPr>
            <a:xfrm>
              <a:off x="1571269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1" name="Logo 12">
              <a:extLst>
                <a:ext uri="{FF2B5EF4-FFF2-40B4-BE49-F238E27FC236}">
                  <a16:creationId xmlns:a16="http://schemas.microsoft.com/office/drawing/2014/main" id="{FB90F93C-22CE-3241-A8BC-14E50FDF2D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6" hasCustomPrompt="1"/>
            </p:nvPr>
          </p:nvSpPr>
          <p:spPr>
            <a:xfrm>
              <a:off x="1333525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2" name="Logo 11">
              <a:extLst>
                <a:ext uri="{FF2B5EF4-FFF2-40B4-BE49-F238E27FC236}">
                  <a16:creationId xmlns:a16="http://schemas.microsoft.com/office/drawing/2014/main" id="{E6B1A4AE-4BB4-FA47-937F-8372D0C2BFFB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7" hasCustomPrompt="1"/>
            </p:nvPr>
          </p:nvSpPr>
          <p:spPr>
            <a:xfrm>
              <a:off x="1095781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8" name="Logo 10">
              <a:extLst>
                <a:ext uri="{FF2B5EF4-FFF2-40B4-BE49-F238E27FC236}">
                  <a16:creationId xmlns:a16="http://schemas.microsoft.com/office/drawing/2014/main" id="{395D7864-8946-DD40-8A1A-5BAF006A49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3" hasCustomPrompt="1"/>
            </p:nvPr>
          </p:nvSpPr>
          <p:spPr>
            <a:xfrm>
              <a:off x="2046757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5" name="Logo 9">
              <a:extLst>
                <a:ext uri="{FF2B5EF4-FFF2-40B4-BE49-F238E27FC236}">
                  <a16:creationId xmlns:a16="http://schemas.microsoft.com/office/drawing/2014/main" id="{80483B91-2A50-0444-BAE0-16220E7F0B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0" hasCustomPrompt="1"/>
            </p:nvPr>
          </p:nvSpPr>
          <p:spPr>
            <a:xfrm>
              <a:off x="18084456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4" name="Logo 8">
              <a:extLst>
                <a:ext uri="{FF2B5EF4-FFF2-40B4-BE49-F238E27FC236}">
                  <a16:creationId xmlns:a16="http://schemas.microsoft.com/office/drawing/2014/main" id="{F0D67F03-C3C0-9D4B-A37B-F9D55220C9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9" hasCustomPrompt="1"/>
            </p:nvPr>
          </p:nvSpPr>
          <p:spPr>
            <a:xfrm>
              <a:off x="15708908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6" name="Logo 7">
              <a:extLst>
                <a:ext uri="{FF2B5EF4-FFF2-40B4-BE49-F238E27FC236}">
                  <a16:creationId xmlns:a16="http://schemas.microsoft.com/office/drawing/2014/main" id="{1047FEFC-5F5D-DE4F-99EC-B5090B8111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1" hasCustomPrompt="1"/>
            </p:nvPr>
          </p:nvSpPr>
          <p:spPr>
            <a:xfrm>
              <a:off x="13333360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7" name="Logo 6">
              <a:extLst>
                <a:ext uri="{FF2B5EF4-FFF2-40B4-BE49-F238E27FC236}">
                  <a16:creationId xmlns:a16="http://schemas.microsoft.com/office/drawing/2014/main" id="{F6B1D749-1D39-104F-8385-BF1C1C67C68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2" hasCustomPrompt="1"/>
            </p:nvPr>
          </p:nvSpPr>
          <p:spPr>
            <a:xfrm>
              <a:off x="1095781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5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46757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809013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571269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33525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781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950063621"/>
              </p:ext>
            </p:extLst>
          </p:nvPr>
        </p:nvGraphicFramePr>
        <p:xfrm>
          <a:off x="10729212" y="1490472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48" name="Summary">
            <a:extLst>
              <a:ext uri="{FF2B5EF4-FFF2-40B4-BE49-F238E27FC236}">
                <a16:creationId xmlns:a16="http://schemas.microsoft.com/office/drawing/2014/main" id="{2E92AB09-56F5-47E4-BAF9-36BD77D885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91" name="Title">
            <a:extLst>
              <a:ext uri="{FF2B5EF4-FFF2-40B4-BE49-F238E27FC236}">
                <a16:creationId xmlns:a16="http://schemas.microsoft.com/office/drawing/2014/main" id="{995FFD26-4BB9-7647-9968-BBF5DA00FD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50" name="Subtitle">
            <a:extLst>
              <a:ext uri="{FF2B5EF4-FFF2-40B4-BE49-F238E27FC236}">
                <a16:creationId xmlns:a16="http://schemas.microsoft.com/office/drawing/2014/main" id="{D86A38AE-46FD-4228-88B6-354ADADB78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4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3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ate">
            <a:extLst>
              <a:ext uri="{FF2B5EF4-FFF2-40B4-BE49-F238E27FC236}">
                <a16:creationId xmlns:a16="http://schemas.microsoft.com/office/drawing/2014/main" id="{A2E04D99-6587-4662-B6C1-212157175E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2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A3C12718-9207-184D-B12A-1B78602D3697}" type="datetime4">
              <a:rPr lang="en-US" smtClean="0"/>
              <a:t>July 21,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C71D475-E51F-4C3D-B254-B5DA39F534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1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36 Logos">
            <a:extLst>
              <a:ext uri="{FF2B5EF4-FFF2-40B4-BE49-F238E27FC236}">
                <a16:creationId xmlns:a16="http://schemas.microsoft.com/office/drawing/2014/main" id="{4212CCD6-ED0E-445F-9007-D145926BF86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4512" y="1490472"/>
            <a:ext cx="11064240" cy="9966960"/>
            <a:chOff x="10954512" y="1490472"/>
            <a:chExt cx="11064240" cy="9966960"/>
          </a:xfrm>
        </p:grpSpPr>
        <p:sp>
          <p:nvSpPr>
            <p:cNvPr id="175" name="Logo 36">
              <a:extLst>
                <a:ext uri="{FF2B5EF4-FFF2-40B4-BE49-F238E27FC236}">
                  <a16:creationId xmlns:a16="http://schemas.microsoft.com/office/drawing/2014/main" id="{660CBEBF-75FA-4847-BDEA-4CFD04FEEF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8" hasCustomPrompt="1"/>
            </p:nvPr>
          </p:nvSpPr>
          <p:spPr>
            <a:xfrm>
              <a:off x="2073859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6" name="Logo 35">
              <a:extLst>
                <a:ext uri="{FF2B5EF4-FFF2-40B4-BE49-F238E27FC236}">
                  <a16:creationId xmlns:a16="http://schemas.microsoft.com/office/drawing/2014/main" id="{2BDA7CEC-1A52-DA41-8FBF-61E16C1E6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9" hasCustomPrompt="1"/>
            </p:nvPr>
          </p:nvSpPr>
          <p:spPr>
            <a:xfrm>
              <a:off x="18781776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1" name="Logo 33">
              <a:extLst>
                <a:ext uri="{FF2B5EF4-FFF2-40B4-BE49-F238E27FC236}">
                  <a16:creationId xmlns:a16="http://schemas.microsoft.com/office/drawing/2014/main" id="{4F58847C-04DA-9040-9F18-C5BCDC350C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4" hasCustomPrompt="1"/>
            </p:nvPr>
          </p:nvSpPr>
          <p:spPr>
            <a:xfrm>
              <a:off x="14868144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2" name="Logo 34">
              <a:extLst>
                <a:ext uri="{FF2B5EF4-FFF2-40B4-BE49-F238E27FC236}">
                  <a16:creationId xmlns:a16="http://schemas.microsoft.com/office/drawing/2014/main" id="{7F0CCB79-2AE2-6C46-80D8-3F6F3B91FC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5" hasCustomPrompt="1"/>
            </p:nvPr>
          </p:nvSpPr>
          <p:spPr>
            <a:xfrm>
              <a:off x="16824960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3" name="Logo 32">
              <a:extLst>
                <a:ext uri="{FF2B5EF4-FFF2-40B4-BE49-F238E27FC236}">
                  <a16:creationId xmlns:a16="http://schemas.microsoft.com/office/drawing/2014/main" id="{507ACBB8-E7BC-614A-8147-EFE89BE0F4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6" hasCustomPrompt="1"/>
            </p:nvPr>
          </p:nvSpPr>
          <p:spPr>
            <a:xfrm>
              <a:off x="12911328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4" name="Logo 31">
              <a:extLst>
                <a:ext uri="{FF2B5EF4-FFF2-40B4-BE49-F238E27FC236}">
                  <a16:creationId xmlns:a16="http://schemas.microsoft.com/office/drawing/2014/main" id="{55972CD3-242A-6045-9D09-95F866EADD71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7" hasCustomPrompt="1"/>
            </p:nvPr>
          </p:nvSpPr>
          <p:spPr>
            <a:xfrm>
              <a:off x="1095451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9" name="Logo 30">
              <a:extLst>
                <a:ext uri="{FF2B5EF4-FFF2-40B4-BE49-F238E27FC236}">
                  <a16:creationId xmlns:a16="http://schemas.microsoft.com/office/drawing/2014/main" id="{02D4D70C-DBBE-1249-A76D-75173AC8C3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2" hasCustomPrompt="1"/>
            </p:nvPr>
          </p:nvSpPr>
          <p:spPr>
            <a:xfrm>
              <a:off x="2073859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0" name="Logo 29">
              <a:extLst>
                <a:ext uri="{FF2B5EF4-FFF2-40B4-BE49-F238E27FC236}">
                  <a16:creationId xmlns:a16="http://schemas.microsoft.com/office/drawing/2014/main" id="{9A85C014-60CC-F545-94DF-B20AC00BEC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3" hasCustomPrompt="1"/>
            </p:nvPr>
          </p:nvSpPr>
          <p:spPr>
            <a:xfrm>
              <a:off x="18781776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6" name="Logo 28">
              <a:extLst>
                <a:ext uri="{FF2B5EF4-FFF2-40B4-BE49-F238E27FC236}">
                  <a16:creationId xmlns:a16="http://schemas.microsoft.com/office/drawing/2014/main" id="{24B5EC1D-A08E-B84D-97FC-B87BF3F970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9" hasCustomPrompt="1"/>
            </p:nvPr>
          </p:nvSpPr>
          <p:spPr>
            <a:xfrm>
              <a:off x="16824960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5" name="Logo 27">
              <a:extLst>
                <a:ext uri="{FF2B5EF4-FFF2-40B4-BE49-F238E27FC236}">
                  <a16:creationId xmlns:a16="http://schemas.microsoft.com/office/drawing/2014/main" id="{FA7BCC87-160B-D042-B53B-A8FB3BC663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8" hasCustomPrompt="1"/>
            </p:nvPr>
          </p:nvSpPr>
          <p:spPr>
            <a:xfrm>
              <a:off x="14868144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7" name="Logo 26">
              <a:extLst>
                <a:ext uri="{FF2B5EF4-FFF2-40B4-BE49-F238E27FC236}">
                  <a16:creationId xmlns:a16="http://schemas.microsoft.com/office/drawing/2014/main" id="{FAB54517-A1D9-1D40-980F-2C0DC8682F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0" hasCustomPrompt="1"/>
            </p:nvPr>
          </p:nvSpPr>
          <p:spPr>
            <a:xfrm>
              <a:off x="12911328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8" name="Logo 25">
              <a:extLst>
                <a:ext uri="{FF2B5EF4-FFF2-40B4-BE49-F238E27FC236}">
                  <a16:creationId xmlns:a16="http://schemas.microsoft.com/office/drawing/2014/main" id="{C7006CFD-8C11-2349-834A-3A970023887C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1" hasCustomPrompt="1"/>
            </p:nvPr>
          </p:nvSpPr>
          <p:spPr>
            <a:xfrm>
              <a:off x="1095451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3" name="Logo 24">
              <a:extLst>
                <a:ext uri="{FF2B5EF4-FFF2-40B4-BE49-F238E27FC236}">
                  <a16:creationId xmlns:a16="http://schemas.microsoft.com/office/drawing/2014/main" id="{3FCE5572-8608-B649-AE52-E5FF016086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6" hasCustomPrompt="1"/>
            </p:nvPr>
          </p:nvSpPr>
          <p:spPr>
            <a:xfrm>
              <a:off x="2073859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4" name="Logo 23">
              <a:extLst>
                <a:ext uri="{FF2B5EF4-FFF2-40B4-BE49-F238E27FC236}">
                  <a16:creationId xmlns:a16="http://schemas.microsoft.com/office/drawing/2014/main" id="{9B5E44D9-DCA1-3440-A0C8-413A8E863D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7" hasCustomPrompt="1"/>
            </p:nvPr>
          </p:nvSpPr>
          <p:spPr>
            <a:xfrm>
              <a:off x="18781776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0" name="Logo 22">
              <a:extLst>
                <a:ext uri="{FF2B5EF4-FFF2-40B4-BE49-F238E27FC236}">
                  <a16:creationId xmlns:a16="http://schemas.microsoft.com/office/drawing/2014/main" id="{1B78A18A-B176-EC4D-A0DC-52A6B22F88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3" hasCustomPrompt="1"/>
            </p:nvPr>
          </p:nvSpPr>
          <p:spPr>
            <a:xfrm>
              <a:off x="16824960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9" name="Logo 21">
              <a:extLst>
                <a:ext uri="{FF2B5EF4-FFF2-40B4-BE49-F238E27FC236}">
                  <a16:creationId xmlns:a16="http://schemas.microsoft.com/office/drawing/2014/main" id="{0FB41EE3-4790-2E4D-B4B7-6D43EE5215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2" hasCustomPrompt="1"/>
            </p:nvPr>
          </p:nvSpPr>
          <p:spPr>
            <a:xfrm>
              <a:off x="14868144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1" name="Logo 20">
              <a:extLst>
                <a:ext uri="{FF2B5EF4-FFF2-40B4-BE49-F238E27FC236}">
                  <a16:creationId xmlns:a16="http://schemas.microsoft.com/office/drawing/2014/main" id="{5022F9FE-BF47-7F4F-BE90-87AA109A22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4" hasCustomPrompt="1"/>
            </p:nvPr>
          </p:nvSpPr>
          <p:spPr>
            <a:xfrm>
              <a:off x="12911328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2" name="Logo 19">
              <a:extLst>
                <a:ext uri="{FF2B5EF4-FFF2-40B4-BE49-F238E27FC236}">
                  <a16:creationId xmlns:a16="http://schemas.microsoft.com/office/drawing/2014/main" id="{6357F317-8CE8-5049-A694-D71F547F1ABF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05" hasCustomPrompt="1"/>
            </p:nvPr>
          </p:nvSpPr>
          <p:spPr>
            <a:xfrm>
              <a:off x="1095451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7" name="Logo 18">
              <a:extLst>
                <a:ext uri="{FF2B5EF4-FFF2-40B4-BE49-F238E27FC236}">
                  <a16:creationId xmlns:a16="http://schemas.microsoft.com/office/drawing/2014/main" id="{FBC112E6-2B16-F64D-B75D-C477AA95EA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0" hasCustomPrompt="1"/>
            </p:nvPr>
          </p:nvSpPr>
          <p:spPr>
            <a:xfrm>
              <a:off x="2073859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8" name="Logo 17">
              <a:extLst>
                <a:ext uri="{FF2B5EF4-FFF2-40B4-BE49-F238E27FC236}">
                  <a16:creationId xmlns:a16="http://schemas.microsoft.com/office/drawing/2014/main" id="{7267B1CF-13A7-B44E-820B-BEE887E985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1" hasCustomPrompt="1"/>
            </p:nvPr>
          </p:nvSpPr>
          <p:spPr>
            <a:xfrm>
              <a:off x="18781776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4" name="Logo 16">
              <a:extLst>
                <a:ext uri="{FF2B5EF4-FFF2-40B4-BE49-F238E27FC236}">
                  <a16:creationId xmlns:a16="http://schemas.microsoft.com/office/drawing/2014/main" id="{E7E64A57-ECDE-A342-867B-042B7C9191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7" hasCustomPrompt="1"/>
            </p:nvPr>
          </p:nvSpPr>
          <p:spPr>
            <a:xfrm>
              <a:off x="16824960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3" name="Logo 15">
              <a:extLst>
                <a:ext uri="{FF2B5EF4-FFF2-40B4-BE49-F238E27FC236}">
                  <a16:creationId xmlns:a16="http://schemas.microsoft.com/office/drawing/2014/main" id="{4F691854-B126-4A4E-9239-9A46E562D5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6" hasCustomPrompt="1"/>
            </p:nvPr>
          </p:nvSpPr>
          <p:spPr>
            <a:xfrm>
              <a:off x="14868144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5" name="Logo 14">
              <a:extLst>
                <a:ext uri="{FF2B5EF4-FFF2-40B4-BE49-F238E27FC236}">
                  <a16:creationId xmlns:a16="http://schemas.microsoft.com/office/drawing/2014/main" id="{02A9F77A-7CA6-EA4F-AAE5-4BF88C3EA5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8" hasCustomPrompt="1"/>
            </p:nvPr>
          </p:nvSpPr>
          <p:spPr>
            <a:xfrm>
              <a:off x="12911328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6" name="Logo 13">
              <a:extLst>
                <a:ext uri="{FF2B5EF4-FFF2-40B4-BE49-F238E27FC236}">
                  <a16:creationId xmlns:a16="http://schemas.microsoft.com/office/drawing/2014/main" id="{9EBE77F3-1DEE-894B-B1CF-109497D4B4D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9" hasCustomPrompt="1"/>
            </p:nvPr>
          </p:nvSpPr>
          <p:spPr>
            <a:xfrm>
              <a:off x="1095451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1" name="Logo 12">
              <a:extLst>
                <a:ext uri="{FF2B5EF4-FFF2-40B4-BE49-F238E27FC236}">
                  <a16:creationId xmlns:a16="http://schemas.microsoft.com/office/drawing/2014/main" id="{AB4D57C0-84AF-B249-BBF3-4185942BCD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4" hasCustomPrompt="1"/>
            </p:nvPr>
          </p:nvSpPr>
          <p:spPr>
            <a:xfrm>
              <a:off x="2073859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2" name="Logo 11">
              <a:extLst>
                <a:ext uri="{FF2B5EF4-FFF2-40B4-BE49-F238E27FC236}">
                  <a16:creationId xmlns:a16="http://schemas.microsoft.com/office/drawing/2014/main" id="{FA1FC1CD-8FAF-1F42-B5AF-7367370283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5" hasCustomPrompt="1"/>
            </p:nvPr>
          </p:nvSpPr>
          <p:spPr>
            <a:xfrm>
              <a:off x="18781776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8" name="Logo 10">
              <a:extLst>
                <a:ext uri="{FF2B5EF4-FFF2-40B4-BE49-F238E27FC236}">
                  <a16:creationId xmlns:a16="http://schemas.microsoft.com/office/drawing/2014/main" id="{E5765C17-3BB0-F643-9A16-1F07226F1E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1" hasCustomPrompt="1"/>
            </p:nvPr>
          </p:nvSpPr>
          <p:spPr>
            <a:xfrm>
              <a:off x="16824960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7" name="Logo 9">
              <a:extLst>
                <a:ext uri="{FF2B5EF4-FFF2-40B4-BE49-F238E27FC236}">
                  <a16:creationId xmlns:a16="http://schemas.microsoft.com/office/drawing/2014/main" id="{C9F38A16-7B94-D546-956A-FCD6554974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0" hasCustomPrompt="1"/>
            </p:nvPr>
          </p:nvSpPr>
          <p:spPr>
            <a:xfrm>
              <a:off x="14868144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9" name="Logo 8">
              <a:extLst>
                <a:ext uri="{FF2B5EF4-FFF2-40B4-BE49-F238E27FC236}">
                  <a16:creationId xmlns:a16="http://schemas.microsoft.com/office/drawing/2014/main" id="{2247F788-44F3-9443-A099-7C3A250534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2" hasCustomPrompt="1"/>
            </p:nvPr>
          </p:nvSpPr>
          <p:spPr>
            <a:xfrm>
              <a:off x="12911328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0" name="Logo 7">
              <a:extLst>
                <a:ext uri="{FF2B5EF4-FFF2-40B4-BE49-F238E27FC236}">
                  <a16:creationId xmlns:a16="http://schemas.microsoft.com/office/drawing/2014/main" id="{86FF229B-B2D4-BA4F-821A-87E08A737F0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3" hasCustomPrompt="1"/>
            </p:nvPr>
          </p:nvSpPr>
          <p:spPr>
            <a:xfrm>
              <a:off x="1095451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6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73859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1" name="Logo 5">
              <a:extLst>
                <a:ext uri="{FF2B5EF4-FFF2-40B4-BE49-F238E27FC236}">
                  <a16:creationId xmlns:a16="http://schemas.microsoft.com/office/drawing/2014/main" id="{B1AFEDBF-4AF3-4D44-A638-F894CF5D9E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89" hasCustomPrompt="1"/>
            </p:nvPr>
          </p:nvSpPr>
          <p:spPr>
            <a:xfrm>
              <a:off x="18781776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6824960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4868144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2911328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451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114" name="Table Grid">
            <a:extLst>
              <a:ext uri="{FF2B5EF4-FFF2-40B4-BE49-F238E27FC236}">
                <a16:creationId xmlns:a16="http://schemas.microsoft.com/office/drawing/2014/main" id="{6F4AA393-5C76-4570-B2AB-097E4D70E7F4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560338155"/>
              </p:ext>
            </p:extLst>
          </p:nvPr>
        </p:nvGraphicFramePr>
        <p:xfrm>
          <a:off x="10781372" y="1490472"/>
          <a:ext cx="11411712" cy="996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3789383639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173736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624100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2" name="Summary">
            <a:extLst>
              <a:ext uri="{FF2B5EF4-FFF2-40B4-BE49-F238E27FC236}">
                <a16:creationId xmlns:a16="http://schemas.microsoft.com/office/drawing/2014/main" id="{23889D11-F35F-4EB7-AABE-8E237FE1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80" name="Title">
            <a:extLst>
              <a:ext uri="{FF2B5EF4-FFF2-40B4-BE49-F238E27FC236}">
                <a16:creationId xmlns:a16="http://schemas.microsoft.com/office/drawing/2014/main" id="{8B9AE492-9C11-4741-BC03-29AD5F33E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63" name="Subtitle">
            <a:extLst>
              <a:ext uri="{FF2B5EF4-FFF2-40B4-BE49-F238E27FC236}">
                <a16:creationId xmlns:a16="http://schemas.microsoft.com/office/drawing/2014/main" id="{92EB8B40-464C-4EDD-BABB-5D3CC826C6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57" name="Section">
            <a:extLst>
              <a:ext uri="{FF2B5EF4-FFF2-40B4-BE49-F238E27FC236}">
                <a16:creationId xmlns:a16="http://schemas.microsoft.com/office/drawing/2014/main" id="{A4A54137-431B-4FC7-8E36-155E8EA908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8" name="Anglepoint Logo">
            <a:extLst>
              <a:ext uri="{FF2B5EF4-FFF2-40B4-BE49-F238E27FC236}">
                <a16:creationId xmlns:a16="http://schemas.microsoft.com/office/drawing/2014/main" id="{68C5BB45-53EA-46F2-8FF2-DF4A339BFB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8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" name="Bulleted List">
            <a:extLst>
              <a:ext uri="{FF2B5EF4-FFF2-40B4-BE49-F238E27FC236}">
                <a16:creationId xmlns:a16="http://schemas.microsoft.com/office/drawing/2014/main" id="{70767056-3011-9700-7F29-F9BB7BAB2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3"/>
            <a:ext cx="24387429" cy="10060090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DBC6C-54E2-FB78-5775-BCE450DA41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15E51-0C81-3478-AF41-4720B7048C3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8AECB-337E-B21F-B0FA-13E9F2A401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ection">
            <a:extLst>
              <a:ext uri="{FF2B5EF4-FFF2-40B4-BE49-F238E27FC236}">
                <a16:creationId xmlns:a16="http://schemas.microsoft.com/office/drawing/2014/main" id="{E2D78F3B-6249-EFAB-BF7A-AD8D6DB3F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8BF3A7-D808-5FEA-36A3-4B093CC24A3E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547E517-D478-CA4F-B8BD-B058E9BD7BCE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D49A13-553D-CE97-AD58-3F12111E160A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6F290E0-7958-AA0A-9167-81472800AC8E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7F5E17-5AF9-55FE-60FE-3251454B3D64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3BA1718D-14F7-C14B-FBAE-7674943A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28539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B4163C5E-2916-4B15-71A1-30C1F03FF6B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42C30A9-3889-3991-803C-4095A46A8491}"/>
              </a:ext>
            </a:extLst>
          </p:cNvPr>
          <p:cNvSpPr>
            <a:spLocks noGrp="1"/>
          </p:cNvSpPr>
          <p:nvPr>
            <p:ph type="ftr" sz="quarter" idx="68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C967118-8130-9CB9-A84F-3987B83F51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4FC34D36-A044-124E-5351-6BF6BE0EE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099FB0-6D77-2E60-139D-EADE41B2B8D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1A025E-F594-A513-C7F5-84E8CA8CAB57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E4120D-1271-1864-BCC1-43369B3FC0C8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05CD70-FFD0-54F6-DD6A-3E639B14B5CA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E6D15BA-B9F1-FC48-166A-B5DFBB8B20B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" name="Logo 16">
            <a:extLst>
              <a:ext uri="{FF2B5EF4-FFF2-40B4-BE49-F238E27FC236}">
                <a16:creationId xmlns:a16="http://schemas.microsoft.com/office/drawing/2014/main" id="{BE90E1CA-70ED-DF0B-D27E-1BEDACA0261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0444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" name="Logo 15">
            <a:extLst>
              <a:ext uri="{FF2B5EF4-FFF2-40B4-BE49-F238E27FC236}">
                <a16:creationId xmlns:a16="http://schemas.microsoft.com/office/drawing/2014/main" id="{115B8D9D-9038-A69B-D17C-6305C46F14E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7396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4" name="Logo 14">
            <a:extLst>
              <a:ext uri="{FF2B5EF4-FFF2-40B4-BE49-F238E27FC236}">
                <a16:creationId xmlns:a16="http://schemas.microsoft.com/office/drawing/2014/main" id="{EDD151C3-9311-7E5F-4521-21DE03FEFC2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4348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5" name="Logo 13">
            <a:extLst>
              <a:ext uri="{FF2B5EF4-FFF2-40B4-BE49-F238E27FC236}">
                <a16:creationId xmlns:a16="http://schemas.microsoft.com/office/drawing/2014/main" id="{C58557D8-521C-0ABE-2807-FFDC17F2F4F8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1300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7" name="Logo 12">
            <a:extLst>
              <a:ext uri="{FF2B5EF4-FFF2-40B4-BE49-F238E27FC236}">
                <a16:creationId xmlns:a16="http://schemas.microsoft.com/office/drawing/2014/main" id="{E5C123F3-23C4-3364-17D0-BFDB821FB52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0444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" name="Logo 11">
            <a:extLst>
              <a:ext uri="{FF2B5EF4-FFF2-40B4-BE49-F238E27FC236}">
                <a16:creationId xmlns:a16="http://schemas.microsoft.com/office/drawing/2014/main" id="{5232948D-8D42-A295-E50D-33DDE102AE6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7396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" name="Logo 10">
            <a:extLst>
              <a:ext uri="{FF2B5EF4-FFF2-40B4-BE49-F238E27FC236}">
                <a16:creationId xmlns:a16="http://schemas.microsoft.com/office/drawing/2014/main" id="{75FCD5C7-0DE6-51D7-41D1-8A67F6493E0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4348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9" name="Logo 9">
            <a:extLst>
              <a:ext uri="{FF2B5EF4-FFF2-40B4-BE49-F238E27FC236}">
                <a16:creationId xmlns:a16="http://schemas.microsoft.com/office/drawing/2014/main" id="{1686A36A-1BB7-2589-C3B1-F9FE4559AA1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1300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0" name="Logo 8">
            <a:extLst>
              <a:ext uri="{FF2B5EF4-FFF2-40B4-BE49-F238E27FC236}">
                <a16:creationId xmlns:a16="http://schemas.microsoft.com/office/drawing/2014/main" id="{3F8962F7-C5B9-F48A-D233-67872063D5B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0444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1" name="Logo 7">
            <a:extLst>
              <a:ext uri="{FF2B5EF4-FFF2-40B4-BE49-F238E27FC236}">
                <a16:creationId xmlns:a16="http://schemas.microsoft.com/office/drawing/2014/main" id="{3A1038F5-15BB-2702-D479-C1A4B769BB4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7396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2" name="Logo 6">
            <a:extLst>
              <a:ext uri="{FF2B5EF4-FFF2-40B4-BE49-F238E27FC236}">
                <a16:creationId xmlns:a16="http://schemas.microsoft.com/office/drawing/2014/main" id="{E80EB133-960B-73BC-EA24-CD0FEBF5EC8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4348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3" name="Logo 5">
            <a:extLst>
              <a:ext uri="{FF2B5EF4-FFF2-40B4-BE49-F238E27FC236}">
                <a16:creationId xmlns:a16="http://schemas.microsoft.com/office/drawing/2014/main" id="{754AE1BC-71DE-AA55-9B98-C20EC1B4F49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11300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4" name="Logo 4">
            <a:extLst>
              <a:ext uri="{FF2B5EF4-FFF2-40B4-BE49-F238E27FC236}">
                <a16:creationId xmlns:a16="http://schemas.microsoft.com/office/drawing/2014/main" id="{AF8393DB-04ED-ED06-3796-B91F1E019D6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20444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5" name="Logo 3">
            <a:extLst>
              <a:ext uri="{FF2B5EF4-FFF2-40B4-BE49-F238E27FC236}">
                <a16:creationId xmlns:a16="http://schemas.microsoft.com/office/drawing/2014/main" id="{8ACFB79F-EE42-E9BF-F549-030D3CC58FE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7396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6" name="Logo 2">
            <a:extLst>
              <a:ext uri="{FF2B5EF4-FFF2-40B4-BE49-F238E27FC236}">
                <a16:creationId xmlns:a16="http://schemas.microsoft.com/office/drawing/2014/main" id="{380EB457-C187-BA3A-90B0-72BA1798022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4348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14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7" name="Logo 1">
            <a:extLst>
              <a:ext uri="{FF2B5EF4-FFF2-40B4-BE49-F238E27FC236}">
                <a16:creationId xmlns:a16="http://schemas.microsoft.com/office/drawing/2014/main" id="{7E390748-F18C-2E59-5A91-02EF4DFF3F76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11300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28" name="Table Grid">
            <a:extLst>
              <a:ext uri="{FF2B5EF4-FFF2-40B4-BE49-F238E27FC236}">
                <a16:creationId xmlns:a16="http://schemas.microsoft.com/office/drawing/2014/main" id="{45C9D60F-4347-4B8A-E372-B3265F68507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285237468"/>
              </p:ext>
            </p:extLst>
          </p:nvPr>
        </p:nvGraphicFramePr>
        <p:xfrm>
          <a:off x="10988285" y="1828800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Summary">
            <a:extLst>
              <a:ext uri="{FF2B5EF4-FFF2-40B4-BE49-F238E27FC236}">
                <a16:creationId xmlns:a16="http://schemas.microsoft.com/office/drawing/2014/main" id="{7A63D8FE-8B92-BC56-8C6B-B36D0F3B213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D8F48421-FF4D-FD53-F5BD-0F5B7BADC3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262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B4163C5E-2916-4B15-71A1-30C1F03FF6B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42C30A9-3889-3991-803C-4095A46A8491}"/>
              </a:ext>
            </a:extLst>
          </p:cNvPr>
          <p:cNvSpPr>
            <a:spLocks noGrp="1"/>
          </p:cNvSpPr>
          <p:nvPr>
            <p:ph type="ftr" sz="quarter" idx="68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C967118-8130-9CB9-A84F-3987B83F51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4FC34D36-A044-124E-5351-6BF6BE0EE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099FB0-6D77-2E60-139D-EADE41B2B8D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1A025E-F594-A513-C7F5-84E8CA8CAB57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E4120D-1271-1864-BCC1-43369B3FC0C8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05CD70-FFD0-54F6-DD6A-3E639B14B5CA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E6D15BA-B9F1-FC48-166A-B5DFBB8B20B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" name="Logo 16">
            <a:extLst>
              <a:ext uri="{FF2B5EF4-FFF2-40B4-BE49-F238E27FC236}">
                <a16:creationId xmlns:a16="http://schemas.microsoft.com/office/drawing/2014/main" id="{BE90E1CA-70ED-DF0B-D27E-1BEDACA0261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0444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" name="Logo 15">
            <a:extLst>
              <a:ext uri="{FF2B5EF4-FFF2-40B4-BE49-F238E27FC236}">
                <a16:creationId xmlns:a16="http://schemas.microsoft.com/office/drawing/2014/main" id="{115B8D9D-9038-A69B-D17C-6305C46F14E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7396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4" name="Logo 14">
            <a:extLst>
              <a:ext uri="{FF2B5EF4-FFF2-40B4-BE49-F238E27FC236}">
                <a16:creationId xmlns:a16="http://schemas.microsoft.com/office/drawing/2014/main" id="{EDD151C3-9311-7E5F-4521-21DE03FEFC2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4348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5" name="Logo 13">
            <a:extLst>
              <a:ext uri="{FF2B5EF4-FFF2-40B4-BE49-F238E27FC236}">
                <a16:creationId xmlns:a16="http://schemas.microsoft.com/office/drawing/2014/main" id="{C58557D8-521C-0ABE-2807-FFDC17F2F4F8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1300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7" name="Logo 12">
            <a:extLst>
              <a:ext uri="{FF2B5EF4-FFF2-40B4-BE49-F238E27FC236}">
                <a16:creationId xmlns:a16="http://schemas.microsoft.com/office/drawing/2014/main" id="{E5C123F3-23C4-3364-17D0-BFDB821FB52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0444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" name="Logo 11">
            <a:extLst>
              <a:ext uri="{FF2B5EF4-FFF2-40B4-BE49-F238E27FC236}">
                <a16:creationId xmlns:a16="http://schemas.microsoft.com/office/drawing/2014/main" id="{5232948D-8D42-A295-E50D-33DDE102AE6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7396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" name="Logo 10">
            <a:extLst>
              <a:ext uri="{FF2B5EF4-FFF2-40B4-BE49-F238E27FC236}">
                <a16:creationId xmlns:a16="http://schemas.microsoft.com/office/drawing/2014/main" id="{75FCD5C7-0DE6-51D7-41D1-8A67F6493E0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4348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9" name="Logo 9">
            <a:extLst>
              <a:ext uri="{FF2B5EF4-FFF2-40B4-BE49-F238E27FC236}">
                <a16:creationId xmlns:a16="http://schemas.microsoft.com/office/drawing/2014/main" id="{1686A36A-1BB7-2589-C3B1-F9FE4559AA1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1300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0" name="Logo 8">
            <a:extLst>
              <a:ext uri="{FF2B5EF4-FFF2-40B4-BE49-F238E27FC236}">
                <a16:creationId xmlns:a16="http://schemas.microsoft.com/office/drawing/2014/main" id="{3F8962F7-C5B9-F48A-D233-67872063D5B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0444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1" name="Logo 7">
            <a:extLst>
              <a:ext uri="{FF2B5EF4-FFF2-40B4-BE49-F238E27FC236}">
                <a16:creationId xmlns:a16="http://schemas.microsoft.com/office/drawing/2014/main" id="{3A1038F5-15BB-2702-D479-C1A4B769BB4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7396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2" name="Logo 6">
            <a:extLst>
              <a:ext uri="{FF2B5EF4-FFF2-40B4-BE49-F238E27FC236}">
                <a16:creationId xmlns:a16="http://schemas.microsoft.com/office/drawing/2014/main" id="{E80EB133-960B-73BC-EA24-CD0FEBF5EC8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4348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3" name="Logo 5">
            <a:extLst>
              <a:ext uri="{FF2B5EF4-FFF2-40B4-BE49-F238E27FC236}">
                <a16:creationId xmlns:a16="http://schemas.microsoft.com/office/drawing/2014/main" id="{754AE1BC-71DE-AA55-9B98-C20EC1B4F49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11300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4" name="Logo 4">
            <a:extLst>
              <a:ext uri="{FF2B5EF4-FFF2-40B4-BE49-F238E27FC236}">
                <a16:creationId xmlns:a16="http://schemas.microsoft.com/office/drawing/2014/main" id="{AF8393DB-04ED-ED06-3796-B91F1E019D6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20444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5" name="Logo 3">
            <a:extLst>
              <a:ext uri="{FF2B5EF4-FFF2-40B4-BE49-F238E27FC236}">
                <a16:creationId xmlns:a16="http://schemas.microsoft.com/office/drawing/2014/main" id="{8ACFB79F-EE42-E9BF-F549-030D3CC58FE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7396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6" name="Logo 2">
            <a:extLst>
              <a:ext uri="{FF2B5EF4-FFF2-40B4-BE49-F238E27FC236}">
                <a16:creationId xmlns:a16="http://schemas.microsoft.com/office/drawing/2014/main" id="{380EB457-C187-BA3A-90B0-72BA1798022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4348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14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7" name="Logo 1">
            <a:extLst>
              <a:ext uri="{FF2B5EF4-FFF2-40B4-BE49-F238E27FC236}">
                <a16:creationId xmlns:a16="http://schemas.microsoft.com/office/drawing/2014/main" id="{7E390748-F18C-2E59-5A91-02EF4DFF3F76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11300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28" name="Table Grid">
            <a:extLst>
              <a:ext uri="{FF2B5EF4-FFF2-40B4-BE49-F238E27FC236}">
                <a16:creationId xmlns:a16="http://schemas.microsoft.com/office/drawing/2014/main" id="{45C9D60F-4347-4B8A-E372-B3265F68507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09819907"/>
              </p:ext>
            </p:extLst>
          </p:nvPr>
        </p:nvGraphicFramePr>
        <p:xfrm>
          <a:off x="10988285" y="1828800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413222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Logo 16">
            <a:extLst>
              <a:ext uri="{FF2B5EF4-FFF2-40B4-BE49-F238E27FC236}">
                <a16:creationId xmlns:a16="http://schemas.microsoft.com/office/drawing/2014/main" id="{A2E43C3E-A4C5-7CC0-21AE-623ABDFA0194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20444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9" name="Logo 15">
            <a:extLst>
              <a:ext uri="{FF2B5EF4-FFF2-40B4-BE49-F238E27FC236}">
                <a16:creationId xmlns:a16="http://schemas.microsoft.com/office/drawing/2014/main" id="{C5C1F63F-5389-CF77-C6EE-F3153D70BF9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7396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0" name="Logo 14">
            <a:extLst>
              <a:ext uri="{FF2B5EF4-FFF2-40B4-BE49-F238E27FC236}">
                <a16:creationId xmlns:a16="http://schemas.microsoft.com/office/drawing/2014/main" id="{0DF08ADE-DB56-91D5-D081-5D9CA620576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348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1" name="Logo 13">
            <a:extLst>
              <a:ext uri="{FF2B5EF4-FFF2-40B4-BE49-F238E27FC236}">
                <a16:creationId xmlns:a16="http://schemas.microsoft.com/office/drawing/2014/main" id="{05E1498A-B7D7-E599-14BA-F67A441817B0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11300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2" name="Summary">
            <a:extLst>
              <a:ext uri="{FF2B5EF4-FFF2-40B4-BE49-F238E27FC236}">
                <a16:creationId xmlns:a16="http://schemas.microsoft.com/office/drawing/2014/main" id="{0A20A898-FAAF-8383-89A1-9F509D22EBE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33" name="TItle">
            <a:extLst>
              <a:ext uri="{FF2B5EF4-FFF2-40B4-BE49-F238E27FC236}">
                <a16:creationId xmlns:a16="http://schemas.microsoft.com/office/drawing/2014/main" id="{4D753983-5103-3CF3-3BC6-84C381A5E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553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Logo 25">
            <a:extLst>
              <a:ext uri="{FF2B5EF4-FFF2-40B4-BE49-F238E27FC236}">
                <a16:creationId xmlns:a16="http://schemas.microsoft.com/office/drawing/2014/main" id="{308C0CC9-D237-014E-871D-E6742A33916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2084771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0" name="Logo 24">
            <a:extLst>
              <a:ext uri="{FF2B5EF4-FFF2-40B4-BE49-F238E27FC236}">
                <a16:creationId xmlns:a16="http://schemas.microsoft.com/office/drawing/2014/main" id="{A6E777BC-72C4-FF41-92F2-A8B13C17CA89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847027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9" name="Logo 23">
            <a:extLst>
              <a:ext uri="{FF2B5EF4-FFF2-40B4-BE49-F238E27FC236}">
                <a16:creationId xmlns:a16="http://schemas.microsoft.com/office/drawing/2014/main" id="{F183E6DF-B70F-AA49-B36D-23DF03851731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1609283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1" name="Logo 22">
            <a:extLst>
              <a:ext uri="{FF2B5EF4-FFF2-40B4-BE49-F238E27FC236}">
                <a16:creationId xmlns:a16="http://schemas.microsoft.com/office/drawing/2014/main" id="{44B0F08B-B1F7-1945-BA8C-E28F123EE59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1371539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2" name="Logo 21">
            <a:extLst>
              <a:ext uri="{FF2B5EF4-FFF2-40B4-BE49-F238E27FC236}">
                <a16:creationId xmlns:a16="http://schemas.microsoft.com/office/drawing/2014/main" id="{2808FB49-3B69-3A48-8C98-29BDFF182DF5}"/>
              </a:ext>
            </a:extLst>
          </p:cNvPr>
          <p:cNvSpPr>
            <a:spLocks noGrp="1" noChangeAspect="1"/>
          </p:cNvSpPr>
          <p:nvPr>
            <p:ph type="pic" sz="quarter" idx="87" hasCustomPrompt="1"/>
          </p:nvPr>
        </p:nvSpPr>
        <p:spPr>
          <a:xfrm>
            <a:off x="1133795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8" name="Logo 20">
            <a:extLst>
              <a:ext uri="{FF2B5EF4-FFF2-40B4-BE49-F238E27FC236}">
                <a16:creationId xmlns:a16="http://schemas.microsoft.com/office/drawing/2014/main" id="{7A099AF8-347E-DC41-9EEE-E5A89437C6FF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2084771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5" name="Logo 19">
            <a:extLst>
              <a:ext uri="{FF2B5EF4-FFF2-40B4-BE49-F238E27FC236}">
                <a16:creationId xmlns:a16="http://schemas.microsoft.com/office/drawing/2014/main" id="{D9E5C961-B888-7C43-8A64-470BA039C5EE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847027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4" name="Logo 18">
            <a:extLst>
              <a:ext uri="{FF2B5EF4-FFF2-40B4-BE49-F238E27FC236}">
                <a16:creationId xmlns:a16="http://schemas.microsoft.com/office/drawing/2014/main" id="{48CD9A60-A4B6-FC43-9358-41F296E6D71E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609283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6" name="Logo 17">
            <a:extLst>
              <a:ext uri="{FF2B5EF4-FFF2-40B4-BE49-F238E27FC236}">
                <a16:creationId xmlns:a16="http://schemas.microsoft.com/office/drawing/2014/main" id="{E489D711-9055-9C40-AB53-0A74ACB4DA88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71539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7" name="Logo 16">
            <a:extLst>
              <a:ext uri="{FF2B5EF4-FFF2-40B4-BE49-F238E27FC236}">
                <a16:creationId xmlns:a16="http://schemas.microsoft.com/office/drawing/2014/main" id="{A7C8DA76-9C71-4143-BC07-17C3C7F1914A}"/>
              </a:ext>
            </a:extLst>
          </p:cNvPr>
          <p:cNvSpPr>
            <a:spLocks noGrp="1" noChangeAspect="1"/>
          </p:cNvSpPr>
          <p:nvPr>
            <p:ph type="pic" sz="quarter" idx="82" hasCustomPrompt="1"/>
          </p:nvPr>
        </p:nvSpPr>
        <p:spPr>
          <a:xfrm>
            <a:off x="1133795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3" name="Logo 15">
            <a:extLst>
              <a:ext uri="{FF2B5EF4-FFF2-40B4-BE49-F238E27FC236}">
                <a16:creationId xmlns:a16="http://schemas.microsoft.com/office/drawing/2014/main" id="{DD69138C-DAC3-E445-92A1-9F82EB093E1D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2084771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0" name="Logo 14">
            <a:extLst>
              <a:ext uri="{FF2B5EF4-FFF2-40B4-BE49-F238E27FC236}">
                <a16:creationId xmlns:a16="http://schemas.microsoft.com/office/drawing/2014/main" id="{5905493A-4289-0543-B95C-13C235FD3653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847027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9" name="Logo 13">
            <a:extLst>
              <a:ext uri="{FF2B5EF4-FFF2-40B4-BE49-F238E27FC236}">
                <a16:creationId xmlns:a16="http://schemas.microsoft.com/office/drawing/2014/main" id="{52720793-EB87-0148-9EE4-2B3799AABAD0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609283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1" name="Logo 12">
            <a:extLst>
              <a:ext uri="{FF2B5EF4-FFF2-40B4-BE49-F238E27FC236}">
                <a16:creationId xmlns:a16="http://schemas.microsoft.com/office/drawing/2014/main" id="{FB90F93C-22CE-3241-A8BC-14E50FDF2D74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371539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2" name="Logo 11">
            <a:extLst>
              <a:ext uri="{FF2B5EF4-FFF2-40B4-BE49-F238E27FC236}">
                <a16:creationId xmlns:a16="http://schemas.microsoft.com/office/drawing/2014/main" id="{E6B1A4AE-4BB4-FA47-937F-8372D0C2BFFB}"/>
              </a:ext>
            </a:extLst>
          </p:cNvPr>
          <p:cNvSpPr>
            <a:spLocks noGrp="1" noChangeAspect="1"/>
          </p:cNvSpPr>
          <p:nvPr>
            <p:ph type="pic" sz="quarter" idx="77" hasCustomPrompt="1"/>
          </p:nvPr>
        </p:nvSpPr>
        <p:spPr>
          <a:xfrm>
            <a:off x="1133795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8" name="Logo 10">
            <a:extLst>
              <a:ext uri="{FF2B5EF4-FFF2-40B4-BE49-F238E27FC236}">
                <a16:creationId xmlns:a16="http://schemas.microsoft.com/office/drawing/2014/main" id="{395D7864-8946-DD40-8A1A-5BAF006A49FC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20847716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5" name="Logo 9">
            <a:extLst>
              <a:ext uri="{FF2B5EF4-FFF2-40B4-BE49-F238E27FC236}">
                <a16:creationId xmlns:a16="http://schemas.microsoft.com/office/drawing/2014/main" id="{80483B91-2A50-0444-BAE0-16220E7F0B34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8464600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4" name="Logo 8">
            <a:extLst>
              <a:ext uri="{FF2B5EF4-FFF2-40B4-BE49-F238E27FC236}">
                <a16:creationId xmlns:a16="http://schemas.microsoft.com/office/drawing/2014/main" id="{F0D67F03-C3C0-9D4B-A37B-F9D55220C9BB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16089052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6" name="Logo 7">
            <a:extLst>
              <a:ext uri="{FF2B5EF4-FFF2-40B4-BE49-F238E27FC236}">
                <a16:creationId xmlns:a16="http://schemas.microsoft.com/office/drawing/2014/main" id="{1047FEFC-5F5D-DE4F-99EC-B5090B81113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3713504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7" name="Logo 6">
            <a:extLst>
              <a:ext uri="{FF2B5EF4-FFF2-40B4-BE49-F238E27FC236}">
                <a16:creationId xmlns:a16="http://schemas.microsoft.com/office/drawing/2014/main" id="{F6B1D749-1D39-104F-8385-BF1C1C67C682}"/>
              </a:ext>
            </a:extLst>
          </p:cNvPr>
          <p:cNvSpPr>
            <a:spLocks noGrp="1" noChangeAspect="1"/>
          </p:cNvSpPr>
          <p:nvPr>
            <p:ph type="pic" sz="quarter" idx="72" hasCustomPrompt="1"/>
          </p:nvPr>
        </p:nvSpPr>
        <p:spPr>
          <a:xfrm>
            <a:off x="11337956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3" name="Logo 5">
            <a:extLst>
              <a:ext uri="{FF2B5EF4-FFF2-40B4-BE49-F238E27FC236}">
                <a16:creationId xmlns:a16="http://schemas.microsoft.com/office/drawing/2014/main" id="{77BBD705-D6ED-4A4B-9158-2301211CA9F3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2084771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3" name="Logo 4">
            <a:extLst>
              <a:ext uri="{FF2B5EF4-FFF2-40B4-BE49-F238E27FC236}">
                <a16:creationId xmlns:a16="http://schemas.microsoft.com/office/drawing/2014/main" id="{EC150C69-32C0-0448-9444-220674283AF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1847027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2" name="Logo 3">
            <a:extLst>
              <a:ext uri="{FF2B5EF4-FFF2-40B4-BE49-F238E27FC236}">
                <a16:creationId xmlns:a16="http://schemas.microsoft.com/office/drawing/2014/main" id="{486CC6F0-6F3B-114B-9023-0942BF5C2FCC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609283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4" name="Logo 2">
            <a:extLst>
              <a:ext uri="{FF2B5EF4-FFF2-40B4-BE49-F238E27FC236}">
                <a16:creationId xmlns:a16="http://schemas.microsoft.com/office/drawing/2014/main" id="{BE00895A-BA3C-6541-B0A5-3D929B322A19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371539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5" name="Logo 1">
            <a:extLst>
              <a:ext uri="{FF2B5EF4-FFF2-40B4-BE49-F238E27FC236}">
                <a16:creationId xmlns:a16="http://schemas.microsoft.com/office/drawing/2014/main" id="{922D5804-503A-4B4B-8851-668397C5BAE6}"/>
              </a:ext>
            </a:extLst>
          </p:cNvPr>
          <p:cNvSpPr>
            <a:spLocks noGrp="1" noChangeAspect="1"/>
          </p:cNvSpPr>
          <p:nvPr>
            <p:ph type="pic" sz="quarter" idx="67" hasCustomPrompt="1"/>
          </p:nvPr>
        </p:nvSpPr>
        <p:spPr>
          <a:xfrm>
            <a:off x="1133795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292342266"/>
              </p:ext>
            </p:extLst>
          </p:nvPr>
        </p:nvGraphicFramePr>
        <p:xfrm>
          <a:off x="11109356" y="1796118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Section">
            <a:extLst>
              <a:ext uri="{FF2B5EF4-FFF2-40B4-BE49-F238E27FC236}">
                <a16:creationId xmlns:a16="http://schemas.microsoft.com/office/drawing/2014/main" id="{80416621-E7D7-2572-FF21-F6481D34B4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3B0DAA-F72B-6317-7A31-BBE025BCFA0F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49BEF06-7CA1-1DDB-CB12-9CECC08A437F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587B6E2-9516-6419-AC5D-5E8C7765B14B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FB4BF2C-2810-E945-D347-E17F69D27A86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F19B89-9784-061A-4CCE-FB3BDC43F3B8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7D6677C0-F9C5-AEBE-836F-40BDEC639AA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27BE484F-4066-8AA4-DB1C-2BCD14BA4DD3}"/>
              </a:ext>
            </a:extLst>
          </p:cNvPr>
          <p:cNvSpPr>
            <a:spLocks noGrp="1"/>
          </p:cNvSpPr>
          <p:nvPr>
            <p:ph type="ftr" sz="quarter" idx="89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E9780DE0-95B6-8EE8-B194-1EF0B5EEAB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Summary">
            <a:extLst>
              <a:ext uri="{FF2B5EF4-FFF2-40B4-BE49-F238E27FC236}">
                <a16:creationId xmlns:a16="http://schemas.microsoft.com/office/drawing/2014/main" id="{AC231A2D-C27C-875D-582C-C82720527C1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1378C5DE-3E5B-C9C3-26B9-CBAEA0521F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1786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FFA100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28" name="Orange Circle - Hyperlinked">
            <a:extLst>
              <a:ext uri="{FF2B5EF4-FFF2-40B4-BE49-F238E27FC236}">
                <a16:creationId xmlns:a16="http://schemas.microsoft.com/office/drawing/2014/main" id="{13143D70-DF02-316E-96E9-C53A13B7196D}"/>
              </a:ext>
            </a:extLst>
          </p:cNvPr>
          <p:cNvSpPr/>
          <p:nvPr userDrawn="1"/>
        </p:nvSpPr>
        <p:spPr>
          <a:xfrm>
            <a:off x="23109354" y="287077"/>
            <a:ext cx="198340" cy="198340"/>
          </a:xfrm>
          <a:prstGeom prst="ellipse">
            <a:avLst/>
          </a:prstGeom>
          <a:solidFill>
            <a:srgbClr val="FFA10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2112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3" name="Red Circle - Hyperlinked">
            <a:extLst>
              <a:ext uri="{FF2B5EF4-FFF2-40B4-BE49-F238E27FC236}">
                <a16:creationId xmlns:a16="http://schemas.microsoft.com/office/drawing/2014/main" id="{C114B3DA-2926-7C9E-AE0F-31B6F5FB1981}"/>
              </a:ext>
            </a:extLst>
          </p:cNvPr>
          <p:cNvSpPr/>
          <p:nvPr userDrawn="1"/>
        </p:nvSpPr>
        <p:spPr>
          <a:xfrm>
            <a:off x="23373177" y="287077"/>
            <a:ext cx="198340" cy="198340"/>
          </a:xfrm>
          <a:prstGeom prst="ellipse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chemeClr val="accent4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52896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00B478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28" name="Green Circle - Hyperlinked">
            <a:extLst>
              <a:ext uri="{FF2B5EF4-FFF2-40B4-BE49-F238E27FC236}">
                <a16:creationId xmlns:a16="http://schemas.microsoft.com/office/drawing/2014/main" id="{13143D70-DF02-316E-96E9-C53A13B7196D}"/>
              </a:ext>
            </a:extLst>
          </p:cNvPr>
          <p:cNvSpPr/>
          <p:nvPr userDrawn="1"/>
        </p:nvSpPr>
        <p:spPr>
          <a:xfrm>
            <a:off x="23638517" y="287077"/>
            <a:ext cx="198340" cy="198340"/>
          </a:xfrm>
          <a:prstGeom prst="ellipse">
            <a:avLst/>
          </a:prstGeom>
          <a:solidFill>
            <a:srgbClr val="00B478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2356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-Client Examp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a white border  Description automatically generated with medium confidence">
            <a:extLst>
              <a:ext uri="{FF2B5EF4-FFF2-40B4-BE49-F238E27FC236}">
                <a16:creationId xmlns:a16="http://schemas.microsoft.com/office/drawing/2014/main" id="{C042CE2D-FB51-5F81-E019-2FAFAA3194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4381557" cy="13713236"/>
          </a:xfrm>
          <a:prstGeom prst="rect">
            <a:avLst/>
          </a:prstGeom>
        </p:spPr>
      </p:pic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7FF34-0328-ED19-7CD8-5ED04F22EE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7A928B1-FB75-7349-85E2-F74B9C2E7596}" type="datetime4">
              <a:rPr lang="en-US" smtClean="0"/>
              <a:t>July 21,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62953-87D5-8A69-9C97-90ADC3C758F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A53420-1991-4197-C574-F3FF882E64F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4EE515B4-CFBD-F516-FF1A-91DCB5C129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AC6BB4-6EF3-AAE5-50A4-86008FCABCD7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accent1">
              <a:lumMod val="60000"/>
              <a:lumOff val="40000"/>
              <a:alpha val="25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ED9487A-FE2B-3FF1-60E0-20E5FFB12551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60850FB-1AE1-DF80-1B52-FE6243A3F603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5D5DB55-658D-D59F-A61F-2CCCAFEBEC64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3FE77E1-9002-0360-2487-6AC8152BA86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48476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00B478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20900" indent="0"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Green Circle - Hyperlinked">
            <a:extLst>
              <a:ext uri="{FF2B5EF4-FFF2-40B4-BE49-F238E27FC236}">
                <a16:creationId xmlns:a16="http://schemas.microsoft.com/office/drawing/2014/main" id="{9DF2C76B-CE66-B224-E75B-51BFAEAB05CC}"/>
              </a:ext>
            </a:extLst>
          </p:cNvPr>
          <p:cNvSpPr/>
          <p:nvPr userDrawn="1"/>
        </p:nvSpPr>
        <p:spPr>
          <a:xfrm>
            <a:off x="23638517" y="287077"/>
            <a:ext cx="198340" cy="198340"/>
          </a:xfrm>
          <a:prstGeom prst="ellipse">
            <a:avLst/>
          </a:prstGeom>
          <a:solidFill>
            <a:srgbClr val="00B478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77291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6400">
                <a:latin typeface="Figtree ExtraBold" pitchFamily="2" charset="0"/>
              </a:defRPr>
            </a:lvl1pPr>
          </a:lstStyle>
          <a:p>
            <a:r>
              <a:rPr lang="en-US"/>
              <a:t>Title (Title Caps, 64 Pt Bold)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0" y="228600"/>
            <a:ext cx="1481667" cy="319401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B0FAD6F1-36ED-1C0D-6DD9-C2D7A88E31EC}"/>
              </a:ext>
            </a:extLst>
          </p:cNvPr>
          <p:cNvSpPr txBox="1">
            <a:spLocks/>
          </p:cNvSpPr>
          <p:nvPr userDrawn="1"/>
        </p:nvSpPr>
        <p:spPr>
          <a:xfrm>
            <a:off x="23244174" y="13441680"/>
            <a:ext cx="1143001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defPPr>
              <a:defRPr lang="en-US"/>
            </a:defPPr>
            <a:lvl1pPr marL="0" algn="r" defTabSz="457131" rtl="0" eaLnBrk="1" latinLnBrk="0" hangingPunct="1">
              <a:defRPr sz="1400" b="1" kern="1200">
                <a:solidFill>
                  <a:schemeClr val="accent2"/>
                </a:solidFill>
                <a:latin typeface="TTNormsPro-DemiBold" panose="02000703030000020004" pitchFamily="50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C2327-6B8B-47BD-B581-B21CDA88CCF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B81C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pPr marL="0" marR="0" lvl="0" indent="0" algn="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B81C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1895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DBC6C-54E2-FB78-5775-BCE450DA41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15E51-0C81-3478-AF41-4720B7048C3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8AECB-337E-B21F-B0FA-13E9F2A401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914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6BBA77-BC96-FDEE-0E53-AB7D627ABF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BEE64100-429B-FB4A-B45A-2DD55333A1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0" y="11612880"/>
            <a:ext cx="24387175" cy="548640"/>
          </a:xfrm>
          <a:prstGeom prst="rect">
            <a:avLst/>
          </a:prstGeom>
        </p:spPr>
        <p:txBody>
          <a:bodyPr lIns="1463040" tIns="45720" anchor="t">
            <a:normAutofit/>
          </a:bodyPr>
          <a:lstStyle>
            <a:lvl1pPr marL="23812" indent="0">
              <a:spcBef>
                <a:spcPts val="0"/>
              </a:spcBef>
              <a:buNone/>
              <a:tabLst/>
              <a:defRPr sz="3300"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Subtitle (Title Caps, 33 pt light)</a:t>
            </a:r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BBAFF28C-3D3A-C94B-B112-4D26EB915D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16200000">
            <a:off x="21731584" y="11379647"/>
            <a:ext cx="1645920" cy="365760"/>
          </a:xfrm>
          <a:prstGeom prst="rect">
            <a:avLst/>
          </a:prstGeom>
          <a:ln w="38100">
            <a:noFill/>
          </a:ln>
        </p:spPr>
        <p:txBody>
          <a:bodyPr wrap="none" lIns="0" tIns="73152" rIns="0" bIns="0" anchor="ctr" anchorCtr="0">
            <a:noAutofit/>
          </a:bodyPr>
          <a:lstStyle>
            <a:lvl1pPr marL="0" indent="0" algn="r">
              <a:buNone/>
              <a:defRPr sz="1800" b="0" i="0" cap="all" spc="200" baseline="0">
                <a:solidFill>
                  <a:schemeClr val="bg1"/>
                </a:solidFill>
                <a:latin typeface="Figtree" pitchFamily="2" charset="0"/>
              </a:defRPr>
            </a:lvl1pPr>
            <a:lvl2pPr marL="914081" indent="0">
              <a:buNone/>
              <a:defRPr b="1" i="0">
                <a:latin typeface="TT Norms Pro" panose="02000503030000020003" pitchFamily="2" charset="0"/>
              </a:defRPr>
            </a:lvl2pPr>
            <a:lvl3pPr marL="1828158" indent="0">
              <a:buNone/>
              <a:defRPr b="1" i="0">
                <a:latin typeface="TT Norms Pro" panose="02000503030000020003" pitchFamily="2" charset="0"/>
              </a:defRPr>
            </a:lvl3pPr>
            <a:lvl4pPr marL="2742239" indent="0">
              <a:buNone/>
              <a:defRPr b="1" i="0">
                <a:latin typeface="TT Norms Pro" panose="02000503030000020003" pitchFamily="2" charset="0"/>
              </a:defRPr>
            </a:lvl4pPr>
            <a:lvl5pPr marL="3656318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7" name="Month Year">
            <a:extLst>
              <a:ext uri="{FF2B5EF4-FFF2-40B4-BE49-F238E27FC236}">
                <a16:creationId xmlns:a16="http://schemas.microsoft.com/office/drawing/2014/main" id="{28A10892-A5DE-C6B2-7623-912FFE6EA7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22188784" y="10085841"/>
            <a:ext cx="731520" cy="365760"/>
          </a:xfrm>
          <a:prstGeom prst="rect">
            <a:avLst/>
          </a:prstGeom>
          <a:ln w="38100">
            <a:noFill/>
          </a:ln>
        </p:spPr>
        <p:txBody>
          <a:bodyPr wrap="none" lIns="0" tIns="73152" rIns="0" bIns="0" anchor="ctr" anchorCtr="0">
            <a:noAutofit/>
          </a:bodyPr>
          <a:lstStyle>
            <a:lvl1pPr marL="0" indent="0" algn="l">
              <a:buNone/>
              <a:defRPr sz="1800" b="1" i="0" cap="all" spc="200" baseline="0">
                <a:solidFill>
                  <a:schemeClr val="bg1"/>
                </a:solidFill>
                <a:latin typeface="Figtree" pitchFamily="2" charset="0"/>
              </a:defRPr>
            </a:lvl1pPr>
            <a:lvl2pPr marL="914081" indent="0">
              <a:buNone/>
              <a:defRPr b="1" i="0">
                <a:latin typeface="TT Norms Pro" panose="02000503030000020003" pitchFamily="2" charset="0"/>
              </a:defRPr>
            </a:lvl2pPr>
            <a:lvl3pPr marL="1828158" indent="0">
              <a:buNone/>
              <a:defRPr b="1" i="0">
                <a:latin typeface="TT Norms Pro" panose="02000503030000020003" pitchFamily="2" charset="0"/>
              </a:defRPr>
            </a:lvl3pPr>
            <a:lvl4pPr marL="2742239" indent="0">
              <a:buNone/>
              <a:defRPr b="1" i="0">
                <a:latin typeface="TT Norms Pro" panose="02000503030000020003" pitchFamily="2" charset="0"/>
              </a:defRPr>
            </a:lvl4pPr>
            <a:lvl5pPr marL="3656318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2779B974-24DE-B930-2002-9EA2CD551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9875520"/>
            <a:ext cx="24387048" cy="1554480"/>
          </a:xfrm>
        </p:spPr>
        <p:txBody>
          <a:bodyPr lIns="1371600" tIns="0" rIns="914400" anchor="t" anchorCtr="0">
            <a:noAutofit/>
          </a:bodyPr>
          <a:lstStyle>
            <a:lvl1pPr marL="0" indent="0">
              <a:lnSpc>
                <a:spcPct val="75000"/>
              </a:lnSpc>
              <a:defRPr sz="14600" b="0" spc="-400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(146, Extra Bold)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BE93E0-147D-F42C-A2D7-BD575B193521}"/>
              </a:ext>
            </a:extLst>
          </p:cNvPr>
          <p:cNvGrpSpPr/>
          <p:nvPr userDrawn="1"/>
        </p:nvGrpSpPr>
        <p:grpSpPr>
          <a:xfrm>
            <a:off x="1454237" y="1557795"/>
            <a:ext cx="4361947" cy="943191"/>
            <a:chOff x="1956009" y="1861490"/>
            <a:chExt cx="2722973" cy="58879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4CA39D9-49A4-71AB-AC9E-319B5A093879}"/>
                </a:ext>
              </a:extLst>
            </p:cNvPr>
            <p:cNvGrpSpPr/>
            <p:nvPr/>
          </p:nvGrpSpPr>
          <p:grpSpPr>
            <a:xfrm>
              <a:off x="1956009" y="1861490"/>
              <a:ext cx="582096" cy="588793"/>
              <a:chOff x="1956009" y="1861490"/>
              <a:chExt cx="582096" cy="588793"/>
            </a:xfrm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F1C73923-5DBF-419C-ADB2-E49C6110161E}"/>
                  </a:ext>
                </a:extLst>
              </p:cNvPr>
              <p:cNvSpPr/>
              <p:nvPr/>
            </p:nvSpPr>
            <p:spPr>
              <a:xfrm>
                <a:off x="1956009" y="2044923"/>
                <a:ext cx="146747" cy="146747"/>
              </a:xfrm>
              <a:custGeom>
                <a:avLst/>
                <a:gdLst>
                  <a:gd name="connsiteX0" fmla="*/ 146747 w 146747"/>
                  <a:gd name="connsiteY0" fmla="*/ 73374 h 146747"/>
                  <a:gd name="connsiteX1" fmla="*/ 73374 w 146747"/>
                  <a:gd name="connsiteY1" fmla="*/ 146747 h 146747"/>
                  <a:gd name="connsiteX2" fmla="*/ 0 w 146747"/>
                  <a:gd name="connsiteY2" fmla="*/ 73374 h 146747"/>
                  <a:gd name="connsiteX3" fmla="*/ 73374 w 146747"/>
                  <a:gd name="connsiteY3" fmla="*/ 0 h 146747"/>
                  <a:gd name="connsiteX4" fmla="*/ 146747 w 146747"/>
                  <a:gd name="connsiteY4" fmla="*/ 73374 h 146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747" h="146747">
                    <a:moveTo>
                      <a:pt x="146747" y="73374"/>
                    </a:moveTo>
                    <a:cubicBezTo>
                      <a:pt x="146747" y="113897"/>
                      <a:pt x="113897" y="146747"/>
                      <a:pt x="73374" y="146747"/>
                    </a:cubicBezTo>
                    <a:cubicBezTo>
                      <a:pt x="32850" y="146747"/>
                      <a:pt x="0" y="113897"/>
                      <a:pt x="0" y="73374"/>
                    </a:cubicBezTo>
                    <a:cubicBezTo>
                      <a:pt x="0" y="32850"/>
                      <a:pt x="32850" y="0"/>
                      <a:pt x="73374" y="0"/>
                    </a:cubicBezTo>
                    <a:cubicBezTo>
                      <a:pt x="113897" y="0"/>
                      <a:pt x="146747" y="32850"/>
                      <a:pt x="146747" y="73374"/>
                    </a:cubicBez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06052A12-225C-F551-D63F-D2F526AA9843}"/>
                  </a:ext>
                </a:extLst>
              </p:cNvPr>
              <p:cNvSpPr/>
              <p:nvPr/>
            </p:nvSpPr>
            <p:spPr>
              <a:xfrm>
                <a:off x="1989434" y="1861490"/>
                <a:ext cx="548671" cy="588793"/>
              </a:xfrm>
              <a:custGeom>
                <a:avLst/>
                <a:gdLst>
                  <a:gd name="connsiteX0" fmla="*/ 484265 w 548671"/>
                  <a:gd name="connsiteY0" fmla="*/ 75819 h 588793"/>
                  <a:gd name="connsiteX1" fmla="*/ 489972 w 548671"/>
                  <a:gd name="connsiteY1" fmla="*/ 92125 h 588793"/>
                  <a:gd name="connsiteX2" fmla="*/ 548671 w 548671"/>
                  <a:gd name="connsiteY2" fmla="*/ 0 h 588793"/>
                  <a:gd name="connsiteX3" fmla="*/ 450840 w 548671"/>
                  <a:gd name="connsiteY3" fmla="*/ 52177 h 588793"/>
                  <a:gd name="connsiteX4" fmla="*/ 466330 w 548671"/>
                  <a:gd name="connsiteY4" fmla="*/ 57884 h 588793"/>
                  <a:gd name="connsiteX5" fmla="*/ 516061 w 548671"/>
                  <a:gd name="connsiteY5" fmla="*/ 30165 h 588793"/>
                  <a:gd name="connsiteX6" fmla="*/ 0 w 548671"/>
                  <a:gd name="connsiteY6" fmla="*/ 440241 h 588793"/>
                  <a:gd name="connsiteX7" fmla="*/ 388880 w 548671"/>
                  <a:gd name="connsiteY7" fmla="*/ 553562 h 588793"/>
                  <a:gd name="connsiteX8" fmla="*/ 502201 w 548671"/>
                  <a:gd name="connsiteY8" fmla="*/ 165498 h 588793"/>
                  <a:gd name="connsiteX9" fmla="*/ 456547 w 548671"/>
                  <a:gd name="connsiteY9" fmla="*/ 103538 h 588793"/>
                  <a:gd name="connsiteX10" fmla="*/ 484265 w 548671"/>
                  <a:gd name="connsiteY10" fmla="*/ 75819 h 588793"/>
                  <a:gd name="connsiteX11" fmla="*/ 472852 w 548671"/>
                  <a:gd name="connsiteY11" fmla="*/ 441872 h 588793"/>
                  <a:gd name="connsiteX12" fmla="*/ 317952 w 548671"/>
                  <a:gd name="connsiteY12" fmla="*/ 516060 h 588793"/>
                  <a:gd name="connsiteX13" fmla="*/ 236426 w 548671"/>
                  <a:gd name="connsiteY13" fmla="*/ 401924 h 588793"/>
                  <a:gd name="connsiteX14" fmla="*/ 406000 w 548671"/>
                  <a:gd name="connsiteY14" fmla="*/ 152454 h 588793"/>
                  <a:gd name="connsiteX15" fmla="*/ 472852 w 548671"/>
                  <a:gd name="connsiteY15" fmla="*/ 441872 h 588793"/>
                  <a:gd name="connsiteX16" fmla="*/ 472852 w 548671"/>
                  <a:gd name="connsiteY16" fmla="*/ 441872 h 588793"/>
                  <a:gd name="connsiteX17" fmla="*/ 472852 w 548671"/>
                  <a:gd name="connsiteY17" fmla="*/ 441872 h 588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671" h="588793">
                    <a:moveTo>
                      <a:pt x="484265" y="75819"/>
                    </a:moveTo>
                    <a:lnTo>
                      <a:pt x="489972" y="92125"/>
                    </a:lnTo>
                    <a:lnTo>
                      <a:pt x="548671" y="0"/>
                    </a:lnTo>
                    <a:lnTo>
                      <a:pt x="450840" y="52177"/>
                    </a:lnTo>
                    <a:lnTo>
                      <a:pt x="466330" y="57884"/>
                    </a:lnTo>
                    <a:lnTo>
                      <a:pt x="516061" y="30165"/>
                    </a:lnTo>
                    <a:lnTo>
                      <a:pt x="0" y="440241"/>
                    </a:lnTo>
                    <a:cubicBezTo>
                      <a:pt x="75819" y="578835"/>
                      <a:pt x="250285" y="629382"/>
                      <a:pt x="388880" y="553562"/>
                    </a:cubicBezTo>
                    <a:cubicBezTo>
                      <a:pt x="527474" y="477743"/>
                      <a:pt x="578021" y="304092"/>
                      <a:pt x="502201" y="165498"/>
                    </a:cubicBezTo>
                    <a:cubicBezTo>
                      <a:pt x="489972" y="142671"/>
                      <a:pt x="474482" y="121474"/>
                      <a:pt x="456547" y="103538"/>
                    </a:cubicBezTo>
                    <a:cubicBezTo>
                      <a:pt x="466330" y="92940"/>
                      <a:pt x="476113" y="83972"/>
                      <a:pt x="484265" y="75819"/>
                    </a:cubicBezTo>
                    <a:close/>
                    <a:moveTo>
                      <a:pt x="472852" y="441872"/>
                    </a:moveTo>
                    <a:cubicBezTo>
                      <a:pt x="450840" y="505462"/>
                      <a:pt x="381542" y="538888"/>
                      <a:pt x="317952" y="516060"/>
                    </a:cubicBezTo>
                    <a:cubicBezTo>
                      <a:pt x="269036" y="498940"/>
                      <a:pt x="236426" y="453285"/>
                      <a:pt x="236426" y="401924"/>
                    </a:cubicBezTo>
                    <a:cubicBezTo>
                      <a:pt x="236426" y="335072"/>
                      <a:pt x="282896" y="259253"/>
                      <a:pt x="406000" y="152454"/>
                    </a:cubicBezTo>
                    <a:cubicBezTo>
                      <a:pt x="406000" y="152454"/>
                      <a:pt x="530735" y="269036"/>
                      <a:pt x="472852" y="441872"/>
                    </a:cubicBezTo>
                    <a:lnTo>
                      <a:pt x="472852" y="441872"/>
                    </a:lnTo>
                    <a:lnTo>
                      <a:pt x="472852" y="441872"/>
                    </a:ln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75967987-2688-52A0-64B7-9AED8542664D}"/>
                  </a:ext>
                </a:extLst>
              </p:cNvPr>
              <p:cNvSpPr/>
              <p:nvPr/>
            </p:nvSpPr>
            <p:spPr>
              <a:xfrm>
                <a:off x="2013892" y="1878149"/>
                <a:ext cx="406000" cy="109705"/>
              </a:xfrm>
              <a:custGeom>
                <a:avLst/>
                <a:gdLst>
                  <a:gd name="connsiteX0" fmla="*/ 344040 w 406000"/>
                  <a:gd name="connsiteY0" fmla="*/ 102369 h 109705"/>
                  <a:gd name="connsiteX1" fmla="*/ 406000 w 406000"/>
                  <a:gd name="connsiteY1" fmla="*/ 63236 h 109705"/>
                  <a:gd name="connsiteX2" fmla="*/ 3261 w 406000"/>
                  <a:gd name="connsiteY2" fmla="*/ 105630 h 109705"/>
                  <a:gd name="connsiteX3" fmla="*/ 0 w 406000"/>
                  <a:gd name="connsiteY3" fmla="*/ 109706 h 109705"/>
                  <a:gd name="connsiteX4" fmla="*/ 344040 w 406000"/>
                  <a:gd name="connsiteY4" fmla="*/ 102369 h 109705"/>
                  <a:gd name="connsiteX5" fmla="*/ 344040 w 406000"/>
                  <a:gd name="connsiteY5" fmla="*/ 102369 h 10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000" h="109705">
                    <a:moveTo>
                      <a:pt x="344040" y="102369"/>
                    </a:moveTo>
                    <a:lnTo>
                      <a:pt x="406000" y="63236"/>
                    </a:lnTo>
                    <a:cubicBezTo>
                      <a:pt x="282896" y="-35411"/>
                      <a:pt x="102723" y="-16660"/>
                      <a:pt x="3261" y="105630"/>
                    </a:cubicBezTo>
                    <a:cubicBezTo>
                      <a:pt x="2446" y="107260"/>
                      <a:pt x="815" y="108075"/>
                      <a:pt x="0" y="109706"/>
                    </a:cubicBezTo>
                    <a:cubicBezTo>
                      <a:pt x="100277" y="30626"/>
                      <a:pt x="240502" y="28180"/>
                      <a:pt x="344040" y="102369"/>
                    </a:cubicBezTo>
                    <a:lnTo>
                      <a:pt x="344040" y="102369"/>
                    </a:ln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FBDA944-055D-1E8A-98FE-1A1124317FB0}"/>
                </a:ext>
              </a:extLst>
            </p:cNvPr>
            <p:cNvGrpSpPr/>
            <p:nvPr/>
          </p:nvGrpSpPr>
          <p:grpSpPr>
            <a:xfrm>
              <a:off x="2713387" y="1976441"/>
              <a:ext cx="1965595" cy="429866"/>
              <a:chOff x="2713387" y="1976441"/>
              <a:chExt cx="1965595" cy="429866"/>
            </a:xfrm>
            <a:solidFill>
              <a:schemeClr val="bg1"/>
            </a:solidFill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CDA42038-B90F-6E55-FC34-0E527E55C374}"/>
                  </a:ext>
                </a:extLst>
              </p:cNvPr>
              <p:cNvSpPr/>
              <p:nvPr/>
            </p:nvSpPr>
            <p:spPr>
              <a:xfrm>
                <a:off x="3010957" y="2101816"/>
                <a:ext cx="166313" cy="199099"/>
              </a:xfrm>
              <a:custGeom>
                <a:avLst/>
                <a:gdLst>
                  <a:gd name="connsiteX0" fmla="*/ 0 w 166313"/>
                  <a:gd name="connsiteY0" fmla="*/ 5067 h 199099"/>
                  <a:gd name="connsiteX1" fmla="*/ 44839 w 166313"/>
                  <a:gd name="connsiteY1" fmla="*/ 5067 h 199099"/>
                  <a:gd name="connsiteX2" fmla="*/ 44839 w 166313"/>
                  <a:gd name="connsiteY2" fmla="*/ 23003 h 199099"/>
                  <a:gd name="connsiteX3" fmla="*/ 97016 w 166313"/>
                  <a:gd name="connsiteY3" fmla="*/ 176 h 199099"/>
                  <a:gd name="connsiteX4" fmla="*/ 154085 w 166313"/>
                  <a:gd name="connsiteY4" fmla="*/ 26264 h 199099"/>
                  <a:gd name="connsiteX5" fmla="*/ 166313 w 166313"/>
                  <a:gd name="connsiteY5" fmla="*/ 80071 h 199099"/>
                  <a:gd name="connsiteX6" fmla="*/ 166313 w 166313"/>
                  <a:gd name="connsiteY6" fmla="*/ 198284 h 199099"/>
                  <a:gd name="connsiteX7" fmla="*/ 121474 w 166313"/>
                  <a:gd name="connsiteY7" fmla="*/ 198284 h 199099"/>
                  <a:gd name="connsiteX8" fmla="*/ 121474 w 166313"/>
                  <a:gd name="connsiteY8" fmla="*/ 91485 h 199099"/>
                  <a:gd name="connsiteX9" fmla="*/ 86418 w 166313"/>
                  <a:gd name="connsiteY9" fmla="*/ 40939 h 199099"/>
                  <a:gd name="connsiteX10" fmla="*/ 45655 w 166313"/>
                  <a:gd name="connsiteY10" fmla="*/ 106160 h 199099"/>
                  <a:gd name="connsiteX11" fmla="*/ 45655 w 166313"/>
                  <a:gd name="connsiteY11" fmla="*/ 199100 h 199099"/>
                  <a:gd name="connsiteX12" fmla="*/ 815 w 166313"/>
                  <a:gd name="connsiteY12" fmla="*/ 199100 h 199099"/>
                  <a:gd name="connsiteX13" fmla="*/ 0 w 166313"/>
                  <a:gd name="connsiteY13" fmla="*/ 5067 h 199099"/>
                  <a:gd name="connsiteX14" fmla="*/ 0 w 166313"/>
                  <a:gd name="connsiteY14" fmla="*/ 5067 h 19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313" h="199099">
                    <a:moveTo>
                      <a:pt x="0" y="5067"/>
                    </a:moveTo>
                    <a:lnTo>
                      <a:pt x="44839" y="5067"/>
                    </a:lnTo>
                    <a:lnTo>
                      <a:pt x="44839" y="23003"/>
                    </a:lnTo>
                    <a:cubicBezTo>
                      <a:pt x="57884" y="7513"/>
                      <a:pt x="77450" y="-639"/>
                      <a:pt x="97016" y="176"/>
                    </a:cubicBezTo>
                    <a:cubicBezTo>
                      <a:pt x="119028" y="-1455"/>
                      <a:pt x="141040" y="8329"/>
                      <a:pt x="154085" y="26264"/>
                    </a:cubicBezTo>
                    <a:cubicBezTo>
                      <a:pt x="161422" y="36863"/>
                      <a:pt x="166313" y="49907"/>
                      <a:pt x="166313" y="80071"/>
                    </a:cubicBezTo>
                    <a:lnTo>
                      <a:pt x="166313" y="198284"/>
                    </a:lnTo>
                    <a:lnTo>
                      <a:pt x="121474" y="198284"/>
                    </a:lnTo>
                    <a:lnTo>
                      <a:pt x="121474" y="91485"/>
                    </a:lnTo>
                    <a:cubicBezTo>
                      <a:pt x="121474" y="42569"/>
                      <a:pt x="102723" y="40939"/>
                      <a:pt x="86418" y="40939"/>
                    </a:cubicBezTo>
                    <a:cubicBezTo>
                      <a:pt x="66036" y="40939"/>
                      <a:pt x="45655" y="43385"/>
                      <a:pt x="45655" y="106160"/>
                    </a:cubicBezTo>
                    <a:lnTo>
                      <a:pt x="45655" y="199100"/>
                    </a:lnTo>
                    <a:lnTo>
                      <a:pt x="815" y="199100"/>
                    </a:lnTo>
                    <a:lnTo>
                      <a:pt x="0" y="5067"/>
                    </a:lnTo>
                    <a:lnTo>
                      <a:pt x="0" y="5067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12D66DD8-A588-FA5B-4421-7477AE3610CE}"/>
                  </a:ext>
                </a:extLst>
              </p:cNvPr>
              <p:cNvSpPr/>
              <p:nvPr/>
            </p:nvSpPr>
            <p:spPr>
              <a:xfrm>
                <a:off x="3222063" y="2101129"/>
                <a:ext cx="196525" cy="305178"/>
              </a:xfrm>
              <a:custGeom>
                <a:avLst/>
                <a:gdLst>
                  <a:gd name="connsiteX0" fmla="*/ 151686 w 196525"/>
                  <a:gd name="connsiteY0" fmla="*/ 5754 h 305178"/>
                  <a:gd name="connsiteX1" fmla="*/ 196525 w 196525"/>
                  <a:gd name="connsiteY1" fmla="*/ 5754 h 305178"/>
                  <a:gd name="connsiteX2" fmla="*/ 196525 w 196525"/>
                  <a:gd name="connsiteY2" fmla="*/ 184296 h 305178"/>
                  <a:gd name="connsiteX3" fmla="*/ 164730 w 196525"/>
                  <a:gd name="connsiteY3" fmla="*/ 284573 h 305178"/>
                  <a:gd name="connsiteX4" fmla="*/ 100324 w 196525"/>
                  <a:gd name="connsiteY4" fmla="*/ 304955 h 305178"/>
                  <a:gd name="connsiteX5" fmla="*/ 36734 w 196525"/>
                  <a:gd name="connsiteY5" fmla="*/ 281312 h 305178"/>
                  <a:gd name="connsiteX6" fmla="*/ 8200 w 196525"/>
                  <a:gd name="connsiteY6" fmla="*/ 220983 h 305178"/>
                  <a:gd name="connsiteX7" fmla="*/ 52224 w 196525"/>
                  <a:gd name="connsiteY7" fmla="*/ 220983 h 305178"/>
                  <a:gd name="connsiteX8" fmla="*/ 66899 w 196525"/>
                  <a:gd name="connsiteY8" fmla="*/ 251148 h 305178"/>
                  <a:gd name="connsiteX9" fmla="*/ 101955 w 196525"/>
                  <a:gd name="connsiteY9" fmla="*/ 264192 h 305178"/>
                  <a:gd name="connsiteX10" fmla="*/ 137011 w 196525"/>
                  <a:gd name="connsiteY10" fmla="*/ 251148 h 305178"/>
                  <a:gd name="connsiteX11" fmla="*/ 151686 w 196525"/>
                  <a:gd name="connsiteY11" fmla="*/ 202232 h 305178"/>
                  <a:gd name="connsiteX12" fmla="*/ 151686 w 196525"/>
                  <a:gd name="connsiteY12" fmla="*/ 176959 h 305178"/>
                  <a:gd name="connsiteX13" fmla="*/ 92987 w 196525"/>
                  <a:gd name="connsiteY13" fmla="*/ 204678 h 305178"/>
                  <a:gd name="connsiteX14" fmla="*/ 29396 w 196525"/>
                  <a:gd name="connsiteY14" fmla="*/ 178589 h 305178"/>
                  <a:gd name="connsiteX15" fmla="*/ 47 w 196525"/>
                  <a:gd name="connsiteY15" fmla="*/ 101955 h 305178"/>
                  <a:gd name="connsiteX16" fmla="*/ 28581 w 196525"/>
                  <a:gd name="connsiteY16" fmla="*/ 26951 h 305178"/>
                  <a:gd name="connsiteX17" fmla="*/ 94617 w 196525"/>
                  <a:gd name="connsiteY17" fmla="*/ 47 h 305178"/>
                  <a:gd name="connsiteX18" fmla="*/ 152501 w 196525"/>
                  <a:gd name="connsiteY18" fmla="*/ 26136 h 305178"/>
                  <a:gd name="connsiteX19" fmla="*/ 151686 w 196525"/>
                  <a:gd name="connsiteY19" fmla="*/ 5754 h 305178"/>
                  <a:gd name="connsiteX20" fmla="*/ 151686 w 196525"/>
                  <a:gd name="connsiteY20" fmla="*/ 5754 h 305178"/>
                  <a:gd name="connsiteX21" fmla="*/ 65268 w 196525"/>
                  <a:gd name="connsiteY21" fmla="*/ 54670 h 305178"/>
                  <a:gd name="connsiteX22" fmla="*/ 45702 w 196525"/>
                  <a:gd name="connsiteY22" fmla="*/ 103585 h 305178"/>
                  <a:gd name="connsiteX23" fmla="*/ 65268 w 196525"/>
                  <a:gd name="connsiteY23" fmla="*/ 152501 h 305178"/>
                  <a:gd name="connsiteX24" fmla="*/ 99509 w 196525"/>
                  <a:gd name="connsiteY24" fmla="*/ 165545 h 305178"/>
                  <a:gd name="connsiteX25" fmla="*/ 137011 w 196525"/>
                  <a:gd name="connsiteY25" fmla="*/ 150055 h 305178"/>
                  <a:gd name="connsiteX26" fmla="*/ 154132 w 196525"/>
                  <a:gd name="connsiteY26" fmla="*/ 104401 h 305178"/>
                  <a:gd name="connsiteX27" fmla="*/ 136196 w 196525"/>
                  <a:gd name="connsiteY27" fmla="*/ 55485 h 305178"/>
                  <a:gd name="connsiteX28" fmla="*/ 100324 w 196525"/>
                  <a:gd name="connsiteY28" fmla="*/ 41626 h 305178"/>
                  <a:gd name="connsiteX29" fmla="*/ 65268 w 196525"/>
                  <a:gd name="connsiteY29" fmla="*/ 54670 h 305178"/>
                  <a:gd name="connsiteX30" fmla="*/ 65268 w 196525"/>
                  <a:gd name="connsiteY30" fmla="*/ 54670 h 305178"/>
                  <a:gd name="connsiteX31" fmla="*/ 65268 w 196525"/>
                  <a:gd name="connsiteY31" fmla="*/ 54670 h 30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96525" h="305178">
                    <a:moveTo>
                      <a:pt x="151686" y="5754"/>
                    </a:moveTo>
                    <a:lnTo>
                      <a:pt x="196525" y="5754"/>
                    </a:lnTo>
                    <a:lnTo>
                      <a:pt x="196525" y="184296"/>
                    </a:lnTo>
                    <a:cubicBezTo>
                      <a:pt x="196525" y="229951"/>
                      <a:pt x="191634" y="262561"/>
                      <a:pt x="164730" y="284573"/>
                    </a:cubicBezTo>
                    <a:cubicBezTo>
                      <a:pt x="146794" y="299248"/>
                      <a:pt x="123967" y="306585"/>
                      <a:pt x="100324" y="304955"/>
                    </a:cubicBezTo>
                    <a:cubicBezTo>
                      <a:pt x="76682" y="305770"/>
                      <a:pt x="53854" y="297618"/>
                      <a:pt x="36734" y="281312"/>
                    </a:cubicBezTo>
                    <a:cubicBezTo>
                      <a:pt x="21244" y="265007"/>
                      <a:pt x="11461" y="243810"/>
                      <a:pt x="8200" y="220983"/>
                    </a:cubicBezTo>
                    <a:lnTo>
                      <a:pt x="52224" y="220983"/>
                    </a:lnTo>
                    <a:cubicBezTo>
                      <a:pt x="53854" y="232397"/>
                      <a:pt x="58746" y="242995"/>
                      <a:pt x="66899" y="251148"/>
                    </a:cubicBezTo>
                    <a:cubicBezTo>
                      <a:pt x="75866" y="260116"/>
                      <a:pt x="88911" y="265007"/>
                      <a:pt x="101955" y="264192"/>
                    </a:cubicBezTo>
                    <a:cubicBezTo>
                      <a:pt x="114999" y="265007"/>
                      <a:pt x="128043" y="260116"/>
                      <a:pt x="137011" y="251148"/>
                    </a:cubicBezTo>
                    <a:cubicBezTo>
                      <a:pt x="148425" y="237288"/>
                      <a:pt x="154132" y="220168"/>
                      <a:pt x="151686" y="202232"/>
                    </a:cubicBezTo>
                    <a:lnTo>
                      <a:pt x="151686" y="176959"/>
                    </a:lnTo>
                    <a:cubicBezTo>
                      <a:pt x="137826" y="194895"/>
                      <a:pt x="115814" y="205493"/>
                      <a:pt x="92987" y="204678"/>
                    </a:cubicBezTo>
                    <a:cubicBezTo>
                      <a:pt x="68529" y="205493"/>
                      <a:pt x="45702" y="196525"/>
                      <a:pt x="29396" y="178589"/>
                    </a:cubicBezTo>
                    <a:cubicBezTo>
                      <a:pt x="9830" y="157393"/>
                      <a:pt x="47" y="130489"/>
                      <a:pt x="47" y="101955"/>
                    </a:cubicBezTo>
                    <a:cubicBezTo>
                      <a:pt x="-768" y="74236"/>
                      <a:pt x="9015" y="47332"/>
                      <a:pt x="28581" y="26951"/>
                    </a:cubicBezTo>
                    <a:cubicBezTo>
                      <a:pt x="45702" y="9015"/>
                      <a:pt x="69344" y="-768"/>
                      <a:pt x="94617" y="47"/>
                    </a:cubicBezTo>
                    <a:cubicBezTo>
                      <a:pt x="116630" y="-768"/>
                      <a:pt x="137826" y="9015"/>
                      <a:pt x="152501" y="26136"/>
                    </a:cubicBezTo>
                    <a:lnTo>
                      <a:pt x="151686" y="5754"/>
                    </a:lnTo>
                    <a:lnTo>
                      <a:pt x="151686" y="5754"/>
                    </a:lnTo>
                    <a:close/>
                    <a:moveTo>
                      <a:pt x="65268" y="54670"/>
                    </a:moveTo>
                    <a:cubicBezTo>
                      <a:pt x="52224" y="67714"/>
                      <a:pt x="44886" y="85650"/>
                      <a:pt x="45702" y="103585"/>
                    </a:cubicBezTo>
                    <a:cubicBezTo>
                      <a:pt x="44886" y="121521"/>
                      <a:pt x="52224" y="139457"/>
                      <a:pt x="65268" y="152501"/>
                    </a:cubicBezTo>
                    <a:cubicBezTo>
                      <a:pt x="75051" y="160654"/>
                      <a:pt x="87280" y="165545"/>
                      <a:pt x="99509" y="165545"/>
                    </a:cubicBezTo>
                    <a:cubicBezTo>
                      <a:pt x="113368" y="166360"/>
                      <a:pt x="127228" y="160654"/>
                      <a:pt x="137011" y="150055"/>
                    </a:cubicBezTo>
                    <a:cubicBezTo>
                      <a:pt x="148425" y="137826"/>
                      <a:pt x="154132" y="121521"/>
                      <a:pt x="154132" y="104401"/>
                    </a:cubicBezTo>
                    <a:cubicBezTo>
                      <a:pt x="154947" y="86465"/>
                      <a:pt x="148425" y="68529"/>
                      <a:pt x="136196" y="55485"/>
                    </a:cubicBezTo>
                    <a:cubicBezTo>
                      <a:pt x="126413" y="45702"/>
                      <a:pt x="113368" y="40810"/>
                      <a:pt x="100324" y="41626"/>
                    </a:cubicBezTo>
                    <a:cubicBezTo>
                      <a:pt x="86465" y="40810"/>
                      <a:pt x="74236" y="45702"/>
                      <a:pt x="65268" y="54670"/>
                    </a:cubicBezTo>
                    <a:lnTo>
                      <a:pt x="65268" y="54670"/>
                    </a:lnTo>
                    <a:lnTo>
                      <a:pt x="65268" y="5467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79B15EC8-717D-B079-8D74-3A5041CEA0C1}"/>
                  </a:ext>
                </a:extLst>
              </p:cNvPr>
              <p:cNvSpPr/>
              <p:nvPr/>
            </p:nvSpPr>
            <p:spPr>
              <a:xfrm>
                <a:off x="3474015" y="2000899"/>
                <a:ext cx="44850" cy="300016"/>
              </a:xfrm>
              <a:custGeom>
                <a:avLst/>
                <a:gdLst>
                  <a:gd name="connsiteX0" fmla="*/ 44850 w 44850"/>
                  <a:gd name="connsiteY0" fmla="*/ 0 h 300016"/>
                  <a:gd name="connsiteX1" fmla="*/ 44850 w 44850"/>
                  <a:gd name="connsiteY1" fmla="*/ 300016 h 300016"/>
                  <a:gd name="connsiteX2" fmla="*/ 11 w 44850"/>
                  <a:gd name="connsiteY2" fmla="*/ 300016 h 300016"/>
                  <a:gd name="connsiteX3" fmla="*/ 11 w 44850"/>
                  <a:gd name="connsiteY3" fmla="*/ 35871 h 300016"/>
                  <a:gd name="connsiteX4" fmla="*/ 44850 w 44850"/>
                  <a:gd name="connsiteY4" fmla="*/ 0 h 3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50" h="300016">
                    <a:moveTo>
                      <a:pt x="44850" y="0"/>
                    </a:moveTo>
                    <a:lnTo>
                      <a:pt x="44850" y="300016"/>
                    </a:lnTo>
                    <a:lnTo>
                      <a:pt x="11" y="300016"/>
                    </a:lnTo>
                    <a:lnTo>
                      <a:pt x="11" y="35871"/>
                    </a:lnTo>
                    <a:cubicBezTo>
                      <a:pt x="-804" y="35871"/>
                      <a:pt x="44850" y="0"/>
                      <a:pt x="44850" y="0"/>
                    </a:cubicBez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06B02162-B60D-DEA1-129A-7215477A3B1B}"/>
                  </a:ext>
                </a:extLst>
              </p:cNvPr>
              <p:cNvSpPr/>
              <p:nvPr/>
            </p:nvSpPr>
            <p:spPr>
              <a:xfrm>
                <a:off x="4277059" y="2000899"/>
                <a:ext cx="44839" cy="61959"/>
              </a:xfrm>
              <a:custGeom>
                <a:avLst/>
                <a:gdLst>
                  <a:gd name="connsiteX0" fmla="*/ 44839 w 44839"/>
                  <a:gd name="connsiteY0" fmla="*/ 0 h 61959"/>
                  <a:gd name="connsiteX1" fmla="*/ 44839 w 44839"/>
                  <a:gd name="connsiteY1" fmla="*/ 61960 h 61959"/>
                  <a:gd name="connsiteX2" fmla="*/ 0 w 44839"/>
                  <a:gd name="connsiteY2" fmla="*/ 61960 h 61959"/>
                  <a:gd name="connsiteX3" fmla="*/ 0 w 44839"/>
                  <a:gd name="connsiteY3" fmla="*/ 35871 h 61959"/>
                  <a:gd name="connsiteX4" fmla="*/ 44839 w 44839"/>
                  <a:gd name="connsiteY4" fmla="*/ 0 h 6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39" h="61959">
                    <a:moveTo>
                      <a:pt x="44839" y="0"/>
                    </a:moveTo>
                    <a:lnTo>
                      <a:pt x="44839" y="61960"/>
                    </a:lnTo>
                    <a:lnTo>
                      <a:pt x="0" y="61960"/>
                    </a:lnTo>
                    <a:lnTo>
                      <a:pt x="0" y="35871"/>
                    </a:lnTo>
                    <a:lnTo>
                      <a:pt x="44839" y="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2F2E2115-95C6-F54E-3397-CD1B64766D6D}"/>
                  </a:ext>
                </a:extLst>
              </p:cNvPr>
              <p:cNvSpPr/>
              <p:nvPr/>
            </p:nvSpPr>
            <p:spPr>
              <a:xfrm>
                <a:off x="3563661" y="2101940"/>
                <a:ext cx="184481" cy="204870"/>
              </a:xfrm>
              <a:custGeom>
                <a:avLst/>
                <a:gdLst>
                  <a:gd name="connsiteX0" fmla="*/ 183478 w 184481"/>
                  <a:gd name="connsiteY0" fmla="*/ 154951 h 204870"/>
                  <a:gd name="connsiteX1" fmla="*/ 150867 w 184481"/>
                  <a:gd name="connsiteY1" fmla="*/ 190007 h 204870"/>
                  <a:gd name="connsiteX2" fmla="*/ 93799 w 184481"/>
                  <a:gd name="connsiteY2" fmla="*/ 204682 h 204870"/>
                  <a:gd name="connsiteX3" fmla="*/ 28578 w 184481"/>
                  <a:gd name="connsiteY3" fmla="*/ 180224 h 204870"/>
                  <a:gd name="connsiteX4" fmla="*/ 44 w 184481"/>
                  <a:gd name="connsiteY4" fmla="*/ 106035 h 204870"/>
                  <a:gd name="connsiteX5" fmla="*/ 31024 w 184481"/>
                  <a:gd name="connsiteY5" fmla="*/ 26139 h 204870"/>
                  <a:gd name="connsiteX6" fmla="*/ 95429 w 184481"/>
                  <a:gd name="connsiteY6" fmla="*/ 51 h 204870"/>
                  <a:gd name="connsiteX7" fmla="*/ 157389 w 184481"/>
                  <a:gd name="connsiteY7" fmla="*/ 25324 h 204870"/>
                  <a:gd name="connsiteX8" fmla="*/ 184293 w 184481"/>
                  <a:gd name="connsiteY8" fmla="*/ 106850 h 204870"/>
                  <a:gd name="connsiteX9" fmla="*/ 184293 w 184481"/>
                  <a:gd name="connsiteY9" fmla="*/ 112557 h 204870"/>
                  <a:gd name="connsiteX10" fmla="*/ 45699 w 184481"/>
                  <a:gd name="connsiteY10" fmla="*/ 112557 h 204870"/>
                  <a:gd name="connsiteX11" fmla="*/ 62004 w 184481"/>
                  <a:gd name="connsiteY11" fmla="*/ 151690 h 204870"/>
                  <a:gd name="connsiteX12" fmla="*/ 96245 w 184481"/>
                  <a:gd name="connsiteY12" fmla="*/ 163919 h 204870"/>
                  <a:gd name="connsiteX13" fmla="*/ 127225 w 184481"/>
                  <a:gd name="connsiteY13" fmla="*/ 154135 h 204870"/>
                  <a:gd name="connsiteX14" fmla="*/ 145160 w 184481"/>
                  <a:gd name="connsiteY14" fmla="*/ 132939 h 204870"/>
                  <a:gd name="connsiteX15" fmla="*/ 183478 w 184481"/>
                  <a:gd name="connsiteY15" fmla="*/ 154951 h 204870"/>
                  <a:gd name="connsiteX16" fmla="*/ 183478 w 184481"/>
                  <a:gd name="connsiteY16" fmla="*/ 154951 h 204870"/>
                  <a:gd name="connsiteX17" fmla="*/ 139454 w 184481"/>
                  <a:gd name="connsiteY17" fmla="*/ 75870 h 204870"/>
                  <a:gd name="connsiteX18" fmla="*/ 125594 w 184481"/>
                  <a:gd name="connsiteY18" fmla="*/ 49782 h 204870"/>
                  <a:gd name="connsiteX19" fmla="*/ 63634 w 184481"/>
                  <a:gd name="connsiteY19" fmla="*/ 51413 h 204870"/>
                  <a:gd name="connsiteX20" fmla="*/ 49775 w 184481"/>
                  <a:gd name="connsiteY20" fmla="*/ 75870 h 204870"/>
                  <a:gd name="connsiteX21" fmla="*/ 139454 w 184481"/>
                  <a:gd name="connsiteY21" fmla="*/ 75870 h 204870"/>
                  <a:gd name="connsiteX22" fmla="*/ 139454 w 184481"/>
                  <a:gd name="connsiteY22" fmla="*/ 75870 h 204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4481" h="204870">
                    <a:moveTo>
                      <a:pt x="183478" y="154951"/>
                    </a:moveTo>
                    <a:cubicBezTo>
                      <a:pt x="175325" y="169625"/>
                      <a:pt x="164727" y="181039"/>
                      <a:pt x="150867" y="190007"/>
                    </a:cubicBezTo>
                    <a:cubicBezTo>
                      <a:pt x="133747" y="199790"/>
                      <a:pt x="114180" y="205497"/>
                      <a:pt x="93799" y="204682"/>
                    </a:cubicBezTo>
                    <a:cubicBezTo>
                      <a:pt x="69341" y="206312"/>
                      <a:pt x="45699" y="197344"/>
                      <a:pt x="28578" y="180224"/>
                    </a:cubicBezTo>
                    <a:cubicBezTo>
                      <a:pt x="9827" y="160658"/>
                      <a:pt x="-771" y="133754"/>
                      <a:pt x="44" y="106035"/>
                    </a:cubicBezTo>
                    <a:cubicBezTo>
                      <a:pt x="-771" y="76686"/>
                      <a:pt x="10642" y="48151"/>
                      <a:pt x="31024" y="26139"/>
                    </a:cubicBezTo>
                    <a:cubicBezTo>
                      <a:pt x="48144" y="9019"/>
                      <a:pt x="71787" y="-764"/>
                      <a:pt x="95429" y="51"/>
                    </a:cubicBezTo>
                    <a:cubicBezTo>
                      <a:pt x="119072" y="-764"/>
                      <a:pt x="141084" y="8204"/>
                      <a:pt x="157389" y="25324"/>
                    </a:cubicBezTo>
                    <a:cubicBezTo>
                      <a:pt x="176956" y="48151"/>
                      <a:pt x="185924" y="77501"/>
                      <a:pt x="184293" y="106850"/>
                    </a:cubicBezTo>
                    <a:lnTo>
                      <a:pt x="184293" y="112557"/>
                    </a:lnTo>
                    <a:lnTo>
                      <a:pt x="45699" y="112557"/>
                    </a:lnTo>
                    <a:cubicBezTo>
                      <a:pt x="46514" y="127232"/>
                      <a:pt x="52221" y="141091"/>
                      <a:pt x="62004" y="151690"/>
                    </a:cubicBezTo>
                    <a:cubicBezTo>
                      <a:pt x="70972" y="160658"/>
                      <a:pt x="84016" y="164734"/>
                      <a:pt x="96245" y="163919"/>
                    </a:cubicBezTo>
                    <a:cubicBezTo>
                      <a:pt x="107658" y="164734"/>
                      <a:pt x="118257" y="160658"/>
                      <a:pt x="127225" y="154135"/>
                    </a:cubicBezTo>
                    <a:cubicBezTo>
                      <a:pt x="134562" y="148429"/>
                      <a:pt x="140269" y="141091"/>
                      <a:pt x="145160" y="132939"/>
                    </a:cubicBezTo>
                    <a:lnTo>
                      <a:pt x="183478" y="154951"/>
                    </a:lnTo>
                    <a:lnTo>
                      <a:pt x="183478" y="154951"/>
                    </a:lnTo>
                    <a:close/>
                    <a:moveTo>
                      <a:pt x="139454" y="75870"/>
                    </a:moveTo>
                    <a:cubicBezTo>
                      <a:pt x="137823" y="66087"/>
                      <a:pt x="132932" y="57119"/>
                      <a:pt x="125594" y="49782"/>
                    </a:cubicBezTo>
                    <a:cubicBezTo>
                      <a:pt x="107658" y="34292"/>
                      <a:pt x="80755" y="35107"/>
                      <a:pt x="63634" y="51413"/>
                    </a:cubicBezTo>
                    <a:cubicBezTo>
                      <a:pt x="57112" y="57935"/>
                      <a:pt x="52221" y="66902"/>
                      <a:pt x="49775" y="75870"/>
                    </a:cubicBezTo>
                    <a:lnTo>
                      <a:pt x="139454" y="75870"/>
                    </a:lnTo>
                    <a:lnTo>
                      <a:pt x="139454" y="7587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37682376-116F-CB76-2692-58EB4E84B97C}"/>
                  </a:ext>
                </a:extLst>
              </p:cNvPr>
              <p:cNvSpPr/>
              <p:nvPr/>
            </p:nvSpPr>
            <p:spPr>
              <a:xfrm>
                <a:off x="3794424" y="2101944"/>
                <a:ext cx="196478" cy="304139"/>
              </a:xfrm>
              <a:custGeom>
                <a:avLst/>
                <a:gdLst>
                  <a:gd name="connsiteX0" fmla="*/ 44839 w 196478"/>
                  <a:gd name="connsiteY0" fmla="*/ 304140 h 304139"/>
                  <a:gd name="connsiteX1" fmla="*/ 0 w 196478"/>
                  <a:gd name="connsiteY1" fmla="*/ 304140 h 304139"/>
                  <a:gd name="connsiteX2" fmla="*/ 0 w 196478"/>
                  <a:gd name="connsiteY2" fmla="*/ 4939 h 304139"/>
                  <a:gd name="connsiteX3" fmla="*/ 44839 w 196478"/>
                  <a:gd name="connsiteY3" fmla="*/ 4939 h 304139"/>
                  <a:gd name="connsiteX4" fmla="*/ 44839 w 196478"/>
                  <a:gd name="connsiteY4" fmla="*/ 26136 h 304139"/>
                  <a:gd name="connsiteX5" fmla="*/ 101908 w 196478"/>
                  <a:gd name="connsiteY5" fmla="*/ 47 h 304139"/>
                  <a:gd name="connsiteX6" fmla="*/ 196478 w 196478"/>
                  <a:gd name="connsiteY6" fmla="*/ 100324 h 304139"/>
                  <a:gd name="connsiteX7" fmla="*/ 102723 w 196478"/>
                  <a:gd name="connsiteY7" fmla="*/ 203863 h 304139"/>
                  <a:gd name="connsiteX8" fmla="*/ 44839 w 196478"/>
                  <a:gd name="connsiteY8" fmla="*/ 175328 h 304139"/>
                  <a:gd name="connsiteX9" fmla="*/ 44839 w 196478"/>
                  <a:gd name="connsiteY9" fmla="*/ 304140 h 304139"/>
                  <a:gd name="connsiteX10" fmla="*/ 44839 w 196478"/>
                  <a:gd name="connsiteY10" fmla="*/ 304140 h 304139"/>
                  <a:gd name="connsiteX11" fmla="*/ 42394 w 196478"/>
                  <a:gd name="connsiteY11" fmla="*/ 103585 h 304139"/>
                  <a:gd name="connsiteX12" fmla="*/ 97016 w 196478"/>
                  <a:gd name="connsiteY12" fmla="*/ 164730 h 304139"/>
                  <a:gd name="connsiteX13" fmla="*/ 150823 w 196478"/>
                  <a:gd name="connsiteY13" fmla="*/ 103585 h 304139"/>
                  <a:gd name="connsiteX14" fmla="*/ 97016 w 196478"/>
                  <a:gd name="connsiteY14" fmla="*/ 41626 h 304139"/>
                  <a:gd name="connsiteX15" fmla="*/ 42394 w 196478"/>
                  <a:gd name="connsiteY15" fmla="*/ 103585 h 304139"/>
                  <a:gd name="connsiteX16" fmla="*/ 42394 w 196478"/>
                  <a:gd name="connsiteY16" fmla="*/ 103585 h 304139"/>
                  <a:gd name="connsiteX17" fmla="*/ 42394 w 196478"/>
                  <a:gd name="connsiteY17" fmla="*/ 103585 h 304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6478" h="304139">
                    <a:moveTo>
                      <a:pt x="44839" y="304140"/>
                    </a:moveTo>
                    <a:lnTo>
                      <a:pt x="0" y="304140"/>
                    </a:lnTo>
                    <a:lnTo>
                      <a:pt x="0" y="4939"/>
                    </a:lnTo>
                    <a:lnTo>
                      <a:pt x="44839" y="4939"/>
                    </a:lnTo>
                    <a:lnTo>
                      <a:pt x="44839" y="26136"/>
                    </a:lnTo>
                    <a:cubicBezTo>
                      <a:pt x="58699" y="9015"/>
                      <a:pt x="79896" y="-768"/>
                      <a:pt x="101908" y="47"/>
                    </a:cubicBezTo>
                    <a:cubicBezTo>
                      <a:pt x="153269" y="47"/>
                      <a:pt x="196478" y="39180"/>
                      <a:pt x="196478" y="100324"/>
                    </a:cubicBezTo>
                    <a:cubicBezTo>
                      <a:pt x="196478" y="165545"/>
                      <a:pt x="148378" y="203863"/>
                      <a:pt x="102723" y="203863"/>
                    </a:cubicBezTo>
                    <a:cubicBezTo>
                      <a:pt x="79896" y="203047"/>
                      <a:pt x="58699" y="193264"/>
                      <a:pt x="44839" y="175328"/>
                    </a:cubicBezTo>
                    <a:lnTo>
                      <a:pt x="44839" y="304140"/>
                    </a:lnTo>
                    <a:lnTo>
                      <a:pt x="44839" y="304140"/>
                    </a:lnTo>
                    <a:close/>
                    <a:moveTo>
                      <a:pt x="42394" y="103585"/>
                    </a:moveTo>
                    <a:cubicBezTo>
                      <a:pt x="42394" y="144348"/>
                      <a:pt x="68482" y="164730"/>
                      <a:pt x="97016" y="164730"/>
                    </a:cubicBezTo>
                    <a:cubicBezTo>
                      <a:pt x="129627" y="164730"/>
                      <a:pt x="150823" y="137011"/>
                      <a:pt x="150823" y="103585"/>
                    </a:cubicBezTo>
                    <a:cubicBezTo>
                      <a:pt x="150823" y="70160"/>
                      <a:pt x="129627" y="41626"/>
                      <a:pt x="97016" y="41626"/>
                    </a:cubicBezTo>
                    <a:cubicBezTo>
                      <a:pt x="68482" y="40810"/>
                      <a:pt x="42394" y="61192"/>
                      <a:pt x="42394" y="103585"/>
                    </a:cubicBezTo>
                    <a:lnTo>
                      <a:pt x="42394" y="103585"/>
                    </a:lnTo>
                    <a:lnTo>
                      <a:pt x="42394" y="103585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8B6CC34F-6864-2F1A-E8D6-457CDC27D465}"/>
                  </a:ext>
                </a:extLst>
              </p:cNvPr>
              <p:cNvSpPr/>
              <p:nvPr/>
            </p:nvSpPr>
            <p:spPr>
              <a:xfrm>
                <a:off x="4025947" y="2101132"/>
                <a:ext cx="207097" cy="207130"/>
              </a:xfrm>
              <a:custGeom>
                <a:avLst/>
                <a:gdLst>
                  <a:gd name="connsiteX0" fmla="*/ 207087 w 207097"/>
                  <a:gd name="connsiteY0" fmla="*/ 102767 h 207130"/>
                  <a:gd name="connsiteX1" fmla="*/ 105179 w 207097"/>
                  <a:gd name="connsiteY1" fmla="*/ 207120 h 207130"/>
                  <a:gd name="connsiteX2" fmla="*/ 11 w 207097"/>
                  <a:gd name="connsiteY2" fmla="*/ 105213 h 207130"/>
                  <a:gd name="connsiteX3" fmla="*/ 101918 w 207097"/>
                  <a:gd name="connsiteY3" fmla="*/ 44 h 207130"/>
                  <a:gd name="connsiteX4" fmla="*/ 103549 w 207097"/>
                  <a:gd name="connsiteY4" fmla="*/ 44 h 207130"/>
                  <a:gd name="connsiteX5" fmla="*/ 207087 w 207097"/>
                  <a:gd name="connsiteY5" fmla="*/ 97875 h 207130"/>
                  <a:gd name="connsiteX6" fmla="*/ 207087 w 207097"/>
                  <a:gd name="connsiteY6" fmla="*/ 102767 h 207130"/>
                  <a:gd name="connsiteX7" fmla="*/ 207087 w 207097"/>
                  <a:gd name="connsiteY7" fmla="*/ 102767 h 207130"/>
                  <a:gd name="connsiteX8" fmla="*/ 160617 w 207097"/>
                  <a:gd name="connsiteY8" fmla="*/ 103582 h 207130"/>
                  <a:gd name="connsiteX9" fmla="*/ 103549 w 207097"/>
                  <a:gd name="connsiteY9" fmla="*/ 41622 h 207130"/>
                  <a:gd name="connsiteX10" fmla="*/ 46481 w 207097"/>
                  <a:gd name="connsiteY10" fmla="*/ 103582 h 207130"/>
                  <a:gd name="connsiteX11" fmla="*/ 103549 w 207097"/>
                  <a:gd name="connsiteY11" fmla="*/ 164727 h 207130"/>
                  <a:gd name="connsiteX12" fmla="*/ 160617 w 207097"/>
                  <a:gd name="connsiteY12" fmla="*/ 103582 h 20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097" h="207130">
                    <a:moveTo>
                      <a:pt x="207087" y="102767"/>
                    </a:moveTo>
                    <a:cubicBezTo>
                      <a:pt x="207902" y="159835"/>
                      <a:pt x="162248" y="207120"/>
                      <a:pt x="105179" y="207120"/>
                    </a:cubicBezTo>
                    <a:cubicBezTo>
                      <a:pt x="48111" y="207935"/>
                      <a:pt x="826" y="162281"/>
                      <a:pt x="11" y="105213"/>
                    </a:cubicBezTo>
                    <a:cubicBezTo>
                      <a:pt x="-804" y="48144"/>
                      <a:pt x="44850" y="859"/>
                      <a:pt x="101918" y="44"/>
                    </a:cubicBezTo>
                    <a:cubicBezTo>
                      <a:pt x="102734" y="44"/>
                      <a:pt x="102734" y="44"/>
                      <a:pt x="103549" y="44"/>
                    </a:cubicBezTo>
                    <a:cubicBezTo>
                      <a:pt x="158987" y="-1587"/>
                      <a:pt x="205457" y="42437"/>
                      <a:pt x="207087" y="97875"/>
                    </a:cubicBezTo>
                    <a:cubicBezTo>
                      <a:pt x="207087" y="100321"/>
                      <a:pt x="207087" y="101952"/>
                      <a:pt x="207087" y="102767"/>
                    </a:cubicBezTo>
                    <a:lnTo>
                      <a:pt x="207087" y="102767"/>
                    </a:lnTo>
                    <a:close/>
                    <a:moveTo>
                      <a:pt x="160617" y="103582"/>
                    </a:moveTo>
                    <a:cubicBezTo>
                      <a:pt x="160617" y="59558"/>
                      <a:pt x="132083" y="41622"/>
                      <a:pt x="103549" y="41622"/>
                    </a:cubicBezTo>
                    <a:cubicBezTo>
                      <a:pt x="75015" y="41622"/>
                      <a:pt x="46481" y="59558"/>
                      <a:pt x="46481" y="103582"/>
                    </a:cubicBezTo>
                    <a:cubicBezTo>
                      <a:pt x="46481" y="141084"/>
                      <a:pt x="68493" y="164727"/>
                      <a:pt x="103549" y="164727"/>
                    </a:cubicBezTo>
                    <a:cubicBezTo>
                      <a:pt x="138605" y="164727"/>
                      <a:pt x="160617" y="141084"/>
                      <a:pt x="160617" y="103582"/>
                    </a:cubicBez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BA93B3E8-17A9-81B6-3ED7-AB0C958A47BF}"/>
                  </a:ext>
                </a:extLst>
              </p:cNvPr>
              <p:cNvSpPr/>
              <p:nvPr/>
            </p:nvSpPr>
            <p:spPr>
              <a:xfrm>
                <a:off x="4277059" y="2106883"/>
                <a:ext cx="44839" cy="193216"/>
              </a:xfrm>
              <a:custGeom>
                <a:avLst/>
                <a:gdLst>
                  <a:gd name="connsiteX0" fmla="*/ 44839 w 44839"/>
                  <a:gd name="connsiteY0" fmla="*/ 0 h 193216"/>
                  <a:gd name="connsiteX1" fmla="*/ 44839 w 44839"/>
                  <a:gd name="connsiteY1" fmla="*/ 193217 h 193216"/>
                  <a:gd name="connsiteX2" fmla="*/ 0 w 44839"/>
                  <a:gd name="connsiteY2" fmla="*/ 193217 h 193216"/>
                  <a:gd name="connsiteX3" fmla="*/ 0 w 44839"/>
                  <a:gd name="connsiteY3" fmla="*/ 0 h 193216"/>
                  <a:gd name="connsiteX4" fmla="*/ 44839 w 44839"/>
                  <a:gd name="connsiteY4" fmla="*/ 0 h 193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39" h="193216">
                    <a:moveTo>
                      <a:pt x="44839" y="0"/>
                    </a:moveTo>
                    <a:lnTo>
                      <a:pt x="44839" y="193217"/>
                    </a:lnTo>
                    <a:lnTo>
                      <a:pt x="0" y="193217"/>
                    </a:lnTo>
                    <a:lnTo>
                      <a:pt x="0" y="0"/>
                    </a:lnTo>
                    <a:lnTo>
                      <a:pt x="44839" y="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E5CDB533-A245-9319-42DA-8AD0FB8F8895}"/>
                  </a:ext>
                </a:extLst>
              </p:cNvPr>
              <p:cNvSpPr/>
              <p:nvPr/>
            </p:nvSpPr>
            <p:spPr>
              <a:xfrm>
                <a:off x="4376520" y="2101816"/>
                <a:ext cx="166313" cy="199099"/>
              </a:xfrm>
              <a:custGeom>
                <a:avLst/>
                <a:gdLst>
                  <a:gd name="connsiteX0" fmla="*/ 0 w 166313"/>
                  <a:gd name="connsiteY0" fmla="*/ 5067 h 199099"/>
                  <a:gd name="connsiteX1" fmla="*/ 44839 w 166313"/>
                  <a:gd name="connsiteY1" fmla="*/ 5067 h 199099"/>
                  <a:gd name="connsiteX2" fmla="*/ 44839 w 166313"/>
                  <a:gd name="connsiteY2" fmla="*/ 23003 h 199099"/>
                  <a:gd name="connsiteX3" fmla="*/ 97016 w 166313"/>
                  <a:gd name="connsiteY3" fmla="*/ 176 h 199099"/>
                  <a:gd name="connsiteX4" fmla="*/ 154084 w 166313"/>
                  <a:gd name="connsiteY4" fmla="*/ 26264 h 199099"/>
                  <a:gd name="connsiteX5" fmla="*/ 166313 w 166313"/>
                  <a:gd name="connsiteY5" fmla="*/ 80071 h 199099"/>
                  <a:gd name="connsiteX6" fmla="*/ 166313 w 166313"/>
                  <a:gd name="connsiteY6" fmla="*/ 198284 h 199099"/>
                  <a:gd name="connsiteX7" fmla="*/ 121474 w 166313"/>
                  <a:gd name="connsiteY7" fmla="*/ 198284 h 199099"/>
                  <a:gd name="connsiteX8" fmla="*/ 121474 w 166313"/>
                  <a:gd name="connsiteY8" fmla="*/ 91485 h 199099"/>
                  <a:gd name="connsiteX9" fmla="*/ 86418 w 166313"/>
                  <a:gd name="connsiteY9" fmla="*/ 40939 h 199099"/>
                  <a:gd name="connsiteX10" fmla="*/ 45655 w 166313"/>
                  <a:gd name="connsiteY10" fmla="*/ 106160 h 199099"/>
                  <a:gd name="connsiteX11" fmla="*/ 45655 w 166313"/>
                  <a:gd name="connsiteY11" fmla="*/ 199100 h 199099"/>
                  <a:gd name="connsiteX12" fmla="*/ 815 w 166313"/>
                  <a:gd name="connsiteY12" fmla="*/ 199100 h 199099"/>
                  <a:gd name="connsiteX13" fmla="*/ 0 w 166313"/>
                  <a:gd name="connsiteY13" fmla="*/ 5067 h 199099"/>
                  <a:gd name="connsiteX14" fmla="*/ 0 w 166313"/>
                  <a:gd name="connsiteY14" fmla="*/ 5067 h 19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313" h="199099">
                    <a:moveTo>
                      <a:pt x="0" y="5067"/>
                    </a:moveTo>
                    <a:lnTo>
                      <a:pt x="44839" y="5067"/>
                    </a:lnTo>
                    <a:lnTo>
                      <a:pt x="44839" y="23003"/>
                    </a:lnTo>
                    <a:cubicBezTo>
                      <a:pt x="57884" y="7513"/>
                      <a:pt x="77450" y="-639"/>
                      <a:pt x="97016" y="176"/>
                    </a:cubicBezTo>
                    <a:cubicBezTo>
                      <a:pt x="119028" y="-1455"/>
                      <a:pt x="141040" y="8329"/>
                      <a:pt x="154084" y="26264"/>
                    </a:cubicBezTo>
                    <a:cubicBezTo>
                      <a:pt x="161422" y="36863"/>
                      <a:pt x="166313" y="49907"/>
                      <a:pt x="166313" y="80071"/>
                    </a:cubicBezTo>
                    <a:lnTo>
                      <a:pt x="166313" y="198284"/>
                    </a:lnTo>
                    <a:lnTo>
                      <a:pt x="121474" y="198284"/>
                    </a:lnTo>
                    <a:lnTo>
                      <a:pt x="121474" y="91485"/>
                    </a:lnTo>
                    <a:cubicBezTo>
                      <a:pt x="121474" y="42569"/>
                      <a:pt x="103538" y="40939"/>
                      <a:pt x="86418" y="40939"/>
                    </a:cubicBezTo>
                    <a:cubicBezTo>
                      <a:pt x="66036" y="40939"/>
                      <a:pt x="45655" y="43385"/>
                      <a:pt x="45655" y="106160"/>
                    </a:cubicBezTo>
                    <a:lnTo>
                      <a:pt x="45655" y="199100"/>
                    </a:lnTo>
                    <a:lnTo>
                      <a:pt x="815" y="199100"/>
                    </a:lnTo>
                    <a:lnTo>
                      <a:pt x="0" y="5067"/>
                    </a:lnTo>
                    <a:lnTo>
                      <a:pt x="0" y="5067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501C5556-449D-CA7F-8E4E-4F6CEB7C536F}"/>
                  </a:ext>
                </a:extLst>
              </p:cNvPr>
              <p:cNvSpPr/>
              <p:nvPr/>
            </p:nvSpPr>
            <p:spPr>
              <a:xfrm>
                <a:off x="4581151" y="2000084"/>
                <a:ext cx="97831" cy="300016"/>
              </a:xfrm>
              <a:custGeom>
                <a:avLst/>
                <a:gdLst>
                  <a:gd name="connsiteX0" fmla="*/ 63590 w 97831"/>
                  <a:gd name="connsiteY0" fmla="*/ 148378 h 300016"/>
                  <a:gd name="connsiteX1" fmla="*/ 63590 w 97831"/>
                  <a:gd name="connsiteY1" fmla="*/ 300016 h 300016"/>
                  <a:gd name="connsiteX2" fmla="*/ 18751 w 97831"/>
                  <a:gd name="connsiteY2" fmla="*/ 300016 h 300016"/>
                  <a:gd name="connsiteX3" fmla="*/ 18751 w 97831"/>
                  <a:gd name="connsiteY3" fmla="*/ 148378 h 300016"/>
                  <a:gd name="connsiteX4" fmla="*/ 0 w 97831"/>
                  <a:gd name="connsiteY4" fmla="*/ 148378 h 300016"/>
                  <a:gd name="connsiteX5" fmla="*/ 0 w 97831"/>
                  <a:gd name="connsiteY5" fmla="*/ 106799 h 300016"/>
                  <a:gd name="connsiteX6" fmla="*/ 18751 w 97831"/>
                  <a:gd name="connsiteY6" fmla="*/ 106799 h 300016"/>
                  <a:gd name="connsiteX7" fmla="*/ 18751 w 97831"/>
                  <a:gd name="connsiteY7" fmla="*/ 35871 h 300016"/>
                  <a:gd name="connsiteX8" fmla="*/ 63590 w 97831"/>
                  <a:gd name="connsiteY8" fmla="*/ 0 h 300016"/>
                  <a:gd name="connsiteX9" fmla="*/ 63590 w 97831"/>
                  <a:gd name="connsiteY9" fmla="*/ 106799 h 300016"/>
                  <a:gd name="connsiteX10" fmla="*/ 97831 w 97831"/>
                  <a:gd name="connsiteY10" fmla="*/ 106799 h 300016"/>
                  <a:gd name="connsiteX11" fmla="*/ 97831 w 97831"/>
                  <a:gd name="connsiteY11" fmla="*/ 148378 h 300016"/>
                  <a:gd name="connsiteX12" fmla="*/ 63590 w 97831"/>
                  <a:gd name="connsiteY12" fmla="*/ 148378 h 300016"/>
                  <a:gd name="connsiteX13" fmla="*/ 63590 w 97831"/>
                  <a:gd name="connsiteY13" fmla="*/ 148378 h 3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7831" h="300016">
                    <a:moveTo>
                      <a:pt x="63590" y="148378"/>
                    </a:moveTo>
                    <a:lnTo>
                      <a:pt x="63590" y="300016"/>
                    </a:lnTo>
                    <a:lnTo>
                      <a:pt x="18751" y="300016"/>
                    </a:lnTo>
                    <a:lnTo>
                      <a:pt x="18751" y="148378"/>
                    </a:lnTo>
                    <a:lnTo>
                      <a:pt x="0" y="148378"/>
                    </a:lnTo>
                    <a:lnTo>
                      <a:pt x="0" y="106799"/>
                    </a:lnTo>
                    <a:lnTo>
                      <a:pt x="18751" y="106799"/>
                    </a:lnTo>
                    <a:lnTo>
                      <a:pt x="18751" y="35871"/>
                    </a:lnTo>
                    <a:lnTo>
                      <a:pt x="63590" y="0"/>
                    </a:lnTo>
                    <a:lnTo>
                      <a:pt x="63590" y="106799"/>
                    </a:lnTo>
                    <a:lnTo>
                      <a:pt x="97831" y="106799"/>
                    </a:lnTo>
                    <a:lnTo>
                      <a:pt x="97831" y="148378"/>
                    </a:lnTo>
                    <a:lnTo>
                      <a:pt x="63590" y="148378"/>
                    </a:lnTo>
                    <a:lnTo>
                      <a:pt x="63590" y="148378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1396FC4C-6270-303D-3440-7D2D16DFBDE6}"/>
                  </a:ext>
                </a:extLst>
              </p:cNvPr>
              <p:cNvSpPr/>
              <p:nvPr/>
            </p:nvSpPr>
            <p:spPr>
              <a:xfrm>
                <a:off x="2713387" y="1976441"/>
                <a:ext cx="260883" cy="324473"/>
              </a:xfrm>
              <a:custGeom>
                <a:avLst/>
                <a:gdLst>
                  <a:gd name="connsiteX0" fmla="*/ 260884 w 260883"/>
                  <a:gd name="connsiteY0" fmla="*/ 324474 h 324473"/>
                  <a:gd name="connsiteX1" fmla="*/ 130442 w 260883"/>
                  <a:gd name="connsiteY1" fmla="*/ 0 h 324473"/>
                  <a:gd name="connsiteX2" fmla="*/ 130442 w 260883"/>
                  <a:gd name="connsiteY2" fmla="*/ 0 h 324473"/>
                  <a:gd name="connsiteX3" fmla="*/ 0 w 260883"/>
                  <a:gd name="connsiteY3" fmla="*/ 324474 h 324473"/>
                  <a:gd name="connsiteX4" fmla="*/ 50546 w 260883"/>
                  <a:gd name="connsiteY4" fmla="*/ 324474 h 324473"/>
                  <a:gd name="connsiteX5" fmla="*/ 130442 w 260883"/>
                  <a:gd name="connsiteY5" fmla="*/ 118213 h 324473"/>
                  <a:gd name="connsiteX6" fmla="*/ 210337 w 260883"/>
                  <a:gd name="connsiteY6" fmla="*/ 324474 h 324473"/>
                  <a:gd name="connsiteX7" fmla="*/ 260884 w 260883"/>
                  <a:gd name="connsiteY7" fmla="*/ 324474 h 324473"/>
                  <a:gd name="connsiteX8" fmla="*/ 260884 w 260883"/>
                  <a:gd name="connsiteY8" fmla="*/ 324474 h 324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883" h="324473">
                    <a:moveTo>
                      <a:pt x="260884" y="324474"/>
                    </a:moveTo>
                    <a:lnTo>
                      <a:pt x="130442" y="0"/>
                    </a:lnTo>
                    <a:lnTo>
                      <a:pt x="130442" y="0"/>
                    </a:lnTo>
                    <a:lnTo>
                      <a:pt x="0" y="324474"/>
                    </a:lnTo>
                    <a:lnTo>
                      <a:pt x="50546" y="324474"/>
                    </a:lnTo>
                    <a:lnTo>
                      <a:pt x="130442" y="118213"/>
                    </a:lnTo>
                    <a:lnTo>
                      <a:pt x="210337" y="324474"/>
                    </a:lnTo>
                    <a:lnTo>
                      <a:pt x="260884" y="324474"/>
                    </a:lnTo>
                    <a:lnTo>
                      <a:pt x="260884" y="324474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F377ACB-F205-D35A-F718-72A804413FF0}"/>
              </a:ext>
            </a:extLst>
          </p:cNvPr>
          <p:cNvGrpSpPr/>
          <p:nvPr userDrawn="1"/>
        </p:nvGrpSpPr>
        <p:grpSpPr>
          <a:xfrm>
            <a:off x="1643750" y="8413381"/>
            <a:ext cx="2528437" cy="506652"/>
            <a:chOff x="23097424" y="288009"/>
            <a:chExt cx="989811" cy="19834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11DB78B-8952-47BE-5421-27BAB3F259A3}"/>
                </a:ext>
              </a:extLst>
            </p:cNvPr>
            <p:cNvSpPr/>
            <p:nvPr/>
          </p:nvSpPr>
          <p:spPr>
            <a:xfrm>
              <a:off x="23888895" y="288009"/>
              <a:ext cx="198340" cy="198340"/>
            </a:xfrm>
            <a:prstGeom prst="ellipse">
              <a:avLst/>
            </a:prstGeom>
            <a:solidFill>
              <a:schemeClr val="accent6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C90CB76-A782-90BB-D411-64997A684A0D}"/>
                </a:ext>
              </a:extLst>
            </p:cNvPr>
            <p:cNvSpPr/>
            <p:nvPr/>
          </p:nvSpPr>
          <p:spPr>
            <a:xfrm>
              <a:off x="23625072" y="288009"/>
              <a:ext cx="198340" cy="198340"/>
            </a:xfrm>
            <a:prstGeom prst="ellipse">
              <a:avLst/>
            </a:prstGeom>
            <a:solidFill>
              <a:srgbClr val="00B478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6C97728-33B5-CD66-1780-355350F945EF}"/>
                </a:ext>
              </a:extLst>
            </p:cNvPr>
            <p:cNvSpPr/>
            <p:nvPr/>
          </p:nvSpPr>
          <p:spPr>
            <a:xfrm>
              <a:off x="23361248" y="288009"/>
              <a:ext cx="198340" cy="198340"/>
            </a:xfrm>
            <a:prstGeom prst="ellipse">
              <a:avLst/>
            </a:prstGeom>
            <a:solidFill>
              <a:schemeClr val="accent4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805F1E3-D77F-C27E-777C-FB0554020D94}"/>
                </a:ext>
              </a:extLst>
            </p:cNvPr>
            <p:cNvSpPr/>
            <p:nvPr/>
          </p:nvSpPr>
          <p:spPr>
            <a:xfrm>
              <a:off x="23097424" y="288009"/>
              <a:ext cx="198340" cy="198340"/>
            </a:xfrm>
            <a:prstGeom prst="ellipse">
              <a:avLst/>
            </a:prstGeom>
            <a:solidFill>
              <a:srgbClr val="FFA100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4208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7968">
          <p15:clr>
            <a:srgbClr val="FBAE40"/>
          </p15:clr>
        </p15:guide>
        <p15:guide id="4" pos="14689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" name="Bulleted List">
            <a:extLst>
              <a:ext uri="{FF2B5EF4-FFF2-40B4-BE49-F238E27FC236}">
                <a16:creationId xmlns:a16="http://schemas.microsoft.com/office/drawing/2014/main" id="{70767056-3011-9700-7F29-F9BB7BAB2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3"/>
            <a:ext cx="24387429" cy="10060090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DBC6C-54E2-FB78-5775-BCE450DA41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15E51-0C81-3478-AF41-4720B7048C3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8AECB-337E-B21F-B0FA-13E9F2A401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ection">
            <a:extLst>
              <a:ext uri="{FF2B5EF4-FFF2-40B4-BE49-F238E27FC236}">
                <a16:creationId xmlns:a16="http://schemas.microsoft.com/office/drawing/2014/main" id="{E2D78F3B-6249-EFAB-BF7A-AD8D6DB3F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8BF3A7-D808-5FEA-36A3-4B093CC24A3E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547E517-D478-CA4F-B8BD-B058E9BD7BCE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D49A13-553D-CE97-AD58-3F12111E160A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6F290E0-7958-AA0A-9167-81472800AC8E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7F5E17-5AF9-55FE-60FE-3251454B3D64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3BA1718D-14F7-C14B-FBAE-7674943A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8659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7968">
          <p15:clr>
            <a:srgbClr val="FBAE40"/>
          </p15:clr>
        </p15:guide>
        <p15:guide id="4" pos="14689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A1E6EC-28BF-B8E1-6B88-A69A30898C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24386470" cy="13715999"/>
          </a:xfrm>
          <a:prstGeom prst="rect">
            <a:avLst/>
          </a:prstGeom>
        </p:spPr>
      </p:pic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6400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64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4EE515B4-CFBD-F516-FF1A-91DCB5C129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15" name="Bulleted List">
            <a:extLst>
              <a:ext uri="{FF2B5EF4-FFF2-40B4-BE49-F238E27FC236}">
                <a16:creationId xmlns:a16="http://schemas.microsoft.com/office/drawing/2014/main" id="{EDFC0AD8-9E90-33D8-7745-FAA9C28D42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057325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bg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bg1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bg1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F803BBE3-0DB7-0679-00FB-48CDCA1061A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57A928B1-FB75-7349-85E2-F74B9C2E7596}" type="datetime4">
              <a:rPr lang="en-US" smtClean="0"/>
              <a:t>July 21, 2026</a:t>
            </a:fld>
            <a:endParaRPr lang="en-US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A9C9C76F-1BE8-B8C8-5AC8-AAA5DB35E0E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6" name="Slide Number Placeholder 7">
            <a:extLst>
              <a:ext uri="{FF2B5EF4-FFF2-40B4-BE49-F238E27FC236}">
                <a16:creationId xmlns:a16="http://schemas.microsoft.com/office/drawing/2014/main" id="{C9794ED4-0B1D-2900-734A-564F6F4560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39B844-8EDE-6BB5-3962-18A774EC1CA2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accent1">
              <a:lumMod val="60000"/>
              <a:lumOff val="40000"/>
              <a:alpha val="25000"/>
            </a:schemeClr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F4DE29C-4BF2-38D1-B2A8-2D97F3683623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4180740-020F-6E80-2B8F-96ACC68A59AD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2273294-2D71-89B7-C0CA-4F5786C3CF5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62F8440-0B61-9EAF-10BB-C4265A46A6C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2652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B4163C5E-2916-4B15-71A1-30C1F03FF6B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42C30A9-3889-3991-803C-4095A46A8491}"/>
              </a:ext>
            </a:extLst>
          </p:cNvPr>
          <p:cNvSpPr>
            <a:spLocks noGrp="1"/>
          </p:cNvSpPr>
          <p:nvPr>
            <p:ph type="ftr" sz="quarter" idx="68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C967118-8130-9CB9-A84F-3987B83F51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4FC34D36-A044-124E-5351-6BF6BE0EE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099FB0-6D77-2E60-139D-EADE41B2B8D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1A025E-F594-A513-C7F5-84E8CA8CAB57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E4120D-1271-1864-BCC1-43369B3FC0C8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05CD70-FFD0-54F6-DD6A-3E639B14B5CA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E6D15BA-B9F1-FC48-166A-B5DFBB8B20B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" name="Logo 16">
            <a:extLst>
              <a:ext uri="{FF2B5EF4-FFF2-40B4-BE49-F238E27FC236}">
                <a16:creationId xmlns:a16="http://schemas.microsoft.com/office/drawing/2014/main" id="{BE90E1CA-70ED-DF0B-D27E-1BEDACA0261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0444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" name="Logo 15">
            <a:extLst>
              <a:ext uri="{FF2B5EF4-FFF2-40B4-BE49-F238E27FC236}">
                <a16:creationId xmlns:a16="http://schemas.microsoft.com/office/drawing/2014/main" id="{115B8D9D-9038-A69B-D17C-6305C46F14E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7396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4" name="Logo 14">
            <a:extLst>
              <a:ext uri="{FF2B5EF4-FFF2-40B4-BE49-F238E27FC236}">
                <a16:creationId xmlns:a16="http://schemas.microsoft.com/office/drawing/2014/main" id="{EDD151C3-9311-7E5F-4521-21DE03FEFC2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4348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5" name="Logo 13">
            <a:extLst>
              <a:ext uri="{FF2B5EF4-FFF2-40B4-BE49-F238E27FC236}">
                <a16:creationId xmlns:a16="http://schemas.microsoft.com/office/drawing/2014/main" id="{C58557D8-521C-0ABE-2807-FFDC17F2F4F8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1300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7" name="Logo 12">
            <a:extLst>
              <a:ext uri="{FF2B5EF4-FFF2-40B4-BE49-F238E27FC236}">
                <a16:creationId xmlns:a16="http://schemas.microsoft.com/office/drawing/2014/main" id="{E5C123F3-23C4-3364-17D0-BFDB821FB52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0444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" name="Logo 11">
            <a:extLst>
              <a:ext uri="{FF2B5EF4-FFF2-40B4-BE49-F238E27FC236}">
                <a16:creationId xmlns:a16="http://schemas.microsoft.com/office/drawing/2014/main" id="{5232948D-8D42-A295-E50D-33DDE102AE6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7396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" name="Logo 10">
            <a:extLst>
              <a:ext uri="{FF2B5EF4-FFF2-40B4-BE49-F238E27FC236}">
                <a16:creationId xmlns:a16="http://schemas.microsoft.com/office/drawing/2014/main" id="{75FCD5C7-0DE6-51D7-41D1-8A67F6493E0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4348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9" name="Logo 9">
            <a:extLst>
              <a:ext uri="{FF2B5EF4-FFF2-40B4-BE49-F238E27FC236}">
                <a16:creationId xmlns:a16="http://schemas.microsoft.com/office/drawing/2014/main" id="{1686A36A-1BB7-2589-C3B1-F9FE4559AA1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1300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0" name="Logo 8">
            <a:extLst>
              <a:ext uri="{FF2B5EF4-FFF2-40B4-BE49-F238E27FC236}">
                <a16:creationId xmlns:a16="http://schemas.microsoft.com/office/drawing/2014/main" id="{3F8962F7-C5B9-F48A-D233-67872063D5B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0444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1" name="Logo 7">
            <a:extLst>
              <a:ext uri="{FF2B5EF4-FFF2-40B4-BE49-F238E27FC236}">
                <a16:creationId xmlns:a16="http://schemas.microsoft.com/office/drawing/2014/main" id="{3A1038F5-15BB-2702-D479-C1A4B769BB4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7396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2" name="Logo 6">
            <a:extLst>
              <a:ext uri="{FF2B5EF4-FFF2-40B4-BE49-F238E27FC236}">
                <a16:creationId xmlns:a16="http://schemas.microsoft.com/office/drawing/2014/main" id="{E80EB133-960B-73BC-EA24-CD0FEBF5EC8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4348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3" name="Logo 5">
            <a:extLst>
              <a:ext uri="{FF2B5EF4-FFF2-40B4-BE49-F238E27FC236}">
                <a16:creationId xmlns:a16="http://schemas.microsoft.com/office/drawing/2014/main" id="{754AE1BC-71DE-AA55-9B98-C20EC1B4F49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11300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4" name="Logo 4">
            <a:extLst>
              <a:ext uri="{FF2B5EF4-FFF2-40B4-BE49-F238E27FC236}">
                <a16:creationId xmlns:a16="http://schemas.microsoft.com/office/drawing/2014/main" id="{AF8393DB-04ED-ED06-3796-B91F1E019D6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20444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5" name="Logo 3">
            <a:extLst>
              <a:ext uri="{FF2B5EF4-FFF2-40B4-BE49-F238E27FC236}">
                <a16:creationId xmlns:a16="http://schemas.microsoft.com/office/drawing/2014/main" id="{8ACFB79F-EE42-E9BF-F549-030D3CC58FE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7396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6" name="Logo 2">
            <a:extLst>
              <a:ext uri="{FF2B5EF4-FFF2-40B4-BE49-F238E27FC236}">
                <a16:creationId xmlns:a16="http://schemas.microsoft.com/office/drawing/2014/main" id="{380EB457-C187-BA3A-90B0-72BA1798022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4348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14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7" name="Logo 1">
            <a:extLst>
              <a:ext uri="{FF2B5EF4-FFF2-40B4-BE49-F238E27FC236}">
                <a16:creationId xmlns:a16="http://schemas.microsoft.com/office/drawing/2014/main" id="{7E390748-F18C-2E59-5A91-02EF4DFF3F76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11300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28" name="Table Grid">
            <a:extLst>
              <a:ext uri="{FF2B5EF4-FFF2-40B4-BE49-F238E27FC236}">
                <a16:creationId xmlns:a16="http://schemas.microsoft.com/office/drawing/2014/main" id="{45C9D60F-4347-4B8A-E372-B3265F68507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285237468"/>
              </p:ext>
            </p:extLst>
          </p:nvPr>
        </p:nvGraphicFramePr>
        <p:xfrm>
          <a:off x="10988285" y="1828800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Summary">
            <a:extLst>
              <a:ext uri="{FF2B5EF4-FFF2-40B4-BE49-F238E27FC236}">
                <a16:creationId xmlns:a16="http://schemas.microsoft.com/office/drawing/2014/main" id="{7A63D8FE-8B92-BC56-8C6B-B36D0F3B213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D8F48421-FF4D-FD53-F5BD-0F5B7BADC3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041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B4163C5E-2916-4B15-71A1-30C1F03FF6B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42C30A9-3889-3991-803C-4095A46A8491}"/>
              </a:ext>
            </a:extLst>
          </p:cNvPr>
          <p:cNvSpPr>
            <a:spLocks noGrp="1"/>
          </p:cNvSpPr>
          <p:nvPr>
            <p:ph type="ftr" sz="quarter" idx="68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C967118-8130-9CB9-A84F-3987B83F51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4FC34D36-A044-124E-5351-6BF6BE0EE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099FB0-6D77-2E60-139D-EADE41B2B8D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1A025E-F594-A513-C7F5-84E8CA8CAB57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E4120D-1271-1864-BCC1-43369B3FC0C8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05CD70-FFD0-54F6-DD6A-3E639B14B5CA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E6D15BA-B9F1-FC48-166A-B5DFBB8B20B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" name="Logo 16">
            <a:extLst>
              <a:ext uri="{FF2B5EF4-FFF2-40B4-BE49-F238E27FC236}">
                <a16:creationId xmlns:a16="http://schemas.microsoft.com/office/drawing/2014/main" id="{BE90E1CA-70ED-DF0B-D27E-1BEDACA0261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0444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" name="Logo 15">
            <a:extLst>
              <a:ext uri="{FF2B5EF4-FFF2-40B4-BE49-F238E27FC236}">
                <a16:creationId xmlns:a16="http://schemas.microsoft.com/office/drawing/2014/main" id="{115B8D9D-9038-A69B-D17C-6305C46F14E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7396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4" name="Logo 14">
            <a:extLst>
              <a:ext uri="{FF2B5EF4-FFF2-40B4-BE49-F238E27FC236}">
                <a16:creationId xmlns:a16="http://schemas.microsoft.com/office/drawing/2014/main" id="{EDD151C3-9311-7E5F-4521-21DE03FEFC2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4348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5" name="Logo 13">
            <a:extLst>
              <a:ext uri="{FF2B5EF4-FFF2-40B4-BE49-F238E27FC236}">
                <a16:creationId xmlns:a16="http://schemas.microsoft.com/office/drawing/2014/main" id="{C58557D8-521C-0ABE-2807-FFDC17F2F4F8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1300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7" name="Logo 12">
            <a:extLst>
              <a:ext uri="{FF2B5EF4-FFF2-40B4-BE49-F238E27FC236}">
                <a16:creationId xmlns:a16="http://schemas.microsoft.com/office/drawing/2014/main" id="{E5C123F3-23C4-3364-17D0-BFDB821FB52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0444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" name="Logo 11">
            <a:extLst>
              <a:ext uri="{FF2B5EF4-FFF2-40B4-BE49-F238E27FC236}">
                <a16:creationId xmlns:a16="http://schemas.microsoft.com/office/drawing/2014/main" id="{5232948D-8D42-A295-E50D-33DDE102AE6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7396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" name="Logo 10">
            <a:extLst>
              <a:ext uri="{FF2B5EF4-FFF2-40B4-BE49-F238E27FC236}">
                <a16:creationId xmlns:a16="http://schemas.microsoft.com/office/drawing/2014/main" id="{75FCD5C7-0DE6-51D7-41D1-8A67F6493E0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4348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9" name="Logo 9">
            <a:extLst>
              <a:ext uri="{FF2B5EF4-FFF2-40B4-BE49-F238E27FC236}">
                <a16:creationId xmlns:a16="http://schemas.microsoft.com/office/drawing/2014/main" id="{1686A36A-1BB7-2589-C3B1-F9FE4559AA1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1300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0" name="Logo 8">
            <a:extLst>
              <a:ext uri="{FF2B5EF4-FFF2-40B4-BE49-F238E27FC236}">
                <a16:creationId xmlns:a16="http://schemas.microsoft.com/office/drawing/2014/main" id="{3F8962F7-C5B9-F48A-D233-67872063D5B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0444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1" name="Logo 7">
            <a:extLst>
              <a:ext uri="{FF2B5EF4-FFF2-40B4-BE49-F238E27FC236}">
                <a16:creationId xmlns:a16="http://schemas.microsoft.com/office/drawing/2014/main" id="{3A1038F5-15BB-2702-D479-C1A4B769BB4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7396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2" name="Logo 6">
            <a:extLst>
              <a:ext uri="{FF2B5EF4-FFF2-40B4-BE49-F238E27FC236}">
                <a16:creationId xmlns:a16="http://schemas.microsoft.com/office/drawing/2014/main" id="{E80EB133-960B-73BC-EA24-CD0FEBF5EC8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4348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3" name="Logo 5">
            <a:extLst>
              <a:ext uri="{FF2B5EF4-FFF2-40B4-BE49-F238E27FC236}">
                <a16:creationId xmlns:a16="http://schemas.microsoft.com/office/drawing/2014/main" id="{754AE1BC-71DE-AA55-9B98-C20EC1B4F49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11300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4" name="Logo 4">
            <a:extLst>
              <a:ext uri="{FF2B5EF4-FFF2-40B4-BE49-F238E27FC236}">
                <a16:creationId xmlns:a16="http://schemas.microsoft.com/office/drawing/2014/main" id="{AF8393DB-04ED-ED06-3796-B91F1E019D6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20444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5" name="Logo 3">
            <a:extLst>
              <a:ext uri="{FF2B5EF4-FFF2-40B4-BE49-F238E27FC236}">
                <a16:creationId xmlns:a16="http://schemas.microsoft.com/office/drawing/2014/main" id="{8ACFB79F-EE42-E9BF-F549-030D3CC58FE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7396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6" name="Logo 2">
            <a:extLst>
              <a:ext uri="{FF2B5EF4-FFF2-40B4-BE49-F238E27FC236}">
                <a16:creationId xmlns:a16="http://schemas.microsoft.com/office/drawing/2014/main" id="{380EB457-C187-BA3A-90B0-72BA1798022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4348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14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7" name="Logo 1">
            <a:extLst>
              <a:ext uri="{FF2B5EF4-FFF2-40B4-BE49-F238E27FC236}">
                <a16:creationId xmlns:a16="http://schemas.microsoft.com/office/drawing/2014/main" id="{7E390748-F18C-2E59-5A91-02EF4DFF3F76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11300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28" name="Table Grid">
            <a:extLst>
              <a:ext uri="{FF2B5EF4-FFF2-40B4-BE49-F238E27FC236}">
                <a16:creationId xmlns:a16="http://schemas.microsoft.com/office/drawing/2014/main" id="{45C9D60F-4347-4B8A-E372-B3265F68507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09819907"/>
              </p:ext>
            </p:extLst>
          </p:nvPr>
        </p:nvGraphicFramePr>
        <p:xfrm>
          <a:off x="10988285" y="1828800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413222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Logo 16">
            <a:extLst>
              <a:ext uri="{FF2B5EF4-FFF2-40B4-BE49-F238E27FC236}">
                <a16:creationId xmlns:a16="http://schemas.microsoft.com/office/drawing/2014/main" id="{A2E43C3E-A4C5-7CC0-21AE-623ABDFA0194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20444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9" name="Logo 15">
            <a:extLst>
              <a:ext uri="{FF2B5EF4-FFF2-40B4-BE49-F238E27FC236}">
                <a16:creationId xmlns:a16="http://schemas.microsoft.com/office/drawing/2014/main" id="{C5C1F63F-5389-CF77-C6EE-F3153D70BF9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7396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0" name="Logo 14">
            <a:extLst>
              <a:ext uri="{FF2B5EF4-FFF2-40B4-BE49-F238E27FC236}">
                <a16:creationId xmlns:a16="http://schemas.microsoft.com/office/drawing/2014/main" id="{0DF08ADE-DB56-91D5-D081-5D9CA620576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348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1" name="Logo 13">
            <a:extLst>
              <a:ext uri="{FF2B5EF4-FFF2-40B4-BE49-F238E27FC236}">
                <a16:creationId xmlns:a16="http://schemas.microsoft.com/office/drawing/2014/main" id="{05E1498A-B7D7-E599-14BA-F67A441817B0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11300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2" name="Summary">
            <a:extLst>
              <a:ext uri="{FF2B5EF4-FFF2-40B4-BE49-F238E27FC236}">
                <a16:creationId xmlns:a16="http://schemas.microsoft.com/office/drawing/2014/main" id="{0A20A898-FAAF-8383-89A1-9F509D22EBE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33" name="TItle">
            <a:extLst>
              <a:ext uri="{FF2B5EF4-FFF2-40B4-BE49-F238E27FC236}">
                <a16:creationId xmlns:a16="http://schemas.microsoft.com/office/drawing/2014/main" id="{4D753983-5103-3CF3-3BC6-84C381A5E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371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Logo 25">
            <a:extLst>
              <a:ext uri="{FF2B5EF4-FFF2-40B4-BE49-F238E27FC236}">
                <a16:creationId xmlns:a16="http://schemas.microsoft.com/office/drawing/2014/main" id="{308C0CC9-D237-014E-871D-E6742A33916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2084771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0" name="Logo 24">
            <a:extLst>
              <a:ext uri="{FF2B5EF4-FFF2-40B4-BE49-F238E27FC236}">
                <a16:creationId xmlns:a16="http://schemas.microsoft.com/office/drawing/2014/main" id="{A6E777BC-72C4-FF41-92F2-A8B13C17CA89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847027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9" name="Logo 23">
            <a:extLst>
              <a:ext uri="{FF2B5EF4-FFF2-40B4-BE49-F238E27FC236}">
                <a16:creationId xmlns:a16="http://schemas.microsoft.com/office/drawing/2014/main" id="{F183E6DF-B70F-AA49-B36D-23DF03851731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1609283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1" name="Logo 22">
            <a:extLst>
              <a:ext uri="{FF2B5EF4-FFF2-40B4-BE49-F238E27FC236}">
                <a16:creationId xmlns:a16="http://schemas.microsoft.com/office/drawing/2014/main" id="{44B0F08B-B1F7-1945-BA8C-E28F123EE59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1371539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2" name="Logo 21">
            <a:extLst>
              <a:ext uri="{FF2B5EF4-FFF2-40B4-BE49-F238E27FC236}">
                <a16:creationId xmlns:a16="http://schemas.microsoft.com/office/drawing/2014/main" id="{2808FB49-3B69-3A48-8C98-29BDFF182DF5}"/>
              </a:ext>
            </a:extLst>
          </p:cNvPr>
          <p:cNvSpPr>
            <a:spLocks noGrp="1" noChangeAspect="1"/>
          </p:cNvSpPr>
          <p:nvPr>
            <p:ph type="pic" sz="quarter" idx="87" hasCustomPrompt="1"/>
          </p:nvPr>
        </p:nvSpPr>
        <p:spPr>
          <a:xfrm>
            <a:off x="1133795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8" name="Logo 20">
            <a:extLst>
              <a:ext uri="{FF2B5EF4-FFF2-40B4-BE49-F238E27FC236}">
                <a16:creationId xmlns:a16="http://schemas.microsoft.com/office/drawing/2014/main" id="{7A099AF8-347E-DC41-9EEE-E5A89437C6FF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2084771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5" name="Logo 19">
            <a:extLst>
              <a:ext uri="{FF2B5EF4-FFF2-40B4-BE49-F238E27FC236}">
                <a16:creationId xmlns:a16="http://schemas.microsoft.com/office/drawing/2014/main" id="{D9E5C961-B888-7C43-8A64-470BA039C5EE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847027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4" name="Logo 18">
            <a:extLst>
              <a:ext uri="{FF2B5EF4-FFF2-40B4-BE49-F238E27FC236}">
                <a16:creationId xmlns:a16="http://schemas.microsoft.com/office/drawing/2014/main" id="{48CD9A60-A4B6-FC43-9358-41F296E6D71E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609283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6" name="Logo 17">
            <a:extLst>
              <a:ext uri="{FF2B5EF4-FFF2-40B4-BE49-F238E27FC236}">
                <a16:creationId xmlns:a16="http://schemas.microsoft.com/office/drawing/2014/main" id="{E489D711-9055-9C40-AB53-0A74ACB4DA88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71539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7" name="Logo 16">
            <a:extLst>
              <a:ext uri="{FF2B5EF4-FFF2-40B4-BE49-F238E27FC236}">
                <a16:creationId xmlns:a16="http://schemas.microsoft.com/office/drawing/2014/main" id="{A7C8DA76-9C71-4143-BC07-17C3C7F1914A}"/>
              </a:ext>
            </a:extLst>
          </p:cNvPr>
          <p:cNvSpPr>
            <a:spLocks noGrp="1" noChangeAspect="1"/>
          </p:cNvSpPr>
          <p:nvPr>
            <p:ph type="pic" sz="quarter" idx="82" hasCustomPrompt="1"/>
          </p:nvPr>
        </p:nvSpPr>
        <p:spPr>
          <a:xfrm>
            <a:off x="1133795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3" name="Logo 15">
            <a:extLst>
              <a:ext uri="{FF2B5EF4-FFF2-40B4-BE49-F238E27FC236}">
                <a16:creationId xmlns:a16="http://schemas.microsoft.com/office/drawing/2014/main" id="{DD69138C-DAC3-E445-92A1-9F82EB093E1D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2084771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0" name="Logo 14">
            <a:extLst>
              <a:ext uri="{FF2B5EF4-FFF2-40B4-BE49-F238E27FC236}">
                <a16:creationId xmlns:a16="http://schemas.microsoft.com/office/drawing/2014/main" id="{5905493A-4289-0543-B95C-13C235FD3653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847027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9" name="Logo 13">
            <a:extLst>
              <a:ext uri="{FF2B5EF4-FFF2-40B4-BE49-F238E27FC236}">
                <a16:creationId xmlns:a16="http://schemas.microsoft.com/office/drawing/2014/main" id="{52720793-EB87-0148-9EE4-2B3799AABAD0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609283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1" name="Logo 12">
            <a:extLst>
              <a:ext uri="{FF2B5EF4-FFF2-40B4-BE49-F238E27FC236}">
                <a16:creationId xmlns:a16="http://schemas.microsoft.com/office/drawing/2014/main" id="{FB90F93C-22CE-3241-A8BC-14E50FDF2D74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371539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2" name="Logo 11">
            <a:extLst>
              <a:ext uri="{FF2B5EF4-FFF2-40B4-BE49-F238E27FC236}">
                <a16:creationId xmlns:a16="http://schemas.microsoft.com/office/drawing/2014/main" id="{E6B1A4AE-4BB4-FA47-937F-8372D0C2BFFB}"/>
              </a:ext>
            </a:extLst>
          </p:cNvPr>
          <p:cNvSpPr>
            <a:spLocks noGrp="1" noChangeAspect="1"/>
          </p:cNvSpPr>
          <p:nvPr>
            <p:ph type="pic" sz="quarter" idx="77" hasCustomPrompt="1"/>
          </p:nvPr>
        </p:nvSpPr>
        <p:spPr>
          <a:xfrm>
            <a:off x="1133795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8" name="Logo 10">
            <a:extLst>
              <a:ext uri="{FF2B5EF4-FFF2-40B4-BE49-F238E27FC236}">
                <a16:creationId xmlns:a16="http://schemas.microsoft.com/office/drawing/2014/main" id="{395D7864-8946-DD40-8A1A-5BAF006A49FC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20847716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5" name="Logo 9">
            <a:extLst>
              <a:ext uri="{FF2B5EF4-FFF2-40B4-BE49-F238E27FC236}">
                <a16:creationId xmlns:a16="http://schemas.microsoft.com/office/drawing/2014/main" id="{80483B91-2A50-0444-BAE0-16220E7F0B34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8464600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4" name="Logo 8">
            <a:extLst>
              <a:ext uri="{FF2B5EF4-FFF2-40B4-BE49-F238E27FC236}">
                <a16:creationId xmlns:a16="http://schemas.microsoft.com/office/drawing/2014/main" id="{F0D67F03-C3C0-9D4B-A37B-F9D55220C9BB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16089052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6" name="Logo 7">
            <a:extLst>
              <a:ext uri="{FF2B5EF4-FFF2-40B4-BE49-F238E27FC236}">
                <a16:creationId xmlns:a16="http://schemas.microsoft.com/office/drawing/2014/main" id="{1047FEFC-5F5D-DE4F-99EC-B5090B81113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3713504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7" name="Logo 6">
            <a:extLst>
              <a:ext uri="{FF2B5EF4-FFF2-40B4-BE49-F238E27FC236}">
                <a16:creationId xmlns:a16="http://schemas.microsoft.com/office/drawing/2014/main" id="{F6B1D749-1D39-104F-8385-BF1C1C67C682}"/>
              </a:ext>
            </a:extLst>
          </p:cNvPr>
          <p:cNvSpPr>
            <a:spLocks noGrp="1" noChangeAspect="1"/>
          </p:cNvSpPr>
          <p:nvPr>
            <p:ph type="pic" sz="quarter" idx="72" hasCustomPrompt="1"/>
          </p:nvPr>
        </p:nvSpPr>
        <p:spPr>
          <a:xfrm>
            <a:off x="11337956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3" name="Logo 5">
            <a:extLst>
              <a:ext uri="{FF2B5EF4-FFF2-40B4-BE49-F238E27FC236}">
                <a16:creationId xmlns:a16="http://schemas.microsoft.com/office/drawing/2014/main" id="{77BBD705-D6ED-4A4B-9158-2301211CA9F3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2084771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3" name="Logo 4">
            <a:extLst>
              <a:ext uri="{FF2B5EF4-FFF2-40B4-BE49-F238E27FC236}">
                <a16:creationId xmlns:a16="http://schemas.microsoft.com/office/drawing/2014/main" id="{EC150C69-32C0-0448-9444-220674283AF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1847027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2" name="Logo 3">
            <a:extLst>
              <a:ext uri="{FF2B5EF4-FFF2-40B4-BE49-F238E27FC236}">
                <a16:creationId xmlns:a16="http://schemas.microsoft.com/office/drawing/2014/main" id="{486CC6F0-6F3B-114B-9023-0942BF5C2FCC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609283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4" name="Logo 2">
            <a:extLst>
              <a:ext uri="{FF2B5EF4-FFF2-40B4-BE49-F238E27FC236}">
                <a16:creationId xmlns:a16="http://schemas.microsoft.com/office/drawing/2014/main" id="{BE00895A-BA3C-6541-B0A5-3D929B322A19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371539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5" name="Logo 1">
            <a:extLst>
              <a:ext uri="{FF2B5EF4-FFF2-40B4-BE49-F238E27FC236}">
                <a16:creationId xmlns:a16="http://schemas.microsoft.com/office/drawing/2014/main" id="{922D5804-503A-4B4B-8851-668397C5BAE6}"/>
              </a:ext>
            </a:extLst>
          </p:cNvPr>
          <p:cNvSpPr>
            <a:spLocks noGrp="1" noChangeAspect="1"/>
          </p:cNvSpPr>
          <p:nvPr>
            <p:ph type="pic" sz="quarter" idx="67" hasCustomPrompt="1"/>
          </p:nvPr>
        </p:nvSpPr>
        <p:spPr>
          <a:xfrm>
            <a:off x="1133795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292342266"/>
              </p:ext>
            </p:extLst>
          </p:nvPr>
        </p:nvGraphicFramePr>
        <p:xfrm>
          <a:off x="11109356" y="1796118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Section">
            <a:extLst>
              <a:ext uri="{FF2B5EF4-FFF2-40B4-BE49-F238E27FC236}">
                <a16:creationId xmlns:a16="http://schemas.microsoft.com/office/drawing/2014/main" id="{80416621-E7D7-2572-FF21-F6481D34B4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3B0DAA-F72B-6317-7A31-BBE025BCFA0F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49BEF06-7CA1-1DDB-CB12-9CECC08A437F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587B6E2-9516-6419-AC5D-5E8C7765B14B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FB4BF2C-2810-E945-D347-E17F69D27A86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F19B89-9784-061A-4CCE-FB3BDC43F3B8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7D6677C0-F9C5-AEBE-836F-40BDEC639AA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27BE484F-4066-8AA4-DB1C-2BCD14BA4DD3}"/>
              </a:ext>
            </a:extLst>
          </p:cNvPr>
          <p:cNvSpPr>
            <a:spLocks noGrp="1"/>
          </p:cNvSpPr>
          <p:nvPr>
            <p:ph type="ftr" sz="quarter" idx="89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E9780DE0-95B6-8EE8-B194-1EF0B5EEAB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Summary">
            <a:extLst>
              <a:ext uri="{FF2B5EF4-FFF2-40B4-BE49-F238E27FC236}">
                <a16:creationId xmlns:a16="http://schemas.microsoft.com/office/drawing/2014/main" id="{AC231A2D-C27C-875D-582C-C82720527C1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1378C5DE-3E5B-C9C3-26B9-CBAEA0521F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283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7968">
          <p15:clr>
            <a:srgbClr val="FBAE40"/>
          </p15:clr>
        </p15:guide>
        <p15:guide id="4" pos="14689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FFA100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28" name="Orange Circle - Hyperlinked">
            <a:extLst>
              <a:ext uri="{FF2B5EF4-FFF2-40B4-BE49-F238E27FC236}">
                <a16:creationId xmlns:a16="http://schemas.microsoft.com/office/drawing/2014/main" id="{13143D70-DF02-316E-96E9-C53A13B7196D}"/>
              </a:ext>
            </a:extLst>
          </p:cNvPr>
          <p:cNvSpPr/>
          <p:nvPr userDrawn="1"/>
        </p:nvSpPr>
        <p:spPr>
          <a:xfrm>
            <a:off x="23109354" y="287077"/>
            <a:ext cx="198340" cy="198340"/>
          </a:xfrm>
          <a:prstGeom prst="ellipse">
            <a:avLst/>
          </a:prstGeom>
          <a:solidFill>
            <a:srgbClr val="FFA10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816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3" name="Red Circle - Hyperlinked">
            <a:extLst>
              <a:ext uri="{FF2B5EF4-FFF2-40B4-BE49-F238E27FC236}">
                <a16:creationId xmlns:a16="http://schemas.microsoft.com/office/drawing/2014/main" id="{C114B3DA-2926-7C9E-AE0F-31B6F5FB1981}"/>
              </a:ext>
            </a:extLst>
          </p:cNvPr>
          <p:cNvSpPr/>
          <p:nvPr userDrawn="1"/>
        </p:nvSpPr>
        <p:spPr>
          <a:xfrm>
            <a:off x="23373177" y="287077"/>
            <a:ext cx="198340" cy="198340"/>
          </a:xfrm>
          <a:prstGeom prst="ellipse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chemeClr val="accent4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1635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00B478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28" name="Green Circle - Hyperlinked">
            <a:extLst>
              <a:ext uri="{FF2B5EF4-FFF2-40B4-BE49-F238E27FC236}">
                <a16:creationId xmlns:a16="http://schemas.microsoft.com/office/drawing/2014/main" id="{13143D70-DF02-316E-96E9-C53A13B7196D}"/>
              </a:ext>
            </a:extLst>
          </p:cNvPr>
          <p:cNvSpPr/>
          <p:nvPr userDrawn="1"/>
        </p:nvSpPr>
        <p:spPr>
          <a:xfrm>
            <a:off x="23638517" y="287077"/>
            <a:ext cx="198340" cy="198340"/>
          </a:xfrm>
          <a:prstGeom prst="ellipse">
            <a:avLst/>
          </a:prstGeom>
          <a:solidFill>
            <a:srgbClr val="00B478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462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-Client Examp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a white border  Description automatically generated with medium confidence">
            <a:extLst>
              <a:ext uri="{FF2B5EF4-FFF2-40B4-BE49-F238E27FC236}">
                <a16:creationId xmlns:a16="http://schemas.microsoft.com/office/drawing/2014/main" id="{C042CE2D-FB51-5F81-E019-2FAFAA3194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4381557" cy="13713236"/>
          </a:xfrm>
          <a:prstGeom prst="rect">
            <a:avLst/>
          </a:prstGeom>
        </p:spPr>
      </p:pic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7FF34-0328-ED19-7CD8-5ED04F22EE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7A928B1-FB75-7349-85E2-F74B9C2E7596}" type="datetime4">
              <a:rPr lang="en-US" smtClean="0"/>
              <a:t>July 21,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62953-87D5-8A69-9C97-90ADC3C758F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A53420-1991-4197-C574-F3FF882E64F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4EE515B4-CFBD-F516-FF1A-91DCB5C129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AC6BB4-6EF3-AAE5-50A4-86008FCABCD7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accent1">
              <a:lumMod val="60000"/>
              <a:lumOff val="40000"/>
              <a:alpha val="25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ED9487A-FE2B-3FF1-60E0-20E5FFB12551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60850FB-1AE1-DF80-1B52-FE6243A3F603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5D5DB55-658D-D59F-A61F-2CCCAFEBEC64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3FE77E1-9002-0360-2487-6AC8152BA86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48476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00B478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20900" indent="0"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Green Circle - Hyperlinked">
            <a:extLst>
              <a:ext uri="{FF2B5EF4-FFF2-40B4-BE49-F238E27FC236}">
                <a16:creationId xmlns:a16="http://schemas.microsoft.com/office/drawing/2014/main" id="{9DF2C76B-CE66-B224-E75B-51BFAEAB05CC}"/>
              </a:ext>
            </a:extLst>
          </p:cNvPr>
          <p:cNvSpPr/>
          <p:nvPr userDrawn="1"/>
        </p:nvSpPr>
        <p:spPr>
          <a:xfrm>
            <a:off x="23638517" y="287077"/>
            <a:ext cx="198340" cy="198340"/>
          </a:xfrm>
          <a:prstGeom prst="ellipse">
            <a:avLst/>
          </a:prstGeom>
          <a:solidFill>
            <a:srgbClr val="00B478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053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- 9-1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D90C8A4F-C8A5-2784-5BB3-1FB79112F7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6470" cy="13715999"/>
          </a:xfrm>
          <a:prstGeom prst="rect">
            <a:avLst/>
          </a:prstGeom>
        </p:spPr>
      </p:pic>
      <p:sp>
        <p:nvSpPr>
          <p:cNvPr id="149" name="Headshot 3 Title">
            <a:extLst>
              <a:ext uri="{FF2B5EF4-FFF2-40B4-BE49-F238E27FC236}">
                <a16:creationId xmlns:a16="http://schemas.microsoft.com/office/drawing/2014/main" id="{FA7E17B7-A75B-459E-BD36-412F61E30671}"/>
              </a:ext>
            </a:extLst>
          </p:cNvPr>
          <p:cNvSpPr>
            <a:spLocks noGrp="1"/>
          </p:cNvSpPr>
          <p:nvPr userDrawn="1">
            <p:ph type="body" sz="quarter" idx="62" hasCustomPrompt="1"/>
          </p:nvPr>
        </p:nvSpPr>
        <p:spPr>
          <a:xfrm>
            <a:off x="20112361" y="4556014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48" name="Headshot 3 Name">
            <a:extLst>
              <a:ext uri="{FF2B5EF4-FFF2-40B4-BE49-F238E27FC236}">
                <a16:creationId xmlns:a16="http://schemas.microsoft.com/office/drawing/2014/main" id="{604D779B-1F9A-469C-8BAC-1B180766BBA0}"/>
              </a:ext>
            </a:extLst>
          </p:cNvPr>
          <p:cNvSpPr>
            <a:spLocks noGrp="1"/>
          </p:cNvSpPr>
          <p:nvPr userDrawn="1">
            <p:ph type="body" sz="quarter" idx="61" hasCustomPrompt="1"/>
          </p:nvPr>
        </p:nvSpPr>
        <p:spPr>
          <a:xfrm>
            <a:off x="20112361" y="4016518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7" name="Headshot 3 Image">
            <a:extLst>
              <a:ext uri="{FF2B5EF4-FFF2-40B4-BE49-F238E27FC236}">
                <a16:creationId xmlns:a16="http://schemas.microsoft.com/office/drawing/2014/main" id="{BD059C14-E991-2640-98FB-741FA61927D7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20317591" y="1371601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7" name="Headshot 2 Title">
            <a:extLst>
              <a:ext uri="{FF2B5EF4-FFF2-40B4-BE49-F238E27FC236}">
                <a16:creationId xmlns:a16="http://schemas.microsoft.com/office/drawing/2014/main" id="{44F78D72-A4D7-412B-8D54-07450DA91307}"/>
              </a:ext>
            </a:extLst>
          </p:cNvPr>
          <p:cNvSpPr>
            <a:spLocks noGrp="1"/>
          </p:cNvSpPr>
          <p:nvPr userDrawn="1">
            <p:ph type="body" sz="quarter" idx="60" hasCustomPrompt="1"/>
          </p:nvPr>
        </p:nvSpPr>
        <p:spPr>
          <a:xfrm>
            <a:off x="16983391" y="4556014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kern="1200" spc="-50" baseline="0" noProof="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pPr marL="0" lvl="0" indent="0" algn="ctr" defTabSz="182870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Title (16 pt regular)</a:t>
            </a:r>
          </a:p>
        </p:txBody>
      </p:sp>
      <p:sp>
        <p:nvSpPr>
          <p:cNvPr id="146" name="Headshot 2 Name">
            <a:extLst>
              <a:ext uri="{FF2B5EF4-FFF2-40B4-BE49-F238E27FC236}">
                <a16:creationId xmlns:a16="http://schemas.microsoft.com/office/drawing/2014/main" id="{C718CDDB-5D42-48CF-93CD-3607FB8BB9AB}"/>
              </a:ext>
            </a:extLst>
          </p:cNvPr>
          <p:cNvSpPr>
            <a:spLocks noGrp="1"/>
          </p:cNvSpPr>
          <p:nvPr userDrawn="1">
            <p:ph type="body" sz="quarter" idx="59" hasCustomPrompt="1"/>
          </p:nvPr>
        </p:nvSpPr>
        <p:spPr>
          <a:xfrm>
            <a:off x="16983391" y="4016518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6" name="Headshot 2 Image">
            <a:extLst>
              <a:ext uri="{FF2B5EF4-FFF2-40B4-BE49-F238E27FC236}">
                <a16:creationId xmlns:a16="http://schemas.microsoft.com/office/drawing/2014/main" id="{5D53F939-BDBC-AD4F-B30F-7BB7432158E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7188621" y="1371601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5" name="Headshot 1 Title">
            <a:extLst>
              <a:ext uri="{FF2B5EF4-FFF2-40B4-BE49-F238E27FC236}">
                <a16:creationId xmlns:a16="http://schemas.microsoft.com/office/drawing/2014/main" id="{79E2707B-5A69-40CC-8E44-FB933406F463}"/>
              </a:ext>
            </a:extLst>
          </p:cNvPr>
          <p:cNvSpPr>
            <a:spLocks noGrp="1"/>
          </p:cNvSpPr>
          <p:nvPr userDrawn="1">
            <p:ph type="body" sz="quarter" idx="58" hasCustomPrompt="1"/>
          </p:nvPr>
        </p:nvSpPr>
        <p:spPr>
          <a:xfrm>
            <a:off x="13854422" y="4556014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44" name="Headshot 1 Name">
            <a:extLst>
              <a:ext uri="{FF2B5EF4-FFF2-40B4-BE49-F238E27FC236}">
                <a16:creationId xmlns:a16="http://schemas.microsoft.com/office/drawing/2014/main" id="{1C075D70-4DC9-4766-9792-C861DA69328D}"/>
              </a:ext>
            </a:extLst>
          </p:cNvPr>
          <p:cNvSpPr>
            <a:spLocks noGrp="1"/>
          </p:cNvSpPr>
          <p:nvPr userDrawn="1">
            <p:ph type="body" sz="quarter" idx="57" hasCustomPrompt="1"/>
          </p:nvPr>
        </p:nvSpPr>
        <p:spPr>
          <a:xfrm>
            <a:off x="13854422" y="4016518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" name="Headshot 1 Image">
            <a:extLst>
              <a:ext uri="{FF2B5EF4-FFF2-40B4-BE49-F238E27FC236}">
                <a16:creationId xmlns:a16="http://schemas.microsoft.com/office/drawing/2014/main" id="{15685170-DFAB-6547-8534-9967010DFFB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14059652" y="1371601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5" name="Headshot 3 Title">
            <a:extLst>
              <a:ext uri="{FF2B5EF4-FFF2-40B4-BE49-F238E27FC236}">
                <a16:creationId xmlns:a16="http://schemas.microsoft.com/office/drawing/2014/main" id="{4921A1EC-C8B9-0908-0F2C-04E124348DD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112361" y="8402245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6" name="Headshot 3 Name">
            <a:extLst>
              <a:ext uri="{FF2B5EF4-FFF2-40B4-BE49-F238E27FC236}">
                <a16:creationId xmlns:a16="http://schemas.microsoft.com/office/drawing/2014/main" id="{1E44EA40-3B26-4ABC-0607-CCA2E434ACF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0112361" y="7862749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8" name="Headshot 3 Image">
            <a:extLst>
              <a:ext uri="{FF2B5EF4-FFF2-40B4-BE49-F238E27FC236}">
                <a16:creationId xmlns:a16="http://schemas.microsoft.com/office/drawing/2014/main" id="{DD06FA8C-33DD-D3F1-FA09-33A300106890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20317591" y="5217832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9" name="Headshot 2 Title">
            <a:extLst>
              <a:ext uri="{FF2B5EF4-FFF2-40B4-BE49-F238E27FC236}">
                <a16:creationId xmlns:a16="http://schemas.microsoft.com/office/drawing/2014/main" id="{9708DA8A-5B75-0BEE-F21C-EE1C3181064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6983391" y="8402245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kern="1200" spc="-50" baseline="0" noProof="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pPr marL="0" lvl="0" indent="0" algn="ctr" defTabSz="182870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Title (16 pt regular)</a:t>
            </a:r>
          </a:p>
        </p:txBody>
      </p:sp>
      <p:sp>
        <p:nvSpPr>
          <p:cNvPr id="20" name="Headshot 2 Name">
            <a:extLst>
              <a:ext uri="{FF2B5EF4-FFF2-40B4-BE49-F238E27FC236}">
                <a16:creationId xmlns:a16="http://schemas.microsoft.com/office/drawing/2014/main" id="{256400D5-6FE6-B6E2-B155-C157DC18BEC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6983391" y="7862749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25" name="Headshot 2 Image">
            <a:extLst>
              <a:ext uri="{FF2B5EF4-FFF2-40B4-BE49-F238E27FC236}">
                <a16:creationId xmlns:a16="http://schemas.microsoft.com/office/drawing/2014/main" id="{C4A2BAC8-5A05-EFE5-9A1C-EF812C8C9428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7188621" y="5217832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26" name="Headshot 1 Title">
            <a:extLst>
              <a:ext uri="{FF2B5EF4-FFF2-40B4-BE49-F238E27FC236}">
                <a16:creationId xmlns:a16="http://schemas.microsoft.com/office/drawing/2014/main" id="{318BE640-BF8A-8889-B364-E4842F27A7A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3854422" y="8402245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28" name="Headshot 1 Name">
            <a:extLst>
              <a:ext uri="{FF2B5EF4-FFF2-40B4-BE49-F238E27FC236}">
                <a16:creationId xmlns:a16="http://schemas.microsoft.com/office/drawing/2014/main" id="{09ED41C2-0460-FCA7-6781-E5175F3682D3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3854422" y="7862749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29" name="Headshot 1 Image">
            <a:extLst>
              <a:ext uri="{FF2B5EF4-FFF2-40B4-BE49-F238E27FC236}">
                <a16:creationId xmlns:a16="http://schemas.microsoft.com/office/drawing/2014/main" id="{4BB0CEF6-8E44-46F8-0B99-B63DE4C9581C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14059652" y="5217832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31" name="Headshot 1 Title">
            <a:extLst>
              <a:ext uri="{FF2B5EF4-FFF2-40B4-BE49-F238E27FC236}">
                <a16:creationId xmlns:a16="http://schemas.microsoft.com/office/drawing/2014/main" id="{E49BCA3B-52D7-C26E-53E0-D522016A015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0725453" y="8402245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32" name="Headshot 1 Name">
            <a:extLst>
              <a:ext uri="{FF2B5EF4-FFF2-40B4-BE49-F238E27FC236}">
                <a16:creationId xmlns:a16="http://schemas.microsoft.com/office/drawing/2014/main" id="{AE7D0037-F3E8-155B-83B3-FAE1C21924F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0725453" y="7862749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3" name="Headshot 1 Image">
            <a:extLst>
              <a:ext uri="{FF2B5EF4-FFF2-40B4-BE49-F238E27FC236}">
                <a16:creationId xmlns:a16="http://schemas.microsoft.com/office/drawing/2014/main" id="{B8492D52-84AC-7286-5436-912ACDA9143F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0930683" y="5217832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34" name="Headshot 3 Title">
            <a:extLst>
              <a:ext uri="{FF2B5EF4-FFF2-40B4-BE49-F238E27FC236}">
                <a16:creationId xmlns:a16="http://schemas.microsoft.com/office/drawing/2014/main" id="{CE22E960-72EA-117B-EDD9-9D8E9B698931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20112361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36" name="Headshot 3 Name">
            <a:extLst>
              <a:ext uri="{FF2B5EF4-FFF2-40B4-BE49-F238E27FC236}">
                <a16:creationId xmlns:a16="http://schemas.microsoft.com/office/drawing/2014/main" id="{D83B72D6-9CF6-77B1-5D8A-2E2DFEE4C17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20112361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7" name="Headshot 3 Image">
            <a:extLst>
              <a:ext uri="{FF2B5EF4-FFF2-40B4-BE49-F238E27FC236}">
                <a16:creationId xmlns:a16="http://schemas.microsoft.com/office/drawing/2014/main" id="{10B23A92-FB57-5FED-E7F3-A8608953A7E4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20317591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38" name="Headshot 2 Title">
            <a:extLst>
              <a:ext uri="{FF2B5EF4-FFF2-40B4-BE49-F238E27FC236}">
                <a16:creationId xmlns:a16="http://schemas.microsoft.com/office/drawing/2014/main" id="{99F04926-D562-DB83-C69B-04923B813393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6983391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kern="1200" spc="-50" baseline="0" noProof="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pPr marL="0" lvl="0" indent="0" algn="ctr" defTabSz="182870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Title (16 pt regular)</a:t>
            </a:r>
          </a:p>
        </p:txBody>
      </p:sp>
      <p:sp>
        <p:nvSpPr>
          <p:cNvPr id="39" name="Headshot 2 Name">
            <a:extLst>
              <a:ext uri="{FF2B5EF4-FFF2-40B4-BE49-F238E27FC236}">
                <a16:creationId xmlns:a16="http://schemas.microsoft.com/office/drawing/2014/main" id="{CBDB5BBA-04B6-5D06-90A6-756BA9438009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6983391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40" name="Headshot 2 Image">
            <a:extLst>
              <a:ext uri="{FF2B5EF4-FFF2-40B4-BE49-F238E27FC236}">
                <a16:creationId xmlns:a16="http://schemas.microsoft.com/office/drawing/2014/main" id="{9C325882-2330-47D7-844E-E194B6F83560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14059652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41" name="Headshot 1 Title">
            <a:extLst>
              <a:ext uri="{FF2B5EF4-FFF2-40B4-BE49-F238E27FC236}">
                <a16:creationId xmlns:a16="http://schemas.microsoft.com/office/drawing/2014/main" id="{9BC0EA76-8393-950F-2CA3-732BAF4AD30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3854422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42" name="Headshot 1 Name">
            <a:extLst>
              <a:ext uri="{FF2B5EF4-FFF2-40B4-BE49-F238E27FC236}">
                <a16:creationId xmlns:a16="http://schemas.microsoft.com/office/drawing/2014/main" id="{83A7882D-DFFD-75EF-E658-EFBE1864C64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3854422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43" name="Headshot 1 Image">
            <a:extLst>
              <a:ext uri="{FF2B5EF4-FFF2-40B4-BE49-F238E27FC236}">
                <a16:creationId xmlns:a16="http://schemas.microsoft.com/office/drawing/2014/main" id="{645A808F-7315-C04D-BE93-862C8EA80AF9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0930683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44" name="Headshot 1 Title">
            <a:extLst>
              <a:ext uri="{FF2B5EF4-FFF2-40B4-BE49-F238E27FC236}">
                <a16:creationId xmlns:a16="http://schemas.microsoft.com/office/drawing/2014/main" id="{60745B0B-B9FE-EDD8-9598-2426ABAC861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596484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45" name="Headshot 1 Name">
            <a:extLst>
              <a:ext uri="{FF2B5EF4-FFF2-40B4-BE49-F238E27FC236}">
                <a16:creationId xmlns:a16="http://schemas.microsoft.com/office/drawing/2014/main" id="{83BBA854-886D-9766-5FD8-C08E0A897746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7596484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46" name="Headshot 1 Image">
            <a:extLst>
              <a:ext uri="{FF2B5EF4-FFF2-40B4-BE49-F238E27FC236}">
                <a16:creationId xmlns:a16="http://schemas.microsoft.com/office/drawing/2014/main" id="{FADA4332-6C92-9E93-06CC-8C75DA8685AE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7801714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47" name="Headshot 1 Image">
            <a:extLst>
              <a:ext uri="{FF2B5EF4-FFF2-40B4-BE49-F238E27FC236}">
                <a16:creationId xmlns:a16="http://schemas.microsoft.com/office/drawing/2014/main" id="{ECD53920-8A10-7E42-D105-23F65EA11597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4672745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48" name="Headshot 1 Image">
            <a:extLst>
              <a:ext uri="{FF2B5EF4-FFF2-40B4-BE49-F238E27FC236}">
                <a16:creationId xmlns:a16="http://schemas.microsoft.com/office/drawing/2014/main" id="{59805890-3C7C-03C4-405B-DE6E060BD45F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1543776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49" name="Headshot 1 Name">
            <a:extLst>
              <a:ext uri="{FF2B5EF4-FFF2-40B4-BE49-F238E27FC236}">
                <a16:creationId xmlns:a16="http://schemas.microsoft.com/office/drawing/2014/main" id="{BEDEEA46-F32C-C048-97E1-86290805F22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467515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50" name="Headshot 1 Name">
            <a:extLst>
              <a:ext uri="{FF2B5EF4-FFF2-40B4-BE49-F238E27FC236}">
                <a16:creationId xmlns:a16="http://schemas.microsoft.com/office/drawing/2014/main" id="{03A83B67-30D2-CA8A-6437-6511901C31AB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1338546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51" name="Headshot 1 Title">
            <a:extLst>
              <a:ext uri="{FF2B5EF4-FFF2-40B4-BE49-F238E27FC236}">
                <a16:creationId xmlns:a16="http://schemas.microsoft.com/office/drawing/2014/main" id="{715F1E00-D7F9-1866-0BC9-8B07E4052EE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67515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52" name="Headshot 1 Title">
            <a:extLst>
              <a:ext uri="{FF2B5EF4-FFF2-40B4-BE49-F238E27FC236}">
                <a16:creationId xmlns:a16="http://schemas.microsoft.com/office/drawing/2014/main" id="{E9196127-E22E-75F5-23DC-1BFCF6DF7E0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338546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59" name="Title">
            <a:extLst>
              <a:ext uri="{FF2B5EF4-FFF2-40B4-BE49-F238E27FC236}">
                <a16:creationId xmlns:a16="http://schemas.microsoft.com/office/drawing/2014/main" id="{8D8B581F-C8B0-CFE7-FC01-952AAC14DC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8388" y="3105976"/>
            <a:ext cx="10251934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70000"/>
              </a:lnSpc>
              <a:defRPr sz="12200" b="1" i="0" cap="none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  <p:sp>
        <p:nvSpPr>
          <p:cNvPr id="62" name="Section">
            <a:extLst>
              <a:ext uri="{FF2B5EF4-FFF2-40B4-BE49-F238E27FC236}">
                <a16:creationId xmlns:a16="http://schemas.microsoft.com/office/drawing/2014/main" id="{9EC5D225-8B9E-4DFA-5F00-4057F0500BB9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132" name="Date Placeholder 10">
            <a:extLst>
              <a:ext uri="{FF2B5EF4-FFF2-40B4-BE49-F238E27FC236}">
                <a16:creationId xmlns:a16="http://schemas.microsoft.com/office/drawing/2014/main" id="{1B0410A5-9150-9143-A78E-6A0255F0748D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D3A6C4A2-1E4A-9440-9AE6-5547B9C9963D}" type="datetime4">
              <a:rPr lang="en-US" smtClean="0"/>
              <a:t>July 21, 2026</a:t>
            </a:fld>
            <a:endParaRPr lang="en-US"/>
          </a:p>
        </p:txBody>
      </p:sp>
      <p:sp>
        <p:nvSpPr>
          <p:cNvPr id="133" name="Footer Placeholder 12">
            <a:extLst>
              <a:ext uri="{FF2B5EF4-FFF2-40B4-BE49-F238E27FC236}">
                <a16:creationId xmlns:a16="http://schemas.microsoft.com/office/drawing/2014/main" id="{89D40F44-AE0F-2CBC-ECF5-3EBF63937EC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0531559" y="13263254"/>
            <a:ext cx="3187055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34" name="Slide Number Placeholder 13">
            <a:extLst>
              <a:ext uri="{FF2B5EF4-FFF2-40B4-BE49-F238E27FC236}">
                <a16:creationId xmlns:a16="http://schemas.microsoft.com/office/drawing/2014/main" id="{EABD6A3D-43AF-C303-93B5-150EF1AE1BC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3718740" y="13263254"/>
            <a:ext cx="668433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5" name="Headshot 3 Image">
            <a:extLst>
              <a:ext uri="{FF2B5EF4-FFF2-40B4-BE49-F238E27FC236}">
                <a16:creationId xmlns:a16="http://schemas.microsoft.com/office/drawing/2014/main" id="{7D57B561-9BB2-CE67-D8AC-B6434CD8F145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17188621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36" name="Headshot 1 Title">
            <a:extLst>
              <a:ext uri="{FF2B5EF4-FFF2-40B4-BE49-F238E27FC236}">
                <a16:creationId xmlns:a16="http://schemas.microsoft.com/office/drawing/2014/main" id="{60DE55DC-B164-A031-6035-FAF5BFD9181E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0725453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37" name="Headshot 1 Name">
            <a:extLst>
              <a:ext uri="{FF2B5EF4-FFF2-40B4-BE49-F238E27FC236}">
                <a16:creationId xmlns:a16="http://schemas.microsoft.com/office/drawing/2014/main" id="{91BCDC18-2BA4-E529-C188-C4789A157F5A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10725453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945F644-7D47-EBF2-7CFF-CC505EF18B0B}"/>
              </a:ext>
            </a:extLst>
          </p:cNvPr>
          <p:cNvGrpSpPr/>
          <p:nvPr userDrawn="1"/>
        </p:nvGrpSpPr>
        <p:grpSpPr>
          <a:xfrm>
            <a:off x="1091918" y="11951828"/>
            <a:ext cx="2612177" cy="564835"/>
            <a:chOff x="1515004" y="11850632"/>
            <a:chExt cx="2739754" cy="592422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3B64BBD6-B172-CA82-4E84-70CBE1EB172B}"/>
                </a:ext>
              </a:extLst>
            </p:cNvPr>
            <p:cNvGrpSpPr/>
            <p:nvPr/>
          </p:nvGrpSpPr>
          <p:grpSpPr>
            <a:xfrm>
              <a:off x="1515004" y="11850632"/>
              <a:ext cx="585683" cy="592422"/>
              <a:chOff x="1515004" y="11850632"/>
              <a:chExt cx="585683" cy="592422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5AE103EB-FC2C-BFD5-4AE5-97634ECBACC3}"/>
                  </a:ext>
                </a:extLst>
              </p:cNvPr>
              <p:cNvSpPr/>
              <p:nvPr/>
            </p:nvSpPr>
            <p:spPr>
              <a:xfrm>
                <a:off x="1515004" y="12035196"/>
                <a:ext cx="147651" cy="147651"/>
              </a:xfrm>
              <a:custGeom>
                <a:avLst/>
                <a:gdLst>
                  <a:gd name="connsiteX0" fmla="*/ 147651 w 147651"/>
                  <a:gd name="connsiteY0" fmla="*/ 73826 h 147651"/>
                  <a:gd name="connsiteX1" fmla="*/ 73826 w 147651"/>
                  <a:gd name="connsiteY1" fmla="*/ 147652 h 147651"/>
                  <a:gd name="connsiteX2" fmla="*/ 0 w 147651"/>
                  <a:gd name="connsiteY2" fmla="*/ 73826 h 147651"/>
                  <a:gd name="connsiteX3" fmla="*/ 73826 w 147651"/>
                  <a:gd name="connsiteY3" fmla="*/ 0 h 147651"/>
                  <a:gd name="connsiteX4" fmla="*/ 147651 w 147651"/>
                  <a:gd name="connsiteY4" fmla="*/ 73826 h 14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651" h="147651">
                    <a:moveTo>
                      <a:pt x="147651" y="73826"/>
                    </a:moveTo>
                    <a:cubicBezTo>
                      <a:pt x="147651" y="114599"/>
                      <a:pt x="114599" y="147652"/>
                      <a:pt x="73826" y="147652"/>
                    </a:cubicBezTo>
                    <a:cubicBezTo>
                      <a:pt x="33053" y="147652"/>
                      <a:pt x="0" y="114599"/>
                      <a:pt x="0" y="73826"/>
                    </a:cubicBezTo>
                    <a:cubicBezTo>
                      <a:pt x="0" y="33053"/>
                      <a:pt x="33053" y="0"/>
                      <a:pt x="73826" y="0"/>
                    </a:cubicBezTo>
                    <a:cubicBezTo>
                      <a:pt x="114599" y="0"/>
                      <a:pt x="147651" y="33053"/>
                      <a:pt x="147651" y="73826"/>
                    </a:cubicBez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FC46E4E1-3531-5072-8FC6-D9C3C23D19A6}"/>
                  </a:ext>
                </a:extLst>
              </p:cNvPr>
              <p:cNvSpPr/>
              <p:nvPr/>
            </p:nvSpPr>
            <p:spPr>
              <a:xfrm>
                <a:off x="1548635" y="11850632"/>
                <a:ext cx="552052" cy="592422"/>
              </a:xfrm>
              <a:custGeom>
                <a:avLst/>
                <a:gdLst>
                  <a:gd name="connsiteX0" fmla="*/ 487250 w 552052"/>
                  <a:gd name="connsiteY0" fmla="*/ 76287 h 592422"/>
                  <a:gd name="connsiteX1" fmla="*/ 492992 w 552052"/>
                  <a:gd name="connsiteY1" fmla="*/ 92692 h 592422"/>
                  <a:gd name="connsiteX2" fmla="*/ 552052 w 552052"/>
                  <a:gd name="connsiteY2" fmla="*/ 0 h 592422"/>
                  <a:gd name="connsiteX3" fmla="*/ 453618 w 552052"/>
                  <a:gd name="connsiteY3" fmla="*/ 52498 h 592422"/>
                  <a:gd name="connsiteX4" fmla="*/ 469204 w 552052"/>
                  <a:gd name="connsiteY4" fmla="*/ 58240 h 592422"/>
                  <a:gd name="connsiteX5" fmla="*/ 519241 w 552052"/>
                  <a:gd name="connsiteY5" fmla="*/ 30351 h 592422"/>
                  <a:gd name="connsiteX6" fmla="*/ 0 w 552052"/>
                  <a:gd name="connsiteY6" fmla="*/ 442955 h 592422"/>
                  <a:gd name="connsiteX7" fmla="*/ 391276 w 552052"/>
                  <a:gd name="connsiteY7" fmla="*/ 556974 h 592422"/>
                  <a:gd name="connsiteX8" fmla="*/ 505296 w 552052"/>
                  <a:gd name="connsiteY8" fmla="*/ 166518 h 592422"/>
                  <a:gd name="connsiteX9" fmla="*/ 459360 w 552052"/>
                  <a:gd name="connsiteY9" fmla="*/ 104176 h 592422"/>
                  <a:gd name="connsiteX10" fmla="*/ 487250 w 552052"/>
                  <a:gd name="connsiteY10" fmla="*/ 76287 h 592422"/>
                  <a:gd name="connsiteX11" fmla="*/ 475766 w 552052"/>
                  <a:gd name="connsiteY11" fmla="*/ 444595 h 592422"/>
                  <a:gd name="connsiteX12" fmla="*/ 319912 w 552052"/>
                  <a:gd name="connsiteY12" fmla="*/ 519241 h 592422"/>
                  <a:gd name="connsiteX13" fmla="*/ 237883 w 552052"/>
                  <a:gd name="connsiteY13" fmla="*/ 404401 h 592422"/>
                  <a:gd name="connsiteX14" fmla="*/ 408502 w 552052"/>
                  <a:gd name="connsiteY14" fmla="*/ 153394 h 592422"/>
                  <a:gd name="connsiteX15" fmla="*/ 475766 w 552052"/>
                  <a:gd name="connsiteY15" fmla="*/ 444595 h 592422"/>
                  <a:gd name="connsiteX16" fmla="*/ 475766 w 552052"/>
                  <a:gd name="connsiteY16" fmla="*/ 444595 h 592422"/>
                  <a:gd name="connsiteX17" fmla="*/ 475766 w 552052"/>
                  <a:gd name="connsiteY17" fmla="*/ 444595 h 59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2052" h="592422">
                    <a:moveTo>
                      <a:pt x="487250" y="76287"/>
                    </a:moveTo>
                    <a:lnTo>
                      <a:pt x="492992" y="92692"/>
                    </a:lnTo>
                    <a:lnTo>
                      <a:pt x="552052" y="0"/>
                    </a:lnTo>
                    <a:lnTo>
                      <a:pt x="453618" y="52498"/>
                    </a:lnTo>
                    <a:lnTo>
                      <a:pt x="469204" y="58240"/>
                    </a:lnTo>
                    <a:lnTo>
                      <a:pt x="519241" y="30351"/>
                    </a:lnTo>
                    <a:lnTo>
                      <a:pt x="0" y="442955"/>
                    </a:lnTo>
                    <a:cubicBezTo>
                      <a:pt x="76287" y="582403"/>
                      <a:pt x="251828" y="633261"/>
                      <a:pt x="391276" y="556974"/>
                    </a:cubicBezTo>
                    <a:cubicBezTo>
                      <a:pt x="530725" y="480688"/>
                      <a:pt x="581583" y="305967"/>
                      <a:pt x="505296" y="166518"/>
                    </a:cubicBezTo>
                    <a:cubicBezTo>
                      <a:pt x="492992" y="143550"/>
                      <a:pt x="477406" y="122223"/>
                      <a:pt x="459360" y="104176"/>
                    </a:cubicBezTo>
                    <a:cubicBezTo>
                      <a:pt x="469204" y="93513"/>
                      <a:pt x="479047" y="84489"/>
                      <a:pt x="487250" y="76287"/>
                    </a:cubicBezTo>
                    <a:close/>
                    <a:moveTo>
                      <a:pt x="475766" y="444595"/>
                    </a:moveTo>
                    <a:cubicBezTo>
                      <a:pt x="453618" y="508577"/>
                      <a:pt x="383894" y="542209"/>
                      <a:pt x="319912" y="519241"/>
                    </a:cubicBezTo>
                    <a:cubicBezTo>
                      <a:pt x="270694" y="502015"/>
                      <a:pt x="237883" y="456079"/>
                      <a:pt x="237883" y="404401"/>
                    </a:cubicBezTo>
                    <a:cubicBezTo>
                      <a:pt x="237883" y="337138"/>
                      <a:pt x="284639" y="260851"/>
                      <a:pt x="408502" y="153394"/>
                    </a:cubicBezTo>
                    <a:cubicBezTo>
                      <a:pt x="408502" y="153394"/>
                      <a:pt x="534006" y="270694"/>
                      <a:pt x="475766" y="444595"/>
                    </a:cubicBezTo>
                    <a:lnTo>
                      <a:pt x="475766" y="444595"/>
                    </a:lnTo>
                    <a:lnTo>
                      <a:pt x="475766" y="444595"/>
                    </a:ln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617952EA-48A6-8E80-6A1B-3A990AC0546B}"/>
                  </a:ext>
                </a:extLst>
              </p:cNvPr>
              <p:cNvSpPr/>
              <p:nvPr/>
            </p:nvSpPr>
            <p:spPr>
              <a:xfrm>
                <a:off x="1573244" y="11867394"/>
                <a:ext cx="408502" cy="110382"/>
              </a:xfrm>
              <a:custGeom>
                <a:avLst/>
                <a:gdLst>
                  <a:gd name="connsiteX0" fmla="*/ 346161 w 408502"/>
                  <a:gd name="connsiteY0" fmla="*/ 102999 h 110382"/>
                  <a:gd name="connsiteX1" fmla="*/ 408502 w 408502"/>
                  <a:gd name="connsiteY1" fmla="*/ 63626 h 110382"/>
                  <a:gd name="connsiteX2" fmla="*/ 3281 w 408502"/>
                  <a:gd name="connsiteY2" fmla="*/ 106281 h 110382"/>
                  <a:gd name="connsiteX3" fmla="*/ 0 w 408502"/>
                  <a:gd name="connsiteY3" fmla="*/ 110382 h 110382"/>
                  <a:gd name="connsiteX4" fmla="*/ 346161 w 408502"/>
                  <a:gd name="connsiteY4" fmla="*/ 102999 h 110382"/>
                  <a:gd name="connsiteX5" fmla="*/ 346161 w 408502"/>
                  <a:gd name="connsiteY5" fmla="*/ 102999 h 110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8502" h="110382">
                    <a:moveTo>
                      <a:pt x="346161" y="102999"/>
                    </a:moveTo>
                    <a:lnTo>
                      <a:pt x="408502" y="63626"/>
                    </a:lnTo>
                    <a:cubicBezTo>
                      <a:pt x="284639" y="-35629"/>
                      <a:pt x="103356" y="-16762"/>
                      <a:pt x="3281" y="106281"/>
                    </a:cubicBezTo>
                    <a:cubicBezTo>
                      <a:pt x="2461" y="107921"/>
                      <a:pt x="820" y="108741"/>
                      <a:pt x="0" y="110382"/>
                    </a:cubicBezTo>
                    <a:cubicBezTo>
                      <a:pt x="100895" y="30814"/>
                      <a:pt x="241984" y="28353"/>
                      <a:pt x="346161" y="102999"/>
                    </a:cubicBezTo>
                    <a:lnTo>
                      <a:pt x="346161" y="102999"/>
                    </a:ln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2F455877-64E5-FAD6-9169-D6914943F1DC}"/>
                </a:ext>
              </a:extLst>
            </p:cNvPr>
            <p:cNvGrpSpPr/>
            <p:nvPr/>
          </p:nvGrpSpPr>
          <p:grpSpPr>
            <a:xfrm>
              <a:off x="2277049" y="11966292"/>
              <a:ext cx="1977709" cy="432515"/>
              <a:chOff x="2277049" y="11966292"/>
              <a:chExt cx="1977709" cy="432515"/>
            </a:xfrm>
            <a:solidFill>
              <a:schemeClr val="bg1"/>
            </a:solidFill>
          </p:grpSpPr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0ED07651-EABB-9CB8-EEC6-6AD3931D0720}"/>
                  </a:ext>
                </a:extLst>
              </p:cNvPr>
              <p:cNvSpPr/>
              <p:nvPr/>
            </p:nvSpPr>
            <p:spPr>
              <a:xfrm>
                <a:off x="2576453" y="12092439"/>
                <a:ext cx="167338" cy="200326"/>
              </a:xfrm>
              <a:custGeom>
                <a:avLst/>
                <a:gdLst>
                  <a:gd name="connsiteX0" fmla="*/ 0 w 167338"/>
                  <a:gd name="connsiteY0" fmla="*/ 5099 h 200326"/>
                  <a:gd name="connsiteX1" fmla="*/ 45116 w 167338"/>
                  <a:gd name="connsiteY1" fmla="*/ 5099 h 200326"/>
                  <a:gd name="connsiteX2" fmla="*/ 45116 w 167338"/>
                  <a:gd name="connsiteY2" fmla="*/ 23145 h 200326"/>
                  <a:gd name="connsiteX3" fmla="*/ 97614 w 167338"/>
                  <a:gd name="connsiteY3" fmla="*/ 177 h 200326"/>
                  <a:gd name="connsiteX4" fmla="*/ 155034 w 167338"/>
                  <a:gd name="connsiteY4" fmla="*/ 26426 h 200326"/>
                  <a:gd name="connsiteX5" fmla="*/ 167338 w 167338"/>
                  <a:gd name="connsiteY5" fmla="*/ 80565 h 200326"/>
                  <a:gd name="connsiteX6" fmla="*/ 167338 w 167338"/>
                  <a:gd name="connsiteY6" fmla="*/ 199507 h 200326"/>
                  <a:gd name="connsiteX7" fmla="*/ 122223 w 167338"/>
                  <a:gd name="connsiteY7" fmla="*/ 199507 h 200326"/>
                  <a:gd name="connsiteX8" fmla="*/ 122223 w 167338"/>
                  <a:gd name="connsiteY8" fmla="*/ 92049 h 200326"/>
                  <a:gd name="connsiteX9" fmla="*/ 86950 w 167338"/>
                  <a:gd name="connsiteY9" fmla="*/ 41191 h 200326"/>
                  <a:gd name="connsiteX10" fmla="*/ 45936 w 167338"/>
                  <a:gd name="connsiteY10" fmla="*/ 106814 h 200326"/>
                  <a:gd name="connsiteX11" fmla="*/ 45936 w 167338"/>
                  <a:gd name="connsiteY11" fmla="*/ 200327 h 200326"/>
                  <a:gd name="connsiteX12" fmla="*/ 820 w 167338"/>
                  <a:gd name="connsiteY12" fmla="*/ 200327 h 200326"/>
                  <a:gd name="connsiteX13" fmla="*/ 0 w 167338"/>
                  <a:gd name="connsiteY13" fmla="*/ 5099 h 200326"/>
                  <a:gd name="connsiteX14" fmla="*/ 0 w 167338"/>
                  <a:gd name="connsiteY14" fmla="*/ 5099 h 20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7338" h="200326">
                    <a:moveTo>
                      <a:pt x="0" y="5099"/>
                    </a:moveTo>
                    <a:lnTo>
                      <a:pt x="45116" y="5099"/>
                    </a:lnTo>
                    <a:lnTo>
                      <a:pt x="45116" y="23145"/>
                    </a:lnTo>
                    <a:cubicBezTo>
                      <a:pt x="58240" y="7560"/>
                      <a:pt x="77927" y="-643"/>
                      <a:pt x="97614" y="177"/>
                    </a:cubicBezTo>
                    <a:cubicBezTo>
                      <a:pt x="119762" y="-1464"/>
                      <a:pt x="141909" y="8380"/>
                      <a:pt x="155034" y="26426"/>
                    </a:cubicBezTo>
                    <a:cubicBezTo>
                      <a:pt x="162417" y="37090"/>
                      <a:pt x="167338" y="50214"/>
                      <a:pt x="167338" y="80565"/>
                    </a:cubicBezTo>
                    <a:lnTo>
                      <a:pt x="167338" y="199507"/>
                    </a:lnTo>
                    <a:lnTo>
                      <a:pt x="122223" y="199507"/>
                    </a:lnTo>
                    <a:lnTo>
                      <a:pt x="122223" y="92049"/>
                    </a:lnTo>
                    <a:cubicBezTo>
                      <a:pt x="122223" y="42832"/>
                      <a:pt x="103356" y="41191"/>
                      <a:pt x="86950" y="41191"/>
                    </a:cubicBezTo>
                    <a:cubicBezTo>
                      <a:pt x="66443" y="41191"/>
                      <a:pt x="45936" y="43652"/>
                      <a:pt x="45936" y="106814"/>
                    </a:cubicBezTo>
                    <a:lnTo>
                      <a:pt x="45936" y="200327"/>
                    </a:lnTo>
                    <a:lnTo>
                      <a:pt x="820" y="200327"/>
                    </a:lnTo>
                    <a:lnTo>
                      <a:pt x="0" y="5099"/>
                    </a:lnTo>
                    <a:lnTo>
                      <a:pt x="0" y="5099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56F214C3-9718-7038-038D-D55D1D8C27A9}"/>
                  </a:ext>
                </a:extLst>
              </p:cNvPr>
              <p:cNvSpPr/>
              <p:nvPr/>
            </p:nvSpPr>
            <p:spPr>
              <a:xfrm>
                <a:off x="2788860" y="12091748"/>
                <a:ext cx="197736" cy="307059"/>
              </a:xfrm>
              <a:custGeom>
                <a:avLst/>
                <a:gdLst>
                  <a:gd name="connsiteX0" fmla="*/ 152620 w 197736"/>
                  <a:gd name="connsiteY0" fmla="*/ 5790 h 307059"/>
                  <a:gd name="connsiteX1" fmla="*/ 197736 w 197736"/>
                  <a:gd name="connsiteY1" fmla="*/ 5790 h 307059"/>
                  <a:gd name="connsiteX2" fmla="*/ 197736 w 197736"/>
                  <a:gd name="connsiteY2" fmla="*/ 185432 h 307059"/>
                  <a:gd name="connsiteX3" fmla="*/ 165745 w 197736"/>
                  <a:gd name="connsiteY3" fmla="*/ 286327 h 307059"/>
                  <a:gd name="connsiteX4" fmla="*/ 100943 w 197736"/>
                  <a:gd name="connsiteY4" fmla="*/ 306835 h 307059"/>
                  <a:gd name="connsiteX5" fmla="*/ 36960 w 197736"/>
                  <a:gd name="connsiteY5" fmla="*/ 283046 h 307059"/>
                  <a:gd name="connsiteX6" fmla="*/ 8250 w 197736"/>
                  <a:gd name="connsiteY6" fmla="*/ 222345 h 307059"/>
                  <a:gd name="connsiteX7" fmla="*/ 52546 w 197736"/>
                  <a:gd name="connsiteY7" fmla="*/ 222345 h 307059"/>
                  <a:gd name="connsiteX8" fmla="*/ 67311 w 197736"/>
                  <a:gd name="connsiteY8" fmla="*/ 252696 h 307059"/>
                  <a:gd name="connsiteX9" fmla="*/ 102583 w 197736"/>
                  <a:gd name="connsiteY9" fmla="*/ 265820 h 307059"/>
                  <a:gd name="connsiteX10" fmla="*/ 137855 w 197736"/>
                  <a:gd name="connsiteY10" fmla="*/ 252696 h 307059"/>
                  <a:gd name="connsiteX11" fmla="*/ 152620 w 197736"/>
                  <a:gd name="connsiteY11" fmla="*/ 203478 h 307059"/>
                  <a:gd name="connsiteX12" fmla="*/ 152620 w 197736"/>
                  <a:gd name="connsiteY12" fmla="*/ 178050 h 307059"/>
                  <a:gd name="connsiteX13" fmla="*/ 93560 w 197736"/>
                  <a:gd name="connsiteY13" fmla="*/ 205939 h 307059"/>
                  <a:gd name="connsiteX14" fmla="*/ 29578 w 197736"/>
                  <a:gd name="connsiteY14" fmla="*/ 179690 h 307059"/>
                  <a:gd name="connsiteX15" fmla="*/ 47 w 197736"/>
                  <a:gd name="connsiteY15" fmla="*/ 102583 h 307059"/>
                  <a:gd name="connsiteX16" fmla="*/ 28757 w 197736"/>
                  <a:gd name="connsiteY16" fmla="*/ 27117 h 307059"/>
                  <a:gd name="connsiteX17" fmla="*/ 95200 w 197736"/>
                  <a:gd name="connsiteY17" fmla="*/ 48 h 307059"/>
                  <a:gd name="connsiteX18" fmla="*/ 153441 w 197736"/>
                  <a:gd name="connsiteY18" fmla="*/ 26297 h 307059"/>
                  <a:gd name="connsiteX19" fmla="*/ 152620 w 197736"/>
                  <a:gd name="connsiteY19" fmla="*/ 5790 h 307059"/>
                  <a:gd name="connsiteX20" fmla="*/ 152620 w 197736"/>
                  <a:gd name="connsiteY20" fmla="*/ 5790 h 307059"/>
                  <a:gd name="connsiteX21" fmla="*/ 65670 w 197736"/>
                  <a:gd name="connsiteY21" fmla="*/ 55007 h 307059"/>
                  <a:gd name="connsiteX22" fmla="*/ 45983 w 197736"/>
                  <a:gd name="connsiteY22" fmla="*/ 104224 h 307059"/>
                  <a:gd name="connsiteX23" fmla="*/ 65670 w 197736"/>
                  <a:gd name="connsiteY23" fmla="*/ 153441 h 307059"/>
                  <a:gd name="connsiteX24" fmla="*/ 100122 w 197736"/>
                  <a:gd name="connsiteY24" fmla="*/ 166566 h 307059"/>
                  <a:gd name="connsiteX25" fmla="*/ 137855 w 197736"/>
                  <a:gd name="connsiteY25" fmla="*/ 150980 h 307059"/>
                  <a:gd name="connsiteX26" fmla="*/ 155081 w 197736"/>
                  <a:gd name="connsiteY26" fmla="*/ 105044 h 307059"/>
                  <a:gd name="connsiteX27" fmla="*/ 137035 w 197736"/>
                  <a:gd name="connsiteY27" fmla="*/ 55827 h 307059"/>
                  <a:gd name="connsiteX28" fmla="*/ 100943 w 197736"/>
                  <a:gd name="connsiteY28" fmla="*/ 41882 h 307059"/>
                  <a:gd name="connsiteX29" fmla="*/ 65670 w 197736"/>
                  <a:gd name="connsiteY29" fmla="*/ 55007 h 307059"/>
                  <a:gd name="connsiteX30" fmla="*/ 65670 w 197736"/>
                  <a:gd name="connsiteY30" fmla="*/ 55007 h 307059"/>
                  <a:gd name="connsiteX31" fmla="*/ 65670 w 197736"/>
                  <a:gd name="connsiteY31" fmla="*/ 55007 h 30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97736" h="307059">
                    <a:moveTo>
                      <a:pt x="152620" y="5790"/>
                    </a:moveTo>
                    <a:lnTo>
                      <a:pt x="197736" y="5790"/>
                    </a:lnTo>
                    <a:lnTo>
                      <a:pt x="197736" y="185432"/>
                    </a:lnTo>
                    <a:cubicBezTo>
                      <a:pt x="197736" y="231368"/>
                      <a:pt x="192815" y="264180"/>
                      <a:pt x="165745" y="286327"/>
                    </a:cubicBezTo>
                    <a:cubicBezTo>
                      <a:pt x="147699" y="301093"/>
                      <a:pt x="124731" y="308475"/>
                      <a:pt x="100943" y="306835"/>
                    </a:cubicBezTo>
                    <a:cubicBezTo>
                      <a:pt x="77154" y="307655"/>
                      <a:pt x="54186" y="299452"/>
                      <a:pt x="36960" y="283046"/>
                    </a:cubicBezTo>
                    <a:cubicBezTo>
                      <a:pt x="21375" y="266641"/>
                      <a:pt x="11531" y="245313"/>
                      <a:pt x="8250" y="222345"/>
                    </a:cubicBezTo>
                    <a:lnTo>
                      <a:pt x="52546" y="222345"/>
                    </a:lnTo>
                    <a:cubicBezTo>
                      <a:pt x="54186" y="233829"/>
                      <a:pt x="59108" y="244493"/>
                      <a:pt x="67311" y="252696"/>
                    </a:cubicBezTo>
                    <a:cubicBezTo>
                      <a:pt x="76334" y="261719"/>
                      <a:pt x="89458" y="266641"/>
                      <a:pt x="102583" y="265820"/>
                    </a:cubicBezTo>
                    <a:cubicBezTo>
                      <a:pt x="115708" y="266641"/>
                      <a:pt x="128832" y="261719"/>
                      <a:pt x="137855" y="252696"/>
                    </a:cubicBezTo>
                    <a:cubicBezTo>
                      <a:pt x="149339" y="238751"/>
                      <a:pt x="155081" y="221525"/>
                      <a:pt x="152620" y="203478"/>
                    </a:cubicBezTo>
                    <a:lnTo>
                      <a:pt x="152620" y="178050"/>
                    </a:lnTo>
                    <a:cubicBezTo>
                      <a:pt x="138676" y="196096"/>
                      <a:pt x="116528" y="206760"/>
                      <a:pt x="93560" y="205939"/>
                    </a:cubicBezTo>
                    <a:cubicBezTo>
                      <a:pt x="68951" y="206760"/>
                      <a:pt x="45983" y="197736"/>
                      <a:pt x="29578" y="179690"/>
                    </a:cubicBezTo>
                    <a:cubicBezTo>
                      <a:pt x="9891" y="158363"/>
                      <a:pt x="47" y="131293"/>
                      <a:pt x="47" y="102583"/>
                    </a:cubicBezTo>
                    <a:cubicBezTo>
                      <a:pt x="-773" y="74694"/>
                      <a:pt x="9070" y="47624"/>
                      <a:pt x="28757" y="27117"/>
                    </a:cubicBezTo>
                    <a:cubicBezTo>
                      <a:pt x="45983" y="9071"/>
                      <a:pt x="69772" y="-773"/>
                      <a:pt x="95200" y="48"/>
                    </a:cubicBezTo>
                    <a:cubicBezTo>
                      <a:pt x="117348" y="-773"/>
                      <a:pt x="138676" y="9071"/>
                      <a:pt x="153441" y="26297"/>
                    </a:cubicBezTo>
                    <a:lnTo>
                      <a:pt x="152620" y="5790"/>
                    </a:lnTo>
                    <a:lnTo>
                      <a:pt x="152620" y="5790"/>
                    </a:lnTo>
                    <a:close/>
                    <a:moveTo>
                      <a:pt x="65670" y="55007"/>
                    </a:moveTo>
                    <a:cubicBezTo>
                      <a:pt x="52546" y="68131"/>
                      <a:pt x="45163" y="86178"/>
                      <a:pt x="45983" y="104224"/>
                    </a:cubicBezTo>
                    <a:cubicBezTo>
                      <a:pt x="45163" y="122270"/>
                      <a:pt x="52546" y="140316"/>
                      <a:pt x="65670" y="153441"/>
                    </a:cubicBezTo>
                    <a:cubicBezTo>
                      <a:pt x="75514" y="161644"/>
                      <a:pt x="87818" y="166566"/>
                      <a:pt x="100122" y="166566"/>
                    </a:cubicBezTo>
                    <a:cubicBezTo>
                      <a:pt x="114067" y="167386"/>
                      <a:pt x="128012" y="161644"/>
                      <a:pt x="137855" y="150980"/>
                    </a:cubicBezTo>
                    <a:cubicBezTo>
                      <a:pt x="149339" y="138676"/>
                      <a:pt x="155081" y="122270"/>
                      <a:pt x="155081" y="105044"/>
                    </a:cubicBezTo>
                    <a:cubicBezTo>
                      <a:pt x="155902" y="86998"/>
                      <a:pt x="149339" y="68952"/>
                      <a:pt x="137035" y="55827"/>
                    </a:cubicBezTo>
                    <a:cubicBezTo>
                      <a:pt x="127192" y="45984"/>
                      <a:pt x="114067" y="41062"/>
                      <a:pt x="100943" y="41882"/>
                    </a:cubicBezTo>
                    <a:cubicBezTo>
                      <a:pt x="86998" y="41062"/>
                      <a:pt x="74693" y="45984"/>
                      <a:pt x="65670" y="55007"/>
                    </a:cubicBezTo>
                    <a:lnTo>
                      <a:pt x="65670" y="55007"/>
                    </a:lnTo>
                    <a:lnTo>
                      <a:pt x="65670" y="55007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CDFDA53D-1B45-05F0-C39A-494213FF24D1}"/>
                  </a:ext>
                </a:extLst>
              </p:cNvPr>
              <p:cNvSpPr/>
              <p:nvPr/>
            </p:nvSpPr>
            <p:spPr>
              <a:xfrm>
                <a:off x="3042365" y="11990900"/>
                <a:ext cx="45126" cy="301865"/>
              </a:xfrm>
              <a:custGeom>
                <a:avLst/>
                <a:gdLst>
                  <a:gd name="connsiteX0" fmla="*/ 45127 w 45126"/>
                  <a:gd name="connsiteY0" fmla="*/ 0 h 301865"/>
                  <a:gd name="connsiteX1" fmla="*/ 45127 w 45126"/>
                  <a:gd name="connsiteY1" fmla="*/ 301865 h 301865"/>
                  <a:gd name="connsiteX2" fmla="*/ 11 w 45126"/>
                  <a:gd name="connsiteY2" fmla="*/ 301865 h 301865"/>
                  <a:gd name="connsiteX3" fmla="*/ 11 w 45126"/>
                  <a:gd name="connsiteY3" fmla="*/ 36093 h 301865"/>
                  <a:gd name="connsiteX4" fmla="*/ 45127 w 45126"/>
                  <a:gd name="connsiteY4" fmla="*/ 0 h 301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26" h="301865">
                    <a:moveTo>
                      <a:pt x="45127" y="0"/>
                    </a:moveTo>
                    <a:lnTo>
                      <a:pt x="45127" y="301865"/>
                    </a:lnTo>
                    <a:lnTo>
                      <a:pt x="11" y="301865"/>
                    </a:lnTo>
                    <a:lnTo>
                      <a:pt x="11" y="36093"/>
                    </a:lnTo>
                    <a:cubicBezTo>
                      <a:pt x="-809" y="36093"/>
                      <a:pt x="45127" y="0"/>
                      <a:pt x="45127" y="0"/>
                    </a:cubicBez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5A848D80-D1B2-9310-740F-33D2B0A11A3B}"/>
                  </a:ext>
                </a:extLst>
              </p:cNvPr>
              <p:cNvSpPr/>
              <p:nvPr/>
            </p:nvSpPr>
            <p:spPr>
              <a:xfrm>
                <a:off x="3850358" y="11990900"/>
                <a:ext cx="45115" cy="62341"/>
              </a:xfrm>
              <a:custGeom>
                <a:avLst/>
                <a:gdLst>
                  <a:gd name="connsiteX0" fmla="*/ 45116 w 45115"/>
                  <a:gd name="connsiteY0" fmla="*/ 0 h 62341"/>
                  <a:gd name="connsiteX1" fmla="*/ 45116 w 45115"/>
                  <a:gd name="connsiteY1" fmla="*/ 62342 h 62341"/>
                  <a:gd name="connsiteX2" fmla="*/ 0 w 45115"/>
                  <a:gd name="connsiteY2" fmla="*/ 62342 h 62341"/>
                  <a:gd name="connsiteX3" fmla="*/ 0 w 45115"/>
                  <a:gd name="connsiteY3" fmla="*/ 36093 h 62341"/>
                  <a:gd name="connsiteX4" fmla="*/ 45116 w 45115"/>
                  <a:gd name="connsiteY4" fmla="*/ 0 h 62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15" h="62341">
                    <a:moveTo>
                      <a:pt x="45116" y="0"/>
                    </a:moveTo>
                    <a:lnTo>
                      <a:pt x="45116" y="62342"/>
                    </a:lnTo>
                    <a:lnTo>
                      <a:pt x="0" y="62342"/>
                    </a:lnTo>
                    <a:lnTo>
                      <a:pt x="0" y="36093"/>
                    </a:lnTo>
                    <a:lnTo>
                      <a:pt x="45116" y="0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112EFA08-BF25-3310-DEF5-AE046AA48C98}"/>
                  </a:ext>
                </a:extLst>
              </p:cNvPr>
              <p:cNvSpPr/>
              <p:nvPr/>
            </p:nvSpPr>
            <p:spPr>
              <a:xfrm>
                <a:off x="3132563" y="12092565"/>
                <a:ext cx="185618" cy="206133"/>
              </a:xfrm>
              <a:custGeom>
                <a:avLst/>
                <a:gdLst>
                  <a:gd name="connsiteX0" fmla="*/ 184608 w 185618"/>
                  <a:gd name="connsiteY0" fmla="*/ 155906 h 206133"/>
                  <a:gd name="connsiteX1" fmla="*/ 151797 w 185618"/>
                  <a:gd name="connsiteY1" fmla="*/ 191178 h 206133"/>
                  <a:gd name="connsiteX2" fmla="*/ 94377 w 185618"/>
                  <a:gd name="connsiteY2" fmla="*/ 205943 h 206133"/>
                  <a:gd name="connsiteX3" fmla="*/ 28754 w 185618"/>
                  <a:gd name="connsiteY3" fmla="*/ 181335 h 206133"/>
                  <a:gd name="connsiteX4" fmla="*/ 44 w 185618"/>
                  <a:gd name="connsiteY4" fmla="*/ 106689 h 206133"/>
                  <a:gd name="connsiteX5" fmla="*/ 31215 w 185618"/>
                  <a:gd name="connsiteY5" fmla="*/ 26301 h 206133"/>
                  <a:gd name="connsiteX6" fmla="*/ 96018 w 185618"/>
                  <a:gd name="connsiteY6" fmla="*/ 51 h 206133"/>
                  <a:gd name="connsiteX7" fmla="*/ 158359 w 185618"/>
                  <a:gd name="connsiteY7" fmla="*/ 25480 h 206133"/>
                  <a:gd name="connsiteX8" fmla="*/ 185429 w 185618"/>
                  <a:gd name="connsiteY8" fmla="*/ 107509 h 206133"/>
                  <a:gd name="connsiteX9" fmla="*/ 185429 w 185618"/>
                  <a:gd name="connsiteY9" fmla="*/ 113251 h 206133"/>
                  <a:gd name="connsiteX10" fmla="*/ 45980 w 185618"/>
                  <a:gd name="connsiteY10" fmla="*/ 113251 h 206133"/>
                  <a:gd name="connsiteX11" fmla="*/ 62386 w 185618"/>
                  <a:gd name="connsiteY11" fmla="*/ 152625 h 206133"/>
                  <a:gd name="connsiteX12" fmla="*/ 96838 w 185618"/>
                  <a:gd name="connsiteY12" fmla="*/ 164929 h 206133"/>
                  <a:gd name="connsiteX13" fmla="*/ 128009 w 185618"/>
                  <a:gd name="connsiteY13" fmla="*/ 155085 h 206133"/>
                  <a:gd name="connsiteX14" fmla="*/ 146055 w 185618"/>
                  <a:gd name="connsiteY14" fmla="*/ 133758 h 206133"/>
                  <a:gd name="connsiteX15" fmla="*/ 184608 w 185618"/>
                  <a:gd name="connsiteY15" fmla="*/ 155906 h 206133"/>
                  <a:gd name="connsiteX16" fmla="*/ 184608 w 185618"/>
                  <a:gd name="connsiteY16" fmla="*/ 155906 h 206133"/>
                  <a:gd name="connsiteX17" fmla="*/ 140313 w 185618"/>
                  <a:gd name="connsiteY17" fmla="*/ 76338 h 206133"/>
                  <a:gd name="connsiteX18" fmla="*/ 126368 w 185618"/>
                  <a:gd name="connsiteY18" fmla="*/ 50089 h 206133"/>
                  <a:gd name="connsiteX19" fmla="*/ 64026 w 185618"/>
                  <a:gd name="connsiteY19" fmla="*/ 51729 h 206133"/>
                  <a:gd name="connsiteX20" fmla="*/ 50082 w 185618"/>
                  <a:gd name="connsiteY20" fmla="*/ 76338 h 206133"/>
                  <a:gd name="connsiteX21" fmla="*/ 140313 w 185618"/>
                  <a:gd name="connsiteY21" fmla="*/ 76338 h 206133"/>
                  <a:gd name="connsiteX22" fmla="*/ 140313 w 185618"/>
                  <a:gd name="connsiteY22" fmla="*/ 76338 h 206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5618" h="206133">
                    <a:moveTo>
                      <a:pt x="184608" y="155906"/>
                    </a:moveTo>
                    <a:cubicBezTo>
                      <a:pt x="176406" y="170671"/>
                      <a:pt x="165742" y="182155"/>
                      <a:pt x="151797" y="191178"/>
                    </a:cubicBezTo>
                    <a:cubicBezTo>
                      <a:pt x="134571" y="201021"/>
                      <a:pt x="114884" y="206764"/>
                      <a:pt x="94377" y="205943"/>
                    </a:cubicBezTo>
                    <a:cubicBezTo>
                      <a:pt x="69768" y="207584"/>
                      <a:pt x="45980" y="198561"/>
                      <a:pt x="28754" y="181335"/>
                    </a:cubicBezTo>
                    <a:cubicBezTo>
                      <a:pt x="9887" y="161648"/>
                      <a:pt x="-776" y="134578"/>
                      <a:pt x="44" y="106689"/>
                    </a:cubicBezTo>
                    <a:cubicBezTo>
                      <a:pt x="-776" y="77158"/>
                      <a:pt x="10708" y="48448"/>
                      <a:pt x="31215" y="26301"/>
                    </a:cubicBezTo>
                    <a:cubicBezTo>
                      <a:pt x="48441" y="9075"/>
                      <a:pt x="72229" y="-769"/>
                      <a:pt x="96018" y="51"/>
                    </a:cubicBezTo>
                    <a:cubicBezTo>
                      <a:pt x="119806" y="-769"/>
                      <a:pt x="141954" y="8254"/>
                      <a:pt x="158359" y="25480"/>
                    </a:cubicBezTo>
                    <a:cubicBezTo>
                      <a:pt x="178046" y="48448"/>
                      <a:pt x="187069" y="77979"/>
                      <a:pt x="185429" y="107509"/>
                    </a:cubicBezTo>
                    <a:lnTo>
                      <a:pt x="185429" y="113251"/>
                    </a:lnTo>
                    <a:lnTo>
                      <a:pt x="45980" y="113251"/>
                    </a:lnTo>
                    <a:cubicBezTo>
                      <a:pt x="46800" y="128016"/>
                      <a:pt x="52542" y="141961"/>
                      <a:pt x="62386" y="152625"/>
                    </a:cubicBezTo>
                    <a:cubicBezTo>
                      <a:pt x="71409" y="161648"/>
                      <a:pt x="84534" y="165749"/>
                      <a:pt x="96838" y="164929"/>
                    </a:cubicBezTo>
                    <a:cubicBezTo>
                      <a:pt x="108322" y="165749"/>
                      <a:pt x="118986" y="161648"/>
                      <a:pt x="128009" y="155085"/>
                    </a:cubicBezTo>
                    <a:cubicBezTo>
                      <a:pt x="135391" y="149343"/>
                      <a:pt x="141133" y="141961"/>
                      <a:pt x="146055" y="133758"/>
                    </a:cubicBezTo>
                    <a:lnTo>
                      <a:pt x="184608" y="155906"/>
                    </a:lnTo>
                    <a:lnTo>
                      <a:pt x="184608" y="155906"/>
                    </a:lnTo>
                    <a:close/>
                    <a:moveTo>
                      <a:pt x="140313" y="76338"/>
                    </a:moveTo>
                    <a:cubicBezTo>
                      <a:pt x="138672" y="66495"/>
                      <a:pt x="133751" y="57471"/>
                      <a:pt x="126368" y="50089"/>
                    </a:cubicBezTo>
                    <a:cubicBezTo>
                      <a:pt x="108322" y="34503"/>
                      <a:pt x="81252" y="35324"/>
                      <a:pt x="64026" y="51729"/>
                    </a:cubicBezTo>
                    <a:cubicBezTo>
                      <a:pt x="57464" y="58292"/>
                      <a:pt x="52542" y="67315"/>
                      <a:pt x="50082" y="76338"/>
                    </a:cubicBezTo>
                    <a:lnTo>
                      <a:pt x="140313" y="76338"/>
                    </a:lnTo>
                    <a:lnTo>
                      <a:pt x="140313" y="76338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8D112C9B-CB7E-38A5-3FA3-796B153EFE5C}"/>
                  </a:ext>
                </a:extLst>
              </p:cNvPr>
              <p:cNvSpPr/>
              <p:nvPr/>
            </p:nvSpPr>
            <p:spPr>
              <a:xfrm>
                <a:off x="3364748" y="12092568"/>
                <a:ext cx="197688" cy="306014"/>
              </a:xfrm>
              <a:custGeom>
                <a:avLst/>
                <a:gdLst>
                  <a:gd name="connsiteX0" fmla="*/ 45116 w 197688"/>
                  <a:gd name="connsiteY0" fmla="*/ 306014 h 306014"/>
                  <a:gd name="connsiteX1" fmla="*/ 0 w 197688"/>
                  <a:gd name="connsiteY1" fmla="*/ 306014 h 306014"/>
                  <a:gd name="connsiteX2" fmla="*/ 0 w 197688"/>
                  <a:gd name="connsiteY2" fmla="*/ 4969 h 306014"/>
                  <a:gd name="connsiteX3" fmla="*/ 45116 w 197688"/>
                  <a:gd name="connsiteY3" fmla="*/ 4969 h 306014"/>
                  <a:gd name="connsiteX4" fmla="*/ 45116 w 197688"/>
                  <a:gd name="connsiteY4" fmla="*/ 26297 h 306014"/>
                  <a:gd name="connsiteX5" fmla="*/ 102536 w 197688"/>
                  <a:gd name="connsiteY5" fmla="*/ 48 h 306014"/>
                  <a:gd name="connsiteX6" fmla="*/ 197689 w 197688"/>
                  <a:gd name="connsiteY6" fmla="*/ 100943 h 306014"/>
                  <a:gd name="connsiteX7" fmla="*/ 103356 w 197688"/>
                  <a:gd name="connsiteY7" fmla="*/ 205119 h 306014"/>
                  <a:gd name="connsiteX8" fmla="*/ 45116 w 197688"/>
                  <a:gd name="connsiteY8" fmla="*/ 176409 h 306014"/>
                  <a:gd name="connsiteX9" fmla="*/ 45116 w 197688"/>
                  <a:gd name="connsiteY9" fmla="*/ 306014 h 306014"/>
                  <a:gd name="connsiteX10" fmla="*/ 45116 w 197688"/>
                  <a:gd name="connsiteY10" fmla="*/ 306014 h 306014"/>
                  <a:gd name="connsiteX11" fmla="*/ 42655 w 197688"/>
                  <a:gd name="connsiteY11" fmla="*/ 104224 h 306014"/>
                  <a:gd name="connsiteX12" fmla="*/ 97614 w 197688"/>
                  <a:gd name="connsiteY12" fmla="*/ 165745 h 306014"/>
                  <a:gd name="connsiteX13" fmla="*/ 151753 w 197688"/>
                  <a:gd name="connsiteY13" fmla="*/ 104224 h 306014"/>
                  <a:gd name="connsiteX14" fmla="*/ 97614 w 197688"/>
                  <a:gd name="connsiteY14" fmla="*/ 41882 h 306014"/>
                  <a:gd name="connsiteX15" fmla="*/ 42655 w 197688"/>
                  <a:gd name="connsiteY15" fmla="*/ 104224 h 306014"/>
                  <a:gd name="connsiteX16" fmla="*/ 42655 w 197688"/>
                  <a:gd name="connsiteY16" fmla="*/ 104224 h 306014"/>
                  <a:gd name="connsiteX17" fmla="*/ 42655 w 197688"/>
                  <a:gd name="connsiteY17" fmla="*/ 104224 h 306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7688" h="306014">
                    <a:moveTo>
                      <a:pt x="45116" y="306014"/>
                    </a:moveTo>
                    <a:lnTo>
                      <a:pt x="0" y="306014"/>
                    </a:lnTo>
                    <a:lnTo>
                      <a:pt x="0" y="4969"/>
                    </a:lnTo>
                    <a:lnTo>
                      <a:pt x="45116" y="4969"/>
                    </a:lnTo>
                    <a:lnTo>
                      <a:pt x="45116" y="26297"/>
                    </a:lnTo>
                    <a:cubicBezTo>
                      <a:pt x="59061" y="9071"/>
                      <a:pt x="80388" y="-773"/>
                      <a:pt x="102536" y="48"/>
                    </a:cubicBezTo>
                    <a:cubicBezTo>
                      <a:pt x="154214" y="48"/>
                      <a:pt x="197689" y="39421"/>
                      <a:pt x="197689" y="100943"/>
                    </a:cubicBezTo>
                    <a:cubicBezTo>
                      <a:pt x="197689" y="166566"/>
                      <a:pt x="149292" y="205119"/>
                      <a:pt x="103356" y="205119"/>
                    </a:cubicBezTo>
                    <a:cubicBezTo>
                      <a:pt x="80388" y="204299"/>
                      <a:pt x="59061" y="194455"/>
                      <a:pt x="45116" y="176409"/>
                    </a:cubicBezTo>
                    <a:lnTo>
                      <a:pt x="45116" y="306014"/>
                    </a:lnTo>
                    <a:lnTo>
                      <a:pt x="45116" y="306014"/>
                    </a:lnTo>
                    <a:close/>
                    <a:moveTo>
                      <a:pt x="42655" y="104224"/>
                    </a:moveTo>
                    <a:cubicBezTo>
                      <a:pt x="42655" y="145238"/>
                      <a:pt x="68904" y="165745"/>
                      <a:pt x="97614" y="165745"/>
                    </a:cubicBezTo>
                    <a:cubicBezTo>
                      <a:pt x="130425" y="165745"/>
                      <a:pt x="151753" y="137856"/>
                      <a:pt x="151753" y="104224"/>
                    </a:cubicBezTo>
                    <a:cubicBezTo>
                      <a:pt x="151753" y="70592"/>
                      <a:pt x="130425" y="41882"/>
                      <a:pt x="97614" y="41882"/>
                    </a:cubicBezTo>
                    <a:cubicBezTo>
                      <a:pt x="68904" y="41062"/>
                      <a:pt x="42655" y="61569"/>
                      <a:pt x="42655" y="104224"/>
                    </a:cubicBezTo>
                    <a:lnTo>
                      <a:pt x="42655" y="104224"/>
                    </a:lnTo>
                    <a:lnTo>
                      <a:pt x="42655" y="104224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EBE6E123-55DB-209B-229B-A5852C4F3F0B}"/>
                  </a:ext>
                </a:extLst>
              </p:cNvPr>
              <p:cNvSpPr/>
              <p:nvPr/>
            </p:nvSpPr>
            <p:spPr>
              <a:xfrm>
                <a:off x="3597699" y="12091751"/>
                <a:ext cx="208374" cy="208407"/>
              </a:xfrm>
              <a:custGeom>
                <a:avLst/>
                <a:gdLst>
                  <a:gd name="connsiteX0" fmla="*/ 208363 w 208374"/>
                  <a:gd name="connsiteY0" fmla="*/ 103400 h 208407"/>
                  <a:gd name="connsiteX1" fmla="*/ 105828 w 208374"/>
                  <a:gd name="connsiteY1" fmla="*/ 208397 h 208407"/>
                  <a:gd name="connsiteX2" fmla="*/ 11 w 208374"/>
                  <a:gd name="connsiteY2" fmla="*/ 105861 h 208407"/>
                  <a:gd name="connsiteX3" fmla="*/ 102547 w 208374"/>
                  <a:gd name="connsiteY3" fmla="*/ 44 h 208407"/>
                  <a:gd name="connsiteX4" fmla="*/ 104187 w 208374"/>
                  <a:gd name="connsiteY4" fmla="*/ 44 h 208407"/>
                  <a:gd name="connsiteX5" fmla="*/ 208363 w 208374"/>
                  <a:gd name="connsiteY5" fmla="*/ 98478 h 208407"/>
                  <a:gd name="connsiteX6" fmla="*/ 208363 w 208374"/>
                  <a:gd name="connsiteY6" fmla="*/ 103400 h 208407"/>
                  <a:gd name="connsiteX7" fmla="*/ 208363 w 208374"/>
                  <a:gd name="connsiteY7" fmla="*/ 103400 h 208407"/>
                  <a:gd name="connsiteX8" fmla="*/ 161607 w 208374"/>
                  <a:gd name="connsiteY8" fmla="*/ 104220 h 208407"/>
                  <a:gd name="connsiteX9" fmla="*/ 104187 w 208374"/>
                  <a:gd name="connsiteY9" fmla="*/ 41879 h 208407"/>
                  <a:gd name="connsiteX10" fmla="*/ 46767 w 208374"/>
                  <a:gd name="connsiteY10" fmla="*/ 104220 h 208407"/>
                  <a:gd name="connsiteX11" fmla="*/ 104187 w 208374"/>
                  <a:gd name="connsiteY11" fmla="*/ 165742 h 208407"/>
                  <a:gd name="connsiteX12" fmla="*/ 161607 w 208374"/>
                  <a:gd name="connsiteY12" fmla="*/ 104220 h 20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8374" h="208407">
                    <a:moveTo>
                      <a:pt x="208363" y="103400"/>
                    </a:moveTo>
                    <a:cubicBezTo>
                      <a:pt x="209184" y="160820"/>
                      <a:pt x="163248" y="208397"/>
                      <a:pt x="105828" y="208397"/>
                    </a:cubicBezTo>
                    <a:cubicBezTo>
                      <a:pt x="48408" y="209217"/>
                      <a:pt x="831" y="163281"/>
                      <a:pt x="11" y="105861"/>
                    </a:cubicBezTo>
                    <a:cubicBezTo>
                      <a:pt x="-809" y="48441"/>
                      <a:pt x="45127" y="864"/>
                      <a:pt x="102547" y="44"/>
                    </a:cubicBezTo>
                    <a:cubicBezTo>
                      <a:pt x="103367" y="44"/>
                      <a:pt x="103367" y="44"/>
                      <a:pt x="104187" y="44"/>
                    </a:cubicBezTo>
                    <a:cubicBezTo>
                      <a:pt x="159967" y="-1596"/>
                      <a:pt x="206723" y="42699"/>
                      <a:pt x="208363" y="98478"/>
                    </a:cubicBezTo>
                    <a:cubicBezTo>
                      <a:pt x="208363" y="100939"/>
                      <a:pt x="208363" y="102580"/>
                      <a:pt x="208363" y="103400"/>
                    </a:cubicBezTo>
                    <a:lnTo>
                      <a:pt x="208363" y="103400"/>
                    </a:lnTo>
                    <a:close/>
                    <a:moveTo>
                      <a:pt x="161607" y="104220"/>
                    </a:moveTo>
                    <a:cubicBezTo>
                      <a:pt x="161607" y="59925"/>
                      <a:pt x="132897" y="41879"/>
                      <a:pt x="104187" y="41879"/>
                    </a:cubicBezTo>
                    <a:cubicBezTo>
                      <a:pt x="75477" y="41879"/>
                      <a:pt x="46767" y="59925"/>
                      <a:pt x="46767" y="104220"/>
                    </a:cubicBezTo>
                    <a:cubicBezTo>
                      <a:pt x="46767" y="141954"/>
                      <a:pt x="68915" y="165742"/>
                      <a:pt x="104187" y="165742"/>
                    </a:cubicBezTo>
                    <a:cubicBezTo>
                      <a:pt x="139459" y="165742"/>
                      <a:pt x="161607" y="141954"/>
                      <a:pt x="161607" y="104220"/>
                    </a:cubicBez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C3DBCDDD-8D9B-0683-6C2C-B3DB84ACC4BE}"/>
                  </a:ext>
                </a:extLst>
              </p:cNvPr>
              <p:cNvSpPr/>
              <p:nvPr/>
            </p:nvSpPr>
            <p:spPr>
              <a:xfrm>
                <a:off x="3850358" y="12097538"/>
                <a:ext cx="45115" cy="194407"/>
              </a:xfrm>
              <a:custGeom>
                <a:avLst/>
                <a:gdLst>
                  <a:gd name="connsiteX0" fmla="*/ 45116 w 45115"/>
                  <a:gd name="connsiteY0" fmla="*/ 0 h 194407"/>
                  <a:gd name="connsiteX1" fmla="*/ 45116 w 45115"/>
                  <a:gd name="connsiteY1" fmla="*/ 194408 h 194407"/>
                  <a:gd name="connsiteX2" fmla="*/ 0 w 45115"/>
                  <a:gd name="connsiteY2" fmla="*/ 194408 h 194407"/>
                  <a:gd name="connsiteX3" fmla="*/ 0 w 45115"/>
                  <a:gd name="connsiteY3" fmla="*/ 0 h 194407"/>
                  <a:gd name="connsiteX4" fmla="*/ 45116 w 45115"/>
                  <a:gd name="connsiteY4" fmla="*/ 0 h 194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15" h="194407">
                    <a:moveTo>
                      <a:pt x="45116" y="0"/>
                    </a:moveTo>
                    <a:lnTo>
                      <a:pt x="45116" y="194408"/>
                    </a:lnTo>
                    <a:lnTo>
                      <a:pt x="0" y="194408"/>
                    </a:lnTo>
                    <a:lnTo>
                      <a:pt x="0" y="0"/>
                    </a:lnTo>
                    <a:lnTo>
                      <a:pt x="45116" y="0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71C149E5-1957-13CC-E8C7-DF8296330ECF}"/>
                  </a:ext>
                </a:extLst>
              </p:cNvPr>
              <p:cNvSpPr/>
              <p:nvPr/>
            </p:nvSpPr>
            <p:spPr>
              <a:xfrm>
                <a:off x="3950432" y="12092439"/>
                <a:ext cx="167338" cy="200326"/>
              </a:xfrm>
              <a:custGeom>
                <a:avLst/>
                <a:gdLst>
                  <a:gd name="connsiteX0" fmla="*/ 0 w 167338"/>
                  <a:gd name="connsiteY0" fmla="*/ 5099 h 200326"/>
                  <a:gd name="connsiteX1" fmla="*/ 45116 w 167338"/>
                  <a:gd name="connsiteY1" fmla="*/ 5099 h 200326"/>
                  <a:gd name="connsiteX2" fmla="*/ 45116 w 167338"/>
                  <a:gd name="connsiteY2" fmla="*/ 23145 h 200326"/>
                  <a:gd name="connsiteX3" fmla="*/ 97614 w 167338"/>
                  <a:gd name="connsiteY3" fmla="*/ 177 h 200326"/>
                  <a:gd name="connsiteX4" fmla="*/ 155034 w 167338"/>
                  <a:gd name="connsiteY4" fmla="*/ 26426 h 200326"/>
                  <a:gd name="connsiteX5" fmla="*/ 167338 w 167338"/>
                  <a:gd name="connsiteY5" fmla="*/ 80565 h 200326"/>
                  <a:gd name="connsiteX6" fmla="*/ 167338 w 167338"/>
                  <a:gd name="connsiteY6" fmla="*/ 199507 h 200326"/>
                  <a:gd name="connsiteX7" fmla="*/ 122223 w 167338"/>
                  <a:gd name="connsiteY7" fmla="*/ 199507 h 200326"/>
                  <a:gd name="connsiteX8" fmla="*/ 122223 w 167338"/>
                  <a:gd name="connsiteY8" fmla="*/ 92049 h 200326"/>
                  <a:gd name="connsiteX9" fmla="*/ 86950 w 167338"/>
                  <a:gd name="connsiteY9" fmla="*/ 41191 h 200326"/>
                  <a:gd name="connsiteX10" fmla="*/ 45936 w 167338"/>
                  <a:gd name="connsiteY10" fmla="*/ 106814 h 200326"/>
                  <a:gd name="connsiteX11" fmla="*/ 45936 w 167338"/>
                  <a:gd name="connsiteY11" fmla="*/ 200327 h 200326"/>
                  <a:gd name="connsiteX12" fmla="*/ 820 w 167338"/>
                  <a:gd name="connsiteY12" fmla="*/ 200327 h 200326"/>
                  <a:gd name="connsiteX13" fmla="*/ 0 w 167338"/>
                  <a:gd name="connsiteY13" fmla="*/ 5099 h 200326"/>
                  <a:gd name="connsiteX14" fmla="*/ 0 w 167338"/>
                  <a:gd name="connsiteY14" fmla="*/ 5099 h 20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7338" h="200326">
                    <a:moveTo>
                      <a:pt x="0" y="5099"/>
                    </a:moveTo>
                    <a:lnTo>
                      <a:pt x="45116" y="5099"/>
                    </a:lnTo>
                    <a:lnTo>
                      <a:pt x="45116" y="23145"/>
                    </a:lnTo>
                    <a:cubicBezTo>
                      <a:pt x="58240" y="7560"/>
                      <a:pt x="77927" y="-643"/>
                      <a:pt x="97614" y="177"/>
                    </a:cubicBezTo>
                    <a:cubicBezTo>
                      <a:pt x="119762" y="-1464"/>
                      <a:pt x="141910" y="8380"/>
                      <a:pt x="155034" y="26426"/>
                    </a:cubicBezTo>
                    <a:cubicBezTo>
                      <a:pt x="162417" y="37090"/>
                      <a:pt x="167338" y="50214"/>
                      <a:pt x="167338" y="80565"/>
                    </a:cubicBezTo>
                    <a:lnTo>
                      <a:pt x="167338" y="199507"/>
                    </a:lnTo>
                    <a:lnTo>
                      <a:pt x="122223" y="199507"/>
                    </a:lnTo>
                    <a:lnTo>
                      <a:pt x="122223" y="92049"/>
                    </a:lnTo>
                    <a:cubicBezTo>
                      <a:pt x="122223" y="42832"/>
                      <a:pt x="104176" y="41191"/>
                      <a:pt x="86950" y="41191"/>
                    </a:cubicBezTo>
                    <a:cubicBezTo>
                      <a:pt x="66443" y="41191"/>
                      <a:pt x="45936" y="43652"/>
                      <a:pt x="45936" y="106814"/>
                    </a:cubicBezTo>
                    <a:lnTo>
                      <a:pt x="45936" y="200327"/>
                    </a:lnTo>
                    <a:lnTo>
                      <a:pt x="820" y="200327"/>
                    </a:lnTo>
                    <a:lnTo>
                      <a:pt x="0" y="5099"/>
                    </a:lnTo>
                    <a:lnTo>
                      <a:pt x="0" y="5099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804E1E08-4547-3B3A-F06C-AF15E4415356}"/>
                  </a:ext>
                </a:extLst>
              </p:cNvPr>
              <p:cNvSpPr/>
              <p:nvPr/>
            </p:nvSpPr>
            <p:spPr>
              <a:xfrm>
                <a:off x="4156324" y="11990080"/>
                <a:ext cx="98434" cy="301865"/>
              </a:xfrm>
              <a:custGeom>
                <a:avLst/>
                <a:gdLst>
                  <a:gd name="connsiteX0" fmla="*/ 63982 w 98434"/>
                  <a:gd name="connsiteY0" fmla="*/ 149292 h 301865"/>
                  <a:gd name="connsiteX1" fmla="*/ 63982 w 98434"/>
                  <a:gd name="connsiteY1" fmla="*/ 301865 h 301865"/>
                  <a:gd name="connsiteX2" fmla="*/ 18866 w 98434"/>
                  <a:gd name="connsiteY2" fmla="*/ 301865 h 301865"/>
                  <a:gd name="connsiteX3" fmla="*/ 18866 w 98434"/>
                  <a:gd name="connsiteY3" fmla="*/ 149292 h 301865"/>
                  <a:gd name="connsiteX4" fmla="*/ 0 w 98434"/>
                  <a:gd name="connsiteY4" fmla="*/ 149292 h 301865"/>
                  <a:gd name="connsiteX5" fmla="*/ 0 w 98434"/>
                  <a:gd name="connsiteY5" fmla="*/ 107457 h 301865"/>
                  <a:gd name="connsiteX6" fmla="*/ 18866 w 98434"/>
                  <a:gd name="connsiteY6" fmla="*/ 107457 h 301865"/>
                  <a:gd name="connsiteX7" fmla="*/ 18866 w 98434"/>
                  <a:gd name="connsiteY7" fmla="*/ 36093 h 301865"/>
                  <a:gd name="connsiteX8" fmla="*/ 63982 w 98434"/>
                  <a:gd name="connsiteY8" fmla="*/ 0 h 301865"/>
                  <a:gd name="connsiteX9" fmla="*/ 63982 w 98434"/>
                  <a:gd name="connsiteY9" fmla="*/ 107457 h 301865"/>
                  <a:gd name="connsiteX10" fmla="*/ 98434 w 98434"/>
                  <a:gd name="connsiteY10" fmla="*/ 107457 h 301865"/>
                  <a:gd name="connsiteX11" fmla="*/ 98434 w 98434"/>
                  <a:gd name="connsiteY11" fmla="*/ 149292 h 301865"/>
                  <a:gd name="connsiteX12" fmla="*/ 63982 w 98434"/>
                  <a:gd name="connsiteY12" fmla="*/ 149292 h 301865"/>
                  <a:gd name="connsiteX13" fmla="*/ 63982 w 98434"/>
                  <a:gd name="connsiteY13" fmla="*/ 149292 h 301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8434" h="301865">
                    <a:moveTo>
                      <a:pt x="63982" y="149292"/>
                    </a:moveTo>
                    <a:lnTo>
                      <a:pt x="63982" y="301865"/>
                    </a:lnTo>
                    <a:lnTo>
                      <a:pt x="18866" y="301865"/>
                    </a:lnTo>
                    <a:lnTo>
                      <a:pt x="18866" y="149292"/>
                    </a:lnTo>
                    <a:lnTo>
                      <a:pt x="0" y="149292"/>
                    </a:lnTo>
                    <a:lnTo>
                      <a:pt x="0" y="107457"/>
                    </a:lnTo>
                    <a:lnTo>
                      <a:pt x="18866" y="107457"/>
                    </a:lnTo>
                    <a:lnTo>
                      <a:pt x="18866" y="36093"/>
                    </a:lnTo>
                    <a:lnTo>
                      <a:pt x="63982" y="0"/>
                    </a:lnTo>
                    <a:lnTo>
                      <a:pt x="63982" y="107457"/>
                    </a:lnTo>
                    <a:lnTo>
                      <a:pt x="98434" y="107457"/>
                    </a:lnTo>
                    <a:lnTo>
                      <a:pt x="98434" y="149292"/>
                    </a:lnTo>
                    <a:lnTo>
                      <a:pt x="63982" y="149292"/>
                    </a:lnTo>
                    <a:lnTo>
                      <a:pt x="63982" y="149292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E8259EBC-16AD-75A3-D794-205EC98C5ACC}"/>
                  </a:ext>
                </a:extLst>
              </p:cNvPr>
              <p:cNvSpPr/>
              <p:nvPr/>
            </p:nvSpPr>
            <p:spPr>
              <a:xfrm>
                <a:off x="2277049" y="11966292"/>
                <a:ext cx="262491" cy="326473"/>
              </a:xfrm>
              <a:custGeom>
                <a:avLst/>
                <a:gdLst>
                  <a:gd name="connsiteX0" fmla="*/ 262492 w 262491"/>
                  <a:gd name="connsiteY0" fmla="*/ 326474 h 326473"/>
                  <a:gd name="connsiteX1" fmla="*/ 131246 w 262491"/>
                  <a:gd name="connsiteY1" fmla="*/ 0 h 326473"/>
                  <a:gd name="connsiteX2" fmla="*/ 131246 w 262491"/>
                  <a:gd name="connsiteY2" fmla="*/ 0 h 326473"/>
                  <a:gd name="connsiteX3" fmla="*/ 0 w 262491"/>
                  <a:gd name="connsiteY3" fmla="*/ 326474 h 326473"/>
                  <a:gd name="connsiteX4" fmla="*/ 50858 w 262491"/>
                  <a:gd name="connsiteY4" fmla="*/ 326474 h 326473"/>
                  <a:gd name="connsiteX5" fmla="*/ 131246 w 262491"/>
                  <a:gd name="connsiteY5" fmla="*/ 118941 h 326473"/>
                  <a:gd name="connsiteX6" fmla="*/ 211634 w 262491"/>
                  <a:gd name="connsiteY6" fmla="*/ 326474 h 326473"/>
                  <a:gd name="connsiteX7" fmla="*/ 262492 w 262491"/>
                  <a:gd name="connsiteY7" fmla="*/ 326474 h 326473"/>
                  <a:gd name="connsiteX8" fmla="*/ 262492 w 262491"/>
                  <a:gd name="connsiteY8" fmla="*/ 326474 h 326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491" h="326473">
                    <a:moveTo>
                      <a:pt x="262492" y="326474"/>
                    </a:moveTo>
                    <a:lnTo>
                      <a:pt x="131246" y="0"/>
                    </a:lnTo>
                    <a:lnTo>
                      <a:pt x="131246" y="0"/>
                    </a:lnTo>
                    <a:lnTo>
                      <a:pt x="0" y="326474"/>
                    </a:lnTo>
                    <a:lnTo>
                      <a:pt x="50858" y="326474"/>
                    </a:lnTo>
                    <a:lnTo>
                      <a:pt x="131246" y="118941"/>
                    </a:lnTo>
                    <a:lnTo>
                      <a:pt x="211634" y="326474"/>
                    </a:lnTo>
                    <a:lnTo>
                      <a:pt x="262492" y="326474"/>
                    </a:lnTo>
                    <a:lnTo>
                      <a:pt x="262492" y="326474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B796442-E164-B353-3279-7A6B67ED827F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accent1">
              <a:lumMod val="60000"/>
              <a:lumOff val="40000"/>
              <a:alpha val="25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F2FCB6-8694-995B-7310-5C2CE43C0D3F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3915D6B-B07F-92F7-C2FE-29C644F72805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39BC56-61A9-05FC-96C0-1F8C73AC6EBB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671490-E84F-F764-532E-9A380E95CF81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11" name="Orange Circle - Hyperlinked">
            <a:extLst>
              <a:ext uri="{FF2B5EF4-FFF2-40B4-BE49-F238E27FC236}">
                <a16:creationId xmlns:a16="http://schemas.microsoft.com/office/drawing/2014/main" id="{9E8CF3F0-30E9-A3D4-B92F-E8D098AC408B}"/>
              </a:ext>
            </a:extLst>
          </p:cNvPr>
          <p:cNvSpPr/>
          <p:nvPr userDrawn="1"/>
        </p:nvSpPr>
        <p:spPr>
          <a:xfrm>
            <a:off x="23109354" y="287077"/>
            <a:ext cx="198340" cy="198340"/>
          </a:xfrm>
          <a:prstGeom prst="ellipse">
            <a:avLst/>
          </a:prstGeom>
          <a:solidFill>
            <a:srgbClr val="FFA10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092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- 6-9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48BB32-76AE-3856-BE08-DD5EC4914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6470" cy="1371599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0A08B0C-B722-AD66-2A40-FAC9D2C40355}"/>
              </a:ext>
            </a:extLst>
          </p:cNvPr>
          <p:cNvGrpSpPr/>
          <p:nvPr userDrawn="1"/>
        </p:nvGrpSpPr>
        <p:grpSpPr>
          <a:xfrm>
            <a:off x="1091918" y="11951828"/>
            <a:ext cx="2612177" cy="564835"/>
            <a:chOff x="1515004" y="11850632"/>
            <a:chExt cx="2739754" cy="59242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62C1FE3-4555-F9FF-0130-4CA0B30BB73C}"/>
                </a:ext>
              </a:extLst>
            </p:cNvPr>
            <p:cNvGrpSpPr/>
            <p:nvPr/>
          </p:nvGrpSpPr>
          <p:grpSpPr>
            <a:xfrm>
              <a:off x="1515004" y="11850632"/>
              <a:ext cx="585683" cy="592422"/>
              <a:chOff x="1515004" y="11850632"/>
              <a:chExt cx="585683" cy="592422"/>
            </a:xfrm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3146AD65-6669-21AC-4B8C-4E21E6795DF6}"/>
                  </a:ext>
                </a:extLst>
              </p:cNvPr>
              <p:cNvSpPr/>
              <p:nvPr/>
            </p:nvSpPr>
            <p:spPr>
              <a:xfrm>
                <a:off x="1515004" y="12035196"/>
                <a:ext cx="147651" cy="147651"/>
              </a:xfrm>
              <a:custGeom>
                <a:avLst/>
                <a:gdLst>
                  <a:gd name="connsiteX0" fmla="*/ 147651 w 147651"/>
                  <a:gd name="connsiteY0" fmla="*/ 73826 h 147651"/>
                  <a:gd name="connsiteX1" fmla="*/ 73826 w 147651"/>
                  <a:gd name="connsiteY1" fmla="*/ 147652 h 147651"/>
                  <a:gd name="connsiteX2" fmla="*/ 0 w 147651"/>
                  <a:gd name="connsiteY2" fmla="*/ 73826 h 147651"/>
                  <a:gd name="connsiteX3" fmla="*/ 73826 w 147651"/>
                  <a:gd name="connsiteY3" fmla="*/ 0 h 147651"/>
                  <a:gd name="connsiteX4" fmla="*/ 147651 w 147651"/>
                  <a:gd name="connsiteY4" fmla="*/ 73826 h 14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651" h="147651">
                    <a:moveTo>
                      <a:pt x="147651" y="73826"/>
                    </a:moveTo>
                    <a:cubicBezTo>
                      <a:pt x="147651" y="114599"/>
                      <a:pt x="114599" y="147652"/>
                      <a:pt x="73826" y="147652"/>
                    </a:cubicBezTo>
                    <a:cubicBezTo>
                      <a:pt x="33053" y="147652"/>
                      <a:pt x="0" y="114599"/>
                      <a:pt x="0" y="73826"/>
                    </a:cubicBezTo>
                    <a:cubicBezTo>
                      <a:pt x="0" y="33053"/>
                      <a:pt x="33053" y="0"/>
                      <a:pt x="73826" y="0"/>
                    </a:cubicBezTo>
                    <a:cubicBezTo>
                      <a:pt x="114599" y="0"/>
                      <a:pt x="147651" y="33053"/>
                      <a:pt x="147651" y="73826"/>
                    </a:cubicBez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36CB5C19-1085-75C5-F9A3-0376EAF48395}"/>
                  </a:ext>
                </a:extLst>
              </p:cNvPr>
              <p:cNvSpPr/>
              <p:nvPr/>
            </p:nvSpPr>
            <p:spPr>
              <a:xfrm>
                <a:off x="1548635" y="11850632"/>
                <a:ext cx="552052" cy="592422"/>
              </a:xfrm>
              <a:custGeom>
                <a:avLst/>
                <a:gdLst>
                  <a:gd name="connsiteX0" fmla="*/ 487250 w 552052"/>
                  <a:gd name="connsiteY0" fmla="*/ 76287 h 592422"/>
                  <a:gd name="connsiteX1" fmla="*/ 492992 w 552052"/>
                  <a:gd name="connsiteY1" fmla="*/ 92692 h 592422"/>
                  <a:gd name="connsiteX2" fmla="*/ 552052 w 552052"/>
                  <a:gd name="connsiteY2" fmla="*/ 0 h 592422"/>
                  <a:gd name="connsiteX3" fmla="*/ 453618 w 552052"/>
                  <a:gd name="connsiteY3" fmla="*/ 52498 h 592422"/>
                  <a:gd name="connsiteX4" fmla="*/ 469204 w 552052"/>
                  <a:gd name="connsiteY4" fmla="*/ 58240 h 592422"/>
                  <a:gd name="connsiteX5" fmla="*/ 519241 w 552052"/>
                  <a:gd name="connsiteY5" fmla="*/ 30351 h 592422"/>
                  <a:gd name="connsiteX6" fmla="*/ 0 w 552052"/>
                  <a:gd name="connsiteY6" fmla="*/ 442955 h 592422"/>
                  <a:gd name="connsiteX7" fmla="*/ 391276 w 552052"/>
                  <a:gd name="connsiteY7" fmla="*/ 556974 h 592422"/>
                  <a:gd name="connsiteX8" fmla="*/ 505296 w 552052"/>
                  <a:gd name="connsiteY8" fmla="*/ 166518 h 592422"/>
                  <a:gd name="connsiteX9" fmla="*/ 459360 w 552052"/>
                  <a:gd name="connsiteY9" fmla="*/ 104176 h 592422"/>
                  <a:gd name="connsiteX10" fmla="*/ 487250 w 552052"/>
                  <a:gd name="connsiteY10" fmla="*/ 76287 h 592422"/>
                  <a:gd name="connsiteX11" fmla="*/ 475766 w 552052"/>
                  <a:gd name="connsiteY11" fmla="*/ 444595 h 592422"/>
                  <a:gd name="connsiteX12" fmla="*/ 319912 w 552052"/>
                  <a:gd name="connsiteY12" fmla="*/ 519241 h 592422"/>
                  <a:gd name="connsiteX13" fmla="*/ 237883 w 552052"/>
                  <a:gd name="connsiteY13" fmla="*/ 404401 h 592422"/>
                  <a:gd name="connsiteX14" fmla="*/ 408502 w 552052"/>
                  <a:gd name="connsiteY14" fmla="*/ 153394 h 592422"/>
                  <a:gd name="connsiteX15" fmla="*/ 475766 w 552052"/>
                  <a:gd name="connsiteY15" fmla="*/ 444595 h 592422"/>
                  <a:gd name="connsiteX16" fmla="*/ 475766 w 552052"/>
                  <a:gd name="connsiteY16" fmla="*/ 444595 h 592422"/>
                  <a:gd name="connsiteX17" fmla="*/ 475766 w 552052"/>
                  <a:gd name="connsiteY17" fmla="*/ 444595 h 59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2052" h="592422">
                    <a:moveTo>
                      <a:pt x="487250" y="76287"/>
                    </a:moveTo>
                    <a:lnTo>
                      <a:pt x="492992" y="92692"/>
                    </a:lnTo>
                    <a:lnTo>
                      <a:pt x="552052" y="0"/>
                    </a:lnTo>
                    <a:lnTo>
                      <a:pt x="453618" y="52498"/>
                    </a:lnTo>
                    <a:lnTo>
                      <a:pt x="469204" y="58240"/>
                    </a:lnTo>
                    <a:lnTo>
                      <a:pt x="519241" y="30351"/>
                    </a:lnTo>
                    <a:lnTo>
                      <a:pt x="0" y="442955"/>
                    </a:lnTo>
                    <a:cubicBezTo>
                      <a:pt x="76287" y="582403"/>
                      <a:pt x="251828" y="633261"/>
                      <a:pt x="391276" y="556974"/>
                    </a:cubicBezTo>
                    <a:cubicBezTo>
                      <a:pt x="530725" y="480688"/>
                      <a:pt x="581583" y="305967"/>
                      <a:pt x="505296" y="166518"/>
                    </a:cubicBezTo>
                    <a:cubicBezTo>
                      <a:pt x="492992" y="143550"/>
                      <a:pt x="477406" y="122223"/>
                      <a:pt x="459360" y="104176"/>
                    </a:cubicBezTo>
                    <a:cubicBezTo>
                      <a:pt x="469204" y="93513"/>
                      <a:pt x="479047" y="84489"/>
                      <a:pt x="487250" y="76287"/>
                    </a:cubicBezTo>
                    <a:close/>
                    <a:moveTo>
                      <a:pt x="475766" y="444595"/>
                    </a:moveTo>
                    <a:cubicBezTo>
                      <a:pt x="453618" y="508577"/>
                      <a:pt x="383894" y="542209"/>
                      <a:pt x="319912" y="519241"/>
                    </a:cubicBezTo>
                    <a:cubicBezTo>
                      <a:pt x="270694" y="502015"/>
                      <a:pt x="237883" y="456079"/>
                      <a:pt x="237883" y="404401"/>
                    </a:cubicBezTo>
                    <a:cubicBezTo>
                      <a:pt x="237883" y="337138"/>
                      <a:pt x="284639" y="260851"/>
                      <a:pt x="408502" y="153394"/>
                    </a:cubicBezTo>
                    <a:cubicBezTo>
                      <a:pt x="408502" y="153394"/>
                      <a:pt x="534006" y="270694"/>
                      <a:pt x="475766" y="444595"/>
                    </a:cubicBezTo>
                    <a:lnTo>
                      <a:pt x="475766" y="444595"/>
                    </a:lnTo>
                    <a:lnTo>
                      <a:pt x="475766" y="444595"/>
                    </a:ln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86CAD81C-7976-81D3-76D9-BB588DF439BC}"/>
                  </a:ext>
                </a:extLst>
              </p:cNvPr>
              <p:cNvSpPr/>
              <p:nvPr/>
            </p:nvSpPr>
            <p:spPr>
              <a:xfrm>
                <a:off x="1573244" y="11867394"/>
                <a:ext cx="408502" cy="110382"/>
              </a:xfrm>
              <a:custGeom>
                <a:avLst/>
                <a:gdLst>
                  <a:gd name="connsiteX0" fmla="*/ 346161 w 408502"/>
                  <a:gd name="connsiteY0" fmla="*/ 102999 h 110382"/>
                  <a:gd name="connsiteX1" fmla="*/ 408502 w 408502"/>
                  <a:gd name="connsiteY1" fmla="*/ 63626 h 110382"/>
                  <a:gd name="connsiteX2" fmla="*/ 3281 w 408502"/>
                  <a:gd name="connsiteY2" fmla="*/ 106281 h 110382"/>
                  <a:gd name="connsiteX3" fmla="*/ 0 w 408502"/>
                  <a:gd name="connsiteY3" fmla="*/ 110382 h 110382"/>
                  <a:gd name="connsiteX4" fmla="*/ 346161 w 408502"/>
                  <a:gd name="connsiteY4" fmla="*/ 102999 h 110382"/>
                  <a:gd name="connsiteX5" fmla="*/ 346161 w 408502"/>
                  <a:gd name="connsiteY5" fmla="*/ 102999 h 110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8502" h="110382">
                    <a:moveTo>
                      <a:pt x="346161" y="102999"/>
                    </a:moveTo>
                    <a:lnTo>
                      <a:pt x="408502" y="63626"/>
                    </a:lnTo>
                    <a:cubicBezTo>
                      <a:pt x="284639" y="-35629"/>
                      <a:pt x="103356" y="-16762"/>
                      <a:pt x="3281" y="106281"/>
                    </a:cubicBezTo>
                    <a:cubicBezTo>
                      <a:pt x="2461" y="107921"/>
                      <a:pt x="820" y="108741"/>
                      <a:pt x="0" y="110382"/>
                    </a:cubicBezTo>
                    <a:cubicBezTo>
                      <a:pt x="100895" y="30814"/>
                      <a:pt x="241984" y="28353"/>
                      <a:pt x="346161" y="102999"/>
                    </a:cubicBezTo>
                    <a:lnTo>
                      <a:pt x="346161" y="102999"/>
                    </a:ln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4094D27-B74E-3F64-E87F-0D88D0051DA6}"/>
                </a:ext>
              </a:extLst>
            </p:cNvPr>
            <p:cNvGrpSpPr/>
            <p:nvPr/>
          </p:nvGrpSpPr>
          <p:grpSpPr>
            <a:xfrm>
              <a:off x="2277049" y="11966292"/>
              <a:ext cx="1977709" cy="432515"/>
              <a:chOff x="2277049" y="11966292"/>
              <a:chExt cx="1977709" cy="432515"/>
            </a:xfrm>
            <a:solidFill>
              <a:schemeClr val="bg1"/>
            </a:solidFill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873A549-7C88-DDBA-F9FB-1718ADC85AC8}"/>
                  </a:ext>
                </a:extLst>
              </p:cNvPr>
              <p:cNvSpPr/>
              <p:nvPr/>
            </p:nvSpPr>
            <p:spPr>
              <a:xfrm>
                <a:off x="2576453" y="12092439"/>
                <a:ext cx="167338" cy="200326"/>
              </a:xfrm>
              <a:custGeom>
                <a:avLst/>
                <a:gdLst>
                  <a:gd name="connsiteX0" fmla="*/ 0 w 167338"/>
                  <a:gd name="connsiteY0" fmla="*/ 5099 h 200326"/>
                  <a:gd name="connsiteX1" fmla="*/ 45116 w 167338"/>
                  <a:gd name="connsiteY1" fmla="*/ 5099 h 200326"/>
                  <a:gd name="connsiteX2" fmla="*/ 45116 w 167338"/>
                  <a:gd name="connsiteY2" fmla="*/ 23145 h 200326"/>
                  <a:gd name="connsiteX3" fmla="*/ 97614 w 167338"/>
                  <a:gd name="connsiteY3" fmla="*/ 177 h 200326"/>
                  <a:gd name="connsiteX4" fmla="*/ 155034 w 167338"/>
                  <a:gd name="connsiteY4" fmla="*/ 26426 h 200326"/>
                  <a:gd name="connsiteX5" fmla="*/ 167338 w 167338"/>
                  <a:gd name="connsiteY5" fmla="*/ 80565 h 200326"/>
                  <a:gd name="connsiteX6" fmla="*/ 167338 w 167338"/>
                  <a:gd name="connsiteY6" fmla="*/ 199507 h 200326"/>
                  <a:gd name="connsiteX7" fmla="*/ 122223 w 167338"/>
                  <a:gd name="connsiteY7" fmla="*/ 199507 h 200326"/>
                  <a:gd name="connsiteX8" fmla="*/ 122223 w 167338"/>
                  <a:gd name="connsiteY8" fmla="*/ 92049 h 200326"/>
                  <a:gd name="connsiteX9" fmla="*/ 86950 w 167338"/>
                  <a:gd name="connsiteY9" fmla="*/ 41191 h 200326"/>
                  <a:gd name="connsiteX10" fmla="*/ 45936 w 167338"/>
                  <a:gd name="connsiteY10" fmla="*/ 106814 h 200326"/>
                  <a:gd name="connsiteX11" fmla="*/ 45936 w 167338"/>
                  <a:gd name="connsiteY11" fmla="*/ 200327 h 200326"/>
                  <a:gd name="connsiteX12" fmla="*/ 820 w 167338"/>
                  <a:gd name="connsiteY12" fmla="*/ 200327 h 200326"/>
                  <a:gd name="connsiteX13" fmla="*/ 0 w 167338"/>
                  <a:gd name="connsiteY13" fmla="*/ 5099 h 200326"/>
                  <a:gd name="connsiteX14" fmla="*/ 0 w 167338"/>
                  <a:gd name="connsiteY14" fmla="*/ 5099 h 20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7338" h="200326">
                    <a:moveTo>
                      <a:pt x="0" y="5099"/>
                    </a:moveTo>
                    <a:lnTo>
                      <a:pt x="45116" y="5099"/>
                    </a:lnTo>
                    <a:lnTo>
                      <a:pt x="45116" y="23145"/>
                    </a:lnTo>
                    <a:cubicBezTo>
                      <a:pt x="58240" y="7560"/>
                      <a:pt x="77927" y="-643"/>
                      <a:pt x="97614" y="177"/>
                    </a:cubicBezTo>
                    <a:cubicBezTo>
                      <a:pt x="119762" y="-1464"/>
                      <a:pt x="141909" y="8380"/>
                      <a:pt x="155034" y="26426"/>
                    </a:cubicBezTo>
                    <a:cubicBezTo>
                      <a:pt x="162417" y="37090"/>
                      <a:pt x="167338" y="50214"/>
                      <a:pt x="167338" y="80565"/>
                    </a:cubicBezTo>
                    <a:lnTo>
                      <a:pt x="167338" y="199507"/>
                    </a:lnTo>
                    <a:lnTo>
                      <a:pt x="122223" y="199507"/>
                    </a:lnTo>
                    <a:lnTo>
                      <a:pt x="122223" y="92049"/>
                    </a:lnTo>
                    <a:cubicBezTo>
                      <a:pt x="122223" y="42832"/>
                      <a:pt x="103356" y="41191"/>
                      <a:pt x="86950" y="41191"/>
                    </a:cubicBezTo>
                    <a:cubicBezTo>
                      <a:pt x="66443" y="41191"/>
                      <a:pt x="45936" y="43652"/>
                      <a:pt x="45936" y="106814"/>
                    </a:cubicBezTo>
                    <a:lnTo>
                      <a:pt x="45936" y="200327"/>
                    </a:lnTo>
                    <a:lnTo>
                      <a:pt x="820" y="200327"/>
                    </a:lnTo>
                    <a:lnTo>
                      <a:pt x="0" y="5099"/>
                    </a:lnTo>
                    <a:lnTo>
                      <a:pt x="0" y="5099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F230F395-E746-8084-03C8-17D7044B8ADD}"/>
                  </a:ext>
                </a:extLst>
              </p:cNvPr>
              <p:cNvSpPr/>
              <p:nvPr/>
            </p:nvSpPr>
            <p:spPr>
              <a:xfrm>
                <a:off x="2788860" y="12091748"/>
                <a:ext cx="197736" cy="307059"/>
              </a:xfrm>
              <a:custGeom>
                <a:avLst/>
                <a:gdLst>
                  <a:gd name="connsiteX0" fmla="*/ 152620 w 197736"/>
                  <a:gd name="connsiteY0" fmla="*/ 5790 h 307059"/>
                  <a:gd name="connsiteX1" fmla="*/ 197736 w 197736"/>
                  <a:gd name="connsiteY1" fmla="*/ 5790 h 307059"/>
                  <a:gd name="connsiteX2" fmla="*/ 197736 w 197736"/>
                  <a:gd name="connsiteY2" fmla="*/ 185432 h 307059"/>
                  <a:gd name="connsiteX3" fmla="*/ 165745 w 197736"/>
                  <a:gd name="connsiteY3" fmla="*/ 286327 h 307059"/>
                  <a:gd name="connsiteX4" fmla="*/ 100943 w 197736"/>
                  <a:gd name="connsiteY4" fmla="*/ 306835 h 307059"/>
                  <a:gd name="connsiteX5" fmla="*/ 36960 w 197736"/>
                  <a:gd name="connsiteY5" fmla="*/ 283046 h 307059"/>
                  <a:gd name="connsiteX6" fmla="*/ 8250 w 197736"/>
                  <a:gd name="connsiteY6" fmla="*/ 222345 h 307059"/>
                  <a:gd name="connsiteX7" fmla="*/ 52546 w 197736"/>
                  <a:gd name="connsiteY7" fmla="*/ 222345 h 307059"/>
                  <a:gd name="connsiteX8" fmla="*/ 67311 w 197736"/>
                  <a:gd name="connsiteY8" fmla="*/ 252696 h 307059"/>
                  <a:gd name="connsiteX9" fmla="*/ 102583 w 197736"/>
                  <a:gd name="connsiteY9" fmla="*/ 265820 h 307059"/>
                  <a:gd name="connsiteX10" fmla="*/ 137855 w 197736"/>
                  <a:gd name="connsiteY10" fmla="*/ 252696 h 307059"/>
                  <a:gd name="connsiteX11" fmla="*/ 152620 w 197736"/>
                  <a:gd name="connsiteY11" fmla="*/ 203478 h 307059"/>
                  <a:gd name="connsiteX12" fmla="*/ 152620 w 197736"/>
                  <a:gd name="connsiteY12" fmla="*/ 178050 h 307059"/>
                  <a:gd name="connsiteX13" fmla="*/ 93560 w 197736"/>
                  <a:gd name="connsiteY13" fmla="*/ 205939 h 307059"/>
                  <a:gd name="connsiteX14" fmla="*/ 29578 w 197736"/>
                  <a:gd name="connsiteY14" fmla="*/ 179690 h 307059"/>
                  <a:gd name="connsiteX15" fmla="*/ 47 w 197736"/>
                  <a:gd name="connsiteY15" fmla="*/ 102583 h 307059"/>
                  <a:gd name="connsiteX16" fmla="*/ 28757 w 197736"/>
                  <a:gd name="connsiteY16" fmla="*/ 27117 h 307059"/>
                  <a:gd name="connsiteX17" fmla="*/ 95200 w 197736"/>
                  <a:gd name="connsiteY17" fmla="*/ 48 h 307059"/>
                  <a:gd name="connsiteX18" fmla="*/ 153441 w 197736"/>
                  <a:gd name="connsiteY18" fmla="*/ 26297 h 307059"/>
                  <a:gd name="connsiteX19" fmla="*/ 152620 w 197736"/>
                  <a:gd name="connsiteY19" fmla="*/ 5790 h 307059"/>
                  <a:gd name="connsiteX20" fmla="*/ 152620 w 197736"/>
                  <a:gd name="connsiteY20" fmla="*/ 5790 h 307059"/>
                  <a:gd name="connsiteX21" fmla="*/ 65670 w 197736"/>
                  <a:gd name="connsiteY21" fmla="*/ 55007 h 307059"/>
                  <a:gd name="connsiteX22" fmla="*/ 45983 w 197736"/>
                  <a:gd name="connsiteY22" fmla="*/ 104224 h 307059"/>
                  <a:gd name="connsiteX23" fmla="*/ 65670 w 197736"/>
                  <a:gd name="connsiteY23" fmla="*/ 153441 h 307059"/>
                  <a:gd name="connsiteX24" fmla="*/ 100122 w 197736"/>
                  <a:gd name="connsiteY24" fmla="*/ 166566 h 307059"/>
                  <a:gd name="connsiteX25" fmla="*/ 137855 w 197736"/>
                  <a:gd name="connsiteY25" fmla="*/ 150980 h 307059"/>
                  <a:gd name="connsiteX26" fmla="*/ 155081 w 197736"/>
                  <a:gd name="connsiteY26" fmla="*/ 105044 h 307059"/>
                  <a:gd name="connsiteX27" fmla="*/ 137035 w 197736"/>
                  <a:gd name="connsiteY27" fmla="*/ 55827 h 307059"/>
                  <a:gd name="connsiteX28" fmla="*/ 100943 w 197736"/>
                  <a:gd name="connsiteY28" fmla="*/ 41882 h 307059"/>
                  <a:gd name="connsiteX29" fmla="*/ 65670 w 197736"/>
                  <a:gd name="connsiteY29" fmla="*/ 55007 h 307059"/>
                  <a:gd name="connsiteX30" fmla="*/ 65670 w 197736"/>
                  <a:gd name="connsiteY30" fmla="*/ 55007 h 307059"/>
                  <a:gd name="connsiteX31" fmla="*/ 65670 w 197736"/>
                  <a:gd name="connsiteY31" fmla="*/ 55007 h 30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97736" h="307059">
                    <a:moveTo>
                      <a:pt x="152620" y="5790"/>
                    </a:moveTo>
                    <a:lnTo>
                      <a:pt x="197736" y="5790"/>
                    </a:lnTo>
                    <a:lnTo>
                      <a:pt x="197736" y="185432"/>
                    </a:lnTo>
                    <a:cubicBezTo>
                      <a:pt x="197736" y="231368"/>
                      <a:pt x="192815" y="264180"/>
                      <a:pt x="165745" y="286327"/>
                    </a:cubicBezTo>
                    <a:cubicBezTo>
                      <a:pt x="147699" y="301093"/>
                      <a:pt x="124731" y="308475"/>
                      <a:pt x="100943" y="306835"/>
                    </a:cubicBezTo>
                    <a:cubicBezTo>
                      <a:pt x="77154" y="307655"/>
                      <a:pt x="54186" y="299452"/>
                      <a:pt x="36960" y="283046"/>
                    </a:cubicBezTo>
                    <a:cubicBezTo>
                      <a:pt x="21375" y="266641"/>
                      <a:pt x="11531" y="245313"/>
                      <a:pt x="8250" y="222345"/>
                    </a:cubicBezTo>
                    <a:lnTo>
                      <a:pt x="52546" y="222345"/>
                    </a:lnTo>
                    <a:cubicBezTo>
                      <a:pt x="54186" y="233829"/>
                      <a:pt x="59108" y="244493"/>
                      <a:pt x="67311" y="252696"/>
                    </a:cubicBezTo>
                    <a:cubicBezTo>
                      <a:pt x="76334" y="261719"/>
                      <a:pt x="89458" y="266641"/>
                      <a:pt x="102583" y="265820"/>
                    </a:cubicBezTo>
                    <a:cubicBezTo>
                      <a:pt x="115708" y="266641"/>
                      <a:pt x="128832" y="261719"/>
                      <a:pt x="137855" y="252696"/>
                    </a:cubicBezTo>
                    <a:cubicBezTo>
                      <a:pt x="149339" y="238751"/>
                      <a:pt x="155081" y="221525"/>
                      <a:pt x="152620" y="203478"/>
                    </a:cubicBezTo>
                    <a:lnTo>
                      <a:pt x="152620" y="178050"/>
                    </a:lnTo>
                    <a:cubicBezTo>
                      <a:pt x="138676" y="196096"/>
                      <a:pt x="116528" y="206760"/>
                      <a:pt x="93560" y="205939"/>
                    </a:cubicBezTo>
                    <a:cubicBezTo>
                      <a:pt x="68951" y="206760"/>
                      <a:pt x="45983" y="197736"/>
                      <a:pt x="29578" y="179690"/>
                    </a:cubicBezTo>
                    <a:cubicBezTo>
                      <a:pt x="9891" y="158363"/>
                      <a:pt x="47" y="131293"/>
                      <a:pt x="47" y="102583"/>
                    </a:cubicBezTo>
                    <a:cubicBezTo>
                      <a:pt x="-773" y="74694"/>
                      <a:pt x="9070" y="47624"/>
                      <a:pt x="28757" y="27117"/>
                    </a:cubicBezTo>
                    <a:cubicBezTo>
                      <a:pt x="45983" y="9071"/>
                      <a:pt x="69772" y="-773"/>
                      <a:pt x="95200" y="48"/>
                    </a:cubicBezTo>
                    <a:cubicBezTo>
                      <a:pt x="117348" y="-773"/>
                      <a:pt x="138676" y="9071"/>
                      <a:pt x="153441" y="26297"/>
                    </a:cubicBezTo>
                    <a:lnTo>
                      <a:pt x="152620" y="5790"/>
                    </a:lnTo>
                    <a:lnTo>
                      <a:pt x="152620" y="5790"/>
                    </a:lnTo>
                    <a:close/>
                    <a:moveTo>
                      <a:pt x="65670" y="55007"/>
                    </a:moveTo>
                    <a:cubicBezTo>
                      <a:pt x="52546" y="68131"/>
                      <a:pt x="45163" y="86178"/>
                      <a:pt x="45983" y="104224"/>
                    </a:cubicBezTo>
                    <a:cubicBezTo>
                      <a:pt x="45163" y="122270"/>
                      <a:pt x="52546" y="140316"/>
                      <a:pt x="65670" y="153441"/>
                    </a:cubicBezTo>
                    <a:cubicBezTo>
                      <a:pt x="75514" y="161644"/>
                      <a:pt x="87818" y="166566"/>
                      <a:pt x="100122" y="166566"/>
                    </a:cubicBezTo>
                    <a:cubicBezTo>
                      <a:pt x="114067" y="167386"/>
                      <a:pt x="128012" y="161644"/>
                      <a:pt x="137855" y="150980"/>
                    </a:cubicBezTo>
                    <a:cubicBezTo>
                      <a:pt x="149339" y="138676"/>
                      <a:pt x="155081" y="122270"/>
                      <a:pt x="155081" y="105044"/>
                    </a:cubicBezTo>
                    <a:cubicBezTo>
                      <a:pt x="155902" y="86998"/>
                      <a:pt x="149339" y="68952"/>
                      <a:pt x="137035" y="55827"/>
                    </a:cubicBezTo>
                    <a:cubicBezTo>
                      <a:pt x="127192" y="45984"/>
                      <a:pt x="114067" y="41062"/>
                      <a:pt x="100943" y="41882"/>
                    </a:cubicBezTo>
                    <a:cubicBezTo>
                      <a:pt x="86998" y="41062"/>
                      <a:pt x="74693" y="45984"/>
                      <a:pt x="65670" y="55007"/>
                    </a:cubicBezTo>
                    <a:lnTo>
                      <a:pt x="65670" y="55007"/>
                    </a:lnTo>
                    <a:lnTo>
                      <a:pt x="65670" y="55007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39A8CC9A-E53A-807B-A0F5-9120996340BA}"/>
                  </a:ext>
                </a:extLst>
              </p:cNvPr>
              <p:cNvSpPr/>
              <p:nvPr/>
            </p:nvSpPr>
            <p:spPr>
              <a:xfrm>
                <a:off x="3042365" y="11990900"/>
                <a:ext cx="45126" cy="301865"/>
              </a:xfrm>
              <a:custGeom>
                <a:avLst/>
                <a:gdLst>
                  <a:gd name="connsiteX0" fmla="*/ 45127 w 45126"/>
                  <a:gd name="connsiteY0" fmla="*/ 0 h 301865"/>
                  <a:gd name="connsiteX1" fmla="*/ 45127 w 45126"/>
                  <a:gd name="connsiteY1" fmla="*/ 301865 h 301865"/>
                  <a:gd name="connsiteX2" fmla="*/ 11 w 45126"/>
                  <a:gd name="connsiteY2" fmla="*/ 301865 h 301865"/>
                  <a:gd name="connsiteX3" fmla="*/ 11 w 45126"/>
                  <a:gd name="connsiteY3" fmla="*/ 36093 h 301865"/>
                  <a:gd name="connsiteX4" fmla="*/ 45127 w 45126"/>
                  <a:gd name="connsiteY4" fmla="*/ 0 h 301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26" h="301865">
                    <a:moveTo>
                      <a:pt x="45127" y="0"/>
                    </a:moveTo>
                    <a:lnTo>
                      <a:pt x="45127" y="301865"/>
                    </a:lnTo>
                    <a:lnTo>
                      <a:pt x="11" y="301865"/>
                    </a:lnTo>
                    <a:lnTo>
                      <a:pt x="11" y="36093"/>
                    </a:lnTo>
                    <a:cubicBezTo>
                      <a:pt x="-809" y="36093"/>
                      <a:pt x="45127" y="0"/>
                      <a:pt x="45127" y="0"/>
                    </a:cubicBez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56E83A1A-E133-1FB8-12A3-A75A61BA801D}"/>
                  </a:ext>
                </a:extLst>
              </p:cNvPr>
              <p:cNvSpPr/>
              <p:nvPr/>
            </p:nvSpPr>
            <p:spPr>
              <a:xfrm>
                <a:off x="3850358" y="11990900"/>
                <a:ext cx="45115" cy="62341"/>
              </a:xfrm>
              <a:custGeom>
                <a:avLst/>
                <a:gdLst>
                  <a:gd name="connsiteX0" fmla="*/ 45116 w 45115"/>
                  <a:gd name="connsiteY0" fmla="*/ 0 h 62341"/>
                  <a:gd name="connsiteX1" fmla="*/ 45116 w 45115"/>
                  <a:gd name="connsiteY1" fmla="*/ 62342 h 62341"/>
                  <a:gd name="connsiteX2" fmla="*/ 0 w 45115"/>
                  <a:gd name="connsiteY2" fmla="*/ 62342 h 62341"/>
                  <a:gd name="connsiteX3" fmla="*/ 0 w 45115"/>
                  <a:gd name="connsiteY3" fmla="*/ 36093 h 62341"/>
                  <a:gd name="connsiteX4" fmla="*/ 45116 w 45115"/>
                  <a:gd name="connsiteY4" fmla="*/ 0 h 62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15" h="62341">
                    <a:moveTo>
                      <a:pt x="45116" y="0"/>
                    </a:moveTo>
                    <a:lnTo>
                      <a:pt x="45116" y="62342"/>
                    </a:lnTo>
                    <a:lnTo>
                      <a:pt x="0" y="62342"/>
                    </a:lnTo>
                    <a:lnTo>
                      <a:pt x="0" y="36093"/>
                    </a:lnTo>
                    <a:lnTo>
                      <a:pt x="45116" y="0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C7F3C071-FF93-482C-FD37-9187048A47F8}"/>
                  </a:ext>
                </a:extLst>
              </p:cNvPr>
              <p:cNvSpPr/>
              <p:nvPr/>
            </p:nvSpPr>
            <p:spPr>
              <a:xfrm>
                <a:off x="3132563" y="12092565"/>
                <a:ext cx="185618" cy="206133"/>
              </a:xfrm>
              <a:custGeom>
                <a:avLst/>
                <a:gdLst>
                  <a:gd name="connsiteX0" fmla="*/ 184608 w 185618"/>
                  <a:gd name="connsiteY0" fmla="*/ 155906 h 206133"/>
                  <a:gd name="connsiteX1" fmla="*/ 151797 w 185618"/>
                  <a:gd name="connsiteY1" fmla="*/ 191178 h 206133"/>
                  <a:gd name="connsiteX2" fmla="*/ 94377 w 185618"/>
                  <a:gd name="connsiteY2" fmla="*/ 205943 h 206133"/>
                  <a:gd name="connsiteX3" fmla="*/ 28754 w 185618"/>
                  <a:gd name="connsiteY3" fmla="*/ 181335 h 206133"/>
                  <a:gd name="connsiteX4" fmla="*/ 44 w 185618"/>
                  <a:gd name="connsiteY4" fmla="*/ 106689 h 206133"/>
                  <a:gd name="connsiteX5" fmla="*/ 31215 w 185618"/>
                  <a:gd name="connsiteY5" fmla="*/ 26301 h 206133"/>
                  <a:gd name="connsiteX6" fmla="*/ 96018 w 185618"/>
                  <a:gd name="connsiteY6" fmla="*/ 51 h 206133"/>
                  <a:gd name="connsiteX7" fmla="*/ 158359 w 185618"/>
                  <a:gd name="connsiteY7" fmla="*/ 25480 h 206133"/>
                  <a:gd name="connsiteX8" fmla="*/ 185429 w 185618"/>
                  <a:gd name="connsiteY8" fmla="*/ 107509 h 206133"/>
                  <a:gd name="connsiteX9" fmla="*/ 185429 w 185618"/>
                  <a:gd name="connsiteY9" fmla="*/ 113251 h 206133"/>
                  <a:gd name="connsiteX10" fmla="*/ 45980 w 185618"/>
                  <a:gd name="connsiteY10" fmla="*/ 113251 h 206133"/>
                  <a:gd name="connsiteX11" fmla="*/ 62386 w 185618"/>
                  <a:gd name="connsiteY11" fmla="*/ 152625 h 206133"/>
                  <a:gd name="connsiteX12" fmla="*/ 96838 w 185618"/>
                  <a:gd name="connsiteY12" fmla="*/ 164929 h 206133"/>
                  <a:gd name="connsiteX13" fmla="*/ 128009 w 185618"/>
                  <a:gd name="connsiteY13" fmla="*/ 155085 h 206133"/>
                  <a:gd name="connsiteX14" fmla="*/ 146055 w 185618"/>
                  <a:gd name="connsiteY14" fmla="*/ 133758 h 206133"/>
                  <a:gd name="connsiteX15" fmla="*/ 184608 w 185618"/>
                  <a:gd name="connsiteY15" fmla="*/ 155906 h 206133"/>
                  <a:gd name="connsiteX16" fmla="*/ 184608 w 185618"/>
                  <a:gd name="connsiteY16" fmla="*/ 155906 h 206133"/>
                  <a:gd name="connsiteX17" fmla="*/ 140313 w 185618"/>
                  <a:gd name="connsiteY17" fmla="*/ 76338 h 206133"/>
                  <a:gd name="connsiteX18" fmla="*/ 126368 w 185618"/>
                  <a:gd name="connsiteY18" fmla="*/ 50089 h 206133"/>
                  <a:gd name="connsiteX19" fmla="*/ 64026 w 185618"/>
                  <a:gd name="connsiteY19" fmla="*/ 51729 h 206133"/>
                  <a:gd name="connsiteX20" fmla="*/ 50082 w 185618"/>
                  <a:gd name="connsiteY20" fmla="*/ 76338 h 206133"/>
                  <a:gd name="connsiteX21" fmla="*/ 140313 w 185618"/>
                  <a:gd name="connsiteY21" fmla="*/ 76338 h 206133"/>
                  <a:gd name="connsiteX22" fmla="*/ 140313 w 185618"/>
                  <a:gd name="connsiteY22" fmla="*/ 76338 h 206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5618" h="206133">
                    <a:moveTo>
                      <a:pt x="184608" y="155906"/>
                    </a:moveTo>
                    <a:cubicBezTo>
                      <a:pt x="176406" y="170671"/>
                      <a:pt x="165742" y="182155"/>
                      <a:pt x="151797" y="191178"/>
                    </a:cubicBezTo>
                    <a:cubicBezTo>
                      <a:pt x="134571" y="201021"/>
                      <a:pt x="114884" y="206764"/>
                      <a:pt x="94377" y="205943"/>
                    </a:cubicBezTo>
                    <a:cubicBezTo>
                      <a:pt x="69768" y="207584"/>
                      <a:pt x="45980" y="198561"/>
                      <a:pt x="28754" y="181335"/>
                    </a:cubicBezTo>
                    <a:cubicBezTo>
                      <a:pt x="9887" y="161648"/>
                      <a:pt x="-776" y="134578"/>
                      <a:pt x="44" y="106689"/>
                    </a:cubicBezTo>
                    <a:cubicBezTo>
                      <a:pt x="-776" y="77158"/>
                      <a:pt x="10708" y="48448"/>
                      <a:pt x="31215" y="26301"/>
                    </a:cubicBezTo>
                    <a:cubicBezTo>
                      <a:pt x="48441" y="9075"/>
                      <a:pt x="72229" y="-769"/>
                      <a:pt x="96018" y="51"/>
                    </a:cubicBezTo>
                    <a:cubicBezTo>
                      <a:pt x="119806" y="-769"/>
                      <a:pt x="141954" y="8254"/>
                      <a:pt x="158359" y="25480"/>
                    </a:cubicBezTo>
                    <a:cubicBezTo>
                      <a:pt x="178046" y="48448"/>
                      <a:pt x="187069" y="77979"/>
                      <a:pt x="185429" y="107509"/>
                    </a:cubicBezTo>
                    <a:lnTo>
                      <a:pt x="185429" y="113251"/>
                    </a:lnTo>
                    <a:lnTo>
                      <a:pt x="45980" y="113251"/>
                    </a:lnTo>
                    <a:cubicBezTo>
                      <a:pt x="46800" y="128016"/>
                      <a:pt x="52542" y="141961"/>
                      <a:pt x="62386" y="152625"/>
                    </a:cubicBezTo>
                    <a:cubicBezTo>
                      <a:pt x="71409" y="161648"/>
                      <a:pt x="84534" y="165749"/>
                      <a:pt x="96838" y="164929"/>
                    </a:cubicBezTo>
                    <a:cubicBezTo>
                      <a:pt x="108322" y="165749"/>
                      <a:pt x="118986" y="161648"/>
                      <a:pt x="128009" y="155085"/>
                    </a:cubicBezTo>
                    <a:cubicBezTo>
                      <a:pt x="135391" y="149343"/>
                      <a:pt x="141133" y="141961"/>
                      <a:pt x="146055" y="133758"/>
                    </a:cubicBezTo>
                    <a:lnTo>
                      <a:pt x="184608" y="155906"/>
                    </a:lnTo>
                    <a:lnTo>
                      <a:pt x="184608" y="155906"/>
                    </a:lnTo>
                    <a:close/>
                    <a:moveTo>
                      <a:pt x="140313" y="76338"/>
                    </a:moveTo>
                    <a:cubicBezTo>
                      <a:pt x="138672" y="66495"/>
                      <a:pt x="133751" y="57471"/>
                      <a:pt x="126368" y="50089"/>
                    </a:cubicBezTo>
                    <a:cubicBezTo>
                      <a:pt x="108322" y="34503"/>
                      <a:pt x="81252" y="35324"/>
                      <a:pt x="64026" y="51729"/>
                    </a:cubicBezTo>
                    <a:cubicBezTo>
                      <a:pt x="57464" y="58292"/>
                      <a:pt x="52542" y="67315"/>
                      <a:pt x="50082" y="76338"/>
                    </a:cubicBezTo>
                    <a:lnTo>
                      <a:pt x="140313" y="76338"/>
                    </a:lnTo>
                    <a:lnTo>
                      <a:pt x="140313" y="76338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352580CD-4FCA-3965-0476-F4881BE6E5BC}"/>
                  </a:ext>
                </a:extLst>
              </p:cNvPr>
              <p:cNvSpPr/>
              <p:nvPr/>
            </p:nvSpPr>
            <p:spPr>
              <a:xfrm>
                <a:off x="3364748" y="12092568"/>
                <a:ext cx="197688" cy="306014"/>
              </a:xfrm>
              <a:custGeom>
                <a:avLst/>
                <a:gdLst>
                  <a:gd name="connsiteX0" fmla="*/ 45116 w 197688"/>
                  <a:gd name="connsiteY0" fmla="*/ 306014 h 306014"/>
                  <a:gd name="connsiteX1" fmla="*/ 0 w 197688"/>
                  <a:gd name="connsiteY1" fmla="*/ 306014 h 306014"/>
                  <a:gd name="connsiteX2" fmla="*/ 0 w 197688"/>
                  <a:gd name="connsiteY2" fmla="*/ 4969 h 306014"/>
                  <a:gd name="connsiteX3" fmla="*/ 45116 w 197688"/>
                  <a:gd name="connsiteY3" fmla="*/ 4969 h 306014"/>
                  <a:gd name="connsiteX4" fmla="*/ 45116 w 197688"/>
                  <a:gd name="connsiteY4" fmla="*/ 26297 h 306014"/>
                  <a:gd name="connsiteX5" fmla="*/ 102536 w 197688"/>
                  <a:gd name="connsiteY5" fmla="*/ 48 h 306014"/>
                  <a:gd name="connsiteX6" fmla="*/ 197689 w 197688"/>
                  <a:gd name="connsiteY6" fmla="*/ 100943 h 306014"/>
                  <a:gd name="connsiteX7" fmla="*/ 103356 w 197688"/>
                  <a:gd name="connsiteY7" fmla="*/ 205119 h 306014"/>
                  <a:gd name="connsiteX8" fmla="*/ 45116 w 197688"/>
                  <a:gd name="connsiteY8" fmla="*/ 176409 h 306014"/>
                  <a:gd name="connsiteX9" fmla="*/ 45116 w 197688"/>
                  <a:gd name="connsiteY9" fmla="*/ 306014 h 306014"/>
                  <a:gd name="connsiteX10" fmla="*/ 45116 w 197688"/>
                  <a:gd name="connsiteY10" fmla="*/ 306014 h 306014"/>
                  <a:gd name="connsiteX11" fmla="*/ 42655 w 197688"/>
                  <a:gd name="connsiteY11" fmla="*/ 104224 h 306014"/>
                  <a:gd name="connsiteX12" fmla="*/ 97614 w 197688"/>
                  <a:gd name="connsiteY12" fmla="*/ 165745 h 306014"/>
                  <a:gd name="connsiteX13" fmla="*/ 151753 w 197688"/>
                  <a:gd name="connsiteY13" fmla="*/ 104224 h 306014"/>
                  <a:gd name="connsiteX14" fmla="*/ 97614 w 197688"/>
                  <a:gd name="connsiteY14" fmla="*/ 41882 h 306014"/>
                  <a:gd name="connsiteX15" fmla="*/ 42655 w 197688"/>
                  <a:gd name="connsiteY15" fmla="*/ 104224 h 306014"/>
                  <a:gd name="connsiteX16" fmla="*/ 42655 w 197688"/>
                  <a:gd name="connsiteY16" fmla="*/ 104224 h 306014"/>
                  <a:gd name="connsiteX17" fmla="*/ 42655 w 197688"/>
                  <a:gd name="connsiteY17" fmla="*/ 104224 h 306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7688" h="306014">
                    <a:moveTo>
                      <a:pt x="45116" y="306014"/>
                    </a:moveTo>
                    <a:lnTo>
                      <a:pt x="0" y="306014"/>
                    </a:lnTo>
                    <a:lnTo>
                      <a:pt x="0" y="4969"/>
                    </a:lnTo>
                    <a:lnTo>
                      <a:pt x="45116" y="4969"/>
                    </a:lnTo>
                    <a:lnTo>
                      <a:pt x="45116" y="26297"/>
                    </a:lnTo>
                    <a:cubicBezTo>
                      <a:pt x="59061" y="9071"/>
                      <a:pt x="80388" y="-773"/>
                      <a:pt x="102536" y="48"/>
                    </a:cubicBezTo>
                    <a:cubicBezTo>
                      <a:pt x="154214" y="48"/>
                      <a:pt x="197689" y="39421"/>
                      <a:pt x="197689" y="100943"/>
                    </a:cubicBezTo>
                    <a:cubicBezTo>
                      <a:pt x="197689" y="166566"/>
                      <a:pt x="149292" y="205119"/>
                      <a:pt x="103356" y="205119"/>
                    </a:cubicBezTo>
                    <a:cubicBezTo>
                      <a:pt x="80388" y="204299"/>
                      <a:pt x="59061" y="194455"/>
                      <a:pt x="45116" y="176409"/>
                    </a:cubicBezTo>
                    <a:lnTo>
                      <a:pt x="45116" y="306014"/>
                    </a:lnTo>
                    <a:lnTo>
                      <a:pt x="45116" y="306014"/>
                    </a:lnTo>
                    <a:close/>
                    <a:moveTo>
                      <a:pt x="42655" y="104224"/>
                    </a:moveTo>
                    <a:cubicBezTo>
                      <a:pt x="42655" y="145238"/>
                      <a:pt x="68904" y="165745"/>
                      <a:pt x="97614" y="165745"/>
                    </a:cubicBezTo>
                    <a:cubicBezTo>
                      <a:pt x="130425" y="165745"/>
                      <a:pt x="151753" y="137856"/>
                      <a:pt x="151753" y="104224"/>
                    </a:cubicBezTo>
                    <a:cubicBezTo>
                      <a:pt x="151753" y="70592"/>
                      <a:pt x="130425" y="41882"/>
                      <a:pt x="97614" y="41882"/>
                    </a:cubicBezTo>
                    <a:cubicBezTo>
                      <a:pt x="68904" y="41062"/>
                      <a:pt x="42655" y="61569"/>
                      <a:pt x="42655" y="104224"/>
                    </a:cubicBezTo>
                    <a:lnTo>
                      <a:pt x="42655" y="104224"/>
                    </a:lnTo>
                    <a:lnTo>
                      <a:pt x="42655" y="104224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BFDCB67-3E71-382F-191F-12C541E19AE8}"/>
                  </a:ext>
                </a:extLst>
              </p:cNvPr>
              <p:cNvSpPr/>
              <p:nvPr/>
            </p:nvSpPr>
            <p:spPr>
              <a:xfrm>
                <a:off x="3597699" y="12091751"/>
                <a:ext cx="208374" cy="208407"/>
              </a:xfrm>
              <a:custGeom>
                <a:avLst/>
                <a:gdLst>
                  <a:gd name="connsiteX0" fmla="*/ 208363 w 208374"/>
                  <a:gd name="connsiteY0" fmla="*/ 103400 h 208407"/>
                  <a:gd name="connsiteX1" fmla="*/ 105828 w 208374"/>
                  <a:gd name="connsiteY1" fmla="*/ 208397 h 208407"/>
                  <a:gd name="connsiteX2" fmla="*/ 11 w 208374"/>
                  <a:gd name="connsiteY2" fmla="*/ 105861 h 208407"/>
                  <a:gd name="connsiteX3" fmla="*/ 102547 w 208374"/>
                  <a:gd name="connsiteY3" fmla="*/ 44 h 208407"/>
                  <a:gd name="connsiteX4" fmla="*/ 104187 w 208374"/>
                  <a:gd name="connsiteY4" fmla="*/ 44 h 208407"/>
                  <a:gd name="connsiteX5" fmla="*/ 208363 w 208374"/>
                  <a:gd name="connsiteY5" fmla="*/ 98478 h 208407"/>
                  <a:gd name="connsiteX6" fmla="*/ 208363 w 208374"/>
                  <a:gd name="connsiteY6" fmla="*/ 103400 h 208407"/>
                  <a:gd name="connsiteX7" fmla="*/ 208363 w 208374"/>
                  <a:gd name="connsiteY7" fmla="*/ 103400 h 208407"/>
                  <a:gd name="connsiteX8" fmla="*/ 161607 w 208374"/>
                  <a:gd name="connsiteY8" fmla="*/ 104220 h 208407"/>
                  <a:gd name="connsiteX9" fmla="*/ 104187 w 208374"/>
                  <a:gd name="connsiteY9" fmla="*/ 41879 h 208407"/>
                  <a:gd name="connsiteX10" fmla="*/ 46767 w 208374"/>
                  <a:gd name="connsiteY10" fmla="*/ 104220 h 208407"/>
                  <a:gd name="connsiteX11" fmla="*/ 104187 w 208374"/>
                  <a:gd name="connsiteY11" fmla="*/ 165742 h 208407"/>
                  <a:gd name="connsiteX12" fmla="*/ 161607 w 208374"/>
                  <a:gd name="connsiteY12" fmla="*/ 104220 h 20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8374" h="208407">
                    <a:moveTo>
                      <a:pt x="208363" y="103400"/>
                    </a:moveTo>
                    <a:cubicBezTo>
                      <a:pt x="209184" y="160820"/>
                      <a:pt x="163248" y="208397"/>
                      <a:pt x="105828" y="208397"/>
                    </a:cubicBezTo>
                    <a:cubicBezTo>
                      <a:pt x="48408" y="209217"/>
                      <a:pt x="831" y="163281"/>
                      <a:pt x="11" y="105861"/>
                    </a:cubicBezTo>
                    <a:cubicBezTo>
                      <a:pt x="-809" y="48441"/>
                      <a:pt x="45127" y="864"/>
                      <a:pt x="102547" y="44"/>
                    </a:cubicBezTo>
                    <a:cubicBezTo>
                      <a:pt x="103367" y="44"/>
                      <a:pt x="103367" y="44"/>
                      <a:pt x="104187" y="44"/>
                    </a:cubicBezTo>
                    <a:cubicBezTo>
                      <a:pt x="159967" y="-1596"/>
                      <a:pt x="206723" y="42699"/>
                      <a:pt x="208363" y="98478"/>
                    </a:cubicBezTo>
                    <a:cubicBezTo>
                      <a:pt x="208363" y="100939"/>
                      <a:pt x="208363" y="102580"/>
                      <a:pt x="208363" y="103400"/>
                    </a:cubicBezTo>
                    <a:lnTo>
                      <a:pt x="208363" y="103400"/>
                    </a:lnTo>
                    <a:close/>
                    <a:moveTo>
                      <a:pt x="161607" y="104220"/>
                    </a:moveTo>
                    <a:cubicBezTo>
                      <a:pt x="161607" y="59925"/>
                      <a:pt x="132897" y="41879"/>
                      <a:pt x="104187" y="41879"/>
                    </a:cubicBezTo>
                    <a:cubicBezTo>
                      <a:pt x="75477" y="41879"/>
                      <a:pt x="46767" y="59925"/>
                      <a:pt x="46767" y="104220"/>
                    </a:cubicBezTo>
                    <a:cubicBezTo>
                      <a:pt x="46767" y="141954"/>
                      <a:pt x="68915" y="165742"/>
                      <a:pt x="104187" y="165742"/>
                    </a:cubicBezTo>
                    <a:cubicBezTo>
                      <a:pt x="139459" y="165742"/>
                      <a:pt x="161607" y="141954"/>
                      <a:pt x="161607" y="104220"/>
                    </a:cubicBez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C307934C-9296-3F19-426D-56D2707EF52F}"/>
                  </a:ext>
                </a:extLst>
              </p:cNvPr>
              <p:cNvSpPr/>
              <p:nvPr/>
            </p:nvSpPr>
            <p:spPr>
              <a:xfrm>
                <a:off x="3850358" y="12097538"/>
                <a:ext cx="45115" cy="194407"/>
              </a:xfrm>
              <a:custGeom>
                <a:avLst/>
                <a:gdLst>
                  <a:gd name="connsiteX0" fmla="*/ 45116 w 45115"/>
                  <a:gd name="connsiteY0" fmla="*/ 0 h 194407"/>
                  <a:gd name="connsiteX1" fmla="*/ 45116 w 45115"/>
                  <a:gd name="connsiteY1" fmla="*/ 194408 h 194407"/>
                  <a:gd name="connsiteX2" fmla="*/ 0 w 45115"/>
                  <a:gd name="connsiteY2" fmla="*/ 194408 h 194407"/>
                  <a:gd name="connsiteX3" fmla="*/ 0 w 45115"/>
                  <a:gd name="connsiteY3" fmla="*/ 0 h 194407"/>
                  <a:gd name="connsiteX4" fmla="*/ 45116 w 45115"/>
                  <a:gd name="connsiteY4" fmla="*/ 0 h 194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15" h="194407">
                    <a:moveTo>
                      <a:pt x="45116" y="0"/>
                    </a:moveTo>
                    <a:lnTo>
                      <a:pt x="45116" y="194408"/>
                    </a:lnTo>
                    <a:lnTo>
                      <a:pt x="0" y="194408"/>
                    </a:lnTo>
                    <a:lnTo>
                      <a:pt x="0" y="0"/>
                    </a:lnTo>
                    <a:lnTo>
                      <a:pt x="45116" y="0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FE71BF5C-FCEB-5870-F87C-A286778D5FA7}"/>
                  </a:ext>
                </a:extLst>
              </p:cNvPr>
              <p:cNvSpPr/>
              <p:nvPr/>
            </p:nvSpPr>
            <p:spPr>
              <a:xfrm>
                <a:off x="3950432" y="12092439"/>
                <a:ext cx="167338" cy="200326"/>
              </a:xfrm>
              <a:custGeom>
                <a:avLst/>
                <a:gdLst>
                  <a:gd name="connsiteX0" fmla="*/ 0 w 167338"/>
                  <a:gd name="connsiteY0" fmla="*/ 5099 h 200326"/>
                  <a:gd name="connsiteX1" fmla="*/ 45116 w 167338"/>
                  <a:gd name="connsiteY1" fmla="*/ 5099 h 200326"/>
                  <a:gd name="connsiteX2" fmla="*/ 45116 w 167338"/>
                  <a:gd name="connsiteY2" fmla="*/ 23145 h 200326"/>
                  <a:gd name="connsiteX3" fmla="*/ 97614 w 167338"/>
                  <a:gd name="connsiteY3" fmla="*/ 177 h 200326"/>
                  <a:gd name="connsiteX4" fmla="*/ 155034 w 167338"/>
                  <a:gd name="connsiteY4" fmla="*/ 26426 h 200326"/>
                  <a:gd name="connsiteX5" fmla="*/ 167338 w 167338"/>
                  <a:gd name="connsiteY5" fmla="*/ 80565 h 200326"/>
                  <a:gd name="connsiteX6" fmla="*/ 167338 w 167338"/>
                  <a:gd name="connsiteY6" fmla="*/ 199507 h 200326"/>
                  <a:gd name="connsiteX7" fmla="*/ 122223 w 167338"/>
                  <a:gd name="connsiteY7" fmla="*/ 199507 h 200326"/>
                  <a:gd name="connsiteX8" fmla="*/ 122223 w 167338"/>
                  <a:gd name="connsiteY8" fmla="*/ 92049 h 200326"/>
                  <a:gd name="connsiteX9" fmla="*/ 86950 w 167338"/>
                  <a:gd name="connsiteY9" fmla="*/ 41191 h 200326"/>
                  <a:gd name="connsiteX10" fmla="*/ 45936 w 167338"/>
                  <a:gd name="connsiteY10" fmla="*/ 106814 h 200326"/>
                  <a:gd name="connsiteX11" fmla="*/ 45936 w 167338"/>
                  <a:gd name="connsiteY11" fmla="*/ 200327 h 200326"/>
                  <a:gd name="connsiteX12" fmla="*/ 820 w 167338"/>
                  <a:gd name="connsiteY12" fmla="*/ 200327 h 200326"/>
                  <a:gd name="connsiteX13" fmla="*/ 0 w 167338"/>
                  <a:gd name="connsiteY13" fmla="*/ 5099 h 200326"/>
                  <a:gd name="connsiteX14" fmla="*/ 0 w 167338"/>
                  <a:gd name="connsiteY14" fmla="*/ 5099 h 20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7338" h="200326">
                    <a:moveTo>
                      <a:pt x="0" y="5099"/>
                    </a:moveTo>
                    <a:lnTo>
                      <a:pt x="45116" y="5099"/>
                    </a:lnTo>
                    <a:lnTo>
                      <a:pt x="45116" y="23145"/>
                    </a:lnTo>
                    <a:cubicBezTo>
                      <a:pt x="58240" y="7560"/>
                      <a:pt x="77927" y="-643"/>
                      <a:pt x="97614" y="177"/>
                    </a:cubicBezTo>
                    <a:cubicBezTo>
                      <a:pt x="119762" y="-1464"/>
                      <a:pt x="141910" y="8380"/>
                      <a:pt x="155034" y="26426"/>
                    </a:cubicBezTo>
                    <a:cubicBezTo>
                      <a:pt x="162417" y="37090"/>
                      <a:pt x="167338" y="50214"/>
                      <a:pt x="167338" y="80565"/>
                    </a:cubicBezTo>
                    <a:lnTo>
                      <a:pt x="167338" y="199507"/>
                    </a:lnTo>
                    <a:lnTo>
                      <a:pt x="122223" y="199507"/>
                    </a:lnTo>
                    <a:lnTo>
                      <a:pt x="122223" y="92049"/>
                    </a:lnTo>
                    <a:cubicBezTo>
                      <a:pt x="122223" y="42832"/>
                      <a:pt x="104176" y="41191"/>
                      <a:pt x="86950" y="41191"/>
                    </a:cubicBezTo>
                    <a:cubicBezTo>
                      <a:pt x="66443" y="41191"/>
                      <a:pt x="45936" y="43652"/>
                      <a:pt x="45936" y="106814"/>
                    </a:cubicBezTo>
                    <a:lnTo>
                      <a:pt x="45936" y="200327"/>
                    </a:lnTo>
                    <a:lnTo>
                      <a:pt x="820" y="200327"/>
                    </a:lnTo>
                    <a:lnTo>
                      <a:pt x="0" y="5099"/>
                    </a:lnTo>
                    <a:lnTo>
                      <a:pt x="0" y="5099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1899CBE5-E93D-C331-5C7C-0D2755675EA4}"/>
                  </a:ext>
                </a:extLst>
              </p:cNvPr>
              <p:cNvSpPr/>
              <p:nvPr/>
            </p:nvSpPr>
            <p:spPr>
              <a:xfrm>
                <a:off x="4156324" y="11990080"/>
                <a:ext cx="98434" cy="301865"/>
              </a:xfrm>
              <a:custGeom>
                <a:avLst/>
                <a:gdLst>
                  <a:gd name="connsiteX0" fmla="*/ 63982 w 98434"/>
                  <a:gd name="connsiteY0" fmla="*/ 149292 h 301865"/>
                  <a:gd name="connsiteX1" fmla="*/ 63982 w 98434"/>
                  <a:gd name="connsiteY1" fmla="*/ 301865 h 301865"/>
                  <a:gd name="connsiteX2" fmla="*/ 18866 w 98434"/>
                  <a:gd name="connsiteY2" fmla="*/ 301865 h 301865"/>
                  <a:gd name="connsiteX3" fmla="*/ 18866 w 98434"/>
                  <a:gd name="connsiteY3" fmla="*/ 149292 h 301865"/>
                  <a:gd name="connsiteX4" fmla="*/ 0 w 98434"/>
                  <a:gd name="connsiteY4" fmla="*/ 149292 h 301865"/>
                  <a:gd name="connsiteX5" fmla="*/ 0 w 98434"/>
                  <a:gd name="connsiteY5" fmla="*/ 107457 h 301865"/>
                  <a:gd name="connsiteX6" fmla="*/ 18866 w 98434"/>
                  <a:gd name="connsiteY6" fmla="*/ 107457 h 301865"/>
                  <a:gd name="connsiteX7" fmla="*/ 18866 w 98434"/>
                  <a:gd name="connsiteY7" fmla="*/ 36093 h 301865"/>
                  <a:gd name="connsiteX8" fmla="*/ 63982 w 98434"/>
                  <a:gd name="connsiteY8" fmla="*/ 0 h 301865"/>
                  <a:gd name="connsiteX9" fmla="*/ 63982 w 98434"/>
                  <a:gd name="connsiteY9" fmla="*/ 107457 h 301865"/>
                  <a:gd name="connsiteX10" fmla="*/ 98434 w 98434"/>
                  <a:gd name="connsiteY10" fmla="*/ 107457 h 301865"/>
                  <a:gd name="connsiteX11" fmla="*/ 98434 w 98434"/>
                  <a:gd name="connsiteY11" fmla="*/ 149292 h 301865"/>
                  <a:gd name="connsiteX12" fmla="*/ 63982 w 98434"/>
                  <a:gd name="connsiteY12" fmla="*/ 149292 h 301865"/>
                  <a:gd name="connsiteX13" fmla="*/ 63982 w 98434"/>
                  <a:gd name="connsiteY13" fmla="*/ 149292 h 301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8434" h="301865">
                    <a:moveTo>
                      <a:pt x="63982" y="149292"/>
                    </a:moveTo>
                    <a:lnTo>
                      <a:pt x="63982" y="301865"/>
                    </a:lnTo>
                    <a:lnTo>
                      <a:pt x="18866" y="301865"/>
                    </a:lnTo>
                    <a:lnTo>
                      <a:pt x="18866" y="149292"/>
                    </a:lnTo>
                    <a:lnTo>
                      <a:pt x="0" y="149292"/>
                    </a:lnTo>
                    <a:lnTo>
                      <a:pt x="0" y="107457"/>
                    </a:lnTo>
                    <a:lnTo>
                      <a:pt x="18866" y="107457"/>
                    </a:lnTo>
                    <a:lnTo>
                      <a:pt x="18866" y="36093"/>
                    </a:lnTo>
                    <a:lnTo>
                      <a:pt x="63982" y="0"/>
                    </a:lnTo>
                    <a:lnTo>
                      <a:pt x="63982" y="107457"/>
                    </a:lnTo>
                    <a:lnTo>
                      <a:pt x="98434" y="107457"/>
                    </a:lnTo>
                    <a:lnTo>
                      <a:pt x="98434" y="149292"/>
                    </a:lnTo>
                    <a:lnTo>
                      <a:pt x="63982" y="149292"/>
                    </a:lnTo>
                    <a:lnTo>
                      <a:pt x="63982" y="149292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9FB6B1CE-62A4-7B26-9F96-B7F9A9850781}"/>
                  </a:ext>
                </a:extLst>
              </p:cNvPr>
              <p:cNvSpPr/>
              <p:nvPr/>
            </p:nvSpPr>
            <p:spPr>
              <a:xfrm>
                <a:off x="2277049" y="11966292"/>
                <a:ext cx="262491" cy="326473"/>
              </a:xfrm>
              <a:custGeom>
                <a:avLst/>
                <a:gdLst>
                  <a:gd name="connsiteX0" fmla="*/ 262492 w 262491"/>
                  <a:gd name="connsiteY0" fmla="*/ 326474 h 326473"/>
                  <a:gd name="connsiteX1" fmla="*/ 131246 w 262491"/>
                  <a:gd name="connsiteY1" fmla="*/ 0 h 326473"/>
                  <a:gd name="connsiteX2" fmla="*/ 131246 w 262491"/>
                  <a:gd name="connsiteY2" fmla="*/ 0 h 326473"/>
                  <a:gd name="connsiteX3" fmla="*/ 0 w 262491"/>
                  <a:gd name="connsiteY3" fmla="*/ 326474 h 326473"/>
                  <a:gd name="connsiteX4" fmla="*/ 50858 w 262491"/>
                  <a:gd name="connsiteY4" fmla="*/ 326474 h 326473"/>
                  <a:gd name="connsiteX5" fmla="*/ 131246 w 262491"/>
                  <a:gd name="connsiteY5" fmla="*/ 118941 h 326473"/>
                  <a:gd name="connsiteX6" fmla="*/ 211634 w 262491"/>
                  <a:gd name="connsiteY6" fmla="*/ 326474 h 326473"/>
                  <a:gd name="connsiteX7" fmla="*/ 262492 w 262491"/>
                  <a:gd name="connsiteY7" fmla="*/ 326474 h 326473"/>
                  <a:gd name="connsiteX8" fmla="*/ 262492 w 262491"/>
                  <a:gd name="connsiteY8" fmla="*/ 326474 h 326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491" h="326473">
                    <a:moveTo>
                      <a:pt x="262492" y="326474"/>
                    </a:moveTo>
                    <a:lnTo>
                      <a:pt x="131246" y="0"/>
                    </a:lnTo>
                    <a:lnTo>
                      <a:pt x="131246" y="0"/>
                    </a:lnTo>
                    <a:lnTo>
                      <a:pt x="0" y="326474"/>
                    </a:lnTo>
                    <a:lnTo>
                      <a:pt x="50858" y="326474"/>
                    </a:lnTo>
                    <a:lnTo>
                      <a:pt x="131246" y="118941"/>
                    </a:lnTo>
                    <a:lnTo>
                      <a:pt x="211634" y="326474"/>
                    </a:lnTo>
                    <a:lnTo>
                      <a:pt x="262492" y="326474"/>
                    </a:lnTo>
                    <a:lnTo>
                      <a:pt x="262492" y="326474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sp>
        <p:nvSpPr>
          <p:cNvPr id="137" name="Headshot 9 Title">
            <a:extLst>
              <a:ext uri="{FF2B5EF4-FFF2-40B4-BE49-F238E27FC236}">
                <a16:creationId xmlns:a16="http://schemas.microsoft.com/office/drawing/2014/main" id="{9B4EA6D6-E592-4893-8729-749BE936C10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173252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36" name="Headshot 9 Name">
            <a:extLst>
              <a:ext uri="{FF2B5EF4-FFF2-40B4-BE49-F238E27FC236}">
                <a16:creationId xmlns:a16="http://schemas.microsoft.com/office/drawing/2014/main" id="{235AD1C0-3695-4688-B10E-37483D282F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173252" y="11570208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20" name="Headshot 9 Image">
            <a:extLst>
              <a:ext uri="{FF2B5EF4-FFF2-40B4-BE49-F238E27FC236}">
                <a16:creationId xmlns:a16="http://schemas.microsoft.com/office/drawing/2014/main" id="{FE124FF8-6531-814A-8790-2179F5A32F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0173252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29" name="Headshot 8 Title">
            <a:extLst>
              <a:ext uri="{FF2B5EF4-FFF2-40B4-BE49-F238E27FC236}">
                <a16:creationId xmlns:a16="http://schemas.microsoft.com/office/drawing/2014/main" id="{425C8BBB-2629-403F-AE6C-77F22674628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6355494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28" name="Headshot 8 Name">
            <a:extLst>
              <a:ext uri="{FF2B5EF4-FFF2-40B4-BE49-F238E27FC236}">
                <a16:creationId xmlns:a16="http://schemas.microsoft.com/office/drawing/2014/main" id="{438637C9-22E4-43A3-B564-529C95070A8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6355494" y="11570208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9" name="Headshot 8 Image">
            <a:extLst>
              <a:ext uri="{FF2B5EF4-FFF2-40B4-BE49-F238E27FC236}">
                <a16:creationId xmlns:a16="http://schemas.microsoft.com/office/drawing/2014/main" id="{4C5310C9-26B2-E043-B2F5-839DDD294C0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355494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25" name="Headshot 7 Title">
            <a:extLst>
              <a:ext uri="{FF2B5EF4-FFF2-40B4-BE49-F238E27FC236}">
                <a16:creationId xmlns:a16="http://schemas.microsoft.com/office/drawing/2014/main" id="{7B729B38-71D9-4F4A-8902-E9E95C3D407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2537736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24" name="Headshot 7 Name">
            <a:extLst>
              <a:ext uri="{FF2B5EF4-FFF2-40B4-BE49-F238E27FC236}">
                <a16:creationId xmlns:a16="http://schemas.microsoft.com/office/drawing/2014/main" id="{193D88E1-E637-430A-B896-20C10D9C81A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2537736" y="11570208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8" name="Headshot 7 Image">
            <a:extLst>
              <a:ext uri="{FF2B5EF4-FFF2-40B4-BE49-F238E27FC236}">
                <a16:creationId xmlns:a16="http://schemas.microsoft.com/office/drawing/2014/main" id="{F4BD81BD-7377-EA4D-923F-88FE4E0D75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537736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21" name="Headshot 6 Title">
            <a:extLst>
              <a:ext uri="{FF2B5EF4-FFF2-40B4-BE49-F238E27FC236}">
                <a16:creationId xmlns:a16="http://schemas.microsoft.com/office/drawing/2014/main" id="{DFC132F2-8063-488A-8CD0-655B62AE94C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719978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20" name="Headshot 6 Name">
            <a:extLst>
              <a:ext uri="{FF2B5EF4-FFF2-40B4-BE49-F238E27FC236}">
                <a16:creationId xmlns:a16="http://schemas.microsoft.com/office/drawing/2014/main" id="{DE3AF9B2-2DA5-417F-ADDC-5122F2E4ECD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719978" y="11570208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4" name="Headshot 6 Image">
            <a:extLst>
              <a:ext uri="{FF2B5EF4-FFF2-40B4-BE49-F238E27FC236}">
                <a16:creationId xmlns:a16="http://schemas.microsoft.com/office/drawing/2014/main" id="{A52E1C16-97C6-0C4C-A4C1-DB214BC0F92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719978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17" name="Headshot 5 Title">
            <a:extLst>
              <a:ext uri="{FF2B5EF4-FFF2-40B4-BE49-F238E27FC236}">
                <a16:creationId xmlns:a16="http://schemas.microsoft.com/office/drawing/2014/main" id="{318FE40D-EEA5-4248-AED1-CF755C16C6F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02220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16" name="Headshot 5 Name">
            <a:extLst>
              <a:ext uri="{FF2B5EF4-FFF2-40B4-BE49-F238E27FC236}">
                <a16:creationId xmlns:a16="http://schemas.microsoft.com/office/drawing/2014/main" id="{02E3585C-5813-45A9-A772-E8845DD8020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02220" y="11570208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3" name="Headshot 5 Image">
            <a:extLst>
              <a:ext uri="{FF2B5EF4-FFF2-40B4-BE49-F238E27FC236}">
                <a16:creationId xmlns:a16="http://schemas.microsoft.com/office/drawing/2014/main" id="{53CF112F-1D30-9D4F-BAB2-C745A662D1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902220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87" name="Headshot 4 Title">
            <a:extLst>
              <a:ext uri="{FF2B5EF4-FFF2-40B4-BE49-F238E27FC236}">
                <a16:creationId xmlns:a16="http://schemas.microsoft.com/office/drawing/2014/main" id="{04C6C523-C73E-4677-8B82-DC1C371617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84462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86" name="Headshot 4 Name">
            <a:extLst>
              <a:ext uri="{FF2B5EF4-FFF2-40B4-BE49-F238E27FC236}">
                <a16:creationId xmlns:a16="http://schemas.microsoft.com/office/drawing/2014/main" id="{5A43AAF7-BD7B-4D0F-8FC6-5D16B3A6BC7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84462" y="11570208"/>
            <a:ext cx="3145536" cy="539496"/>
          </a:xfrm>
          <a:prstGeom prst="rect">
            <a:avLst/>
          </a:prstGeom>
          <a:noFill/>
        </p:spPr>
        <p:txBody>
          <a:bodyPr lIns="182880" tIns="4572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55" name="Headshot 4 Image">
            <a:extLst>
              <a:ext uri="{FF2B5EF4-FFF2-40B4-BE49-F238E27FC236}">
                <a16:creationId xmlns:a16="http://schemas.microsoft.com/office/drawing/2014/main" id="{7400B20C-D969-964E-B2B7-D2EF3E9D42E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84462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9" name="Headshot 3 Title">
            <a:extLst>
              <a:ext uri="{FF2B5EF4-FFF2-40B4-BE49-F238E27FC236}">
                <a16:creationId xmlns:a16="http://schemas.microsoft.com/office/drawing/2014/main" id="{FA7E17B7-A75B-459E-BD36-412F61E30671}"/>
              </a:ext>
            </a:extLst>
          </p:cNvPr>
          <p:cNvSpPr>
            <a:spLocks noGrp="1"/>
          </p:cNvSpPr>
          <p:nvPr userDrawn="1">
            <p:ph type="body" sz="quarter" idx="62" hasCustomPrompt="1"/>
          </p:nvPr>
        </p:nvSpPr>
        <p:spPr>
          <a:xfrm>
            <a:off x="20173252" y="6791008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48" name="Headshot 3 Name">
            <a:extLst>
              <a:ext uri="{FF2B5EF4-FFF2-40B4-BE49-F238E27FC236}">
                <a16:creationId xmlns:a16="http://schemas.microsoft.com/office/drawing/2014/main" id="{604D779B-1F9A-469C-8BAC-1B180766BBA0}"/>
              </a:ext>
            </a:extLst>
          </p:cNvPr>
          <p:cNvSpPr>
            <a:spLocks noGrp="1"/>
          </p:cNvSpPr>
          <p:nvPr userDrawn="1">
            <p:ph type="body" sz="quarter" idx="61" hasCustomPrompt="1"/>
          </p:nvPr>
        </p:nvSpPr>
        <p:spPr>
          <a:xfrm>
            <a:off x="20173252" y="6251512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7" name="Headshot 3 Image">
            <a:extLst>
              <a:ext uri="{FF2B5EF4-FFF2-40B4-BE49-F238E27FC236}">
                <a16:creationId xmlns:a16="http://schemas.microsoft.com/office/drawing/2014/main" id="{BD059C14-E991-2640-98FB-741FA61927D7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20173252" y="3105976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7" name="Headshot 2 Title">
            <a:extLst>
              <a:ext uri="{FF2B5EF4-FFF2-40B4-BE49-F238E27FC236}">
                <a16:creationId xmlns:a16="http://schemas.microsoft.com/office/drawing/2014/main" id="{44F78D72-A4D7-412B-8D54-07450DA91307}"/>
              </a:ext>
            </a:extLst>
          </p:cNvPr>
          <p:cNvSpPr>
            <a:spLocks noGrp="1"/>
          </p:cNvSpPr>
          <p:nvPr userDrawn="1">
            <p:ph type="body" sz="quarter" idx="60" hasCustomPrompt="1"/>
          </p:nvPr>
        </p:nvSpPr>
        <p:spPr>
          <a:xfrm>
            <a:off x="16355494" y="6791008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kern="1200" spc="-50" baseline="0" noProof="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pPr marL="0" lvl="0" indent="0" algn="ctr" defTabSz="182870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Title (16 pt regular)</a:t>
            </a:r>
          </a:p>
        </p:txBody>
      </p:sp>
      <p:sp>
        <p:nvSpPr>
          <p:cNvPr id="146" name="Headshot 2 Name">
            <a:extLst>
              <a:ext uri="{FF2B5EF4-FFF2-40B4-BE49-F238E27FC236}">
                <a16:creationId xmlns:a16="http://schemas.microsoft.com/office/drawing/2014/main" id="{C718CDDB-5D42-48CF-93CD-3607FB8BB9AB}"/>
              </a:ext>
            </a:extLst>
          </p:cNvPr>
          <p:cNvSpPr>
            <a:spLocks noGrp="1"/>
          </p:cNvSpPr>
          <p:nvPr userDrawn="1">
            <p:ph type="body" sz="quarter" idx="59" hasCustomPrompt="1"/>
          </p:nvPr>
        </p:nvSpPr>
        <p:spPr>
          <a:xfrm>
            <a:off x="16355494" y="6251512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6" name="Headshot 2 Image">
            <a:extLst>
              <a:ext uri="{FF2B5EF4-FFF2-40B4-BE49-F238E27FC236}">
                <a16:creationId xmlns:a16="http://schemas.microsoft.com/office/drawing/2014/main" id="{5D53F939-BDBC-AD4F-B30F-7BB7432158E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6355494" y="3105976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5" name="Headshot 1 Title">
            <a:extLst>
              <a:ext uri="{FF2B5EF4-FFF2-40B4-BE49-F238E27FC236}">
                <a16:creationId xmlns:a16="http://schemas.microsoft.com/office/drawing/2014/main" id="{79E2707B-5A69-40CC-8E44-FB933406F463}"/>
              </a:ext>
            </a:extLst>
          </p:cNvPr>
          <p:cNvSpPr>
            <a:spLocks noGrp="1"/>
          </p:cNvSpPr>
          <p:nvPr userDrawn="1">
            <p:ph type="body" sz="quarter" idx="58" hasCustomPrompt="1"/>
          </p:nvPr>
        </p:nvSpPr>
        <p:spPr>
          <a:xfrm>
            <a:off x="12537736" y="6791008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44" name="Headshot 1 Name">
            <a:extLst>
              <a:ext uri="{FF2B5EF4-FFF2-40B4-BE49-F238E27FC236}">
                <a16:creationId xmlns:a16="http://schemas.microsoft.com/office/drawing/2014/main" id="{1C075D70-4DC9-4766-9792-C861DA69328D}"/>
              </a:ext>
            </a:extLst>
          </p:cNvPr>
          <p:cNvSpPr>
            <a:spLocks noGrp="1"/>
          </p:cNvSpPr>
          <p:nvPr userDrawn="1">
            <p:ph type="body" sz="quarter" idx="57" hasCustomPrompt="1"/>
          </p:nvPr>
        </p:nvSpPr>
        <p:spPr>
          <a:xfrm>
            <a:off x="12537736" y="6251512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" name="Headshot 1 Image">
            <a:extLst>
              <a:ext uri="{FF2B5EF4-FFF2-40B4-BE49-F238E27FC236}">
                <a16:creationId xmlns:a16="http://schemas.microsoft.com/office/drawing/2014/main" id="{15685170-DFAB-6547-8534-9967010DFFB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12537736" y="3105976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297F2CD1-E2CE-0730-B829-1842B7B988EA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D3A6C4A2-1E4A-9440-9AE6-5547B9C9963D}" type="datetime4">
              <a:rPr lang="en-US" smtClean="0"/>
              <a:t>July 21, 2026</a:t>
            </a:fld>
            <a:endParaRPr lang="en-US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ADC2EF40-DDB9-680A-55ED-6192DBAFAE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0531559" y="13263254"/>
            <a:ext cx="3187055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F559ACD-1C8F-FEE8-A009-6854F18E35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3718740" y="13263254"/>
            <a:ext cx="668433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itle">
            <a:extLst>
              <a:ext uri="{FF2B5EF4-FFF2-40B4-BE49-F238E27FC236}">
                <a16:creationId xmlns:a16="http://schemas.microsoft.com/office/drawing/2014/main" id="{DE6878F3-3479-0672-1E14-7AED0DB01C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8388" y="3105976"/>
            <a:ext cx="1079712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70000"/>
              </a:lnSpc>
              <a:defRPr sz="12200" b="1" i="0" cap="none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  <p:sp>
        <p:nvSpPr>
          <p:cNvPr id="26" name="Section">
            <a:extLst>
              <a:ext uri="{FF2B5EF4-FFF2-40B4-BE49-F238E27FC236}">
                <a16:creationId xmlns:a16="http://schemas.microsoft.com/office/drawing/2014/main" id="{C5F29D92-6445-E0C2-F744-1779ACDA254B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320B77-B91E-BB54-3074-43A3E173BDF6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accent1">
              <a:lumMod val="60000"/>
              <a:lumOff val="40000"/>
              <a:alpha val="25000"/>
            </a:schemeClr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857F987-9D28-4CC7-DC1A-28CD019F469C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1917D60-6108-FE81-F96D-A5095FC3612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0E1446-C7B5-79F4-40C0-132B50D3943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08EBCBB-CB82-92C2-5711-919CE05B6644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13" name="Orange Circle - Hyperlinked">
            <a:extLst>
              <a:ext uri="{FF2B5EF4-FFF2-40B4-BE49-F238E27FC236}">
                <a16:creationId xmlns:a16="http://schemas.microsoft.com/office/drawing/2014/main" id="{F414DAEB-B350-AD8E-A21D-D9D4C52FD442}"/>
              </a:ext>
            </a:extLst>
          </p:cNvPr>
          <p:cNvSpPr/>
          <p:nvPr userDrawn="1"/>
        </p:nvSpPr>
        <p:spPr>
          <a:xfrm>
            <a:off x="23109354" y="287077"/>
            <a:ext cx="198340" cy="198340"/>
          </a:xfrm>
          <a:prstGeom prst="ellipse">
            <a:avLst/>
          </a:prstGeom>
          <a:solidFill>
            <a:srgbClr val="FFA10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35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 with 2023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39">
            <a:extLst>
              <a:ext uri="{FF2B5EF4-FFF2-40B4-BE49-F238E27FC236}">
                <a16:creationId xmlns:a16="http://schemas.microsoft.com/office/drawing/2014/main" id="{AFA4AD5D-8802-EE77-2A1E-F206207A8C44}"/>
              </a:ext>
            </a:extLst>
          </p:cNvPr>
          <p:cNvSpPr/>
          <p:nvPr userDrawn="1"/>
        </p:nvSpPr>
        <p:spPr>
          <a:xfrm rot="10800000" flipH="1">
            <a:off x="1" y="0"/>
            <a:ext cx="7122949" cy="13716000"/>
          </a:xfrm>
          <a:prstGeom prst="snip1Rect">
            <a:avLst>
              <a:gd name="adj" fmla="val 0"/>
            </a:avLst>
          </a:prstGeom>
          <a:gradFill>
            <a:gsLst>
              <a:gs pos="100000">
                <a:srgbClr val="001B3B"/>
              </a:gs>
              <a:gs pos="8000">
                <a:schemeClr val="tx2"/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65BFC57-126E-4A49-9E8F-63F489AE67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" y="4111363"/>
            <a:ext cx="6333063" cy="1434239"/>
          </a:xfrm>
          <a:prstGeom prst="rect">
            <a:avLst/>
          </a:prstGeom>
        </p:spPr>
        <p:txBody>
          <a:bodyPr>
            <a:spAutoFit/>
          </a:bodyPr>
          <a:lstStyle>
            <a:lvl1pPr marL="977900" indent="0">
              <a:buNone/>
              <a:tabLst/>
              <a:defRPr sz="3200" b="0" i="1">
                <a:solidFill>
                  <a:schemeClr val="accent1">
                    <a:lumMod val="60000"/>
                    <a:lumOff val="4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25B9C56-92AF-F540-832F-6798182113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764973"/>
            <a:ext cx="6333063" cy="323790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977900" indent="0">
              <a:lnSpc>
                <a:spcPct val="80000"/>
              </a:lnSpc>
              <a:tabLst/>
              <a:defRPr sz="6400" spc="-100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Short Title (Title Caps, 64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  <p:sp>
        <p:nvSpPr>
          <p:cNvPr id="9" name="Bulleted List">
            <a:extLst>
              <a:ext uri="{FF2B5EF4-FFF2-40B4-BE49-F238E27FC236}">
                <a16:creationId xmlns:a16="http://schemas.microsoft.com/office/drawing/2014/main" id="{BD176C15-7A79-AE57-6A86-6757214CF0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147" y="1828800"/>
            <a:ext cx="17281285" cy="11612880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pic>
        <p:nvPicPr>
          <p:cNvPr id="11" name="Anglepoint Logo">
            <a:extLst>
              <a:ext uri="{FF2B5EF4-FFF2-40B4-BE49-F238E27FC236}">
                <a16:creationId xmlns:a16="http://schemas.microsoft.com/office/drawing/2014/main" id="{78B86235-5494-DFFF-4F72-EEDF9AD6E5A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0" y="228600"/>
            <a:ext cx="1481667" cy="319401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C2CC208F-924D-62D2-CC6B-05D9AF56FB7D}"/>
              </a:ext>
            </a:extLst>
          </p:cNvPr>
          <p:cNvSpPr txBox="1">
            <a:spLocks/>
          </p:cNvSpPr>
          <p:nvPr userDrawn="1"/>
        </p:nvSpPr>
        <p:spPr>
          <a:xfrm>
            <a:off x="23244174" y="13441680"/>
            <a:ext cx="1143001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defPPr>
              <a:defRPr lang="en-US"/>
            </a:defPPr>
            <a:lvl1pPr marL="0" algn="r" defTabSz="457131" rtl="0" eaLnBrk="1" latinLnBrk="0" hangingPunct="1">
              <a:defRPr sz="1400" b="1" kern="1200">
                <a:solidFill>
                  <a:schemeClr val="accent2"/>
                </a:solidFill>
                <a:latin typeface="TTNormsPro-DemiBold" panose="02000703030000020004" pitchFamily="50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C2327-6B8B-47BD-B581-B21CDA88CCF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B81C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pPr marL="0" marR="0" lvl="0" indent="0" algn="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B81C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726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68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672">
          <p15:clr>
            <a:srgbClr val="FBAE40"/>
          </p15:clr>
        </p15:guide>
        <p15:guide id="4" pos="14689">
          <p15:clr>
            <a:srgbClr val="FBAE40"/>
          </p15:clr>
        </p15:guide>
        <p15:guide id="5" pos="5137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DBC6C-54E2-FB78-5775-BCE450DA41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85DBF9-15AD-9345-A5D1-F8EEB8193C27}" type="datetime4">
              <a:rPr lang="en-US" smtClean="0"/>
              <a:t>July 21,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15E51-0C81-3478-AF41-4720B7048C3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8AECB-337E-B21F-B0FA-13E9F2A401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7968">
          <p15:clr>
            <a:srgbClr val="FBAE40"/>
          </p15:clr>
        </p15:guide>
        <p15:guide id="4" pos="14689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Single Corner Rectangle 39">
            <a:extLst>
              <a:ext uri="{FF2B5EF4-FFF2-40B4-BE49-F238E27FC236}">
                <a16:creationId xmlns:a16="http://schemas.microsoft.com/office/drawing/2014/main" id="{7644720D-786C-97B9-BEEC-010F69AF071D}"/>
              </a:ext>
            </a:extLst>
          </p:cNvPr>
          <p:cNvSpPr/>
          <p:nvPr userDrawn="1"/>
        </p:nvSpPr>
        <p:spPr>
          <a:xfrm rot="10800000" flipH="1">
            <a:off x="1" y="0"/>
            <a:ext cx="7122949" cy="13716000"/>
          </a:xfrm>
          <a:prstGeom prst="snip1Rect">
            <a:avLst>
              <a:gd name="adj" fmla="val 0"/>
            </a:avLst>
          </a:prstGeom>
          <a:gradFill>
            <a:gsLst>
              <a:gs pos="100000">
                <a:srgbClr val="001B3B"/>
              </a:gs>
              <a:gs pos="8000">
                <a:schemeClr val="tx2"/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95B91DE-3027-0A49-E900-FC9E85663D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" y="4111363"/>
            <a:ext cx="6333063" cy="1434239"/>
          </a:xfrm>
          <a:prstGeom prst="rect">
            <a:avLst/>
          </a:prstGeom>
        </p:spPr>
        <p:txBody>
          <a:bodyPr>
            <a:spAutoFit/>
          </a:bodyPr>
          <a:lstStyle>
            <a:lvl1pPr marL="977900" indent="0">
              <a:buNone/>
              <a:tabLst/>
              <a:defRPr sz="3200" b="0" i="1">
                <a:solidFill>
                  <a:schemeClr val="accent1">
                    <a:lumMod val="60000"/>
                    <a:lumOff val="4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1854864-722A-E35D-DD77-BEB08F3FD5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764973"/>
            <a:ext cx="6333063" cy="323790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977900" indent="0">
              <a:lnSpc>
                <a:spcPct val="80000"/>
              </a:lnSpc>
              <a:tabLst/>
              <a:defRPr sz="6400" spc="-100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Short Title (Title Caps, 64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9BFCFFE-9E70-8D70-B133-97CB19947C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E9E98CF-CD39-E414-C173-6D09FA97C2C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059B35A4-9115-4FAC-5852-1A8531B049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85432F-E6A2-B93C-4384-E4F6E23502EF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38E3A51-0C83-44A0-C776-5285526AD505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2482072-DA78-3DC3-F18B-F43E3E06CFB7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A1F16B8-CECE-2C01-31C6-960DFFC3F68E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D6B7DD-8A56-FD60-7315-6C84784F25C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8488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49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  <p15:guide id="5" pos="5137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-20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EC37002-7863-B40E-FC9B-5BB30F0D62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8CFA76D-10FB-77DB-F06E-F8AC58DE324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ection">
            <a:extLst>
              <a:ext uri="{FF2B5EF4-FFF2-40B4-BE49-F238E27FC236}">
                <a16:creationId xmlns:a16="http://schemas.microsoft.com/office/drawing/2014/main" id="{23F4A491-F3AD-B659-333A-FA871A437B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B331E-CACA-1CD8-5DB5-B82D79A25D7B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5EC44D5-FE76-C946-F604-62B319EF01C8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9C5FC30-8E19-31DC-0F5B-CEDD5864356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5D29501-0B38-BC9F-89F2-3B0884FF6809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C535BA-CF29-06BA-AD2E-E07BEAD523A8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" name="Title 14">
            <a:extLst>
              <a:ext uri="{FF2B5EF4-FFF2-40B4-BE49-F238E27FC236}">
                <a16:creationId xmlns:a16="http://schemas.microsoft.com/office/drawing/2014/main" id="{DBE11A1C-B001-5C77-CCD2-FDA61BC4B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81867"/>
            <a:ext cx="12767733" cy="2806191"/>
          </a:xfrm>
        </p:spPr>
        <p:txBody>
          <a:bodyPr wrap="square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ulleted List">
            <a:extLst>
              <a:ext uri="{FF2B5EF4-FFF2-40B4-BE49-F238E27FC236}">
                <a16:creationId xmlns:a16="http://schemas.microsoft.com/office/drawing/2014/main" id="{4931A96C-DE33-1F0E-AA1D-805EF690F4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" y="6180667"/>
            <a:ext cx="12767730" cy="243839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920750" indent="0">
              <a:lnSpc>
                <a:spcPct val="110000"/>
              </a:lnSpc>
              <a:spcBef>
                <a:spcPts val="2000"/>
              </a:spcBef>
              <a:spcAft>
                <a:spcPts val="600"/>
              </a:spcAft>
              <a:buNone/>
              <a:defRPr sz="28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28 pt. regular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47050C-6317-838F-8022-AB00EEF593F8}"/>
              </a:ext>
            </a:extLst>
          </p:cNvPr>
          <p:cNvCxnSpPr>
            <a:cxnSpLocks/>
          </p:cNvCxnSpPr>
          <p:nvPr userDrawn="1"/>
        </p:nvCxnSpPr>
        <p:spPr>
          <a:xfrm flipV="1">
            <a:off x="14630554" y="0"/>
            <a:ext cx="0" cy="8619066"/>
          </a:xfrm>
          <a:prstGeom prst="line">
            <a:avLst/>
          </a:prstGeom>
          <a:solidFill>
            <a:srgbClr val="FFFFFF"/>
          </a:solidFill>
          <a:ln w="15875" cap="flat">
            <a:solidFill>
              <a:srgbClr val="082C49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2272407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">
            <a:extLst>
              <a:ext uri="{FF2B5EF4-FFF2-40B4-BE49-F238E27FC236}">
                <a16:creationId xmlns:a16="http://schemas.microsoft.com/office/drawing/2014/main" id="{DBE6A256-2B4B-43E4-999B-C73BB7F33C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175" y="13441680"/>
            <a:ext cx="24387048" cy="27432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91440" tIns="45720" rIns="91440" bIns="27432" rtlCol="0" anchor="ctr"/>
          <a:lstStyle>
            <a:lvl1pPr algn="ctr">
              <a:defRPr sz="8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2A671710-BDED-456B-A520-7C41D3814B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lvl1pPr algn="l">
              <a:defRPr sz="8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428AE20B-2251-6844-B319-B0F43E1F5CC3}" type="datetime4">
              <a:rPr lang="en-US" smtClean="0"/>
              <a:pPr/>
              <a:t>July 21, 2026</a:t>
            </a:fld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588294-F5EF-41F5-BB56-2B38F9E184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244175" y="13441680"/>
            <a:ext cx="1143000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lvl1pPr algn="r">
              <a:defRPr sz="1400" b="1">
                <a:solidFill>
                  <a:schemeClr val="accent2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Bulleted List">
            <a:extLst>
              <a:ext uri="{FF2B5EF4-FFF2-40B4-BE49-F238E27FC236}">
                <a16:creationId xmlns:a16="http://schemas.microsoft.com/office/drawing/2014/main" id="{279D4800-7781-4CCD-85E3-B2A16D49F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3175" y="3200399"/>
            <a:ext cx="24383873" cy="10241280"/>
          </a:xfrm>
          <a:prstGeom prst="rect">
            <a:avLst/>
          </a:prstGeom>
        </p:spPr>
        <p:txBody>
          <a:bodyPr vert="horz" lIns="91440" tIns="45720" rIns="228600" bIns="45720" rtlCol="0">
            <a:normAutofit/>
          </a:bodyPr>
          <a:lstStyle/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Primary bullet (36 pt regular; 20 pt before, 6 pt after; .9 line spacing)</a:t>
            </a:r>
          </a:p>
          <a:p>
            <a:pPr marL="1828800" lvl="1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second level (32 pt regular; 10 pt before, 6 pt after; .9 line spacing)</a:t>
            </a:r>
          </a:p>
          <a:p>
            <a:pPr marL="2290764" lvl="2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E05DF29-7E72-43DE-9028-DB2C45704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 (Title Caps, 66 Pt Bold)</a:t>
            </a:r>
          </a:p>
        </p:txBody>
      </p:sp>
    </p:spTree>
    <p:extLst>
      <p:ext uri="{BB962C8B-B14F-4D97-AF65-F5344CB8AC3E}">
        <p14:creationId xmlns:p14="http://schemas.microsoft.com/office/powerpoint/2010/main" val="10748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8" r:id="rId5"/>
    <p:sldLayoutId id="2147483939" r:id="rId6"/>
    <p:sldLayoutId id="2147483945" r:id="rId7"/>
    <p:sldLayoutId id="2147483946" r:id="rId8"/>
    <p:sldLayoutId id="2147483947" r:id="rId9"/>
    <p:sldLayoutId id="2147483948" r:id="rId10"/>
    <p:sldLayoutId id="2147483835" r:id="rId11"/>
    <p:sldLayoutId id="2147483841" r:id="rId12"/>
    <p:sldLayoutId id="2147483844" r:id="rId13"/>
    <p:sldLayoutId id="2147483690" r:id="rId14"/>
    <p:sldLayoutId id="2147483748" r:id="rId15"/>
    <p:sldLayoutId id="2147483749" r:id="rId16"/>
    <p:sldLayoutId id="2147483704" r:id="rId17"/>
    <p:sldLayoutId id="2147483675" r:id="rId18"/>
    <p:sldLayoutId id="2147483758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46" r:id="rId26"/>
    <p:sldLayoutId id="2147483734" r:id="rId27"/>
    <p:sldLayoutId id="2147483747" r:id="rId28"/>
    <p:sldLayoutId id="2147483759" r:id="rId29"/>
    <p:sldLayoutId id="2147483852" r:id="rId30"/>
    <p:sldLayoutId id="2147483853" r:id="rId31"/>
    <p:sldLayoutId id="2147483897" r:id="rId32"/>
    <p:sldLayoutId id="2147483898" r:id="rId33"/>
    <p:sldLayoutId id="2147483954" r:id="rId34"/>
    <p:sldLayoutId id="2147483760" r:id="rId35"/>
    <p:sldLayoutId id="2147483762" r:id="rId36"/>
    <p:sldLayoutId id="2147483766" r:id="rId37"/>
    <p:sldLayoutId id="2147483950" r:id="rId38"/>
    <p:sldLayoutId id="2147483953" r:id="rId39"/>
    <p:sldLayoutId id="2147483955" r:id="rId40"/>
    <p:sldLayoutId id="2147483997" r:id="rId41"/>
    <p:sldLayoutId id="2147484003" r:id="rId42"/>
    <p:sldLayoutId id="2147484058" r:id="rId43"/>
    <p:sldLayoutId id="2147484060" r:id="rId44"/>
    <p:sldLayoutId id="2147484061" r:id="rId45"/>
  </p:sldLayoutIdLst>
  <p:hf hdr="0" dt="0"/>
  <p:txStyles>
    <p:titleStyle>
      <a:lvl1pPr marL="914400" indent="0" algn="l" defTabSz="1828708" rtl="0" eaLnBrk="1" latinLnBrk="0" hangingPunct="1">
        <a:lnSpc>
          <a:spcPct val="90000"/>
        </a:lnSpc>
        <a:spcBef>
          <a:spcPct val="0"/>
        </a:spcBef>
        <a:buNone/>
        <a:tabLst/>
        <a:defRPr lang="en-US" sz="6599" b="1" kern="1200" spc="-100" baseline="0" dirty="0">
          <a:solidFill>
            <a:schemeClr val="tx2"/>
          </a:solidFill>
          <a:latin typeface="Figtree" pitchFamily="2" charset="0"/>
          <a:ea typeface="+mj-ea"/>
          <a:cs typeface="+mj-cs"/>
        </a:defRPr>
      </a:lvl1pPr>
    </p:titleStyle>
    <p:bodyStyle>
      <a:lvl1pPr marL="1371600" indent="-457200" algn="l" defTabSz="1828708" rtl="0" eaLnBrk="1" latinLnBrk="0" hangingPunct="1">
        <a:lnSpc>
          <a:spcPct val="90000"/>
        </a:lnSpc>
        <a:spcBef>
          <a:spcPts val="2000"/>
        </a:spcBef>
        <a:spcAft>
          <a:spcPts val="600"/>
        </a:spcAft>
        <a:buFont typeface="Arial" panose="020B0604020202020204" pitchFamily="34" charset="0"/>
        <a:buChar char="•"/>
        <a:defRPr lang="en-US" sz="3600" b="0" i="0" kern="1200" spc="-50" baseline="0" noProof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1pPr>
      <a:lvl2pPr marL="1371532" indent="-457177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3200" b="0" i="0" kern="1200" spc="-4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2pPr>
      <a:lvl3pPr marL="1830386" indent="-457200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3pPr>
      <a:lvl4pPr marL="2292350" indent="-457200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T Norms Pro" panose="020B0604020202020204" charset="0"/>
          <a:ea typeface="+mn-ea"/>
          <a:cs typeface="+mn-cs"/>
        </a:defRPr>
      </a:lvl4pPr>
      <a:lvl5pPr marL="4114595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8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6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2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35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2A671710-BDED-456B-A520-7C41D3814B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lvl1pPr algn="l">
              <a:defRPr sz="8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428AE20B-2251-6844-B319-B0F43E1F5CC3}" type="datetime4">
              <a:rPr lang="en-US" smtClean="0"/>
              <a:pPr/>
              <a:t>July 21, 2026</a:t>
            </a:fld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588294-F5EF-41F5-BB56-2B38F9E184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244175" y="13441680"/>
            <a:ext cx="1143000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lvl1pPr algn="r">
              <a:defRPr sz="1400" b="1">
                <a:solidFill>
                  <a:srgbClr val="FFB81C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Bulleted List">
            <a:extLst>
              <a:ext uri="{FF2B5EF4-FFF2-40B4-BE49-F238E27FC236}">
                <a16:creationId xmlns:a16="http://schemas.microsoft.com/office/drawing/2014/main" id="{279D4800-7781-4CCD-85E3-B2A16D49F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3175" y="3200399"/>
            <a:ext cx="24383873" cy="10241280"/>
          </a:xfrm>
          <a:prstGeom prst="rect">
            <a:avLst/>
          </a:prstGeom>
        </p:spPr>
        <p:txBody>
          <a:bodyPr vert="horz" lIns="91440" tIns="45720" rIns="228600" bIns="45720" rtlCol="0">
            <a:normAutofit/>
          </a:bodyPr>
          <a:lstStyle/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Primary bullet (36 pt regular; 20 pt before, 6 pt after; .9 line spacing)</a:t>
            </a:r>
          </a:p>
          <a:p>
            <a:pPr marL="1828800" lvl="1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second level (32 pt regular; 10 pt before, 6 pt after; .9 line spacing)</a:t>
            </a:r>
          </a:p>
          <a:p>
            <a:pPr marL="2290764" lvl="2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E05DF29-7E72-43DE-9028-DB2C45704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 (Title Caps, 66 Pt Bold)</a:t>
            </a:r>
          </a:p>
        </p:txBody>
      </p:sp>
    </p:spTree>
    <p:extLst>
      <p:ext uri="{BB962C8B-B14F-4D97-AF65-F5344CB8AC3E}">
        <p14:creationId xmlns:p14="http://schemas.microsoft.com/office/powerpoint/2010/main" val="10748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26" r:id="rId4"/>
    <p:sldLayoutId id="2147483908" r:id="rId5"/>
    <p:sldLayoutId id="2147483927" r:id="rId6"/>
    <p:sldLayoutId id="2147483928" r:id="rId7"/>
    <p:sldLayoutId id="2147483929" r:id="rId8"/>
    <p:sldLayoutId id="2147483930" r:id="rId9"/>
    <p:sldLayoutId id="2147483931" r:id="rId10"/>
  </p:sldLayoutIdLst>
  <p:hf hdr="0" dt="0"/>
  <p:txStyles>
    <p:titleStyle>
      <a:lvl1pPr marL="914400" indent="0" algn="l" defTabSz="1828708" rtl="0" eaLnBrk="1" latinLnBrk="0" hangingPunct="1">
        <a:lnSpc>
          <a:spcPct val="90000"/>
        </a:lnSpc>
        <a:spcBef>
          <a:spcPct val="0"/>
        </a:spcBef>
        <a:buNone/>
        <a:tabLst/>
        <a:defRPr lang="en-US" sz="6599" b="1" kern="1200" spc="-100" baseline="0" dirty="0">
          <a:solidFill>
            <a:schemeClr val="tx2"/>
          </a:solidFill>
          <a:latin typeface="Figtree" pitchFamily="2" charset="0"/>
          <a:ea typeface="+mj-ea"/>
          <a:cs typeface="+mj-cs"/>
        </a:defRPr>
      </a:lvl1pPr>
    </p:titleStyle>
    <p:bodyStyle>
      <a:lvl1pPr marL="1371600" indent="-457200" algn="l" defTabSz="1828708" rtl="0" eaLnBrk="1" latinLnBrk="0" hangingPunct="1">
        <a:lnSpc>
          <a:spcPct val="90000"/>
        </a:lnSpc>
        <a:spcBef>
          <a:spcPts val="2000"/>
        </a:spcBef>
        <a:spcAft>
          <a:spcPts val="600"/>
        </a:spcAft>
        <a:buFont typeface="Arial" panose="020B0604020202020204" pitchFamily="34" charset="0"/>
        <a:buChar char="•"/>
        <a:defRPr lang="en-US" sz="3600" b="0" i="0" kern="1200" spc="-50" baseline="0" noProof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1pPr>
      <a:lvl2pPr marL="1371532" indent="-457177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3200" b="0" i="0" kern="1200" spc="-4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2pPr>
      <a:lvl3pPr marL="1830386" indent="-457200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3pPr>
      <a:lvl4pPr marL="2292350" indent="-457200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T Norms Pro" panose="020B0604020202020204" charset="0"/>
          <a:ea typeface="+mn-ea"/>
          <a:cs typeface="+mn-cs"/>
        </a:defRPr>
      </a:lvl4pPr>
      <a:lvl5pPr marL="4114595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8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6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2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35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ulleted List">
            <a:extLst>
              <a:ext uri="{FF2B5EF4-FFF2-40B4-BE49-F238E27FC236}">
                <a16:creationId xmlns:a16="http://schemas.microsoft.com/office/drawing/2014/main" id="{279D4800-7781-4CCD-85E3-B2A16D49F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3175" y="3200399"/>
            <a:ext cx="24383873" cy="10241280"/>
          </a:xfrm>
          <a:prstGeom prst="rect">
            <a:avLst/>
          </a:prstGeom>
        </p:spPr>
        <p:txBody>
          <a:bodyPr vert="horz" lIns="91440" tIns="45720" rIns="228600" bIns="45720" rtlCol="0">
            <a:normAutofit/>
          </a:bodyPr>
          <a:lstStyle/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Primary bullet (36 pt regular; 20 pt before, 6 pt after; .9 line spacing)</a:t>
            </a:r>
          </a:p>
          <a:p>
            <a:pPr marL="1828800" lvl="1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second level (32 pt regular; 10 pt before, 6 pt after; .9 line spacing)</a:t>
            </a:r>
          </a:p>
          <a:p>
            <a:pPr marL="2290764" lvl="2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E05DF29-7E72-43DE-9028-DB2C45704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Title (Title Caps, 64 Pt Bold)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2D97EDF2-D424-9E26-3F28-EC4857A2D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vert="horz" wrap="none" lIns="91440" tIns="91440" rIns="0" bIns="27432" rtlCol="0" anchor="t" anchorCtr="0"/>
          <a:lstStyle>
            <a:lvl1pPr algn="r">
              <a:defRPr sz="900" b="0" i="0">
                <a:solidFill>
                  <a:schemeClr val="accent1">
                    <a:alpha val="75000"/>
                  </a:schemeClr>
                </a:solidFill>
                <a:latin typeface="Figtree Light" pitchFamily="2" charset="0"/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1E34730-BAAA-4E25-5DED-AC559B8FD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vert="horz" wrap="none" lIns="0" tIns="36576" rIns="246888" bIns="0" rtlCol="0" anchor="t" anchorCtr="0"/>
          <a:lstStyle>
            <a:lvl1pPr algn="r">
              <a:defRPr sz="1400"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88DCA6C2-6FD6-024C-EAE2-A00617733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3260491"/>
            <a:ext cx="1485900" cy="452745"/>
          </a:xfrm>
          <a:prstGeom prst="rect">
            <a:avLst/>
          </a:prstGeom>
        </p:spPr>
        <p:txBody>
          <a:bodyPr vert="horz" lIns="274320" tIns="91440" rIns="91440" bIns="27432" rtlCol="0" anchor="t" anchorCtr="0"/>
          <a:lstStyle>
            <a:lvl1pPr algn="l">
              <a:defRPr sz="90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fld id="{6085DBF9-15AD-9345-A5D1-F8EEB8193C27}" type="datetime4">
              <a:rPr lang="en-US" smtClean="0"/>
              <a:pPr/>
              <a:t>July 21,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8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5" r:id="rId5"/>
    <p:sldLayoutId id="2147483966" r:id="rId6"/>
    <p:sldLayoutId id="2147483967" r:id="rId7"/>
    <p:sldLayoutId id="2147483968" r:id="rId8"/>
    <p:sldLayoutId id="2147483970" r:id="rId9"/>
    <p:sldLayoutId id="2147483971" r:id="rId10"/>
  </p:sldLayoutIdLst>
  <p:hf hdr="0" dt="0"/>
  <p:txStyles>
    <p:titleStyle>
      <a:lvl1pPr marL="914400" indent="0" algn="l" defTabSz="1828708" rtl="0" eaLnBrk="1" latinLnBrk="0" hangingPunct="1">
        <a:lnSpc>
          <a:spcPct val="90000"/>
        </a:lnSpc>
        <a:spcBef>
          <a:spcPct val="0"/>
        </a:spcBef>
        <a:buNone/>
        <a:tabLst/>
        <a:defRPr lang="en-US" sz="6400" b="1" kern="1200" spc="-100" baseline="0" dirty="0">
          <a:solidFill>
            <a:schemeClr val="tx2"/>
          </a:solidFill>
          <a:latin typeface="Figtree ExtraBold" pitchFamily="2" charset="0"/>
          <a:ea typeface="+mj-ea"/>
          <a:cs typeface="+mj-cs"/>
        </a:defRPr>
      </a:lvl1pPr>
    </p:titleStyle>
    <p:bodyStyle>
      <a:lvl1pPr marL="1371600" indent="-457200" algn="l" defTabSz="1828708" rtl="0" eaLnBrk="1" latinLnBrk="0" hangingPunct="1">
        <a:lnSpc>
          <a:spcPct val="90000"/>
        </a:lnSpc>
        <a:spcBef>
          <a:spcPts val="2000"/>
        </a:spcBef>
        <a:spcAft>
          <a:spcPts val="600"/>
        </a:spcAft>
        <a:buFont typeface="Arial" panose="020B0604020202020204" pitchFamily="34" charset="0"/>
        <a:buChar char="•"/>
        <a:defRPr lang="en-US" sz="3600" b="0" i="0" kern="1200" spc="-50" baseline="0" noProof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1pPr>
      <a:lvl2pPr marL="1371532" indent="-457177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3200" b="0" i="0" kern="1200" spc="-4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2pPr>
      <a:lvl3pPr marL="1830386" indent="-457200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3pPr>
      <a:lvl4pPr marL="2292350" indent="-457200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T Norms Pro" panose="020B0604020202020204" charset="0"/>
          <a:ea typeface="+mn-ea"/>
          <a:cs typeface="+mn-cs"/>
        </a:defRPr>
      </a:lvl4pPr>
      <a:lvl5pPr marL="4114595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8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6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2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35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15362">
          <p15:clr>
            <a:srgbClr val="F26B43"/>
          </p15:clr>
        </p15:guide>
        <p15:guide id="3" pos="648">
          <p15:clr>
            <a:srgbClr val="F26B43"/>
          </p15:clr>
        </p15:guide>
        <p15:guide id="4" pos="5336">
          <p15:clr>
            <a:srgbClr val="F26B43"/>
          </p15:clr>
        </p15:guide>
        <p15:guide id="5" pos="10025">
          <p15:clr>
            <a:srgbClr val="F26B43"/>
          </p15:clr>
        </p15:guide>
        <p15:guide id="6" pos="14714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8640">
          <p15:clr>
            <a:srgbClr val="F26B43"/>
          </p15:clr>
        </p15:guide>
        <p15:guide id="9" orient="horz" pos="648">
          <p15:clr>
            <a:srgbClr val="F26B43"/>
          </p15:clr>
        </p15:guide>
        <p15:guide id="10" orient="horz" pos="2484">
          <p15:clr>
            <a:srgbClr val="F26B43"/>
          </p15:clr>
        </p15:guide>
        <p15:guide id="11" orient="horz" pos="4320">
          <p15:clr>
            <a:srgbClr val="F26B43"/>
          </p15:clr>
        </p15:guide>
        <p15:guide id="12" orient="horz" pos="6156">
          <p15:clr>
            <a:srgbClr val="F26B43"/>
          </p15:clr>
        </p15:guide>
        <p15:guide id="13" orient="horz" pos="799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ulleted List">
            <a:extLst>
              <a:ext uri="{FF2B5EF4-FFF2-40B4-BE49-F238E27FC236}">
                <a16:creationId xmlns:a16="http://schemas.microsoft.com/office/drawing/2014/main" id="{279D4800-7781-4CCD-85E3-B2A16D49F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3175" y="3200399"/>
            <a:ext cx="24383873" cy="10241280"/>
          </a:xfrm>
          <a:prstGeom prst="rect">
            <a:avLst/>
          </a:prstGeom>
        </p:spPr>
        <p:txBody>
          <a:bodyPr vert="horz" lIns="91440" tIns="45720" rIns="228600" bIns="45720" rtlCol="0">
            <a:normAutofit/>
          </a:bodyPr>
          <a:lstStyle/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Primary bullet (36 pt regular; 20 pt before, 6 pt after; .9 line spacing)</a:t>
            </a:r>
          </a:p>
          <a:p>
            <a:pPr marL="1828800" lvl="1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second level (32 pt regular; 10 pt before, 6 pt after; .9 line spacing)</a:t>
            </a:r>
          </a:p>
          <a:p>
            <a:pPr marL="2290764" lvl="2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E05DF29-7E72-43DE-9028-DB2C45704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Title (Title Caps, 64 Pt Bold)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2D97EDF2-D424-9E26-3F28-EC4857A2D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vert="horz" wrap="none" lIns="91440" tIns="91440" rIns="0" bIns="27432" rtlCol="0" anchor="t" anchorCtr="0"/>
          <a:lstStyle>
            <a:lvl1pPr algn="r">
              <a:defRPr sz="900" b="0" i="0">
                <a:solidFill>
                  <a:schemeClr val="accent1">
                    <a:alpha val="75000"/>
                  </a:schemeClr>
                </a:solidFill>
                <a:latin typeface="Figtree Light" pitchFamily="2" charset="0"/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1E34730-BAAA-4E25-5DED-AC559B8FD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vert="horz" wrap="none" lIns="0" tIns="36576" rIns="246888" bIns="0" rtlCol="0" anchor="t" anchorCtr="0"/>
          <a:lstStyle>
            <a:lvl1pPr algn="r">
              <a:defRPr sz="1400"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88DCA6C2-6FD6-024C-EAE2-A00617733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3260491"/>
            <a:ext cx="1485900" cy="452745"/>
          </a:xfrm>
          <a:prstGeom prst="rect">
            <a:avLst/>
          </a:prstGeom>
        </p:spPr>
        <p:txBody>
          <a:bodyPr vert="horz" lIns="274320" tIns="91440" rIns="91440" bIns="27432" rtlCol="0" anchor="t" anchorCtr="0"/>
          <a:lstStyle>
            <a:lvl1pPr algn="l">
              <a:defRPr sz="90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fld id="{6085DBF9-15AD-9345-A5D1-F8EEB8193C27}" type="datetime4">
              <a:rPr lang="en-US" smtClean="0"/>
              <a:pPr/>
              <a:t>July 21,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8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  <p:sldLayoutId id="2147483976" r:id="rId2"/>
    <p:sldLayoutId id="2147483977" r:id="rId3"/>
    <p:sldLayoutId id="2147483978" r:id="rId4"/>
    <p:sldLayoutId id="2147483979" r:id="rId5"/>
    <p:sldLayoutId id="2147483980" r:id="rId6"/>
    <p:sldLayoutId id="2147483985" r:id="rId7"/>
    <p:sldLayoutId id="2147483986" r:id="rId8"/>
    <p:sldLayoutId id="2147483987" r:id="rId9"/>
    <p:sldLayoutId id="2147483988" r:id="rId10"/>
    <p:sldLayoutId id="2147483989" r:id="rId11"/>
    <p:sldLayoutId id="2147483990" r:id="rId12"/>
    <p:sldLayoutId id="2147483991" r:id="rId13"/>
    <p:sldLayoutId id="2147483993" r:id="rId14"/>
    <p:sldLayoutId id="2147483994" r:id="rId15"/>
    <p:sldLayoutId id="2147483995" r:id="rId16"/>
  </p:sldLayoutIdLst>
  <p:hf hdr="0" dt="0"/>
  <p:txStyles>
    <p:titleStyle>
      <a:lvl1pPr marL="914400" indent="0" algn="l" defTabSz="1828708" rtl="0" eaLnBrk="1" latinLnBrk="0" hangingPunct="1">
        <a:lnSpc>
          <a:spcPct val="90000"/>
        </a:lnSpc>
        <a:spcBef>
          <a:spcPct val="0"/>
        </a:spcBef>
        <a:buNone/>
        <a:tabLst/>
        <a:defRPr lang="en-US" sz="6400" b="1" kern="1200" spc="-100" baseline="0" dirty="0">
          <a:solidFill>
            <a:schemeClr val="tx2"/>
          </a:solidFill>
          <a:latin typeface="Figtree ExtraBold" pitchFamily="2" charset="0"/>
          <a:ea typeface="+mj-ea"/>
          <a:cs typeface="+mj-cs"/>
        </a:defRPr>
      </a:lvl1pPr>
    </p:titleStyle>
    <p:bodyStyle>
      <a:lvl1pPr marL="1371600" indent="-457200" algn="l" defTabSz="1828708" rtl="0" eaLnBrk="1" latinLnBrk="0" hangingPunct="1">
        <a:lnSpc>
          <a:spcPct val="90000"/>
        </a:lnSpc>
        <a:spcBef>
          <a:spcPts val="2000"/>
        </a:spcBef>
        <a:spcAft>
          <a:spcPts val="600"/>
        </a:spcAft>
        <a:buFont typeface="Arial" panose="020B0604020202020204" pitchFamily="34" charset="0"/>
        <a:buChar char="•"/>
        <a:defRPr lang="en-US" sz="3600" b="0" i="0" kern="1200" spc="-50" baseline="0" noProof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1pPr>
      <a:lvl2pPr marL="1371532" indent="-457177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3200" b="0" i="0" kern="1200" spc="-4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2pPr>
      <a:lvl3pPr marL="1830386" indent="-457200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3pPr>
      <a:lvl4pPr marL="2292350" indent="-457200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T Norms Pro" panose="020B0604020202020204" charset="0"/>
          <a:ea typeface="+mn-ea"/>
          <a:cs typeface="+mn-cs"/>
        </a:defRPr>
      </a:lvl4pPr>
      <a:lvl5pPr marL="4114595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8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6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2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35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2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png"/><Relationship Id="rId11" Type="http://schemas.openxmlformats.org/officeDocument/2006/relationships/image" Target="../media/image61.png"/><Relationship Id="rId5" Type="http://schemas.openxmlformats.org/officeDocument/2006/relationships/image" Target="../media/image5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17DDD-DD0D-494A-B923-818D821B9D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" y="5650992"/>
            <a:ext cx="24387174" cy="2409400"/>
          </a:xfrm>
        </p:spPr>
        <p:txBody>
          <a:bodyPr lIns="1828800" tIns="0" rIns="2743200" bIns="45720" anchor="b">
            <a:normAutofit fontScale="92500"/>
          </a:bodyPr>
          <a:lstStyle/>
          <a:p>
            <a:pPr marL="23495"/>
            <a:r>
              <a:rPr lang="en-US">
                <a:latin typeface="Figtree ExtraBold" pitchFamily="2" charset="0"/>
                <a:cs typeface="Helvetica"/>
              </a:rPr>
              <a:t>Service Overview &amp; Impact Report</a:t>
            </a:r>
            <a:endParaRPr lang="en-US">
              <a:latin typeface="Figtree ExtraBold" pitchFamily="2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FD8265F-055C-8F47-9DB7-0EC06DDE36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011680" y="1412541"/>
            <a:ext cx="3164328" cy="998735"/>
          </a:xfrm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3815088-6B83-0244-A24A-EF2CD45BE5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23495"/>
            <a:r>
              <a:rPr lang="en-US">
                <a:latin typeface="Figtree" pitchFamily="2" charset="0"/>
              </a:rPr>
              <a:t>General Mills</a:t>
            </a:r>
          </a:p>
          <a:p>
            <a:pPr marL="2349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7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B8EF-D154-1787-59B5-671E40E9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Presenters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A1564E-576C-D915-EFD3-EA098F6B6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3D335-5598-7ED5-41EA-5AD27A099D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D34571-39F9-AA98-7861-0E16B60773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Anglepoint Team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F80919-0B55-01D0-8842-966B14C6BD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002EC582-C70C-6B23-3E29-BCA5120612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4934" b="19675"/>
          <a:stretch>
            <a:fillRect/>
          </a:stretch>
        </p:blipFill>
        <p:spPr bwMode="auto">
          <a:xfrm>
            <a:off x="4595741" y="4052538"/>
            <a:ext cx="5154114" cy="644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12EAC5-956A-F240-2799-FE19AC4EE3DC}"/>
              </a:ext>
            </a:extLst>
          </p:cNvPr>
          <p:cNvSpPr/>
          <p:nvPr/>
        </p:nvSpPr>
        <p:spPr>
          <a:xfrm>
            <a:off x="11383891" y="10499271"/>
            <a:ext cx="5066329" cy="142214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sz="2800" dirty="0">
                <a:solidFill>
                  <a:schemeClr val="tx2"/>
                </a:solidFill>
                <a:latin typeface="Figtree" pitchFamily="2" charset="0"/>
              </a:rPr>
              <a:t>Natalie Castro</a:t>
            </a:r>
          </a:p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>
                <a:solidFill>
                  <a:schemeClr val="accent1"/>
                </a:solidFill>
                <a:latin typeface="Figtree" pitchFamily="2" charset="0"/>
              </a:rPr>
              <a:t>Intern</a:t>
            </a:r>
            <a:endParaRPr lang="en-US" sz="1800" dirty="0">
              <a:solidFill>
                <a:schemeClr val="accent1"/>
              </a:solidFill>
              <a:latin typeface="Figtree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9A7954-D998-D311-E3C4-B6D9C2FE65BB}"/>
              </a:ext>
            </a:extLst>
          </p:cNvPr>
          <p:cNvSpPr/>
          <p:nvPr/>
        </p:nvSpPr>
        <p:spPr>
          <a:xfrm>
            <a:off x="4595741" y="10499271"/>
            <a:ext cx="5083474" cy="142214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>Lina Vergara</a:t>
            </a:r>
          </a:p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sz="1800">
                <a:solidFill>
                  <a:schemeClr val="accent1"/>
                </a:solidFill>
                <a:latin typeface="Figtree" pitchFamily="2" charset="0"/>
              </a:rPr>
              <a:t>VP, Account Management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B2E79-4524-D803-206C-A15E423473EF}"/>
              </a:ext>
            </a:extLst>
          </p:cNvPr>
          <p:cNvSpPr/>
          <p:nvPr/>
        </p:nvSpPr>
        <p:spPr>
          <a:xfrm>
            <a:off x="18054476" y="10402855"/>
            <a:ext cx="5201039" cy="142214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>Ashlee Gohdes</a:t>
            </a:r>
          </a:p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sz="1800">
                <a:solidFill>
                  <a:schemeClr val="accent1"/>
                </a:solidFill>
                <a:latin typeface="Figtree" pitchFamily="2" charset="0"/>
              </a:rPr>
              <a:t>VP, Client Success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F0BBC0-856E-469D-A028-F10B66A733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3" t="5045" r="413" b="20891"/>
          <a:stretch>
            <a:fillRect/>
          </a:stretch>
        </p:blipFill>
        <p:spPr bwMode="auto">
          <a:xfrm>
            <a:off x="18054476" y="5579621"/>
            <a:ext cx="5179634" cy="469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DC7124-7935-6C1F-04AD-FC11A2EEE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6746" y="5579621"/>
            <a:ext cx="4919650" cy="49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51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A86A3B04-EED3-B6C0-427D-F24C75E8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207" y="3774672"/>
            <a:ext cx="9499380" cy="4622316"/>
          </a:xfrm>
        </p:spPr>
        <p:txBody>
          <a:bodyPr/>
          <a:lstStyle/>
          <a:p>
            <a:r>
              <a:rPr lang="en-US" sz="6600"/>
              <a:t>AGENDA</a:t>
            </a:r>
            <a:br>
              <a:rPr lang="en-US"/>
            </a:b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32B89-1110-EB0E-0EE7-3C9A7E4F5E9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64CCA-4D6D-23BE-F240-19BB54AAB62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B02591-7D18-9ABF-F9D9-F130A0E91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87769"/>
              </p:ext>
            </p:extLst>
          </p:nvPr>
        </p:nvGraphicFramePr>
        <p:xfrm>
          <a:off x="12193587" y="3038142"/>
          <a:ext cx="9266712" cy="609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840">
                  <a:extLst>
                    <a:ext uri="{9D8B030D-6E8A-4147-A177-3AD203B41FA5}">
                      <a16:colId xmlns:a16="http://schemas.microsoft.com/office/drawing/2014/main" val="3406831296"/>
                    </a:ext>
                  </a:extLst>
                </a:gridCol>
                <a:gridCol w="8389872">
                  <a:extLst>
                    <a:ext uri="{9D8B030D-6E8A-4147-A177-3AD203B41FA5}">
                      <a16:colId xmlns:a16="http://schemas.microsoft.com/office/drawing/2014/main" val="1673293130"/>
                    </a:ext>
                  </a:extLst>
                </a:gridCol>
              </a:tblGrid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01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ITAM STRATEGY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499490"/>
                  </a:ext>
                </a:extLst>
              </a:tr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02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SERVICE OVERVIEW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772201"/>
                  </a:ext>
                </a:extLst>
              </a:tr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03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IMPACT HIGHLIGHTS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247529"/>
                  </a:ext>
                </a:extLst>
              </a:tr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04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SAP EXPANSION</a:t>
                      </a:r>
                      <a:endParaRPr kumimoji="0" lang="en-US" sz="2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754593"/>
                  </a:ext>
                </a:extLst>
              </a:tr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05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90 DAYS TO SUCCESS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2945"/>
                  </a:ext>
                </a:extLst>
              </a:tr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06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NEXT STEPS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193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8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60FFEF6-50DC-2244-C0EB-EDE5BA284E89}"/>
              </a:ext>
            </a:extLst>
          </p:cNvPr>
          <p:cNvSpPr/>
          <p:nvPr/>
        </p:nvSpPr>
        <p:spPr>
          <a:xfrm flipH="1">
            <a:off x="17344102" y="0"/>
            <a:ext cx="7043068" cy="13716000"/>
          </a:xfrm>
          <a:prstGeom prst="rect">
            <a:avLst/>
          </a:prstGeom>
          <a:solidFill>
            <a:schemeClr val="tx2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C35C57F-5517-EBFA-8F19-C073B1B2E990}"/>
              </a:ext>
            </a:extLst>
          </p:cNvPr>
          <p:cNvCxnSpPr>
            <a:cxnSpLocks/>
          </p:cNvCxnSpPr>
          <p:nvPr/>
        </p:nvCxnSpPr>
        <p:spPr>
          <a:xfrm>
            <a:off x="14118944" y="16235971"/>
            <a:ext cx="895088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18F35F-7FBA-1740-837A-711A4F80E1EC}"/>
              </a:ext>
            </a:extLst>
          </p:cNvPr>
          <p:cNvGrpSpPr/>
          <p:nvPr/>
        </p:nvGrpSpPr>
        <p:grpSpPr>
          <a:xfrm>
            <a:off x="16926554" y="0"/>
            <a:ext cx="814521" cy="13716000"/>
            <a:chOff x="16926554" y="0"/>
            <a:chExt cx="814521" cy="13716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2B1F451-C226-A2B8-B214-A3B016827CF1}"/>
                </a:ext>
              </a:extLst>
            </p:cNvPr>
            <p:cNvSpPr/>
            <p:nvPr/>
          </p:nvSpPr>
          <p:spPr>
            <a:xfrm>
              <a:off x="17168436" y="0"/>
              <a:ext cx="340197" cy="13716000"/>
            </a:xfrm>
            <a:prstGeom prst="rect">
              <a:avLst/>
            </a:prstGeom>
            <a:gradFill>
              <a:gsLst>
                <a:gs pos="8000">
                  <a:schemeClr val="accent2"/>
                </a:gs>
                <a:gs pos="56000">
                  <a:schemeClr val="accent3"/>
                </a:gs>
              </a:gsLst>
              <a:lin ang="5400000" scaled="0"/>
            </a:gra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>
                <a:latin typeface="Figtree" pitchFamily="2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5104C58-22A2-CD22-845D-E48E6FABB629}"/>
                </a:ext>
              </a:extLst>
            </p:cNvPr>
            <p:cNvGrpSpPr/>
            <p:nvPr/>
          </p:nvGrpSpPr>
          <p:grpSpPr>
            <a:xfrm>
              <a:off x="16926554" y="9849989"/>
              <a:ext cx="814521" cy="1410992"/>
              <a:chOff x="16665236" y="9849990"/>
              <a:chExt cx="944296" cy="1635803"/>
            </a:xfrm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8F1EC2D1-20B0-7224-0267-2041CEBC5925}"/>
                  </a:ext>
                </a:extLst>
              </p:cNvPr>
              <p:cNvSpPr/>
              <p:nvPr/>
            </p:nvSpPr>
            <p:spPr>
              <a:xfrm>
                <a:off x="16945674" y="10241121"/>
                <a:ext cx="394402" cy="1244672"/>
              </a:xfrm>
              <a:custGeom>
                <a:avLst/>
                <a:gdLst>
                  <a:gd name="connsiteX0" fmla="*/ 0 w 461342"/>
                  <a:gd name="connsiteY0" fmla="*/ 0 h 1374166"/>
                  <a:gd name="connsiteX1" fmla="*/ 461342 w 461342"/>
                  <a:gd name="connsiteY1" fmla="*/ 360319 h 1374166"/>
                  <a:gd name="connsiteX2" fmla="*/ 461342 w 461342"/>
                  <a:gd name="connsiteY2" fmla="*/ 1013848 h 1374166"/>
                  <a:gd name="connsiteX3" fmla="*/ 0 w 461342"/>
                  <a:gd name="connsiteY3" fmla="*/ 1374166 h 1374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342" h="1374166">
                    <a:moveTo>
                      <a:pt x="0" y="0"/>
                    </a:moveTo>
                    <a:lnTo>
                      <a:pt x="461342" y="360319"/>
                    </a:lnTo>
                    <a:lnTo>
                      <a:pt x="461342" y="1013848"/>
                    </a:lnTo>
                    <a:lnTo>
                      <a:pt x="0" y="1374166"/>
                    </a:lnTo>
                    <a:close/>
                  </a:path>
                </a:pathLst>
              </a:custGeom>
              <a:solidFill>
                <a:schemeClr val="tx2">
                  <a:alpha val="30000"/>
                </a:schemeClr>
              </a:solidFill>
              <a:ln w="2540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2" name="Triangle 51">
                <a:extLst>
                  <a:ext uri="{FF2B5EF4-FFF2-40B4-BE49-F238E27FC236}">
                    <a16:creationId xmlns:a16="http://schemas.microsoft.com/office/drawing/2014/main" id="{5EBDE44D-A403-5F02-2F76-92D0E705BC39}"/>
                  </a:ext>
                </a:extLst>
              </p:cNvPr>
              <p:cNvSpPr/>
              <p:nvPr/>
            </p:nvSpPr>
            <p:spPr>
              <a:xfrm rot="5400000">
                <a:off x="16355987" y="10159239"/>
                <a:ext cx="1562794" cy="944296"/>
              </a:xfrm>
              <a:prstGeom prst="triangle">
                <a:avLst/>
              </a:prstGeom>
              <a:solidFill>
                <a:schemeClr val="bg1"/>
              </a:solidFill>
              <a:ln w="254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>
                  <a:latin typeface="Figtree" pitchFamily="2" charset="0"/>
                </a:endParaRPr>
              </a:p>
            </p:txBody>
          </p:sp>
        </p:grp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06B0A-1D59-F33B-7659-A2C5BA950D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rPr>
              <a:t>© 2026 Anglepoint Group, Inc.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292A3-D82E-EC56-6DA7-9B85FFA946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pPr/>
              <a:t>4</a:t>
            </a:fld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8F3402A-59BA-5E81-758B-B832DDA42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/>
          <a:p>
            <a:r>
              <a:rPr lang="en-US" dirty="0"/>
              <a:t>SAM Charter Statement: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F8A6FB-8E90-934B-E5B2-B626A4E87597}"/>
              </a:ext>
            </a:extLst>
          </p:cNvPr>
          <p:cNvGraphicFramePr>
            <a:graphicFrameLocks noGrp="1"/>
          </p:cNvGraphicFramePr>
          <p:nvPr/>
        </p:nvGraphicFramePr>
        <p:xfrm>
          <a:off x="18817923" y="1146629"/>
          <a:ext cx="4478129" cy="11109281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478129">
                  <a:extLst>
                    <a:ext uri="{9D8B030D-6E8A-4147-A177-3AD203B41FA5}">
                      <a16:colId xmlns:a16="http://schemas.microsoft.com/office/drawing/2014/main" val="495052241"/>
                    </a:ext>
                  </a:extLst>
                </a:gridCol>
              </a:tblGrid>
              <a:tr h="696926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2000" b="1" i="0" baseline="0" dirty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CLIENT MISSION:</a:t>
                      </a:r>
                    </a:p>
                  </a:txBody>
                  <a:tcPr marL="0" marT="18288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960924"/>
                  </a:ext>
                </a:extLst>
              </a:tr>
              <a:tr h="4140013">
                <a:tc>
                  <a:txBody>
                    <a:bodyPr/>
                    <a:lstStyle/>
                    <a:p>
                      <a:pPr algn="l">
                        <a:lnSpc>
                          <a:spcPct val="85000"/>
                        </a:lnSpc>
                      </a:pPr>
                      <a:r>
                        <a:rPr lang="en-US" sz="4400" b="1" i="0" dirty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“Nourishing lives. Protecting every dollar.”</a:t>
                      </a:r>
                    </a:p>
                  </a:txBody>
                  <a:tcPr marL="0" marR="0" marT="182880" marB="91440" anchor="b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3811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3C7133-3B18-D436-60EE-226202386B8B}"/>
              </a:ext>
            </a:extLst>
          </p:cNvPr>
          <p:cNvSpPr txBox="1"/>
          <p:nvPr/>
        </p:nvSpPr>
        <p:spPr>
          <a:xfrm>
            <a:off x="1091123" y="3149495"/>
            <a:ext cx="13415754" cy="9100458"/>
          </a:xfrm>
          <a:prstGeom prst="rect">
            <a:avLst/>
          </a:prstGeom>
          <a:noFill/>
        </p:spPr>
        <p:txBody>
          <a:bodyPr wrap="square" lIns="0" rtlCol="0" anchor="b" anchorCtr="0">
            <a:normAutofit/>
          </a:bodyPr>
          <a:lstStyle/>
          <a:p>
            <a:pPr>
              <a:lnSpc>
                <a:spcPct val="110000"/>
              </a:lnSpc>
              <a:spcAft>
                <a:spcPts val="2400"/>
              </a:spcAft>
            </a:pPr>
            <a:r>
              <a:rPr lang="en-US" sz="5400" dirty="0">
                <a:solidFill>
                  <a:schemeClr val="accent2"/>
                </a:solidFill>
                <a:latin typeface="Figtree" pitchFamily="2" charset="0"/>
              </a:rPr>
              <a:t>●●●●●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5400" dirty="0">
                <a:solidFill>
                  <a:schemeClr val="tx2"/>
                </a:solidFill>
                <a:latin typeface="Figtree" pitchFamily="2" charset="0"/>
              </a:rPr>
              <a:t>“The Software Asset Management (SAM) Service exists to govern the Software Asset Lifecycle and provide actionable asset intelligence to decision-makers in order to optimize costs, minimize risks, and maximize negotiation leverage related to material software assets</a:t>
            </a:r>
            <a:r>
              <a:rPr lang="en-US" sz="5400" baseline="30000" dirty="0">
                <a:solidFill>
                  <a:schemeClr val="tx2"/>
                </a:solidFill>
                <a:latin typeface="Figtree" pitchFamily="2" charset="0"/>
              </a:rPr>
              <a:t>1</a:t>
            </a:r>
            <a:r>
              <a:rPr lang="en-US" sz="5400" dirty="0">
                <a:solidFill>
                  <a:schemeClr val="tx2"/>
                </a:solidFill>
                <a:latin typeface="Figtree" pitchFamily="2" charset="0"/>
              </a:rPr>
              <a:t> across General Mills.”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8FDD7E-5D46-4B5D-82B9-A5C05552A9B5}"/>
              </a:ext>
            </a:extLst>
          </p:cNvPr>
          <p:cNvGrpSpPr/>
          <p:nvPr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93851CA-A97D-BF99-8021-AEB3D903FDA7}"/>
                </a:ext>
              </a:extLst>
            </p:cNvPr>
            <p:cNvGrpSpPr/>
            <p:nvPr userDrawn="1"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28" name="Freeform 20">
                <a:extLst>
                  <a:ext uri="{FF2B5EF4-FFF2-40B4-BE49-F238E27FC236}">
                    <a16:creationId xmlns:a16="http://schemas.microsoft.com/office/drawing/2014/main" id="{A240A133-8191-46CB-5869-EC9AC5033D05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9" name="Freeform 21">
                <a:extLst>
                  <a:ext uri="{FF2B5EF4-FFF2-40B4-BE49-F238E27FC236}">
                    <a16:creationId xmlns:a16="http://schemas.microsoft.com/office/drawing/2014/main" id="{DDCF070E-4284-E4A3-7B8E-BF346F3FB864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0" name="Freeform 22">
                <a:extLst>
                  <a:ext uri="{FF2B5EF4-FFF2-40B4-BE49-F238E27FC236}">
                    <a16:creationId xmlns:a16="http://schemas.microsoft.com/office/drawing/2014/main" id="{1A4A7226-3869-9DB4-6AA6-CA4E18759EA1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C3A128C-63AD-09FA-F750-F9B68493A8D0}"/>
                </a:ext>
              </a:extLst>
            </p:cNvPr>
            <p:cNvGrpSpPr/>
            <p:nvPr userDrawn="1"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6FDF4922-EE88-989E-3B70-1CD896927EF1}"/>
                  </a:ext>
                </a:extLst>
              </p:cNvPr>
              <p:cNvSpPr/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0">
                <a:extLst>
                  <a:ext uri="{FF2B5EF4-FFF2-40B4-BE49-F238E27FC236}">
                    <a16:creationId xmlns:a16="http://schemas.microsoft.com/office/drawing/2014/main" id="{4616D5F1-A6CF-2C76-321C-26A5311F7349}"/>
                  </a:ext>
                </a:extLst>
              </p:cNvPr>
              <p:cNvSpPr/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FD8A008C-1D53-1FED-53D0-3E5E938F3AB6}"/>
                  </a:ext>
                </a:extLst>
              </p:cNvPr>
              <p:cNvSpPr/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2">
                <a:extLst>
                  <a:ext uri="{FF2B5EF4-FFF2-40B4-BE49-F238E27FC236}">
                    <a16:creationId xmlns:a16="http://schemas.microsoft.com/office/drawing/2014/main" id="{571B8BDB-12C7-8695-F7CA-D4A18D532109}"/>
                  </a:ext>
                </a:extLst>
              </p:cNvPr>
              <p:cNvSpPr/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13">
                <a:extLst>
                  <a:ext uri="{FF2B5EF4-FFF2-40B4-BE49-F238E27FC236}">
                    <a16:creationId xmlns:a16="http://schemas.microsoft.com/office/drawing/2014/main" id="{07912024-3B21-F457-7B93-680AB33836E0}"/>
                  </a:ext>
                </a:extLst>
              </p:cNvPr>
              <p:cNvSpPr/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14">
                <a:extLst>
                  <a:ext uri="{FF2B5EF4-FFF2-40B4-BE49-F238E27FC236}">
                    <a16:creationId xmlns:a16="http://schemas.microsoft.com/office/drawing/2014/main" id="{C402F8E9-99FB-CE70-EF15-1E0569B47802}"/>
                  </a:ext>
                </a:extLst>
              </p:cNvPr>
              <p:cNvSpPr/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15">
                <a:extLst>
                  <a:ext uri="{FF2B5EF4-FFF2-40B4-BE49-F238E27FC236}">
                    <a16:creationId xmlns:a16="http://schemas.microsoft.com/office/drawing/2014/main" id="{484C5145-D0DE-DB9B-DFA3-D5E4257B0C70}"/>
                  </a:ext>
                </a:extLst>
              </p:cNvPr>
              <p:cNvSpPr/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4" name="Freeform 16">
                <a:extLst>
                  <a:ext uri="{FF2B5EF4-FFF2-40B4-BE49-F238E27FC236}">
                    <a16:creationId xmlns:a16="http://schemas.microsoft.com/office/drawing/2014/main" id="{7BE12F26-B974-6395-DCA6-65E46E8BF25E}"/>
                  </a:ext>
                </a:extLst>
              </p:cNvPr>
              <p:cNvSpPr/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5" name="Freeform 17">
                <a:extLst>
                  <a:ext uri="{FF2B5EF4-FFF2-40B4-BE49-F238E27FC236}">
                    <a16:creationId xmlns:a16="http://schemas.microsoft.com/office/drawing/2014/main" id="{2403BBA4-2D03-C532-CC7F-1F8CCE46E632}"/>
                  </a:ext>
                </a:extLst>
              </p:cNvPr>
              <p:cNvSpPr/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6" name="Freeform 18">
                <a:extLst>
                  <a:ext uri="{FF2B5EF4-FFF2-40B4-BE49-F238E27FC236}">
                    <a16:creationId xmlns:a16="http://schemas.microsoft.com/office/drawing/2014/main" id="{173BA2AC-8C1D-D403-E2CE-6B7E8331BADB}"/>
                  </a:ext>
                </a:extLst>
              </p:cNvPr>
              <p:cNvSpPr/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7" name="Freeform 19">
                <a:extLst>
                  <a:ext uri="{FF2B5EF4-FFF2-40B4-BE49-F238E27FC236}">
                    <a16:creationId xmlns:a16="http://schemas.microsoft.com/office/drawing/2014/main" id="{C39F136F-EF36-EEF9-13E4-4543A51936A5}"/>
                  </a:ext>
                </a:extLst>
              </p:cNvPr>
              <p:cNvSpPr/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08075E-FD99-1B15-91F1-5835186F0EBC}"/>
              </a:ext>
            </a:extLst>
          </p:cNvPr>
          <p:cNvCxnSpPr>
            <a:cxnSpLocks/>
          </p:cNvCxnSpPr>
          <p:nvPr/>
        </p:nvCxnSpPr>
        <p:spPr>
          <a:xfrm>
            <a:off x="22311361" y="0"/>
            <a:ext cx="0" cy="601734"/>
          </a:xfrm>
          <a:prstGeom prst="line">
            <a:avLst/>
          </a:prstGeom>
          <a:solidFill>
            <a:srgbClr val="FFFFFF"/>
          </a:solidFill>
          <a:ln w="25400" cap="flat">
            <a:solidFill>
              <a:srgbClr val="082C49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35558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AA67-8A73-A4CB-5E36-B62FCCDF3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06990F6-23B0-A4DF-B9E8-3FB63434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Impact Highlights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3ADC892-D906-E31D-6257-771C5976D363}"/>
              </a:ext>
            </a:extLst>
          </p:cNvPr>
          <p:cNvGraphicFramePr>
            <a:graphicFrameLocks noGrp="1"/>
          </p:cNvGraphicFramePr>
          <p:nvPr/>
        </p:nvGraphicFramePr>
        <p:xfrm>
          <a:off x="1068389" y="4671391"/>
          <a:ext cx="22238208" cy="7977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42">
                  <a:extLst>
                    <a:ext uri="{9D8B030D-6E8A-4147-A177-3AD203B41FA5}">
                      <a16:colId xmlns:a16="http://schemas.microsoft.com/office/drawing/2014/main" val="1015526705"/>
                    </a:ext>
                  </a:extLst>
                </a:gridCol>
                <a:gridCol w="19992122">
                  <a:extLst>
                    <a:ext uri="{9D8B030D-6E8A-4147-A177-3AD203B41FA5}">
                      <a16:colId xmlns:a16="http://schemas.microsoft.com/office/drawing/2014/main" val="2270615618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772081779"/>
                    </a:ext>
                  </a:extLst>
                </a:gridCol>
              </a:tblGrid>
              <a:tr h="1379919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u="none" strike="noStrike">
                          <a:solidFill>
                            <a:schemeClr val="bg1"/>
                          </a:solidFill>
                          <a:effectLst/>
                          <a:latin typeface="Figtree ExtraBold" pitchFamily="2" charset="0"/>
                        </a:rPr>
                        <a:t>1.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IBM — $8M in audit exposure avoided</a:t>
                      </a:r>
                      <a:endParaRPr lang="en-US" sz="2800" b="0" i="0" u="none" strike="noStrike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012700"/>
                  </a:ext>
                </a:extLst>
              </a:tr>
              <a:tr h="1319578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2.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Broadcom/VMware — $1.3M saved, dispute won</a:t>
                      </a:r>
                      <a:endParaRPr kumimoji="0" 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594522"/>
                  </a:ext>
                </a:extLst>
              </a:tr>
              <a:tr h="1319578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3.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Microsoft M365 + SQL — $600K in reclaimed licenses</a:t>
                      </a:r>
                      <a:endParaRPr kumimoji="0" 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565357"/>
                  </a:ext>
                </a:extLst>
              </a:tr>
              <a:tr h="1319578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4.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Oracle, Adobe, Red Hat — $1M+ in risk reduction</a:t>
                      </a:r>
                      <a:endParaRPr kumimoji="0" 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771827"/>
                  </a:ext>
                </a:extLst>
              </a:tr>
              <a:tr h="1319578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5.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Salesforce + Informatica — $150K reclaimed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159973"/>
                  </a:ext>
                </a:extLst>
              </a:tr>
              <a:tr h="1319578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6.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$11M total — 5x program ROI in 18 months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309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24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55DD52-3BC2-F70C-ABBF-E22B92E2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F3FBE8B6-7E4D-A123-2236-CDE83294E8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Driving to Continuous Outcomes Structure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BB99B91-19CE-3235-299B-EEE9CD8BB6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1DC47A-F511-75B5-F88B-34E9A2E0276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Rounded Rectangle 42">
            <a:extLst>
              <a:ext uri="{FF2B5EF4-FFF2-40B4-BE49-F238E27FC236}">
                <a16:creationId xmlns:a16="http://schemas.microsoft.com/office/drawing/2014/main" id="{64180EDA-583C-14B0-9783-9D1E17E567AC}"/>
              </a:ext>
            </a:extLst>
          </p:cNvPr>
          <p:cNvSpPr/>
          <p:nvPr/>
        </p:nvSpPr>
        <p:spPr>
          <a:xfrm>
            <a:off x="1068388" y="7332211"/>
            <a:ext cx="22250400" cy="702582"/>
          </a:xfrm>
          <a:prstGeom prst="roundRect">
            <a:avLst>
              <a:gd name="adj" fmla="val 50000"/>
            </a:avLst>
          </a:prstGeom>
          <a:solidFill>
            <a:srgbClr val="BFC5CF">
              <a:alpha val="50000"/>
            </a:srgb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DD7A3D7B-3282-49EB-02E3-CAA2F69405DB}"/>
              </a:ext>
            </a:extLst>
          </p:cNvPr>
          <p:cNvSpPr/>
          <p:nvPr/>
        </p:nvSpPr>
        <p:spPr>
          <a:xfrm>
            <a:off x="21430393" y="7332211"/>
            <a:ext cx="1888395" cy="702582"/>
          </a:xfrm>
          <a:prstGeom prst="roundRect">
            <a:avLst>
              <a:gd name="adj" fmla="val 50000"/>
            </a:avLst>
          </a:prstGeom>
          <a:solidFill>
            <a:srgbClr val="80C4D7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6521A95A-CF48-EA65-0984-74017A8E18E1}"/>
              </a:ext>
            </a:extLst>
          </p:cNvPr>
          <p:cNvSpPr/>
          <p:nvPr/>
        </p:nvSpPr>
        <p:spPr>
          <a:xfrm>
            <a:off x="1057717" y="7332211"/>
            <a:ext cx="1888395" cy="702582"/>
          </a:xfrm>
          <a:prstGeom prst="roundRect">
            <a:avLst>
              <a:gd name="adj" fmla="val 50000"/>
            </a:avLst>
          </a:prstGeom>
          <a:solidFill>
            <a:srgbClr val="7EDDBD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graphicFrame>
        <p:nvGraphicFramePr>
          <p:cNvPr id="17" name="Table 24">
            <a:extLst>
              <a:ext uri="{FF2B5EF4-FFF2-40B4-BE49-F238E27FC236}">
                <a16:creationId xmlns:a16="http://schemas.microsoft.com/office/drawing/2014/main" id="{EAC6590D-C93B-B8E2-C77A-A8246236D85C}"/>
              </a:ext>
            </a:extLst>
          </p:cNvPr>
          <p:cNvGraphicFramePr>
            <a:graphicFrameLocks noGrp="1"/>
          </p:cNvGraphicFramePr>
          <p:nvPr/>
        </p:nvGraphicFramePr>
        <p:xfrm>
          <a:off x="3049587" y="8931522"/>
          <a:ext cx="18288000" cy="2718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19938238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8295237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707844828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20710019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b="1" i="0">
                          <a:solidFill>
                            <a:schemeClr val="accent1"/>
                          </a:solidFill>
                          <a:latin typeface="Figtree" pitchFamily="2" charset="0"/>
                        </a:rPr>
                        <a:t>2019</a:t>
                      </a:r>
                      <a:endParaRPr lang="en-US" sz="2800" b="1" i="0">
                        <a:solidFill>
                          <a:schemeClr val="accent1"/>
                        </a:solidFill>
                        <a:latin typeface="Figtree" pitchFamily="2" charset="0"/>
                      </a:endParaRPr>
                    </a:p>
                  </a:txBody>
                  <a:tcPr marL="640080" marR="6400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b="1" i="0">
                          <a:solidFill>
                            <a:schemeClr val="accent1"/>
                          </a:solidFill>
                          <a:latin typeface="Figtree" pitchFamily="2" charset="0"/>
                        </a:rPr>
                        <a:t>2020</a:t>
                      </a:r>
                      <a:endParaRPr lang="en-US" sz="2800" b="1" i="0">
                        <a:solidFill>
                          <a:schemeClr val="accent1"/>
                        </a:solidFill>
                        <a:latin typeface="Figtree" pitchFamily="2" charset="0"/>
                      </a:endParaRP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i="0">
                          <a:solidFill>
                            <a:schemeClr val="accent1"/>
                          </a:solidFill>
                          <a:latin typeface="Figtree" pitchFamily="2" charset="0"/>
                        </a:rPr>
                        <a:t>2022</a:t>
                      </a:r>
                      <a:endParaRPr lang="en-US" sz="2800" b="1" i="0">
                        <a:solidFill>
                          <a:schemeClr val="accent1"/>
                        </a:solidFill>
                        <a:latin typeface="Figtree" pitchFamily="2" charset="0"/>
                      </a:endParaRP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b="1" i="0">
                          <a:solidFill>
                            <a:schemeClr val="accent1"/>
                          </a:solidFill>
                          <a:latin typeface="Figtree" pitchFamily="2" charset="0"/>
                        </a:rPr>
                        <a:t>2024</a:t>
                      </a:r>
                      <a:endParaRPr lang="en-US" sz="2800" b="1" i="0">
                        <a:solidFill>
                          <a:schemeClr val="accent1"/>
                        </a:solidFill>
                        <a:latin typeface="Figtree" pitchFamily="2" charset="0"/>
                      </a:endParaRP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339855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0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800" b="1" i="0">
                          <a:solidFill>
                            <a:schemeClr val="tx2"/>
                          </a:solidFill>
                          <a:latin typeface="Figtree ExtraBold" pitchFamily="2" charset="0"/>
                        </a:rPr>
                        <a:t>Outcome Event here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i="0">
                          <a:solidFill>
                            <a:schemeClr val="tx2"/>
                          </a:solidFill>
                          <a:latin typeface="Figtree" pitchFamily="2" charset="0"/>
                        </a:rPr>
                        <a:t>Established SAM foundations including policies, IBM tooling, and initial publisher compliance</a:t>
                      </a:r>
                    </a:p>
                  </a:txBody>
                  <a:tcPr marL="640080" marR="6400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0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800" b="1" i="0">
                          <a:solidFill>
                            <a:schemeClr val="tx2"/>
                          </a:solidFill>
                          <a:latin typeface="Figtree ExtraBold" pitchFamily="2" charset="0"/>
                        </a:rPr>
                        <a:t>Outcome Event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i="0">
                          <a:solidFill>
                            <a:schemeClr val="tx2"/>
                          </a:solidFill>
                          <a:latin typeface="Figtree" pitchFamily="2" charset="0"/>
                        </a:rPr>
                        <a:t>Ongoing IBM license health checks, compliance reporting, and contract renewal support</a:t>
                      </a: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0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800" b="1" i="0">
                          <a:solidFill>
                            <a:schemeClr val="tx2"/>
                          </a:solidFill>
                          <a:latin typeface="Figtree ExtraBold" pitchFamily="2" charset="0"/>
                        </a:rPr>
                        <a:t>Outcome Event</a:t>
                      </a:r>
                    </a:p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i="0">
                          <a:solidFill>
                            <a:schemeClr val="tx2"/>
                          </a:solidFill>
                          <a:latin typeface="Figtree" pitchFamily="2" charset="0"/>
                        </a:rPr>
                        <a:t>Expanded ServiceNow SAM Pro health checks with increased publisher coverage</a:t>
                      </a: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0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800" b="1" i="0">
                          <a:solidFill>
                            <a:schemeClr val="tx2"/>
                          </a:solidFill>
                          <a:latin typeface="Figtree ExtraBold" pitchFamily="2" charset="0"/>
                        </a:rPr>
                        <a:t>Outcome Event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i="0">
                          <a:solidFill>
                            <a:schemeClr val="tx2"/>
                          </a:solidFill>
                          <a:latin typeface="Figtree" pitchFamily="2" charset="0"/>
                        </a:rPr>
                        <a:t>Audit support, ServiceNow SAM consulting, and ITAM/HAM framework alignment across publishers</a:t>
                      </a: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35082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9AFF46D-BFCC-F8E4-5B17-7237DE9629B8}"/>
              </a:ext>
            </a:extLst>
          </p:cNvPr>
          <p:cNvSpPr txBox="1"/>
          <p:nvPr/>
        </p:nvSpPr>
        <p:spPr>
          <a:xfrm>
            <a:off x="1367766" y="7436452"/>
            <a:ext cx="126829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 b="1">
                <a:solidFill>
                  <a:schemeClr val="tx2"/>
                </a:solidFill>
                <a:latin typeface="Figtree ExtraBold" pitchFamily="2" charset="0"/>
              </a:rPr>
              <a:t>2019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FCFCFD-5CE0-7853-5A0C-1EE8C4AB5B4B}"/>
              </a:ext>
            </a:extLst>
          </p:cNvPr>
          <p:cNvSpPr txBox="1"/>
          <p:nvPr/>
        </p:nvSpPr>
        <p:spPr>
          <a:xfrm>
            <a:off x="21699565" y="7436452"/>
            <a:ext cx="1350050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 b="1">
                <a:solidFill>
                  <a:schemeClr val="tx2"/>
                </a:solidFill>
                <a:latin typeface="Figtree ExtraBold" pitchFamily="2" charset="0"/>
              </a:rPr>
              <a:t>2026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E8B399F-0835-0AD4-B052-EB030F3A1150}"/>
              </a:ext>
            </a:extLst>
          </p:cNvPr>
          <p:cNvCxnSpPr>
            <a:cxnSpLocks/>
          </p:cNvCxnSpPr>
          <p:nvPr/>
        </p:nvCxnSpPr>
        <p:spPr>
          <a:xfrm>
            <a:off x="3286916" y="7683502"/>
            <a:ext cx="17813216" cy="0"/>
          </a:xfrm>
          <a:prstGeom prst="straightConnector1">
            <a:avLst/>
          </a:prstGeom>
          <a:solidFill>
            <a:srgbClr val="FFFFFF"/>
          </a:solidFill>
          <a:ln w="60325" cap="flat">
            <a:gradFill>
              <a:gsLst>
                <a:gs pos="0">
                  <a:schemeClr val="tx2">
                    <a:alpha val="25000"/>
                  </a:schemeClr>
                </a:gs>
                <a:gs pos="100000">
                  <a:schemeClr val="tx2"/>
                </a:gs>
              </a:gsLst>
              <a:lin ang="0" scaled="0"/>
            </a:gradFill>
            <a:prstDash val="solid"/>
            <a:miter/>
            <a:tailEnd type="stealth" w="lg" len="lg"/>
          </a:ln>
        </p:spPr>
      </p:cxnSp>
      <p:graphicFrame>
        <p:nvGraphicFramePr>
          <p:cNvPr id="21" name="Table 24">
            <a:extLst>
              <a:ext uri="{FF2B5EF4-FFF2-40B4-BE49-F238E27FC236}">
                <a16:creationId xmlns:a16="http://schemas.microsoft.com/office/drawing/2014/main" id="{5AC88224-B3CA-18D3-31AB-38F88FFC53D6}"/>
              </a:ext>
            </a:extLst>
          </p:cNvPr>
          <p:cNvGraphicFramePr>
            <a:graphicFrameLocks noGrp="1"/>
          </p:cNvGraphicFramePr>
          <p:nvPr/>
        </p:nvGraphicFramePr>
        <p:xfrm>
          <a:off x="763587" y="3182759"/>
          <a:ext cx="22860000" cy="2718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19938238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8295237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707844828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389999305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20710019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b="1" i="0">
                          <a:solidFill>
                            <a:schemeClr val="accent1"/>
                          </a:solidFill>
                          <a:latin typeface="Figtree" pitchFamily="2" charset="0"/>
                        </a:rPr>
                        <a:t>2019</a:t>
                      </a:r>
                    </a:p>
                  </a:txBody>
                  <a:tcPr marL="640080" marR="6400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b="1" i="0">
                          <a:solidFill>
                            <a:schemeClr val="accent1"/>
                          </a:solidFill>
                          <a:latin typeface="Figtree" pitchFamily="2" charset="0"/>
                        </a:rPr>
                        <a:t>2020</a:t>
                      </a:r>
                      <a:endParaRPr lang="en-US" sz="2800" b="1" i="0">
                        <a:solidFill>
                          <a:schemeClr val="accent1"/>
                        </a:solidFill>
                        <a:latin typeface="Figtree" pitchFamily="2" charset="0"/>
                      </a:endParaRP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>
                          <a:solidFill>
                            <a:schemeClr val="accent1"/>
                          </a:solidFill>
                          <a:latin typeface="Figtree" pitchFamily="2" charset="0"/>
                        </a:rPr>
                        <a:t>2021</a:t>
                      </a:r>
                      <a:endParaRPr lang="en-US" sz="2800" b="1" i="0">
                        <a:solidFill>
                          <a:schemeClr val="accent1"/>
                        </a:solidFill>
                        <a:latin typeface="Figtree" pitchFamily="2" charset="0"/>
                      </a:endParaRP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b="1" i="0">
                          <a:solidFill>
                            <a:schemeClr val="accent1"/>
                          </a:solidFill>
                          <a:latin typeface="Figtree" pitchFamily="2" charset="0"/>
                        </a:rPr>
                        <a:t>2023</a:t>
                      </a:r>
                      <a:endParaRPr lang="en-US" sz="2800" b="1" i="0">
                        <a:solidFill>
                          <a:schemeClr val="accent1"/>
                        </a:solidFill>
                        <a:latin typeface="Figtree" pitchFamily="2" charset="0"/>
                      </a:endParaRP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400" b="1" i="0">
                          <a:solidFill>
                            <a:schemeClr val="accent1"/>
                          </a:solidFill>
                          <a:latin typeface="Figtree" pitchFamily="2" charset="0"/>
                        </a:rPr>
                        <a:t>2025</a:t>
                      </a: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2744119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0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800" b="1" i="0">
                          <a:solidFill>
                            <a:schemeClr val="tx2"/>
                          </a:solidFill>
                          <a:latin typeface="Figtree ExtraBold" pitchFamily="2" charset="0"/>
                        </a:rPr>
                        <a:t>Why we were hired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i="0">
                          <a:solidFill>
                            <a:schemeClr val="tx2"/>
                          </a:solidFill>
                          <a:latin typeface="Figtree" pitchFamily="2" charset="0"/>
                        </a:rPr>
                        <a:t>Anglepoint selected as partner and ITAM engagement initiated through workshop</a:t>
                      </a:r>
                    </a:p>
                  </a:txBody>
                  <a:tcPr marL="640080" marR="6400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0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800" b="1" i="0">
                          <a:solidFill>
                            <a:schemeClr val="tx2"/>
                          </a:solidFill>
                          <a:latin typeface="Figtree ExtraBold" pitchFamily="2" charset="0"/>
                        </a:rPr>
                        <a:t>Outcome Event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i="0">
                          <a:solidFill>
                            <a:schemeClr val="tx2"/>
                          </a:solidFill>
                          <a:latin typeface="Figtree" pitchFamily="2" charset="0"/>
                        </a:rPr>
                        <a:t>Short summary of the results of the event here.</a:t>
                      </a: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0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800" b="1" i="0">
                          <a:solidFill>
                            <a:schemeClr val="tx2"/>
                          </a:solidFill>
                          <a:latin typeface="Figtree ExtraBold" pitchFamily="2" charset="0"/>
                        </a:rPr>
                        <a:t>Outcome Event</a:t>
                      </a:r>
                    </a:p>
                    <a:p>
                      <a:pPr marL="0" marR="0" lvl="0" indent="0" algn="l" defTabSz="914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>
                          <a:solidFill>
                            <a:schemeClr val="tx2"/>
                          </a:solidFill>
                          <a:latin typeface="Figtree" pitchFamily="2" charset="0"/>
                        </a:rPr>
                        <a:t>ServiceNow SAM Pro health checks, training, and broad publisher onboarding</a:t>
                      </a: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0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800" b="1" i="0">
                          <a:solidFill>
                            <a:schemeClr val="tx2"/>
                          </a:solidFill>
                          <a:latin typeface="Figtree ExtraBold" pitchFamily="2" charset="0"/>
                        </a:rPr>
                        <a:t>Outcome Event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i="0">
                          <a:solidFill>
                            <a:schemeClr val="tx2"/>
                          </a:solidFill>
                          <a:latin typeface="Figtree" pitchFamily="2" charset="0"/>
                        </a:rPr>
                        <a:t>Continued SAM Pro optimization, training, and targeted Oracle Java assessment</a:t>
                      </a: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0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800" b="1" i="0">
                          <a:solidFill>
                            <a:schemeClr val="tx2"/>
                          </a:solidFill>
                          <a:latin typeface="Figtree ExtraBold" pitchFamily="2" charset="0"/>
                        </a:rPr>
                        <a:t>Outcome Event here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i="0">
                          <a:solidFill>
                            <a:schemeClr val="tx2"/>
                          </a:solidFill>
                          <a:latin typeface="Figtree" pitchFamily="2" charset="0"/>
                        </a:rPr>
                        <a:t>Strategic planning engagement to define future-state SAM roadmap and priorities</a:t>
                      </a:r>
                    </a:p>
                  </a:txBody>
                  <a:tcPr marL="640080" marR="6400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350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29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318B5E-60C1-F61B-4408-26129D22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5ABE2DB-959D-CBA4-C357-E64A7E22D4D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087A4"/>
                </a:solidFill>
                <a:effectLst/>
                <a:uLnTx/>
                <a:uFillTx/>
                <a:ea typeface="+mn-ea"/>
                <a:cs typeface="+mn-cs"/>
              </a:rPr>
              <a:t>© 2026 Anglepoint Group, Inc. Confidential.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5F86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A1C68EF-0E1E-F279-F20E-516B06EEB70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C2327-6B8B-47BD-B581-B21CDA88CCF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4087A4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4087A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66B2C418-0409-4571-3CBF-EC98C7956D7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775065" y="6099503"/>
              <a:ext cx="5531888" cy="3111282"/>
            </p:xfrm>
            <a:graphic>
              <a:graphicData uri="http://schemas.microsoft.com/office/powerpoint/2016/slidezoom">
                <pslz:sldZm>
                  <pslz:sldZmObj sldId="2147472614" cId="3249740417">
                    <pslz:zmPr id="{88030443-AE20-A64B-B197-3BC56B20CFC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531888" cy="3111282"/>
                        </a:xfrm>
                        <a:prstGeom prst="rect">
                          <a:avLst/>
                        </a:prstGeom>
                        <a:ln w="15875">
                          <a:solidFill>
                            <a:srgbClr val="808CA0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66B2C418-0409-4571-3CBF-EC98C7956D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75065" y="6099503"/>
                <a:ext cx="5531888" cy="3111282"/>
              </a:xfrm>
              <a:prstGeom prst="rect">
                <a:avLst/>
              </a:prstGeom>
              <a:ln w="15875">
                <a:solidFill>
                  <a:srgbClr val="808CA0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4D3B3CA2-D515-B2C9-3CA9-BEB55493118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775064" y="2661084"/>
              <a:ext cx="5531888" cy="3111282"/>
            </p:xfrm>
            <a:graphic>
              <a:graphicData uri="http://schemas.microsoft.com/office/powerpoint/2016/slidezoom">
                <pslz:sldZm>
                  <pslz:sldZmObj sldId="2147472617" cId="937415268">
                    <pslz:zmPr id="{C95C184F-5A55-254D-A4E0-C7E7CB313B82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531888" cy="3111282"/>
                        </a:xfrm>
                        <a:prstGeom prst="rect">
                          <a:avLst/>
                        </a:prstGeom>
                        <a:ln w="15875">
                          <a:solidFill>
                            <a:srgbClr val="808CA0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extLst>
                  <a:ext uri="{FF2B5EF4-FFF2-40B4-BE49-F238E27FC236}">
                    <a16:creationId xmlns:a16="http://schemas.microsoft.com/office/drawing/2014/main" id="{4D3B3CA2-D515-B2C9-3CA9-BEB55493118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775064" y="2661084"/>
                <a:ext cx="5531888" cy="3111282"/>
              </a:xfrm>
              <a:prstGeom prst="rect">
                <a:avLst/>
              </a:prstGeom>
              <a:ln w="15875">
                <a:solidFill>
                  <a:srgbClr val="808CA0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82641EA5-775F-2134-72CF-50D94CE60D5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775064" y="9537922"/>
              <a:ext cx="5531888" cy="3111282"/>
            </p:xfrm>
            <a:graphic>
              <a:graphicData uri="http://schemas.microsoft.com/office/powerpoint/2016/slidezoom">
                <pslz:sldZm>
                  <pslz:sldZmObj sldId="2147481716" cId="4243246925">
                    <pslz:zmPr id="{A197360C-25F5-734E-A0E2-CE3BF5D77476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531888" cy="3111282"/>
                        </a:xfrm>
                        <a:prstGeom prst="rect">
                          <a:avLst/>
                        </a:prstGeom>
                        <a:ln w="15875">
                          <a:solidFill>
                            <a:srgbClr val="808CA0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Slide Zoom 17">
                <a:extLst>
                  <a:ext uri="{FF2B5EF4-FFF2-40B4-BE49-F238E27FC236}">
                    <a16:creationId xmlns:a16="http://schemas.microsoft.com/office/drawing/2014/main" id="{82641EA5-775F-2134-72CF-50D94CE60D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775064" y="9537922"/>
                <a:ext cx="5531888" cy="3111282"/>
              </a:xfrm>
              <a:prstGeom prst="rect">
                <a:avLst/>
              </a:prstGeom>
              <a:ln w="15875">
                <a:solidFill>
                  <a:srgbClr val="808CA0"/>
                </a:solidFill>
              </a:ln>
            </p:spPr>
          </p:pic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5FA93C9-56D9-8F3D-5632-1017FFA30885}"/>
              </a:ext>
            </a:extLst>
          </p:cNvPr>
          <p:cNvCxnSpPr>
            <a:cxnSpLocks/>
          </p:cNvCxnSpPr>
          <p:nvPr/>
        </p:nvCxnSpPr>
        <p:spPr>
          <a:xfrm>
            <a:off x="22311361" y="0"/>
            <a:ext cx="0" cy="601734"/>
          </a:xfrm>
          <a:prstGeom prst="line">
            <a:avLst/>
          </a:prstGeom>
          <a:solidFill>
            <a:srgbClr val="FFFFFF"/>
          </a:solidFill>
          <a:ln w="25400" cap="flat">
            <a:solidFill>
              <a:srgbClr val="082C49"/>
            </a:solidFill>
            <a:prstDash val="solid"/>
            <a:miter/>
          </a:ln>
        </p:spPr>
      </p:cxnSp>
      <p:pic>
        <p:nvPicPr>
          <p:cNvPr id="3" name="Picture 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A97A271E-9958-B543-D82F-C8EF770DA14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323" t="18160" r="8030" b="92"/>
          <a:stretch>
            <a:fillRect/>
          </a:stretch>
        </p:blipFill>
        <p:spPr>
          <a:xfrm>
            <a:off x="688240" y="3431155"/>
            <a:ext cx="16430777" cy="842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62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C8D09397-8414-9103-628B-F7C62B94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Managed Publishers Dashboard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5221908-A8FF-D36D-231A-DE0D66F2E9AA}"/>
              </a:ext>
            </a:extLst>
          </p:cNvPr>
          <p:cNvGraphicFramePr>
            <a:graphicFrameLocks noGrp="1"/>
          </p:cNvGraphicFramePr>
          <p:nvPr/>
        </p:nvGraphicFramePr>
        <p:xfrm>
          <a:off x="1134496" y="3369733"/>
          <a:ext cx="22118183" cy="9221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724">
                  <a:extLst>
                    <a:ext uri="{9D8B030D-6E8A-4147-A177-3AD203B41FA5}">
                      <a16:colId xmlns:a16="http://schemas.microsoft.com/office/drawing/2014/main" val="2650925326"/>
                    </a:ext>
                  </a:extLst>
                </a:gridCol>
                <a:gridCol w="4380116">
                  <a:extLst>
                    <a:ext uri="{9D8B030D-6E8A-4147-A177-3AD203B41FA5}">
                      <a16:colId xmlns:a16="http://schemas.microsoft.com/office/drawing/2014/main" val="152757980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879119118"/>
                    </a:ext>
                  </a:extLst>
                </a:gridCol>
                <a:gridCol w="2925840">
                  <a:extLst>
                    <a:ext uri="{9D8B030D-6E8A-4147-A177-3AD203B41FA5}">
                      <a16:colId xmlns:a16="http://schemas.microsoft.com/office/drawing/2014/main" val="1015526705"/>
                    </a:ext>
                  </a:extLst>
                </a:gridCol>
                <a:gridCol w="2628295">
                  <a:extLst>
                    <a:ext uri="{9D8B030D-6E8A-4147-A177-3AD203B41FA5}">
                      <a16:colId xmlns:a16="http://schemas.microsoft.com/office/drawing/2014/main" val="2270615618"/>
                    </a:ext>
                  </a:extLst>
                </a:gridCol>
                <a:gridCol w="2628295">
                  <a:extLst>
                    <a:ext uri="{9D8B030D-6E8A-4147-A177-3AD203B41FA5}">
                      <a16:colId xmlns:a16="http://schemas.microsoft.com/office/drawing/2014/main" val="3226002109"/>
                    </a:ext>
                  </a:extLst>
                </a:gridCol>
                <a:gridCol w="2628295">
                  <a:extLst>
                    <a:ext uri="{9D8B030D-6E8A-4147-A177-3AD203B41FA5}">
                      <a16:colId xmlns:a16="http://schemas.microsoft.com/office/drawing/2014/main" val="4098311820"/>
                    </a:ext>
                  </a:extLst>
                </a:gridCol>
                <a:gridCol w="2628295">
                  <a:extLst>
                    <a:ext uri="{9D8B030D-6E8A-4147-A177-3AD203B41FA5}">
                      <a16:colId xmlns:a16="http://schemas.microsoft.com/office/drawing/2014/main" val="524889091"/>
                    </a:ext>
                  </a:extLst>
                </a:gridCol>
                <a:gridCol w="2628295">
                  <a:extLst>
                    <a:ext uri="{9D8B030D-6E8A-4147-A177-3AD203B41FA5}">
                      <a16:colId xmlns:a16="http://schemas.microsoft.com/office/drawing/2014/main" val="1180747055"/>
                    </a:ext>
                  </a:extLst>
                </a:gridCol>
              </a:tblGrid>
              <a:tr h="904297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i="0">
                        <a:solidFill>
                          <a:schemeClr val="tx2"/>
                        </a:solidFill>
                        <a:latin typeface="Figtree ExtraBold" pitchFamily="2" charset="0"/>
                      </a:endParaRP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1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0" u="none" strike="noStrike">
                          <a:solidFill>
                            <a:schemeClr val="bg1"/>
                          </a:solidFill>
                          <a:effectLst/>
                          <a:latin typeface="Figtree ExtraBold" pitchFamily="2" charset="0"/>
                        </a:rPr>
                        <a:t>Microsoft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0" u="none" strike="noStrike">
                          <a:solidFill>
                            <a:schemeClr val="bg1"/>
                          </a:solidFill>
                          <a:effectLst/>
                          <a:latin typeface="Figtree ExtraBold" pitchFamily="2" charset="0"/>
                        </a:rPr>
                        <a:t>Broadcom /
VMware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IBM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Oracle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Adobe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Micro Focus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709273"/>
                  </a:ext>
                </a:extLst>
              </a:tr>
              <a:tr h="1208473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1.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Overall Publisher Health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200" b="1" i="0" u="none" strike="noStrike">
                          <a:solidFill>
                            <a:srgbClr val="00B478"/>
                          </a:solidFill>
                          <a:effectLst/>
                          <a:latin typeface="Figtree ExtraBold" pitchFamily="2" charset="0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200" b="1" i="0" u="none" strike="noStrike">
                          <a:solidFill>
                            <a:srgbClr val="00B478"/>
                          </a:solidFill>
                          <a:effectLst/>
                          <a:latin typeface="Figtree ExtraBold" pitchFamily="2" charset="0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012700"/>
                  </a:ext>
                </a:extLst>
              </a:tr>
              <a:tr h="1155630">
                <a:tc>
                  <a:txBody>
                    <a:bodyPr/>
                    <a:lstStyle/>
                    <a:p>
                      <a:pPr algn="l"/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2.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Average Annual Spend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i="0" kern="1200" baseline="30000">
                          <a:solidFill>
                            <a:schemeClr val="bg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$</a:t>
                      </a:r>
                      <a:r>
                        <a:rPr lang="en-GB" sz="3200" b="1" i="0" kern="1200">
                          <a:solidFill>
                            <a:schemeClr val="bg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18.5 M</a:t>
                      </a:r>
                    </a:p>
                  </a:txBody>
                  <a:tcPr marL="0" marR="0" marT="9144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6.77M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156.9M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1.2M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916K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21.4M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594522"/>
                  </a:ext>
                </a:extLst>
              </a:tr>
              <a:tr h="1155630">
                <a:tc>
                  <a:txBody>
                    <a:bodyPr/>
                    <a:lstStyle/>
                    <a:p>
                      <a:pPr algn="l"/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3.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EEP Completion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65357"/>
                  </a:ext>
                </a:extLst>
              </a:tr>
              <a:tr h="1155630">
                <a:tc>
                  <a:txBody>
                    <a:bodyPr/>
                    <a:lstStyle/>
                    <a:p>
                      <a:pPr algn="l"/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4.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ELP Completion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71827"/>
                  </a:ext>
                </a:extLst>
              </a:tr>
              <a:tr h="1155630">
                <a:tc>
                  <a:txBody>
                    <a:bodyPr/>
                    <a:lstStyle/>
                    <a:p>
                      <a:pPr algn="l"/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5.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ROAR Completion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1" i="0" u="none" strike="noStrike">
                        <a:solidFill>
                          <a:schemeClr val="bg1"/>
                        </a:solidFill>
                        <a:effectLst/>
                        <a:latin typeface="Figtree ExtraBold" pitchFamily="2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400" b="1" i="0">
                        <a:solidFill>
                          <a:schemeClr val="bg1"/>
                        </a:solidFill>
                        <a:latin typeface="Figtree ExtraBold" pitchFamily="2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400" b="1" i="0">
                        <a:solidFill>
                          <a:schemeClr val="bg1"/>
                        </a:solidFill>
                        <a:latin typeface="Figtree ExtraBold" pitchFamily="2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159973"/>
                  </a:ext>
                </a:extLst>
              </a:tr>
              <a:tr h="1155630">
                <a:tc>
                  <a:txBody>
                    <a:bodyPr/>
                    <a:lstStyle/>
                    <a:p>
                      <a:pPr algn="l"/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6.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ServiceNow Onboarding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1" i="0">
                        <a:solidFill>
                          <a:schemeClr val="bg1"/>
                        </a:solidFill>
                        <a:latin typeface="Figtree ExtraBold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400" b="1" i="0">
                        <a:solidFill>
                          <a:schemeClr val="bg1"/>
                        </a:solidFill>
                        <a:latin typeface="Figtree ExtraBold" pitchFamily="2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400" b="1" i="0">
                        <a:solidFill>
                          <a:schemeClr val="bg1"/>
                        </a:solidFill>
                        <a:latin typeface="Figtree ExtraBold" pitchFamily="2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309212"/>
                  </a:ext>
                </a:extLst>
              </a:tr>
              <a:tr h="1330633">
                <a:tc gridSpan="2"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Next Key Actions:</a:t>
                      </a:r>
                    </a:p>
                  </a:txBody>
                  <a:tcPr marL="0" marR="45720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45720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18288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Completed initial ELP Read-out </a:t>
                      </a:r>
                      <a:r>
                        <a:rPr lang="en-US" sz="1600" i="1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on 8/14/2023</a:t>
                      </a:r>
                      <a:endParaRPr lang="en-GB" sz="1600" b="0" i="1" kern="1200">
                        <a:solidFill>
                          <a:schemeClr val="bg1"/>
                        </a:solidFill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274320" marR="182880" marT="27432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Approve use of Oracle Data collection script by 8/18/2023.</a:t>
                      </a:r>
                      <a:endPara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74320" marR="182880" marT="274320" marB="18288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Next key action is inserted here. This give you a lot of space to</a:t>
                      </a:r>
                    </a:p>
                  </a:txBody>
                  <a:tcPr marL="274320" marR="182880" marT="274320" marB="18288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Next key action is inserted here</a:t>
                      </a:r>
                    </a:p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74320" marR="182880" marT="274320" marB="18288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Next key action is inserted here if there is one to be inserted.</a:t>
                      </a:r>
                    </a:p>
                  </a:txBody>
                  <a:tcPr marL="274320" marR="182880" marT="274320" marB="18288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Anglepoint is currently</a:t>
                      </a:r>
                    </a:p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reviewing the data provided by client</a:t>
                      </a:r>
                    </a:p>
                  </a:txBody>
                  <a:tcPr marL="274320" marR="182880" marT="274320" marB="18288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91289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FE04F1-35C2-9C88-E2A2-D20A57E1A5BB}"/>
              </a:ext>
            </a:extLst>
          </p:cNvPr>
          <p:cNvGraphicFramePr>
            <a:graphicFrameLocks noGrp="1"/>
          </p:cNvGraphicFramePr>
          <p:nvPr/>
        </p:nvGraphicFramePr>
        <p:xfrm>
          <a:off x="21231737" y="918972"/>
          <a:ext cx="202094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587297603"/>
                    </a:ext>
                  </a:extLst>
                </a:gridCol>
                <a:gridCol w="1563742">
                  <a:extLst>
                    <a:ext uri="{9D8B030D-6E8A-4147-A177-3AD203B41FA5}">
                      <a16:colId xmlns:a16="http://schemas.microsoft.com/office/drawing/2014/main" val="235082718"/>
                    </a:ext>
                  </a:extLst>
                </a:gridCol>
              </a:tblGrid>
              <a:tr h="709585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i="0" u="none" strike="noStrike">
                          <a:solidFill>
                            <a:srgbClr val="00B478"/>
                          </a:solidFill>
                          <a:effectLst/>
                          <a:latin typeface="Figtree" pitchFamily="2" charset="0"/>
                        </a:rPr>
                        <a:t>●</a:t>
                      </a:r>
                    </a:p>
                  </a:txBody>
                  <a:tcPr marL="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EXPECTED</a:t>
                      </a:r>
                      <a:endParaRPr lang="en-US" sz="2400" b="0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367419"/>
                  </a:ext>
                </a:extLst>
              </a:tr>
              <a:tr h="709585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i="0" u="none" strike="noStrike">
                          <a:solidFill>
                            <a:schemeClr val="accent2"/>
                          </a:solidFill>
                          <a:effectLst/>
                          <a:latin typeface="Figtree" pitchFamily="2" charset="0"/>
                        </a:rPr>
                        <a:t>●</a:t>
                      </a:r>
                    </a:p>
                  </a:txBody>
                  <a:tcPr marL="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ISSUES</a:t>
                      </a:r>
                      <a:endParaRPr lang="en-US" sz="2400" b="0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303652"/>
                  </a:ext>
                </a:extLst>
              </a:tr>
              <a:tr h="709585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i="0" u="none" strike="noStrike">
                          <a:solidFill>
                            <a:schemeClr val="accent4"/>
                          </a:solidFill>
                          <a:effectLst/>
                          <a:latin typeface="Figtree" pitchFamily="2" charset="0"/>
                        </a:rPr>
                        <a:t>●</a:t>
                      </a:r>
                    </a:p>
                  </a:txBody>
                  <a:tcPr marL="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AT RISK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287861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F4FAE38-6A18-B754-068F-052ADDDD0CEE}"/>
              </a:ext>
            </a:extLst>
          </p:cNvPr>
          <p:cNvCxnSpPr>
            <a:cxnSpLocks/>
          </p:cNvCxnSpPr>
          <p:nvPr/>
        </p:nvCxnSpPr>
        <p:spPr>
          <a:xfrm>
            <a:off x="22311361" y="0"/>
            <a:ext cx="0" cy="601734"/>
          </a:xfrm>
          <a:prstGeom prst="line">
            <a:avLst/>
          </a:prstGeom>
          <a:solidFill>
            <a:srgbClr val="FFFFFF"/>
          </a:solidFill>
          <a:ln w="25400" cap="flat">
            <a:solidFill>
              <a:srgbClr val="082C49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249740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7D90-FE12-4EB7-E6EF-7EECA15D4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3D7344-DE5A-2C6D-5609-81695D85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90-Day Success Plan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ECC8384-31D5-3E54-ECC7-2E121DA0F7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C00D758-AE93-A138-3123-34ABC537A4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20" name="Table 69">
            <a:extLst>
              <a:ext uri="{FF2B5EF4-FFF2-40B4-BE49-F238E27FC236}">
                <a16:creationId xmlns:a16="http://schemas.microsoft.com/office/drawing/2014/main" id="{F0BC0BCE-E3C1-2DBD-2AC6-4C4B20E45EDA}"/>
              </a:ext>
            </a:extLst>
          </p:cNvPr>
          <p:cNvGraphicFramePr>
            <a:graphicFrameLocks noGrp="1"/>
          </p:cNvGraphicFramePr>
          <p:nvPr/>
        </p:nvGraphicFramePr>
        <p:xfrm>
          <a:off x="1069910" y="2029980"/>
          <a:ext cx="22248878" cy="10562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760">
                  <a:extLst>
                    <a:ext uri="{9D8B030D-6E8A-4147-A177-3AD203B41FA5}">
                      <a16:colId xmlns:a16="http://schemas.microsoft.com/office/drawing/2014/main" val="3093722492"/>
                    </a:ext>
                  </a:extLst>
                </a:gridCol>
                <a:gridCol w="6677899">
                  <a:extLst>
                    <a:ext uri="{9D8B030D-6E8A-4147-A177-3AD203B41FA5}">
                      <a16:colId xmlns:a16="http://schemas.microsoft.com/office/drawing/2014/main" val="3679382994"/>
                    </a:ext>
                  </a:extLst>
                </a:gridCol>
                <a:gridCol w="6677899">
                  <a:extLst>
                    <a:ext uri="{9D8B030D-6E8A-4147-A177-3AD203B41FA5}">
                      <a16:colId xmlns:a16="http://schemas.microsoft.com/office/drawing/2014/main" val="833567662"/>
                    </a:ext>
                  </a:extLst>
                </a:gridCol>
                <a:gridCol w="1484857">
                  <a:extLst>
                    <a:ext uri="{9D8B030D-6E8A-4147-A177-3AD203B41FA5}">
                      <a16:colId xmlns:a16="http://schemas.microsoft.com/office/drawing/2014/main" val="3781127193"/>
                    </a:ext>
                  </a:extLst>
                </a:gridCol>
                <a:gridCol w="1484857">
                  <a:extLst>
                    <a:ext uri="{9D8B030D-6E8A-4147-A177-3AD203B41FA5}">
                      <a16:colId xmlns:a16="http://schemas.microsoft.com/office/drawing/2014/main" val="485058056"/>
                    </a:ext>
                  </a:extLst>
                </a:gridCol>
                <a:gridCol w="2779606">
                  <a:extLst>
                    <a:ext uri="{9D8B030D-6E8A-4147-A177-3AD203B41FA5}">
                      <a16:colId xmlns:a16="http://schemas.microsoft.com/office/drawing/2014/main" val="1137837934"/>
                    </a:ext>
                  </a:extLst>
                </a:gridCol>
              </a:tblGrid>
              <a:tr h="366382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spc="0" baseline="0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800" b="1" i="0" spc="0" baseline="0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800" b="1" i="0" spc="0" baseline="0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82788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––––  OWNER  ––––</a:t>
                      </a:r>
                    </a:p>
                  </a:txBody>
                  <a:tcPr marL="0" marR="0" marT="0" marB="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82788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800" b="1" i="0" spc="0" baseline="0">
                        <a:solidFill>
                          <a:schemeClr val="bg1"/>
                        </a:solidFill>
                        <a:effectLst/>
                        <a:latin typeface="TT Norms Pro"/>
                      </a:endParaRP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800" b="1" i="0" spc="0" baseline="0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307965"/>
                  </a:ext>
                </a:extLst>
              </a:tr>
              <a:tr h="69367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spc="0" baseline="0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800" b="1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OBSERVATION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SOLUTION</a:t>
                      </a: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788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APT</a:t>
                      </a: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788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CLIENT</a:t>
                      </a: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800" b="1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TARGET DATE</a:t>
                      </a: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496041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SAP Workstream Scoping</a:t>
                      </a: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i="0">
                          <a:solidFill>
                            <a:schemeClr val="bg1"/>
                          </a:solidFill>
                          <a:latin typeface="Figtree" pitchFamily="2" charset="0"/>
                          <a:cs typeface="Helvetica"/>
                        </a:rPr>
                        <a:t>SAP S/4HANA has never been assessed. Indirect access and named user risk is unquantified.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i="0">
                          <a:solidFill>
                            <a:schemeClr val="bg1"/>
                          </a:solidFill>
                          <a:latin typeface="Figtree" pitchFamily="2" charset="0"/>
                          <a:cs typeface="Helvetica"/>
                        </a:rPr>
                        <a:t>Begin SAP scoping immediately upon renewal approval. Define data, scope, and timeline.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1" i="0" u="none" strike="noStrike">
                          <a:solidFill>
                            <a:schemeClr val="accent2"/>
                          </a:solidFill>
                          <a:effectLst/>
                          <a:latin typeface="Figtree ExtraBold" pitchFamily="2" charset="0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03/25/2026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871705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ServiceNow SAM Pro Boundary</a:t>
                      </a:r>
                      <a:endParaRPr lang="en-US" sz="24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ServiceNow SAM Pro support has been informal. Scope must be formally defined.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Formalize SAM Pro as a managed workstream or establish a clear out-of-scope boundary in the SOW.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AD00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03/25/2026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33633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Oracle Java Assessment</a:t>
                      </a:r>
                      <a:endParaRPr lang="en-US" sz="24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Oracle changed Java licensing in 2023. General Mills exposure is unquantified.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Initial Oracle Java conversation with Marcus within 30 days to assess inclusion in next phase.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AD00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03/25/2026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640534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Ongoing Publisher Governance</a:t>
                      </a:r>
                      <a:endParaRPr lang="en-US" sz="24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Nine active workstreams require continuous monitoring. No single owner for cross-publisher risk view.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Monthly publisher health review cadence with Marcus. Quarterly executive summary for Sandra and Kevin.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AD00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09/25/2026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755214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Renew at Current Scope</a:t>
                      </a:r>
                      <a:endParaRPr lang="en-US" sz="2400" b="1" i="0" baseline="3000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Contract ends in 6 months. Renewal not yet formally approved. SAP expansion add-on pending Kevin sign-off.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Align on renewal SOW by Q3 2026. Include SAP as new workstream. Engage Priya early in commercial process.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AD00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08/25/2026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721308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Engage Priya in SOW Process</a:t>
                      </a:r>
                      <a:endParaRPr lang="en-US" sz="2400" b="1" i="0" baseline="3000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Priya was not included in scope expansions at months 6 and 12. Relationship risk going into renewal.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CSM to schedule direct meeting with Priya before QSR. Present SAP case and SOW structure in advance.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AD00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07/25/2026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28481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/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/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AD00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/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737987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721DD7-17C4-7FDB-EA38-A1F6C6E43075}"/>
              </a:ext>
            </a:extLst>
          </p:cNvPr>
          <p:cNvCxnSpPr>
            <a:cxnSpLocks/>
          </p:cNvCxnSpPr>
          <p:nvPr/>
        </p:nvCxnSpPr>
        <p:spPr>
          <a:xfrm>
            <a:off x="22311361" y="0"/>
            <a:ext cx="0" cy="601734"/>
          </a:xfrm>
          <a:prstGeom prst="line">
            <a:avLst/>
          </a:prstGeom>
          <a:solidFill>
            <a:srgbClr val="FFFFFF"/>
          </a:solidFill>
          <a:ln w="25400" cap="flat">
            <a:solidFill>
              <a:srgbClr val="082C49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554300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What is Anaconda for Python &amp; Why Should You Learn it?">
            <a:extLst>
              <a:ext uri="{FF2B5EF4-FFF2-40B4-BE49-F238E27FC236}">
                <a16:creationId xmlns:a16="http://schemas.microsoft.com/office/drawing/2014/main" id="{C27A5F72-CB8E-1077-091C-0BD90940D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3303" y="9436399"/>
            <a:ext cx="3466260" cy="181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B58B72-1296-D3A7-CECC-7924ED96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550">
                <a:cs typeface="TT Norms Pro ExtraBold"/>
              </a:rPr>
              <a:t>2026 Audit Activity</a:t>
            </a:r>
            <a:endParaRPr lang="en-GB" sz="6550">
              <a:cs typeface="TT Norms Pro ExtraBold"/>
            </a:endParaRPr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94AD8136-1E2F-1293-BDB4-380B3DFE5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3188" y="6112707"/>
            <a:ext cx="131783" cy="6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B0C9F5C-7C8A-F104-D8BB-35F03090A9CE}"/>
              </a:ext>
            </a:extLst>
          </p:cNvPr>
          <p:cNvSpPr/>
          <p:nvPr/>
        </p:nvSpPr>
        <p:spPr>
          <a:xfrm>
            <a:off x="829768" y="3032451"/>
            <a:ext cx="10284252" cy="641908"/>
          </a:xfrm>
          <a:prstGeom prst="rect">
            <a:avLst/>
          </a:prstGeom>
          <a:noFill/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n-US" sz="3199" b="1">
                <a:solidFill>
                  <a:schemeClr val="tx2"/>
                </a:solidFill>
                <a:latin typeface="Figtree" pitchFamily="2" charset="0"/>
              </a:rPr>
              <a:t>Common Triggers for Audits: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08501A-F4D9-DF2F-E03A-ED3822BEB683}"/>
              </a:ext>
            </a:extLst>
          </p:cNvPr>
          <p:cNvSpPr/>
          <p:nvPr/>
        </p:nvSpPr>
        <p:spPr>
          <a:xfrm>
            <a:off x="12642528" y="1398146"/>
            <a:ext cx="10284252" cy="641908"/>
          </a:xfrm>
          <a:prstGeom prst="rect">
            <a:avLst/>
          </a:prstGeom>
          <a:solidFill>
            <a:srgbClr val="FFFFFF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199" b="1">
                <a:solidFill>
                  <a:schemeClr val="tx2"/>
                </a:solidFill>
                <a:latin typeface="Figtree" pitchFamily="2" charset="0"/>
              </a:rPr>
              <a:t>Publishers currently auditing our clients: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D4A0C3FA-B7D7-2252-5E15-731F9EADD679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1010930" y="4057910"/>
            <a:ext cx="4266155" cy="8240656"/>
          </a:xfrm>
        </p:spPr>
        <p:txBody>
          <a:bodyPr/>
          <a:lstStyle/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/>
              <a:t>Economic downturn 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/>
              <a:t>Length of time since the last audit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/>
              <a:t>Mergers, acquisitions &amp; divestitures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/>
              <a:t>Reports of increased or decreased in profits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/>
              <a:t>Increase in employee count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/>
              <a:t>Publisher loss of revenue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/>
              <a:t>Publisher mergers, acquisitions, equity firm takeovers &amp; divestitures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/>
              <a:t>Contract/maintenance  cancellations 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/>
              <a:t>Reduction in or static publisher spend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60F5976A-C4AE-0CFB-41BF-E0B840219CD2}"/>
              </a:ext>
            </a:extLst>
          </p:cNvPr>
          <p:cNvSpPr txBox="1">
            <a:spLocks/>
          </p:cNvSpPr>
          <p:nvPr/>
        </p:nvSpPr>
        <p:spPr>
          <a:xfrm>
            <a:off x="5385540" y="4057910"/>
            <a:ext cx="4266155" cy="8240656"/>
          </a:xfrm>
          <a:prstGeom prst="rect">
            <a:avLst/>
          </a:prstGeom>
        </p:spPr>
        <p:txBody>
          <a:bodyPr vert="horz" lIns="0" tIns="45720" rIns="228600" bIns="45720" rtlCol="0">
            <a:noAutofit/>
          </a:bodyPr>
          <a:lstStyle>
            <a:lvl1pPr marL="0" indent="0" algn="l" defTabSz="182870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400" b="0" i="0" kern="1200" spc="-50" baseline="0" noProof="0">
                <a:solidFill>
                  <a:schemeClr val="tx2"/>
                </a:solidFill>
                <a:latin typeface="TT Norms Pro" panose="02000503030000020003" pitchFamily="2" charset="0"/>
                <a:ea typeface="+mn-ea"/>
                <a:cs typeface="+mn-cs"/>
              </a:defRPr>
            </a:lvl1pPr>
            <a:lvl2pPr marL="1371532" indent="-457177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3200" b="0" i="0" kern="1200" spc="-40" baseline="0">
                <a:solidFill>
                  <a:schemeClr val="tx2"/>
                </a:solidFill>
                <a:latin typeface="TT Norms Pro" panose="02000503030000020003" pitchFamily="2" charset="0"/>
                <a:ea typeface="+mn-ea"/>
                <a:cs typeface="+mn-cs"/>
              </a:defRPr>
            </a:lvl2pPr>
            <a:lvl3pPr marL="1830386" indent="-457200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2400" b="0" i="0" kern="1200" spc="-30" baseline="0">
                <a:solidFill>
                  <a:schemeClr val="tx2"/>
                </a:solidFill>
                <a:latin typeface="TT Norms Pro" panose="02000503030000020003" pitchFamily="2" charset="0"/>
                <a:ea typeface="+mn-ea"/>
                <a:cs typeface="+mn-cs"/>
              </a:defRPr>
            </a:lvl3pPr>
            <a:lvl4pPr marL="2292350" indent="-457200" algn="l" defTabSz="182870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TT Norms Pro" panose="02000503030000020003" pitchFamily="2" charset="0"/>
                <a:ea typeface="+mn-ea"/>
                <a:cs typeface="+mn-cs"/>
              </a:defRPr>
            </a:lvl4pPr>
            <a:lvl5pPr marL="4114595" indent="-457177" algn="l" defTabSz="182870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TT Norms Pro" panose="02000503030000020003" pitchFamily="2" charset="0"/>
                <a:ea typeface="+mn-ea"/>
                <a:cs typeface="+mn-cs"/>
              </a:defRPr>
            </a:lvl5pPr>
            <a:lvl6pPr marL="5028948" indent="-457177" algn="l" defTabSz="182870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6" indent="-457177" algn="l" defTabSz="182870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2" indent="-457177" algn="l" defTabSz="182870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>
                <a:latin typeface="Figtree" pitchFamily="2" charset="0"/>
              </a:rPr>
              <a:t>Customers not following publisher strategy and adoption of hero products, including not transitioning to the cloud and subscription options</a:t>
            </a:r>
            <a:endParaRPr lang="en-US">
              <a:latin typeface="Figtree" pitchFamily="2" charset="0"/>
            </a:endParaRP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>
                <a:latin typeface="Figtree" pitchFamily="2" charset="0"/>
              </a:rPr>
              <a:t>Support tickets raised for unlicensed programs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>
                <a:latin typeface="Figtree" pitchFamily="2" charset="0"/>
              </a:rPr>
              <a:t>Expiration of Agreements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>
                <a:latin typeface="Figtree" pitchFamily="2" charset="0"/>
              </a:rPr>
              <a:t>Failure to meet obligations (true ups, annual reporting, ILMT)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>
                <a:latin typeface="Figtree" pitchFamily="2" charset="0"/>
              </a:rPr>
              <a:t>Publisher changes to licensing models</a:t>
            </a:r>
          </a:p>
          <a:p>
            <a:pPr marL="239713" indent="-239713">
              <a:buFont typeface="Arial" panose="020B0604020202020204" pitchFamily="34" charset="0"/>
              <a:buChar char="•"/>
            </a:pPr>
            <a:r>
              <a:rPr lang="en-GB">
                <a:latin typeface="Figtree" pitchFamily="2" charset="0"/>
              </a:rPr>
              <a:t>Just for fun</a:t>
            </a:r>
          </a:p>
          <a:p>
            <a:endParaRPr lang="en-GB">
              <a:latin typeface="Figtree" pitchFamily="2" charset="0"/>
            </a:endParaRPr>
          </a:p>
          <a:p>
            <a:endParaRPr lang="en-GB">
              <a:latin typeface="Figtree" pitchFamily="2" charset="0"/>
            </a:endParaRPr>
          </a:p>
          <a:p>
            <a:endParaRPr lang="en-GB">
              <a:latin typeface="Figtree" pitchFamily="2" charset="0"/>
            </a:endParaRPr>
          </a:p>
          <a:p>
            <a:endParaRPr lang="en-GB">
              <a:latin typeface="Figtree" pitchFamily="2" charset="0"/>
            </a:endParaRPr>
          </a:p>
        </p:txBody>
      </p:sp>
      <p:pic>
        <p:nvPicPr>
          <p:cNvPr id="1041" name="Picture 1040" descr="A black and red logo  Description automatically generated">
            <a:extLst>
              <a:ext uri="{FF2B5EF4-FFF2-40B4-BE49-F238E27FC236}">
                <a16:creationId xmlns:a16="http://schemas.microsoft.com/office/drawing/2014/main" id="{A04CCB00-8737-419D-28B8-CBCF7B752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1577" y="6362697"/>
            <a:ext cx="2337105" cy="2337105"/>
          </a:xfrm>
          <a:prstGeom prst="rect">
            <a:avLst/>
          </a:prstGeom>
        </p:spPr>
      </p:pic>
      <p:pic>
        <p:nvPicPr>
          <p:cNvPr id="1051" name="Picture 1050" descr="A logo on a black background  Description automatically generated">
            <a:extLst>
              <a:ext uri="{FF2B5EF4-FFF2-40B4-BE49-F238E27FC236}">
                <a16:creationId xmlns:a16="http://schemas.microsoft.com/office/drawing/2014/main" id="{42F76B39-FC96-4FC3-CC1E-0DA53749C1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9650" b="39650"/>
          <a:stretch/>
        </p:blipFill>
        <p:spPr>
          <a:xfrm>
            <a:off x="12602280" y="3778222"/>
            <a:ext cx="3301803" cy="683494"/>
          </a:xfrm>
          <a:prstGeom prst="rect">
            <a:avLst/>
          </a:prstGeom>
        </p:spPr>
      </p:pic>
      <p:pic>
        <p:nvPicPr>
          <p:cNvPr id="1055" name="Picture 1054" descr="A blue and white logo  Description automatically generated">
            <a:extLst>
              <a:ext uri="{FF2B5EF4-FFF2-40B4-BE49-F238E27FC236}">
                <a16:creationId xmlns:a16="http://schemas.microsoft.com/office/drawing/2014/main" id="{7A2F9AC7-450F-9D29-B9E0-D557A05F226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1225" b="31225"/>
          <a:stretch/>
        </p:blipFill>
        <p:spPr>
          <a:xfrm>
            <a:off x="17089899" y="9675289"/>
            <a:ext cx="3248216" cy="1219736"/>
          </a:xfrm>
          <a:prstGeom prst="rect">
            <a:avLst/>
          </a:prstGeom>
        </p:spPr>
      </p:pic>
      <p:pic>
        <p:nvPicPr>
          <p:cNvPr id="1065" name="Picture 1064" descr="A blue and white logo  Description automatically generated">
            <a:extLst>
              <a:ext uri="{FF2B5EF4-FFF2-40B4-BE49-F238E27FC236}">
                <a16:creationId xmlns:a16="http://schemas.microsoft.com/office/drawing/2014/main" id="{995A8900-18F4-EE9F-0CFE-F8F88936E4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39855" y="3667855"/>
            <a:ext cx="1961952" cy="1961952"/>
          </a:xfrm>
          <a:prstGeom prst="rect">
            <a:avLst/>
          </a:prstGeom>
        </p:spPr>
      </p:pic>
      <p:pic>
        <p:nvPicPr>
          <p:cNvPr id="1073" name="Picture 6" descr="Java logo and symbol, meaning, history, PNG">
            <a:extLst>
              <a:ext uri="{FF2B5EF4-FFF2-40B4-BE49-F238E27FC236}">
                <a16:creationId xmlns:a16="http://schemas.microsoft.com/office/drawing/2014/main" id="{BF14AC8D-FFBF-5795-6D97-AECA1C8BF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888" y="4036822"/>
            <a:ext cx="2061793" cy="128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ocket Software New Logo PNG vector in SVG, PDF, AI, CDR format">
            <a:extLst>
              <a:ext uri="{FF2B5EF4-FFF2-40B4-BE49-F238E27FC236}">
                <a16:creationId xmlns:a16="http://schemas.microsoft.com/office/drawing/2014/main" id="{272E277E-5977-F23D-D3E1-1A9BD31F5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7699" y="5518218"/>
            <a:ext cx="3771390" cy="282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penText Named a Leader in Content Platforms for 2023 - Industry ...">
            <a:extLst>
              <a:ext uri="{FF2B5EF4-FFF2-40B4-BE49-F238E27FC236}">
                <a16:creationId xmlns:a16="http://schemas.microsoft.com/office/drawing/2014/main" id="{961B2CA2-5944-84F7-B044-2BFF8CDC1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2591" y="7829274"/>
            <a:ext cx="2428776" cy="70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76AC50-FCB3-BC80-34C8-F5BB6893268E}"/>
              </a:ext>
            </a:extLst>
          </p:cNvPr>
          <p:cNvCxnSpPr>
            <a:cxnSpLocks/>
          </p:cNvCxnSpPr>
          <p:nvPr/>
        </p:nvCxnSpPr>
        <p:spPr>
          <a:xfrm flipH="1">
            <a:off x="16661367" y="3807477"/>
            <a:ext cx="7009" cy="8152935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bg1">
                <a:lumMod val="85000"/>
              </a:schemeClr>
            </a:solidFill>
            <a:prstDash val="solid"/>
            <a:miter/>
          </a:ln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6B24B5-7D59-0414-6318-1E1908E40D44}"/>
              </a:ext>
            </a:extLst>
          </p:cNvPr>
          <p:cNvCxnSpPr>
            <a:cxnSpLocks/>
          </p:cNvCxnSpPr>
          <p:nvPr/>
        </p:nvCxnSpPr>
        <p:spPr>
          <a:xfrm>
            <a:off x="20493299" y="3807477"/>
            <a:ext cx="32504" cy="8181542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bg1">
                <a:lumMod val="85000"/>
              </a:schemeClr>
            </a:solidFill>
            <a:prstDash val="solid"/>
            <a:miter/>
          </a:ln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C93F2E-1B94-5998-0F66-715544F7D695}"/>
              </a:ext>
            </a:extLst>
          </p:cNvPr>
          <p:cNvCxnSpPr>
            <a:cxnSpLocks/>
          </p:cNvCxnSpPr>
          <p:nvPr/>
        </p:nvCxnSpPr>
        <p:spPr>
          <a:xfrm flipH="1" flipV="1">
            <a:off x="11837987" y="5919593"/>
            <a:ext cx="11807605" cy="101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bg1">
                <a:lumMod val="85000"/>
              </a:schemeClr>
            </a:solidFill>
            <a:prstDash val="solid"/>
            <a:miter/>
          </a:ln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1F2660-6666-5BDA-CDE5-A1FE0470FEC4}"/>
              </a:ext>
            </a:extLst>
          </p:cNvPr>
          <p:cNvCxnSpPr>
            <a:cxnSpLocks/>
          </p:cNvCxnSpPr>
          <p:nvPr/>
        </p:nvCxnSpPr>
        <p:spPr>
          <a:xfrm flipH="1" flipV="1">
            <a:off x="11837987" y="8926213"/>
            <a:ext cx="11807605" cy="101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bg1">
                <a:lumMod val="85000"/>
              </a:schemeClr>
            </a:solidFill>
            <a:prstDash val="solid"/>
            <a:miter/>
          </a:ln>
        </p:spPr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F2A509A-85D4-0EA3-A0ED-8D0642A228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51794" y="9761851"/>
            <a:ext cx="2997948" cy="11688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079CF64-0997-A4F0-6895-F7574ECFBB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55798" y="7919194"/>
            <a:ext cx="2321609" cy="5649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F9D43A-9E0E-C193-2632-E122CF69057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001" b="26256"/>
          <a:stretch>
            <a:fillRect/>
          </a:stretch>
        </p:blipFill>
        <p:spPr>
          <a:xfrm>
            <a:off x="12911862" y="4689958"/>
            <a:ext cx="2449297" cy="1169390"/>
          </a:xfrm>
          <a:prstGeom prst="rect">
            <a:avLst/>
          </a:prstGeom>
        </p:spPr>
      </p:pic>
      <p:pic>
        <p:nvPicPr>
          <p:cNvPr id="24" name="Picture 8" descr="OpenText Named a Leader in Content Platforms for 2023 - Industry ...">
            <a:extLst>
              <a:ext uri="{FF2B5EF4-FFF2-40B4-BE49-F238E27FC236}">
                <a16:creationId xmlns:a16="http://schemas.microsoft.com/office/drawing/2014/main" id="{1FD99E84-A64C-BD1B-A792-935441A60B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88" b="15230"/>
          <a:stretch>
            <a:fillRect/>
          </a:stretch>
        </p:blipFill>
        <p:spPr bwMode="auto">
          <a:xfrm>
            <a:off x="20623374" y="6938755"/>
            <a:ext cx="3336185" cy="88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90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87D57519-1EEE-6762-A730-F9FFF1C8D3BA}"/>
              </a:ext>
            </a:extLst>
          </p:cNvPr>
          <p:cNvSpPr/>
          <p:nvPr/>
        </p:nvSpPr>
        <p:spPr>
          <a:xfrm>
            <a:off x="1" y="-103163"/>
            <a:ext cx="4445000" cy="13544843"/>
          </a:xfrm>
          <a:prstGeom prst="rect">
            <a:avLst/>
          </a:prstGeom>
          <a:solidFill>
            <a:schemeClr val="tx1">
              <a:lumMod val="20000"/>
              <a:lumOff val="80000"/>
              <a:alpha val="50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2E6CC6C-DD2A-0B49-BBC1-7C9F40F8BD67}"/>
              </a:ext>
            </a:extLst>
          </p:cNvPr>
          <p:cNvSpPr/>
          <p:nvPr/>
        </p:nvSpPr>
        <p:spPr>
          <a:xfrm>
            <a:off x="17071848" y="0"/>
            <a:ext cx="7315200" cy="13716000"/>
          </a:xfrm>
          <a:prstGeom prst="rect">
            <a:avLst/>
          </a:prstGeom>
          <a:gradFill>
            <a:gsLst>
              <a:gs pos="0">
                <a:schemeClr val="tx2">
                  <a:alpha val="85636"/>
                </a:schemeClr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FEB67C-947A-D24B-B022-2662519F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Recommended Next Steps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47F5138-17BC-5B48-AB66-929C95DA37B1}"/>
              </a:ext>
            </a:extLst>
          </p:cNvPr>
          <p:cNvCxnSpPr>
            <a:cxnSpLocks/>
          </p:cNvCxnSpPr>
          <p:nvPr/>
        </p:nvCxnSpPr>
        <p:spPr>
          <a:xfrm flipV="1">
            <a:off x="3301812" y="6940434"/>
            <a:ext cx="3479989" cy="1859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0CEBA54-F6D6-25E0-EA4A-61E60EB79EBE}"/>
              </a:ext>
            </a:extLst>
          </p:cNvPr>
          <p:cNvGrpSpPr/>
          <p:nvPr/>
        </p:nvGrpSpPr>
        <p:grpSpPr>
          <a:xfrm>
            <a:off x="3273922" y="3396051"/>
            <a:ext cx="5387096" cy="7097375"/>
            <a:chOff x="3273921" y="3396051"/>
            <a:chExt cx="2702059" cy="7097375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D1E229B-C955-4C47-84BE-BBD044957A30}"/>
                </a:ext>
              </a:extLst>
            </p:cNvPr>
            <p:cNvCxnSpPr>
              <a:cxnSpLocks/>
            </p:cNvCxnSpPr>
            <p:nvPr/>
          </p:nvCxnSpPr>
          <p:spPr>
            <a:xfrm>
              <a:off x="3273927" y="10493426"/>
              <a:ext cx="2702053" cy="0"/>
            </a:xfrm>
            <a:prstGeom prst="line">
              <a:avLst/>
            </a:prstGeom>
            <a:ln w="38100">
              <a:solidFill>
                <a:srgbClr val="0789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ACE2660-4994-5F4D-94EE-6D32DFEC5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3921" y="3396051"/>
              <a:ext cx="2689076" cy="7146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Shape 6313">
            <a:extLst>
              <a:ext uri="{FF2B5EF4-FFF2-40B4-BE49-F238E27FC236}">
                <a16:creationId xmlns:a16="http://schemas.microsoft.com/office/drawing/2014/main" id="{73B829A2-F021-314C-9585-CD4D6F3EC419}"/>
              </a:ext>
            </a:extLst>
          </p:cNvPr>
          <p:cNvSpPr txBox="1"/>
          <p:nvPr/>
        </p:nvSpPr>
        <p:spPr>
          <a:xfrm>
            <a:off x="7207420" y="6669258"/>
            <a:ext cx="6870131" cy="1031011"/>
          </a:xfrm>
          <a:prstGeom prst="rect">
            <a:avLst/>
          </a:prstGeom>
          <a:noFill/>
          <a:ln>
            <a:noFill/>
          </a:ln>
        </p:spPr>
        <p:txBody>
          <a:bodyPr wrap="square" lIns="91426" tIns="45700" rIns="91426" bIns="45700" anchor="t" anchorCtr="0">
            <a:spAutoFit/>
          </a:bodyPr>
          <a:lstStyle/>
          <a:p>
            <a:pPr defTabSz="1828434"/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>Deliver SAP scoping output. Begin Oracle Java initial assessment conversation. Finalize renewal SOW for signature.</a:t>
            </a:r>
            <a:endParaRPr lang="en-US" sz="2800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  <a:p>
            <a:pPr defTabSz="1828434">
              <a:spcBef>
                <a:spcPts val="600"/>
              </a:spcBef>
            </a:pPr>
            <a:endParaRPr lang="en-US" sz="2800">
              <a:solidFill>
                <a:schemeClr val="tx2"/>
              </a:solidFill>
              <a:latin typeface="Figtree" pitchFamily="2" charset="0"/>
            </a:endParaRPr>
          </a:p>
        </p:txBody>
      </p:sp>
      <p:sp>
        <p:nvSpPr>
          <p:cNvPr id="73" name="Shape 6313">
            <a:extLst>
              <a:ext uri="{FF2B5EF4-FFF2-40B4-BE49-F238E27FC236}">
                <a16:creationId xmlns:a16="http://schemas.microsoft.com/office/drawing/2014/main" id="{90F70472-C471-594D-BE2E-3205A9A5FF45}"/>
              </a:ext>
            </a:extLst>
          </p:cNvPr>
          <p:cNvSpPr txBox="1"/>
          <p:nvPr/>
        </p:nvSpPr>
        <p:spPr>
          <a:xfrm>
            <a:off x="9060753" y="10242918"/>
            <a:ext cx="6870132" cy="1031011"/>
          </a:xfrm>
          <a:prstGeom prst="rect">
            <a:avLst/>
          </a:prstGeom>
          <a:noFill/>
          <a:ln>
            <a:noFill/>
          </a:ln>
        </p:spPr>
        <p:txBody>
          <a:bodyPr wrap="square" lIns="91426" tIns="45700" rIns="91426" bIns="45700" anchor="t" anchorCtr="0">
            <a:spAutoFit/>
          </a:bodyPr>
          <a:lstStyle/>
          <a:p>
            <a:pPr defTabSz="1828434"/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>SAP workstream live in Elevate. First SAP findings delivered to Marcus and Sandra. Renewal contract active.</a:t>
            </a:r>
            <a:endParaRPr lang="en-US" sz="2800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  <a:p>
            <a:pPr defTabSz="1828434">
              <a:spcBef>
                <a:spcPts val="600"/>
              </a:spcBef>
            </a:pPr>
            <a:endParaRPr lang="en-US" sz="2800">
              <a:solidFill>
                <a:schemeClr val="tx2"/>
              </a:solidFill>
              <a:latin typeface="Figtree" pitchFamily="2" charset="0"/>
            </a:endParaRP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470DAB52-23C5-334B-BBA3-05F45B6B0FD5}"/>
              </a:ext>
            </a:extLst>
          </p:cNvPr>
          <p:cNvSpPr txBox="1">
            <a:spLocks/>
          </p:cNvSpPr>
          <p:nvPr/>
        </p:nvSpPr>
        <p:spPr>
          <a:xfrm>
            <a:off x="18045890" y="9040378"/>
            <a:ext cx="4805181" cy="259917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57064" indent="-457064" algn="l" defTabSz="1828252" rtl="0" eaLnBrk="1" latinLnBrk="0" hangingPunct="1">
              <a:lnSpc>
                <a:spcPct val="90000"/>
              </a:lnSpc>
              <a:spcBef>
                <a:spcPts val="1998"/>
              </a:spcBef>
              <a:buFont typeface="Arial" panose="020B0604020202020204" pitchFamily="34" charset="0"/>
              <a:buChar char="•"/>
              <a:defRPr sz="5598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1371190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2285314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3199440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4113566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5pPr>
            <a:lvl6pPr marL="5027692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1818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5944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068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US" sz="3600">
                <a:solidFill>
                  <a:schemeClr val="bg1"/>
                </a:solidFill>
                <a:latin typeface="Figtree Light" pitchFamily="2" charset="0"/>
                <a:cs typeface="Calibri"/>
                <a:sym typeface="Calibri"/>
              </a:rPr>
              <a:t>$11M delivered in 18 months. The next chapter starts with SAP — the most critical unassessed software relationship General Mills has.</a:t>
            </a:r>
            <a:endParaRPr lang="en-US">
              <a:solidFill>
                <a:schemeClr val="bg1"/>
              </a:solidFill>
              <a:latin typeface="Figtree Light" pitchFamily="2" charset="0"/>
            </a:endParaRP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3EE6E0B5-16B2-424D-A8A0-0E9E72B79963}"/>
              </a:ext>
            </a:extLst>
          </p:cNvPr>
          <p:cNvSpPr txBox="1">
            <a:spLocks/>
          </p:cNvSpPr>
          <p:nvPr/>
        </p:nvSpPr>
        <p:spPr>
          <a:xfrm>
            <a:off x="18045890" y="8159663"/>
            <a:ext cx="4805181" cy="4339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57064" indent="-457064" algn="l" defTabSz="1828252" rtl="0" eaLnBrk="1" latinLnBrk="0" hangingPunct="1">
              <a:lnSpc>
                <a:spcPct val="90000"/>
              </a:lnSpc>
              <a:spcBef>
                <a:spcPts val="1998"/>
              </a:spcBef>
              <a:buFont typeface="Arial" panose="020B0604020202020204" pitchFamily="34" charset="0"/>
              <a:buChar char="•"/>
              <a:defRPr sz="5598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1371190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2285314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3199440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4113566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5pPr>
            <a:lvl6pPr marL="5027692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1818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5944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068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cs typeface="Calibri"/>
                <a:sym typeface="Calibri"/>
              </a:rPr>
              <a:t>SUCCESS FACTOR:</a:t>
            </a:r>
            <a:endParaRPr lang="en-US" sz="4400" b="1">
              <a:solidFill>
                <a:schemeClr val="bg1"/>
              </a:solidFill>
              <a:latin typeface="Figtree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1DDA6D-DE13-784B-9CFD-724E0E12EE2B}"/>
              </a:ext>
            </a:extLst>
          </p:cNvPr>
          <p:cNvCxnSpPr>
            <a:cxnSpLocks/>
          </p:cNvCxnSpPr>
          <p:nvPr/>
        </p:nvCxnSpPr>
        <p:spPr>
          <a:xfrm>
            <a:off x="18138394" y="7974646"/>
            <a:ext cx="4712677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B0DB170-4384-A374-C4B9-6ADE04FCE21F}"/>
              </a:ext>
            </a:extLst>
          </p:cNvPr>
          <p:cNvGrpSpPr/>
          <p:nvPr/>
        </p:nvGrpSpPr>
        <p:grpSpPr>
          <a:xfrm>
            <a:off x="1155556" y="2584866"/>
            <a:ext cx="2133890" cy="2334639"/>
            <a:chOff x="1421434" y="3430980"/>
            <a:chExt cx="2512614" cy="2748993"/>
          </a:xfrm>
        </p:grpSpPr>
        <p:grpSp>
          <p:nvGrpSpPr>
            <p:cNvPr id="33" name="Graphic 31">
              <a:extLst>
                <a:ext uri="{FF2B5EF4-FFF2-40B4-BE49-F238E27FC236}">
                  <a16:creationId xmlns:a16="http://schemas.microsoft.com/office/drawing/2014/main" id="{94EC8B6E-9DF1-6766-A56B-6C4B41A3D860}"/>
                </a:ext>
              </a:extLst>
            </p:cNvPr>
            <p:cNvGrpSpPr/>
            <p:nvPr/>
          </p:nvGrpSpPr>
          <p:grpSpPr>
            <a:xfrm>
              <a:off x="1421434" y="3430980"/>
              <a:ext cx="2512614" cy="2748993"/>
              <a:chOff x="1203400" y="3192434"/>
              <a:chExt cx="2948681" cy="3226084"/>
            </a:xfrm>
            <a:effectLst>
              <a:outerShdw blurRad="322284" dist="38100" dir="5400000" sx="105949" sy="105949" algn="t" rotWithShape="0">
                <a:schemeClr val="tx2">
                  <a:alpha val="23000"/>
                </a:schemeClr>
              </a:outerShdw>
            </a:effectLst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48AFA0A8-1C28-58B9-BC7C-F3E103012860}"/>
                  </a:ext>
                </a:extLst>
              </p:cNvPr>
              <p:cNvSpPr/>
              <p:nvPr/>
            </p:nvSpPr>
            <p:spPr>
              <a:xfrm rot="10800000">
                <a:off x="1203400" y="3466389"/>
                <a:ext cx="2948681" cy="2952129"/>
              </a:xfrm>
              <a:custGeom>
                <a:avLst/>
                <a:gdLst>
                  <a:gd name="connsiteX0" fmla="*/ 2790716 w 2948681"/>
                  <a:gd name="connsiteY0" fmla="*/ 0 h 2952130"/>
                  <a:gd name="connsiteX1" fmla="*/ 2948681 w 2948681"/>
                  <a:gd name="connsiteY1" fmla="*/ 158150 h 2952130"/>
                  <a:gd name="connsiteX2" fmla="*/ 2948681 w 2948681"/>
                  <a:gd name="connsiteY2" fmla="*/ 2793981 h 2952130"/>
                  <a:gd name="connsiteX3" fmla="*/ 2790716 w 2948681"/>
                  <a:gd name="connsiteY3" fmla="*/ 2952130 h 2952130"/>
                  <a:gd name="connsiteX4" fmla="*/ 157965 w 2948681"/>
                  <a:gd name="connsiteY4" fmla="*/ 2952130 h 2952130"/>
                  <a:gd name="connsiteX5" fmla="*/ 0 w 2948681"/>
                  <a:gd name="connsiteY5" fmla="*/ 2793981 h 2952130"/>
                  <a:gd name="connsiteX6" fmla="*/ 0 w 2948681"/>
                  <a:gd name="connsiteY6" fmla="*/ 158150 h 2952130"/>
                  <a:gd name="connsiteX7" fmla="*/ 157965 w 2948681"/>
                  <a:gd name="connsiteY7" fmla="*/ 0 h 2952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48681" h="2952130">
                    <a:moveTo>
                      <a:pt x="2790716" y="0"/>
                    </a:moveTo>
                    <a:cubicBezTo>
                      <a:pt x="2877958" y="0"/>
                      <a:pt x="2948681" y="70806"/>
                      <a:pt x="2948681" y="158150"/>
                    </a:cubicBezTo>
                    <a:lnTo>
                      <a:pt x="2948681" y="2793981"/>
                    </a:lnTo>
                    <a:cubicBezTo>
                      <a:pt x="2948681" y="2881325"/>
                      <a:pt x="2877958" y="2952130"/>
                      <a:pt x="2790716" y="2952130"/>
                    </a:cubicBezTo>
                    <a:lnTo>
                      <a:pt x="157965" y="2952130"/>
                    </a:lnTo>
                    <a:cubicBezTo>
                      <a:pt x="70723" y="2952130"/>
                      <a:pt x="0" y="2881324"/>
                      <a:pt x="0" y="2793981"/>
                    </a:cubicBezTo>
                    <a:lnTo>
                      <a:pt x="0" y="158150"/>
                    </a:lnTo>
                    <a:cubicBezTo>
                      <a:pt x="0" y="70806"/>
                      <a:pt x="70723" y="0"/>
                      <a:pt x="15796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08DBC0F3-DBD3-17BE-9B92-1DEEA06F0273}"/>
                  </a:ext>
                </a:extLst>
              </p:cNvPr>
              <p:cNvSpPr/>
              <p:nvPr/>
            </p:nvSpPr>
            <p:spPr>
              <a:xfrm>
                <a:off x="1203401" y="3466389"/>
                <a:ext cx="2948586" cy="500807"/>
              </a:xfrm>
              <a:custGeom>
                <a:avLst/>
                <a:gdLst>
                  <a:gd name="connsiteX0" fmla="*/ 157965 w 2948586"/>
                  <a:gd name="connsiteY0" fmla="*/ 0 h 500807"/>
                  <a:gd name="connsiteX1" fmla="*/ 2790621 w 2948586"/>
                  <a:gd name="connsiteY1" fmla="*/ 0 h 500807"/>
                  <a:gd name="connsiteX2" fmla="*/ 2948586 w 2948586"/>
                  <a:gd name="connsiteY2" fmla="*/ 158150 h 500807"/>
                  <a:gd name="connsiteX3" fmla="*/ 2948586 w 2948586"/>
                  <a:gd name="connsiteY3" fmla="*/ 500808 h 500807"/>
                  <a:gd name="connsiteX4" fmla="*/ 0 w 2948586"/>
                  <a:gd name="connsiteY4" fmla="*/ 500808 h 500807"/>
                  <a:gd name="connsiteX5" fmla="*/ 0 w 2948586"/>
                  <a:gd name="connsiteY5" fmla="*/ 158150 h 500807"/>
                  <a:gd name="connsiteX6" fmla="*/ 157965 w 2948586"/>
                  <a:gd name="connsiteY6" fmla="*/ 0 h 50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8586" h="500807">
                    <a:moveTo>
                      <a:pt x="157965" y="0"/>
                    </a:moveTo>
                    <a:lnTo>
                      <a:pt x="2790621" y="0"/>
                    </a:lnTo>
                    <a:cubicBezTo>
                      <a:pt x="2877873" y="0"/>
                      <a:pt x="2948586" y="70796"/>
                      <a:pt x="2948586" y="158150"/>
                    </a:cubicBezTo>
                    <a:lnTo>
                      <a:pt x="2948586" y="500808"/>
                    </a:lnTo>
                    <a:lnTo>
                      <a:pt x="0" y="500808"/>
                    </a:lnTo>
                    <a:lnTo>
                      <a:pt x="0" y="158150"/>
                    </a:lnTo>
                    <a:cubicBezTo>
                      <a:pt x="0" y="70796"/>
                      <a:pt x="70714" y="0"/>
                      <a:pt x="1579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grpSp>
            <p:nvGrpSpPr>
              <p:cNvPr id="36" name="Graphic 31">
                <a:extLst>
                  <a:ext uri="{FF2B5EF4-FFF2-40B4-BE49-F238E27FC236}">
                    <a16:creationId xmlns:a16="http://schemas.microsoft.com/office/drawing/2014/main" id="{5498F9D0-E73E-2F00-2722-0D93482B76E4}"/>
                  </a:ext>
                </a:extLst>
              </p:cNvPr>
              <p:cNvGrpSpPr/>
              <p:nvPr/>
            </p:nvGrpSpPr>
            <p:grpSpPr>
              <a:xfrm>
                <a:off x="1749150" y="3192434"/>
                <a:ext cx="1857182" cy="579406"/>
                <a:chOff x="1749150" y="3192434"/>
                <a:chExt cx="1857182" cy="579406"/>
              </a:xfrm>
            </p:grpSpPr>
            <p:grpSp>
              <p:nvGrpSpPr>
                <p:cNvPr id="37" name="Graphic 31">
                  <a:extLst>
                    <a:ext uri="{FF2B5EF4-FFF2-40B4-BE49-F238E27FC236}">
                      <a16:creationId xmlns:a16="http://schemas.microsoft.com/office/drawing/2014/main" id="{C0035CDF-3E58-6B5F-7B6B-DF5FDD363437}"/>
                    </a:ext>
                  </a:extLst>
                </p:cNvPr>
                <p:cNvGrpSpPr/>
                <p:nvPr/>
              </p:nvGrpSpPr>
              <p:grpSpPr>
                <a:xfrm>
                  <a:off x="1749150" y="3192434"/>
                  <a:ext cx="238943" cy="579406"/>
                  <a:chOff x="1749150" y="3192434"/>
                  <a:chExt cx="238943" cy="579406"/>
                </a:xfrm>
              </p:grpSpPr>
              <p:sp>
                <p:nvSpPr>
                  <p:cNvPr id="38" name="Freeform 37">
                    <a:extLst>
                      <a:ext uri="{FF2B5EF4-FFF2-40B4-BE49-F238E27FC236}">
                        <a16:creationId xmlns:a16="http://schemas.microsoft.com/office/drawing/2014/main" id="{7FE2A999-2D79-FA5B-62CB-1AC297BC2223}"/>
                      </a:ext>
                    </a:extLst>
                  </p:cNvPr>
                  <p:cNvSpPr/>
                  <p:nvPr/>
                </p:nvSpPr>
                <p:spPr>
                  <a:xfrm>
                    <a:off x="1749150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39" name="Freeform 38">
                    <a:extLst>
                      <a:ext uri="{FF2B5EF4-FFF2-40B4-BE49-F238E27FC236}">
                        <a16:creationId xmlns:a16="http://schemas.microsoft.com/office/drawing/2014/main" id="{D3C947A5-7FEB-55FC-F2AE-87C35461E4A2}"/>
                      </a:ext>
                    </a:extLst>
                  </p:cNvPr>
                  <p:cNvSpPr/>
                  <p:nvPr/>
                </p:nvSpPr>
                <p:spPr>
                  <a:xfrm>
                    <a:off x="1780610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  <p:grpSp>
              <p:nvGrpSpPr>
                <p:cNvPr id="40" name="Graphic 31">
                  <a:extLst>
                    <a:ext uri="{FF2B5EF4-FFF2-40B4-BE49-F238E27FC236}">
                      <a16:creationId xmlns:a16="http://schemas.microsoft.com/office/drawing/2014/main" id="{CBF1B916-6F9B-C314-8C1A-3D631A9E0D03}"/>
                    </a:ext>
                  </a:extLst>
                </p:cNvPr>
                <p:cNvGrpSpPr/>
                <p:nvPr/>
              </p:nvGrpSpPr>
              <p:grpSpPr>
                <a:xfrm>
                  <a:off x="3367389" y="3192434"/>
                  <a:ext cx="238943" cy="579406"/>
                  <a:chOff x="3367389" y="3192434"/>
                  <a:chExt cx="238943" cy="579406"/>
                </a:xfrm>
              </p:grpSpPr>
              <p:sp>
                <p:nvSpPr>
                  <p:cNvPr id="42" name="Freeform 41">
                    <a:extLst>
                      <a:ext uri="{FF2B5EF4-FFF2-40B4-BE49-F238E27FC236}">
                        <a16:creationId xmlns:a16="http://schemas.microsoft.com/office/drawing/2014/main" id="{403B22DE-F212-04B1-7BE2-7C4B38CFCA9A}"/>
                      </a:ext>
                    </a:extLst>
                  </p:cNvPr>
                  <p:cNvSpPr/>
                  <p:nvPr/>
                </p:nvSpPr>
                <p:spPr>
                  <a:xfrm>
                    <a:off x="3367389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45" name="Freeform 44">
                    <a:extLst>
                      <a:ext uri="{FF2B5EF4-FFF2-40B4-BE49-F238E27FC236}">
                        <a16:creationId xmlns:a16="http://schemas.microsoft.com/office/drawing/2014/main" id="{86EB9E44-DF4B-CCB0-256F-871384AA82B4}"/>
                      </a:ext>
                    </a:extLst>
                  </p:cNvPr>
                  <p:cNvSpPr/>
                  <p:nvPr/>
                </p:nvSpPr>
                <p:spPr>
                  <a:xfrm>
                    <a:off x="3398849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</p:grp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35A21D7-6108-9582-97A8-ED6C264778B3}"/>
                </a:ext>
              </a:extLst>
            </p:cNvPr>
            <p:cNvSpPr txBox="1"/>
            <p:nvPr/>
          </p:nvSpPr>
          <p:spPr>
            <a:xfrm>
              <a:off x="1909338" y="4345433"/>
              <a:ext cx="1536805" cy="12829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7200" b="1">
                  <a:solidFill>
                    <a:schemeClr val="tx2"/>
                  </a:solidFill>
                  <a:latin typeface="Figtree ExtraBold" pitchFamily="2" charset="0"/>
                </a:rPr>
                <a:t>30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FB493BD-CC2C-503F-1886-5B6F023ECA24}"/>
                </a:ext>
              </a:extLst>
            </p:cNvPr>
            <p:cNvSpPr txBox="1"/>
            <p:nvPr/>
          </p:nvSpPr>
          <p:spPr>
            <a:xfrm>
              <a:off x="1910650" y="5422257"/>
              <a:ext cx="1617969" cy="443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2000" b="1" spc="1000">
                  <a:solidFill>
                    <a:schemeClr val="tx2"/>
                  </a:solidFill>
                  <a:latin typeface="Figtree" pitchFamily="2" charset="0"/>
                </a:rPr>
                <a:t>DAYS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557B3CD-8EBF-39EF-0B63-F3499183EE53}"/>
              </a:ext>
            </a:extLst>
          </p:cNvPr>
          <p:cNvGrpSpPr/>
          <p:nvPr/>
        </p:nvGrpSpPr>
        <p:grpSpPr>
          <a:xfrm>
            <a:off x="1155556" y="6133554"/>
            <a:ext cx="2133890" cy="2334639"/>
            <a:chOff x="1421434" y="3430980"/>
            <a:chExt cx="2512614" cy="2748993"/>
          </a:xfrm>
        </p:grpSpPr>
        <p:grpSp>
          <p:nvGrpSpPr>
            <p:cNvPr id="95" name="Graphic 31">
              <a:extLst>
                <a:ext uri="{FF2B5EF4-FFF2-40B4-BE49-F238E27FC236}">
                  <a16:creationId xmlns:a16="http://schemas.microsoft.com/office/drawing/2014/main" id="{78F2C23B-8EC5-83F6-25FC-E0EFE24B1C12}"/>
                </a:ext>
              </a:extLst>
            </p:cNvPr>
            <p:cNvGrpSpPr/>
            <p:nvPr/>
          </p:nvGrpSpPr>
          <p:grpSpPr>
            <a:xfrm>
              <a:off x="1421434" y="3430980"/>
              <a:ext cx="2512614" cy="2748993"/>
              <a:chOff x="1203400" y="3192434"/>
              <a:chExt cx="2948681" cy="3226084"/>
            </a:xfrm>
            <a:effectLst>
              <a:outerShdw blurRad="322284" dist="38100" dir="5400000" sx="105949" sy="105949" algn="t" rotWithShape="0">
                <a:schemeClr val="tx2">
                  <a:alpha val="23000"/>
                </a:schemeClr>
              </a:outerShdw>
            </a:effectLst>
          </p:grpSpPr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B76B3C45-7523-25D6-74D3-D72294C08CF9}"/>
                  </a:ext>
                </a:extLst>
              </p:cNvPr>
              <p:cNvSpPr/>
              <p:nvPr/>
            </p:nvSpPr>
            <p:spPr>
              <a:xfrm rot="10800000">
                <a:off x="1203400" y="3466389"/>
                <a:ext cx="2948681" cy="2952129"/>
              </a:xfrm>
              <a:custGeom>
                <a:avLst/>
                <a:gdLst>
                  <a:gd name="connsiteX0" fmla="*/ 2790716 w 2948681"/>
                  <a:gd name="connsiteY0" fmla="*/ 0 h 2952130"/>
                  <a:gd name="connsiteX1" fmla="*/ 2948681 w 2948681"/>
                  <a:gd name="connsiteY1" fmla="*/ 158150 h 2952130"/>
                  <a:gd name="connsiteX2" fmla="*/ 2948681 w 2948681"/>
                  <a:gd name="connsiteY2" fmla="*/ 2793981 h 2952130"/>
                  <a:gd name="connsiteX3" fmla="*/ 2790716 w 2948681"/>
                  <a:gd name="connsiteY3" fmla="*/ 2952130 h 2952130"/>
                  <a:gd name="connsiteX4" fmla="*/ 157965 w 2948681"/>
                  <a:gd name="connsiteY4" fmla="*/ 2952130 h 2952130"/>
                  <a:gd name="connsiteX5" fmla="*/ 0 w 2948681"/>
                  <a:gd name="connsiteY5" fmla="*/ 2793981 h 2952130"/>
                  <a:gd name="connsiteX6" fmla="*/ 0 w 2948681"/>
                  <a:gd name="connsiteY6" fmla="*/ 158150 h 2952130"/>
                  <a:gd name="connsiteX7" fmla="*/ 157965 w 2948681"/>
                  <a:gd name="connsiteY7" fmla="*/ 0 h 2952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48681" h="2952130">
                    <a:moveTo>
                      <a:pt x="2790716" y="0"/>
                    </a:moveTo>
                    <a:cubicBezTo>
                      <a:pt x="2877958" y="0"/>
                      <a:pt x="2948681" y="70806"/>
                      <a:pt x="2948681" y="158150"/>
                    </a:cubicBezTo>
                    <a:lnTo>
                      <a:pt x="2948681" y="2793981"/>
                    </a:lnTo>
                    <a:cubicBezTo>
                      <a:pt x="2948681" y="2881325"/>
                      <a:pt x="2877958" y="2952130"/>
                      <a:pt x="2790716" y="2952130"/>
                    </a:cubicBezTo>
                    <a:lnTo>
                      <a:pt x="157965" y="2952130"/>
                    </a:lnTo>
                    <a:cubicBezTo>
                      <a:pt x="70723" y="2952130"/>
                      <a:pt x="0" y="2881324"/>
                      <a:pt x="0" y="2793981"/>
                    </a:cubicBezTo>
                    <a:lnTo>
                      <a:pt x="0" y="158150"/>
                    </a:lnTo>
                    <a:cubicBezTo>
                      <a:pt x="0" y="70806"/>
                      <a:pt x="70723" y="0"/>
                      <a:pt x="15796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A071DDA9-4BD9-45B9-BB17-BF805A42C2E7}"/>
                  </a:ext>
                </a:extLst>
              </p:cNvPr>
              <p:cNvSpPr/>
              <p:nvPr/>
            </p:nvSpPr>
            <p:spPr>
              <a:xfrm>
                <a:off x="1203401" y="3466389"/>
                <a:ext cx="2948586" cy="500807"/>
              </a:xfrm>
              <a:custGeom>
                <a:avLst/>
                <a:gdLst>
                  <a:gd name="connsiteX0" fmla="*/ 157965 w 2948586"/>
                  <a:gd name="connsiteY0" fmla="*/ 0 h 500807"/>
                  <a:gd name="connsiteX1" fmla="*/ 2790621 w 2948586"/>
                  <a:gd name="connsiteY1" fmla="*/ 0 h 500807"/>
                  <a:gd name="connsiteX2" fmla="*/ 2948586 w 2948586"/>
                  <a:gd name="connsiteY2" fmla="*/ 158150 h 500807"/>
                  <a:gd name="connsiteX3" fmla="*/ 2948586 w 2948586"/>
                  <a:gd name="connsiteY3" fmla="*/ 500808 h 500807"/>
                  <a:gd name="connsiteX4" fmla="*/ 0 w 2948586"/>
                  <a:gd name="connsiteY4" fmla="*/ 500808 h 500807"/>
                  <a:gd name="connsiteX5" fmla="*/ 0 w 2948586"/>
                  <a:gd name="connsiteY5" fmla="*/ 158150 h 500807"/>
                  <a:gd name="connsiteX6" fmla="*/ 157965 w 2948586"/>
                  <a:gd name="connsiteY6" fmla="*/ 0 h 50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8586" h="500807">
                    <a:moveTo>
                      <a:pt x="157965" y="0"/>
                    </a:moveTo>
                    <a:lnTo>
                      <a:pt x="2790621" y="0"/>
                    </a:lnTo>
                    <a:cubicBezTo>
                      <a:pt x="2877873" y="0"/>
                      <a:pt x="2948586" y="70796"/>
                      <a:pt x="2948586" y="158150"/>
                    </a:cubicBezTo>
                    <a:lnTo>
                      <a:pt x="2948586" y="500808"/>
                    </a:lnTo>
                    <a:lnTo>
                      <a:pt x="0" y="500808"/>
                    </a:lnTo>
                    <a:lnTo>
                      <a:pt x="0" y="158150"/>
                    </a:lnTo>
                    <a:cubicBezTo>
                      <a:pt x="0" y="70796"/>
                      <a:pt x="70714" y="0"/>
                      <a:pt x="1579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grpSp>
            <p:nvGrpSpPr>
              <p:cNvPr id="100" name="Graphic 31">
                <a:extLst>
                  <a:ext uri="{FF2B5EF4-FFF2-40B4-BE49-F238E27FC236}">
                    <a16:creationId xmlns:a16="http://schemas.microsoft.com/office/drawing/2014/main" id="{68875BAA-7696-C5F0-E0EE-09BA0BE179DE}"/>
                  </a:ext>
                </a:extLst>
              </p:cNvPr>
              <p:cNvGrpSpPr/>
              <p:nvPr/>
            </p:nvGrpSpPr>
            <p:grpSpPr>
              <a:xfrm>
                <a:off x="1749150" y="3192434"/>
                <a:ext cx="1857182" cy="579406"/>
                <a:chOff x="1749150" y="3192434"/>
                <a:chExt cx="1857182" cy="579406"/>
              </a:xfrm>
            </p:grpSpPr>
            <p:grpSp>
              <p:nvGrpSpPr>
                <p:cNvPr id="101" name="Graphic 31">
                  <a:extLst>
                    <a:ext uri="{FF2B5EF4-FFF2-40B4-BE49-F238E27FC236}">
                      <a16:creationId xmlns:a16="http://schemas.microsoft.com/office/drawing/2014/main" id="{71EB4662-D354-5F7E-B913-E2CB3EFAFCB8}"/>
                    </a:ext>
                  </a:extLst>
                </p:cNvPr>
                <p:cNvGrpSpPr/>
                <p:nvPr/>
              </p:nvGrpSpPr>
              <p:grpSpPr>
                <a:xfrm>
                  <a:off x="1749150" y="3192434"/>
                  <a:ext cx="238943" cy="579406"/>
                  <a:chOff x="1749150" y="3192434"/>
                  <a:chExt cx="238943" cy="579406"/>
                </a:xfrm>
              </p:grpSpPr>
              <p:sp>
                <p:nvSpPr>
                  <p:cNvPr id="105" name="Freeform 104">
                    <a:extLst>
                      <a:ext uri="{FF2B5EF4-FFF2-40B4-BE49-F238E27FC236}">
                        <a16:creationId xmlns:a16="http://schemas.microsoft.com/office/drawing/2014/main" id="{D5B681A0-D392-4AF7-05A3-E7E5E1D71937}"/>
                      </a:ext>
                    </a:extLst>
                  </p:cNvPr>
                  <p:cNvSpPr/>
                  <p:nvPr/>
                </p:nvSpPr>
                <p:spPr>
                  <a:xfrm>
                    <a:off x="1749150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106" name="Freeform 105">
                    <a:extLst>
                      <a:ext uri="{FF2B5EF4-FFF2-40B4-BE49-F238E27FC236}">
                        <a16:creationId xmlns:a16="http://schemas.microsoft.com/office/drawing/2014/main" id="{6D10BEF5-7E30-7EA9-75A3-0BA1E15A7E46}"/>
                      </a:ext>
                    </a:extLst>
                  </p:cNvPr>
                  <p:cNvSpPr/>
                  <p:nvPr/>
                </p:nvSpPr>
                <p:spPr>
                  <a:xfrm>
                    <a:off x="1780610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  <p:grpSp>
              <p:nvGrpSpPr>
                <p:cNvPr id="102" name="Graphic 31">
                  <a:extLst>
                    <a:ext uri="{FF2B5EF4-FFF2-40B4-BE49-F238E27FC236}">
                      <a16:creationId xmlns:a16="http://schemas.microsoft.com/office/drawing/2014/main" id="{BFF08A19-9FCC-7A72-C762-B9F682426106}"/>
                    </a:ext>
                  </a:extLst>
                </p:cNvPr>
                <p:cNvGrpSpPr/>
                <p:nvPr/>
              </p:nvGrpSpPr>
              <p:grpSpPr>
                <a:xfrm>
                  <a:off x="3367389" y="3192434"/>
                  <a:ext cx="238943" cy="579406"/>
                  <a:chOff x="3367389" y="3192434"/>
                  <a:chExt cx="238943" cy="579406"/>
                </a:xfrm>
              </p:grpSpPr>
              <p:sp>
                <p:nvSpPr>
                  <p:cNvPr id="103" name="Freeform 102">
                    <a:extLst>
                      <a:ext uri="{FF2B5EF4-FFF2-40B4-BE49-F238E27FC236}">
                        <a16:creationId xmlns:a16="http://schemas.microsoft.com/office/drawing/2014/main" id="{46E85F22-CD89-1F02-C049-8F15499EB12D}"/>
                      </a:ext>
                    </a:extLst>
                  </p:cNvPr>
                  <p:cNvSpPr/>
                  <p:nvPr/>
                </p:nvSpPr>
                <p:spPr>
                  <a:xfrm>
                    <a:off x="3367389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104" name="Freeform 103">
                    <a:extLst>
                      <a:ext uri="{FF2B5EF4-FFF2-40B4-BE49-F238E27FC236}">
                        <a16:creationId xmlns:a16="http://schemas.microsoft.com/office/drawing/2014/main" id="{67A46A4F-8672-85E5-57A0-B75644FBE953}"/>
                      </a:ext>
                    </a:extLst>
                  </p:cNvPr>
                  <p:cNvSpPr/>
                  <p:nvPr/>
                </p:nvSpPr>
                <p:spPr>
                  <a:xfrm>
                    <a:off x="3398849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</p:grp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4777399-E93C-287B-3093-8B0C6A8C5500}"/>
                </a:ext>
              </a:extLst>
            </p:cNvPr>
            <p:cNvSpPr txBox="1"/>
            <p:nvPr/>
          </p:nvSpPr>
          <p:spPr>
            <a:xfrm>
              <a:off x="1895182" y="4345433"/>
              <a:ext cx="1565119" cy="12829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7200" b="1">
                  <a:solidFill>
                    <a:schemeClr val="tx2"/>
                  </a:solidFill>
                  <a:latin typeface="Figtree ExtraBold" pitchFamily="2" charset="0"/>
                </a:rPr>
                <a:t>60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D6C4A2F-5760-4BCF-29CC-F93A8667475D}"/>
                </a:ext>
              </a:extLst>
            </p:cNvPr>
            <p:cNvSpPr txBox="1"/>
            <p:nvPr/>
          </p:nvSpPr>
          <p:spPr>
            <a:xfrm>
              <a:off x="1910650" y="5422257"/>
              <a:ext cx="1617969" cy="443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2000" b="1" spc="1000">
                  <a:solidFill>
                    <a:schemeClr val="tx2"/>
                  </a:solidFill>
                  <a:latin typeface="Figtree" pitchFamily="2" charset="0"/>
                </a:rPr>
                <a:t>DAYS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868FCEF-FB6F-DB13-CB04-405FB8B0B079}"/>
              </a:ext>
            </a:extLst>
          </p:cNvPr>
          <p:cNvGrpSpPr/>
          <p:nvPr/>
        </p:nvGrpSpPr>
        <p:grpSpPr>
          <a:xfrm>
            <a:off x="1155556" y="9682241"/>
            <a:ext cx="2133890" cy="2334639"/>
            <a:chOff x="1421434" y="3430980"/>
            <a:chExt cx="2512614" cy="2748993"/>
          </a:xfrm>
        </p:grpSpPr>
        <p:grpSp>
          <p:nvGrpSpPr>
            <p:cNvPr id="108" name="Graphic 31">
              <a:extLst>
                <a:ext uri="{FF2B5EF4-FFF2-40B4-BE49-F238E27FC236}">
                  <a16:creationId xmlns:a16="http://schemas.microsoft.com/office/drawing/2014/main" id="{3F0A7A70-1F40-5C1D-697E-A3017A96B04E}"/>
                </a:ext>
              </a:extLst>
            </p:cNvPr>
            <p:cNvGrpSpPr/>
            <p:nvPr/>
          </p:nvGrpSpPr>
          <p:grpSpPr>
            <a:xfrm>
              <a:off x="1421434" y="3430980"/>
              <a:ext cx="2512614" cy="2748993"/>
              <a:chOff x="1203400" y="3192434"/>
              <a:chExt cx="2948681" cy="3226084"/>
            </a:xfrm>
            <a:effectLst>
              <a:outerShdw blurRad="322284" dist="38100" dir="5400000" sx="105949" sy="105949" algn="t" rotWithShape="0">
                <a:schemeClr val="tx2">
                  <a:alpha val="23000"/>
                </a:schemeClr>
              </a:outerShdw>
            </a:effectLst>
          </p:grpSpPr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99D5433F-4ED1-6953-F96D-398CAC016583}"/>
                  </a:ext>
                </a:extLst>
              </p:cNvPr>
              <p:cNvSpPr/>
              <p:nvPr/>
            </p:nvSpPr>
            <p:spPr>
              <a:xfrm rot="10800000">
                <a:off x="1203400" y="3466389"/>
                <a:ext cx="2948681" cy="2952129"/>
              </a:xfrm>
              <a:custGeom>
                <a:avLst/>
                <a:gdLst>
                  <a:gd name="connsiteX0" fmla="*/ 2790716 w 2948681"/>
                  <a:gd name="connsiteY0" fmla="*/ 0 h 2952130"/>
                  <a:gd name="connsiteX1" fmla="*/ 2948681 w 2948681"/>
                  <a:gd name="connsiteY1" fmla="*/ 158150 h 2952130"/>
                  <a:gd name="connsiteX2" fmla="*/ 2948681 w 2948681"/>
                  <a:gd name="connsiteY2" fmla="*/ 2793981 h 2952130"/>
                  <a:gd name="connsiteX3" fmla="*/ 2790716 w 2948681"/>
                  <a:gd name="connsiteY3" fmla="*/ 2952130 h 2952130"/>
                  <a:gd name="connsiteX4" fmla="*/ 157965 w 2948681"/>
                  <a:gd name="connsiteY4" fmla="*/ 2952130 h 2952130"/>
                  <a:gd name="connsiteX5" fmla="*/ 0 w 2948681"/>
                  <a:gd name="connsiteY5" fmla="*/ 2793981 h 2952130"/>
                  <a:gd name="connsiteX6" fmla="*/ 0 w 2948681"/>
                  <a:gd name="connsiteY6" fmla="*/ 158150 h 2952130"/>
                  <a:gd name="connsiteX7" fmla="*/ 157965 w 2948681"/>
                  <a:gd name="connsiteY7" fmla="*/ 0 h 2952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48681" h="2952130">
                    <a:moveTo>
                      <a:pt x="2790716" y="0"/>
                    </a:moveTo>
                    <a:cubicBezTo>
                      <a:pt x="2877958" y="0"/>
                      <a:pt x="2948681" y="70806"/>
                      <a:pt x="2948681" y="158150"/>
                    </a:cubicBezTo>
                    <a:lnTo>
                      <a:pt x="2948681" y="2793981"/>
                    </a:lnTo>
                    <a:cubicBezTo>
                      <a:pt x="2948681" y="2881325"/>
                      <a:pt x="2877958" y="2952130"/>
                      <a:pt x="2790716" y="2952130"/>
                    </a:cubicBezTo>
                    <a:lnTo>
                      <a:pt x="157965" y="2952130"/>
                    </a:lnTo>
                    <a:cubicBezTo>
                      <a:pt x="70723" y="2952130"/>
                      <a:pt x="0" y="2881324"/>
                      <a:pt x="0" y="2793981"/>
                    </a:cubicBezTo>
                    <a:lnTo>
                      <a:pt x="0" y="158150"/>
                    </a:lnTo>
                    <a:cubicBezTo>
                      <a:pt x="0" y="70806"/>
                      <a:pt x="70723" y="0"/>
                      <a:pt x="15796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4BBA2AFA-EA94-78EB-8B5E-A7A873CB81CE}"/>
                  </a:ext>
                </a:extLst>
              </p:cNvPr>
              <p:cNvSpPr/>
              <p:nvPr/>
            </p:nvSpPr>
            <p:spPr>
              <a:xfrm>
                <a:off x="1203401" y="3466389"/>
                <a:ext cx="2948586" cy="500807"/>
              </a:xfrm>
              <a:custGeom>
                <a:avLst/>
                <a:gdLst>
                  <a:gd name="connsiteX0" fmla="*/ 157965 w 2948586"/>
                  <a:gd name="connsiteY0" fmla="*/ 0 h 500807"/>
                  <a:gd name="connsiteX1" fmla="*/ 2790621 w 2948586"/>
                  <a:gd name="connsiteY1" fmla="*/ 0 h 500807"/>
                  <a:gd name="connsiteX2" fmla="*/ 2948586 w 2948586"/>
                  <a:gd name="connsiteY2" fmla="*/ 158150 h 500807"/>
                  <a:gd name="connsiteX3" fmla="*/ 2948586 w 2948586"/>
                  <a:gd name="connsiteY3" fmla="*/ 500808 h 500807"/>
                  <a:gd name="connsiteX4" fmla="*/ 0 w 2948586"/>
                  <a:gd name="connsiteY4" fmla="*/ 500808 h 500807"/>
                  <a:gd name="connsiteX5" fmla="*/ 0 w 2948586"/>
                  <a:gd name="connsiteY5" fmla="*/ 158150 h 500807"/>
                  <a:gd name="connsiteX6" fmla="*/ 157965 w 2948586"/>
                  <a:gd name="connsiteY6" fmla="*/ 0 h 50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8586" h="500807">
                    <a:moveTo>
                      <a:pt x="157965" y="0"/>
                    </a:moveTo>
                    <a:lnTo>
                      <a:pt x="2790621" y="0"/>
                    </a:lnTo>
                    <a:cubicBezTo>
                      <a:pt x="2877873" y="0"/>
                      <a:pt x="2948586" y="70796"/>
                      <a:pt x="2948586" y="158150"/>
                    </a:cubicBezTo>
                    <a:lnTo>
                      <a:pt x="2948586" y="500808"/>
                    </a:lnTo>
                    <a:lnTo>
                      <a:pt x="0" y="500808"/>
                    </a:lnTo>
                    <a:lnTo>
                      <a:pt x="0" y="158150"/>
                    </a:lnTo>
                    <a:cubicBezTo>
                      <a:pt x="0" y="70796"/>
                      <a:pt x="70714" y="0"/>
                      <a:pt x="1579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grpSp>
            <p:nvGrpSpPr>
              <p:cNvPr id="113" name="Graphic 31">
                <a:extLst>
                  <a:ext uri="{FF2B5EF4-FFF2-40B4-BE49-F238E27FC236}">
                    <a16:creationId xmlns:a16="http://schemas.microsoft.com/office/drawing/2014/main" id="{1F02C271-3B6C-38F4-B56E-C7DB95452425}"/>
                  </a:ext>
                </a:extLst>
              </p:cNvPr>
              <p:cNvGrpSpPr/>
              <p:nvPr/>
            </p:nvGrpSpPr>
            <p:grpSpPr>
              <a:xfrm>
                <a:off x="1749150" y="3192434"/>
                <a:ext cx="1857182" cy="579406"/>
                <a:chOff x="1749150" y="3192434"/>
                <a:chExt cx="1857182" cy="579406"/>
              </a:xfrm>
            </p:grpSpPr>
            <p:grpSp>
              <p:nvGrpSpPr>
                <p:cNvPr id="114" name="Graphic 31">
                  <a:extLst>
                    <a:ext uri="{FF2B5EF4-FFF2-40B4-BE49-F238E27FC236}">
                      <a16:creationId xmlns:a16="http://schemas.microsoft.com/office/drawing/2014/main" id="{5E4ACFD8-ED6D-FB18-11EF-DE530259315D}"/>
                    </a:ext>
                  </a:extLst>
                </p:cNvPr>
                <p:cNvGrpSpPr/>
                <p:nvPr/>
              </p:nvGrpSpPr>
              <p:grpSpPr>
                <a:xfrm>
                  <a:off x="1749150" y="3192434"/>
                  <a:ext cx="238943" cy="579406"/>
                  <a:chOff x="1749150" y="3192434"/>
                  <a:chExt cx="238943" cy="579406"/>
                </a:xfrm>
              </p:grpSpPr>
              <p:sp>
                <p:nvSpPr>
                  <p:cNvPr id="118" name="Freeform 117">
                    <a:extLst>
                      <a:ext uri="{FF2B5EF4-FFF2-40B4-BE49-F238E27FC236}">
                        <a16:creationId xmlns:a16="http://schemas.microsoft.com/office/drawing/2014/main" id="{0A143BA5-1B12-216F-676C-FC9E5F73DE02}"/>
                      </a:ext>
                    </a:extLst>
                  </p:cNvPr>
                  <p:cNvSpPr/>
                  <p:nvPr/>
                </p:nvSpPr>
                <p:spPr>
                  <a:xfrm>
                    <a:off x="1749150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119" name="Freeform 118">
                    <a:extLst>
                      <a:ext uri="{FF2B5EF4-FFF2-40B4-BE49-F238E27FC236}">
                        <a16:creationId xmlns:a16="http://schemas.microsoft.com/office/drawing/2014/main" id="{174D416C-5534-FE1A-7008-7A54A83C5632}"/>
                      </a:ext>
                    </a:extLst>
                  </p:cNvPr>
                  <p:cNvSpPr/>
                  <p:nvPr/>
                </p:nvSpPr>
                <p:spPr>
                  <a:xfrm>
                    <a:off x="1780610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  <p:grpSp>
              <p:nvGrpSpPr>
                <p:cNvPr id="115" name="Graphic 31">
                  <a:extLst>
                    <a:ext uri="{FF2B5EF4-FFF2-40B4-BE49-F238E27FC236}">
                      <a16:creationId xmlns:a16="http://schemas.microsoft.com/office/drawing/2014/main" id="{CA2DC7C3-BB76-91D8-1A6E-30A582C95B9A}"/>
                    </a:ext>
                  </a:extLst>
                </p:cNvPr>
                <p:cNvGrpSpPr/>
                <p:nvPr/>
              </p:nvGrpSpPr>
              <p:grpSpPr>
                <a:xfrm>
                  <a:off x="3367389" y="3192434"/>
                  <a:ext cx="238943" cy="579406"/>
                  <a:chOff x="3367389" y="3192434"/>
                  <a:chExt cx="238943" cy="579406"/>
                </a:xfrm>
              </p:grpSpPr>
              <p:sp>
                <p:nvSpPr>
                  <p:cNvPr id="116" name="Freeform 115">
                    <a:extLst>
                      <a:ext uri="{FF2B5EF4-FFF2-40B4-BE49-F238E27FC236}">
                        <a16:creationId xmlns:a16="http://schemas.microsoft.com/office/drawing/2014/main" id="{F56EF346-1924-8D4A-230E-F82FDA8B1340}"/>
                      </a:ext>
                    </a:extLst>
                  </p:cNvPr>
                  <p:cNvSpPr/>
                  <p:nvPr/>
                </p:nvSpPr>
                <p:spPr>
                  <a:xfrm>
                    <a:off x="3367389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117" name="Freeform 116">
                    <a:extLst>
                      <a:ext uri="{FF2B5EF4-FFF2-40B4-BE49-F238E27FC236}">
                        <a16:creationId xmlns:a16="http://schemas.microsoft.com/office/drawing/2014/main" id="{875840E9-7BFF-7A4B-270B-F42806999072}"/>
                      </a:ext>
                    </a:extLst>
                  </p:cNvPr>
                  <p:cNvSpPr/>
                  <p:nvPr/>
                </p:nvSpPr>
                <p:spPr>
                  <a:xfrm>
                    <a:off x="3398849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</p:grp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D5E1BFE-864A-AAC7-912E-6243BC083ECF}"/>
                </a:ext>
              </a:extLst>
            </p:cNvPr>
            <p:cNvSpPr txBox="1"/>
            <p:nvPr/>
          </p:nvSpPr>
          <p:spPr>
            <a:xfrm>
              <a:off x="1895182" y="4345433"/>
              <a:ext cx="1565119" cy="12829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7200" b="1">
                  <a:solidFill>
                    <a:schemeClr val="tx2"/>
                  </a:solidFill>
                  <a:latin typeface="Figtree ExtraBold" pitchFamily="2" charset="0"/>
                </a:rPr>
                <a:t>90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70BBA1-E859-EE14-6AE0-FAA05C1CA47E}"/>
                </a:ext>
              </a:extLst>
            </p:cNvPr>
            <p:cNvSpPr txBox="1"/>
            <p:nvPr/>
          </p:nvSpPr>
          <p:spPr>
            <a:xfrm>
              <a:off x="1910650" y="5422257"/>
              <a:ext cx="1617969" cy="443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2000" b="1" spc="1000">
                  <a:solidFill>
                    <a:schemeClr val="tx2"/>
                  </a:solidFill>
                  <a:latin typeface="Figtree" pitchFamily="2" charset="0"/>
                </a:rPr>
                <a:t>DAYS</a:t>
              </a:r>
            </a:p>
          </p:txBody>
        </p:sp>
      </p:grpSp>
      <p:sp>
        <p:nvSpPr>
          <p:cNvPr id="173" name="Shape 6313">
            <a:extLst>
              <a:ext uri="{FF2B5EF4-FFF2-40B4-BE49-F238E27FC236}">
                <a16:creationId xmlns:a16="http://schemas.microsoft.com/office/drawing/2014/main" id="{4AC10E40-2E47-7B13-8C31-16AB7F947D22}"/>
              </a:ext>
            </a:extLst>
          </p:cNvPr>
          <p:cNvSpPr txBox="1"/>
          <p:nvPr/>
        </p:nvSpPr>
        <p:spPr>
          <a:xfrm>
            <a:off x="9060753" y="3089586"/>
            <a:ext cx="6870131" cy="1031011"/>
          </a:xfrm>
          <a:prstGeom prst="rect">
            <a:avLst/>
          </a:prstGeom>
          <a:noFill/>
          <a:ln>
            <a:noFill/>
          </a:ln>
        </p:spPr>
        <p:txBody>
          <a:bodyPr wrap="square" lIns="91426" tIns="45700" rIns="91426" bIns="45700" anchor="t" anchorCtr="0">
            <a:spAutoFit/>
          </a:bodyPr>
          <a:lstStyle/>
          <a:p>
            <a:pPr defTabSz="1828434"/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>Confirm SAP expansion approval and initiate scoping. Meet with Marcus and Priya to align on SOW structure and ServiceNow SAM Pro boundary.</a:t>
            </a:r>
            <a:endParaRPr lang="en-US" sz="2800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  <a:p>
            <a:pPr defTabSz="1828434">
              <a:spcBef>
                <a:spcPts val="600"/>
              </a:spcBef>
            </a:pPr>
            <a:endParaRPr lang="en-US" sz="2800">
              <a:solidFill>
                <a:schemeClr val="tx2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838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">
            <a:extLst>
              <a:ext uri="{FF2B5EF4-FFF2-40B4-BE49-F238E27FC236}">
                <a16:creationId xmlns:a16="http://schemas.microsoft.com/office/drawing/2014/main" id="{E1E863E6-C71F-4F53-98A6-87C0D81216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73247"/>
      </p:ext>
    </p:extLst>
  </p:cSld>
  <p:clrMapOvr>
    <a:masterClrMapping/>
  </p:clrMapOvr>
</p:sld>
</file>

<file path=ppt/theme/theme1.xml><?xml version="1.0" encoding="utf-8"?>
<a:theme xmlns:a="http://schemas.openxmlformats.org/drawingml/2006/main" name="Anglepoint Theme">
  <a:themeElements>
    <a:clrScheme name="Anglepoint Colors">
      <a:dk1>
        <a:srgbClr val="5B6670"/>
      </a:dk1>
      <a:lt1>
        <a:srgbClr val="FFFFFF"/>
      </a:lt1>
      <a:dk2>
        <a:srgbClr val="002B49"/>
      </a:dk2>
      <a:lt2>
        <a:srgbClr val="CFD2D3"/>
      </a:lt2>
      <a:accent1>
        <a:srgbClr val="32657E"/>
      </a:accent1>
      <a:accent2>
        <a:srgbClr val="F8D03F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Anglepoint Fonts">
      <a:majorFont>
        <a:latin typeface="TT Norms Pro"/>
        <a:ea typeface=""/>
        <a:cs typeface=""/>
      </a:majorFont>
      <a:minorFont>
        <a:latin typeface="TT Norm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12700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>
        <a:solidFill>
          <a:srgbClr val="FFFFFF"/>
        </a:solidFill>
        <a:ln w="25400" cap="flat">
          <a:solidFill>
            <a:srgbClr val="082C49"/>
          </a:solidFill>
          <a:prstDash val="solid"/>
          <a:miter/>
        </a:ln>
      </a:spPr>
      <a:bodyPr/>
      <a:lstStyle/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glepoint - Blank Template - 2022 04 07.pptx" id="{FA262F6F-FDCA-4750-824B-35C3098784ED}" vid="{9533A254-A57C-4D03-A6EB-0F343D435801}"/>
    </a:ext>
  </a:extLst>
</a:theme>
</file>

<file path=ppt/theme/theme2.xml><?xml version="1.0" encoding="utf-8"?>
<a:theme xmlns:a="http://schemas.openxmlformats.org/drawingml/2006/main" name="Anglepoint Theme">
  <a:themeElements>
    <a:clrScheme name="Anglepoint Colors">
      <a:dk1>
        <a:srgbClr val="5B6670"/>
      </a:dk1>
      <a:lt1>
        <a:srgbClr val="FFFFFF"/>
      </a:lt1>
      <a:dk2>
        <a:srgbClr val="002B49"/>
      </a:dk2>
      <a:lt2>
        <a:srgbClr val="CFD2D3"/>
      </a:lt2>
      <a:accent1>
        <a:srgbClr val="32657E"/>
      </a:accent1>
      <a:accent2>
        <a:srgbClr val="F8D03F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Anglepoint Fonts">
      <a:majorFont>
        <a:latin typeface="TT Norms Pro"/>
        <a:ea typeface=""/>
        <a:cs typeface=""/>
      </a:majorFont>
      <a:minorFont>
        <a:latin typeface="TT Norm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12700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>
        <a:solidFill>
          <a:srgbClr val="FFFFFF"/>
        </a:solidFill>
        <a:ln w="25400" cap="flat">
          <a:solidFill>
            <a:srgbClr val="082C49"/>
          </a:solidFill>
          <a:prstDash val="solid"/>
          <a:miter/>
        </a:ln>
      </a:spPr>
      <a:bodyPr/>
      <a:lstStyle/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glepoint - Blank Template - 2022 04 07.pptx" id="{FA262F6F-FDCA-4750-824B-35C3098784ED}" vid="{9533A254-A57C-4D03-A6EB-0F343D435801}"/>
    </a:ext>
  </a:extLst>
</a:theme>
</file>

<file path=ppt/theme/theme3.xml><?xml version="1.0" encoding="utf-8"?>
<a:theme xmlns:a="http://schemas.openxmlformats.org/drawingml/2006/main" name="1_Anglepoint Theme-MQ-2024">
  <a:themeElements>
    <a:clrScheme name="Anglepoint">
      <a:dk1>
        <a:srgbClr val="5B6670"/>
      </a:dk1>
      <a:lt1>
        <a:srgbClr val="FFFFFF"/>
      </a:lt1>
      <a:dk2>
        <a:srgbClr val="002B49"/>
      </a:dk2>
      <a:lt2>
        <a:srgbClr val="CFD2D3"/>
      </a:lt2>
      <a:accent1>
        <a:srgbClr val="32657E"/>
      </a:accent1>
      <a:accent2>
        <a:srgbClr val="FFB81C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Anglepoint">
      <a:majorFont>
        <a:latin typeface="TT Norms Pro ExtraBold"/>
        <a:ea typeface=""/>
        <a:cs typeface=""/>
      </a:majorFont>
      <a:minorFont>
        <a:latin typeface="TT Norm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>
        <a:solidFill>
          <a:srgbClr val="FFFFFF"/>
        </a:solidFill>
        <a:ln w="19050" cap="flat">
          <a:solidFill>
            <a:srgbClr val="082C49"/>
          </a:solidFill>
          <a:prstDash val="solid"/>
          <a:miter/>
        </a:ln>
      </a:spPr>
      <a:bodyPr/>
      <a:lstStyle/>
    </a:lnDef>
    <a:txDef>
      <a:spPr/>
      <a:bodyPr wrap="square" lIns="0" tIns="0" rIns="0" bIns="0">
        <a:spAutoFit/>
      </a:bodyPr>
      <a:lstStyle>
        <a:defPPr marL="0" indent="0" algn="l">
          <a:lnSpc>
            <a:spcPct val="100000"/>
          </a:lnSpc>
          <a:buNone/>
          <a:defRPr sz="3200" b="1" dirty="0">
            <a:solidFill>
              <a:schemeClr val="tx2"/>
            </a:solidFill>
            <a:latin typeface="TT Norms Pro" panose="02000503030000020003" pitchFamily="50" charset="0"/>
            <a:cs typeface="Calibri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glepoint - Stock Sales Slides - 2022 11 22.pptx" id="{81C74E56-22A8-4026-9C36-980DAE8F0B9E}" vid="{C9554448-A834-41B1-BB3C-0B88B63B60EE}"/>
    </a:ext>
  </a:extLst>
</a:theme>
</file>

<file path=ppt/theme/theme4.xml><?xml version="1.0" encoding="utf-8"?>
<a:theme xmlns:a="http://schemas.openxmlformats.org/drawingml/2006/main" name="2_Anglepoint Theme-MQ-2024">
  <a:themeElements>
    <a:clrScheme name="Anglepoint">
      <a:dk1>
        <a:srgbClr val="5B6670"/>
      </a:dk1>
      <a:lt1>
        <a:srgbClr val="FFFFFF"/>
      </a:lt1>
      <a:dk2>
        <a:srgbClr val="002B49"/>
      </a:dk2>
      <a:lt2>
        <a:srgbClr val="CFD2D3"/>
      </a:lt2>
      <a:accent1>
        <a:srgbClr val="32657E"/>
      </a:accent1>
      <a:accent2>
        <a:srgbClr val="FFB81C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Anglepoint">
      <a:majorFont>
        <a:latin typeface="TT Norms Pro ExtraBold"/>
        <a:ea typeface=""/>
        <a:cs typeface=""/>
      </a:majorFont>
      <a:minorFont>
        <a:latin typeface="TT Norm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>
        <a:solidFill>
          <a:srgbClr val="FFFFFF"/>
        </a:solidFill>
        <a:ln w="19050" cap="flat">
          <a:solidFill>
            <a:srgbClr val="082C49"/>
          </a:solidFill>
          <a:prstDash val="solid"/>
          <a:miter/>
        </a:ln>
      </a:spPr>
      <a:bodyPr/>
      <a:lstStyle/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glepoint - Stock Sales Slides - 2022 11 22.pptx" id="{81C74E56-22A8-4026-9C36-980DAE8F0B9E}" vid="{C9554448-A834-41B1-BB3C-0B88B63B60EE}"/>
    </a:ext>
  </a:extLst>
</a:theme>
</file>

<file path=ppt/theme/theme5.xml><?xml version="1.0" encoding="utf-8"?>
<a:theme xmlns:a="http://schemas.openxmlformats.org/drawingml/2006/main" name="Office Theme">
  <a:themeElements>
    <a:clrScheme name="Anglepoint Colors">
      <a:dk1>
        <a:srgbClr val="002B49"/>
      </a:dk1>
      <a:lt1>
        <a:srgbClr val="FFFFFF"/>
      </a:lt1>
      <a:dk2>
        <a:srgbClr val="5B6670"/>
      </a:dk2>
      <a:lt2>
        <a:srgbClr val="CFD2D3"/>
      </a:lt2>
      <a:accent1>
        <a:srgbClr val="32657E"/>
      </a:accent1>
      <a:accent2>
        <a:srgbClr val="F8D03F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Anglepoint Colors">
      <a:dk1>
        <a:srgbClr val="002B49"/>
      </a:dk1>
      <a:lt1>
        <a:srgbClr val="FFFFFF"/>
      </a:lt1>
      <a:dk2>
        <a:srgbClr val="5B6670"/>
      </a:dk2>
      <a:lt2>
        <a:srgbClr val="CFD2D3"/>
      </a:lt2>
      <a:accent1>
        <a:srgbClr val="32657E"/>
      </a:accent1>
      <a:accent2>
        <a:srgbClr val="F8D03F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Anglepoint Fonts">
      <a:majorFont>
        <a:latin typeface="TT Norms Pro"/>
        <a:ea typeface=""/>
        <a:cs typeface=""/>
      </a:majorFont>
      <a:minorFont>
        <a:latin typeface="TT Norm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05E95F4911A245B12EF2420C28972A" ma:contentTypeVersion="43" ma:contentTypeDescription="Create a new document." ma:contentTypeScope="" ma:versionID="427d3759cd97edc7f8de08f6b079b0ed">
  <xsd:schema xmlns:xsd="http://www.w3.org/2001/XMLSchema" xmlns:xs="http://www.w3.org/2001/XMLSchema" xmlns:p="http://schemas.microsoft.com/office/2006/metadata/properties" xmlns:ns2="c0a1f413-bc11-446c-965e-2c479ee95cee" xmlns:ns3="7eb491f4-8344-4487-b202-62ae28265314" targetNamespace="http://schemas.microsoft.com/office/2006/metadata/properties" ma:root="true" ma:fieldsID="2b82e31f54d5fa76f9365a0762fbdfea" ns2:_="" ns3:_="">
    <xsd:import namespace="c0a1f413-bc11-446c-965e-2c479ee95cee"/>
    <xsd:import namespace="7eb491f4-8344-4487-b202-62ae282653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Location" minOccurs="0"/>
                <xsd:element ref="ns3:People" minOccurs="0"/>
                <xsd:element ref="ns3:MediaServiceObjectDetectorVersions" minOccurs="0"/>
                <xsd:element ref="ns3:test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a1f413-bc11-446c-965e-2c479ee95ce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5e22fb7-bda2-4abb-9aed-931b9c2dadee}" ma:internalName="TaxCatchAll" ma:showField="CatchAllData" ma:web="c0a1f413-bc11-446c-965e-2c479ee95c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491f4-8344-4487-b202-62ae282653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ea1bd80-f4d5-4d0d-8651-f5d00940d2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People" ma:index="25" nillable="true" ma:displayName="People" ma:format="Dropdown" ma:list="UserInfo" ma:SharePointGroup="0" ma:internalName="Peop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est" ma:index="27" nillable="true" ma:displayName="test" ma:format="Dropdown" ma:internalName="test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491f4-8344-4487-b202-62ae28265314">
      <Terms xmlns="http://schemas.microsoft.com/office/infopath/2007/PartnerControls"/>
    </lcf76f155ced4ddcb4097134ff3c332f>
    <TaxCatchAll xmlns="c0a1f413-bc11-446c-965e-2c479ee95cee" xsi:nil="true"/>
    <SharedWithUsers xmlns="c0a1f413-bc11-446c-965e-2c479ee95cee">
      <UserInfo>
        <DisplayName>Pratheek Purushotam</DisplayName>
        <AccountId>242</AccountId>
        <AccountType/>
      </UserInfo>
    </SharedWithUsers>
    <People xmlns="7eb491f4-8344-4487-b202-62ae28265314">
      <UserInfo>
        <DisplayName/>
        <AccountId xsi:nil="true"/>
        <AccountType/>
      </UserInfo>
    </People>
    <test xmlns="7eb491f4-8344-4487-b202-62ae28265314" xsi:nil="true"/>
  </documentManagement>
</p:properties>
</file>

<file path=customXml/itemProps1.xml><?xml version="1.0" encoding="utf-8"?>
<ds:datastoreItem xmlns:ds="http://schemas.openxmlformats.org/officeDocument/2006/customXml" ds:itemID="{4A0D5F18-D58A-423A-A0A0-561872A82B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B2159C-4282-489D-BB9E-A0A5FAD4CAA7}">
  <ds:schemaRefs>
    <ds:schemaRef ds:uri="7eb491f4-8344-4487-b202-62ae28265314"/>
    <ds:schemaRef ds:uri="c0a1f413-bc11-446c-965e-2c479ee95c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4D5FFAD-1762-4DA9-94C7-DA5334049020}">
  <ds:schemaRefs>
    <ds:schemaRef ds:uri="http://purl.org/dc/terms/"/>
    <ds:schemaRef ds:uri="http://schemas.openxmlformats.org/package/2006/metadata/core-properties"/>
    <ds:schemaRef ds:uri="http://purl.org/dc/elements/1.1/"/>
    <ds:schemaRef ds:uri="http://www.w3.org/XML/1998/namespace"/>
    <ds:schemaRef ds:uri="7eb491f4-8344-4487-b202-62ae28265314"/>
    <ds:schemaRef ds:uri="http://schemas.microsoft.com/office/2006/documentManagement/types"/>
    <ds:schemaRef ds:uri="c0a1f413-bc11-446c-965e-2c479ee95cee"/>
    <ds:schemaRef ds:uri="http://schemas.microsoft.com/office/infopath/2007/PartnerControls"/>
    <ds:schemaRef ds:uri="http://purl.org/dc/dcmitype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Anglepoint - Blank Template - 2022 04 07</Template>
  <TotalTime>883</TotalTime>
  <Words>792</Words>
  <Application>Microsoft Office PowerPoint</Application>
  <PresentationFormat>Custom</PresentationFormat>
  <Paragraphs>205</Paragraphs>
  <Slides>12</Slides>
  <Notes>3</Notes>
  <HiddenSlides>1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Anglepoint Theme</vt:lpstr>
      <vt:lpstr>Anglepoint Theme</vt:lpstr>
      <vt:lpstr>1_Anglepoint Theme-MQ-2024</vt:lpstr>
      <vt:lpstr>2_Anglepoint Theme-MQ-2024</vt:lpstr>
      <vt:lpstr>PowerPoint Presentation</vt:lpstr>
      <vt:lpstr>Presenters</vt:lpstr>
      <vt:lpstr>AGENDA </vt:lpstr>
      <vt:lpstr>SAM Charter Statement:</vt:lpstr>
      <vt:lpstr>Impact Highlights</vt:lpstr>
      <vt:lpstr>Driving to Continuous Outcomes Structure</vt:lpstr>
      <vt:lpstr>Executive Summary</vt:lpstr>
      <vt:lpstr>Managed Publishers Dashboard</vt:lpstr>
      <vt:lpstr>90-Day Success Plan</vt:lpstr>
      <vt:lpstr>2026 Audit Activity</vt:lpstr>
      <vt:lpstr>Recommended Next Steps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Delete This Slide</dc:title>
  <dc:subject>Blank Template - 2022 04 07</dc:subject>
  <dc:creator>Will Harding</dc:creator>
  <cp:keywords>2022 04 07</cp:keywords>
  <cp:lastModifiedBy>Natalie Castro</cp:lastModifiedBy>
  <cp:revision>20</cp:revision>
  <dcterms:created xsi:type="dcterms:W3CDTF">2022-10-28T09:40:51Z</dcterms:created>
  <dcterms:modified xsi:type="dcterms:W3CDTF">2026-07-21T19:21:30Z</dcterms:modified>
  <cp:category>Anglepoint Official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0x0101007805E95F4911A245B12EF2420C28972A</vt:lpwstr>
  </property>
  <property fmtid="{D5CDD505-2E9C-101B-9397-08002B2CF9AE}" pid="3" name="MediaServiceImageTags">
    <vt:lpwstr/>
  </property>
  <property fmtid="{D5CDD505-2E9C-101B-9397-08002B2CF9AE}" pid="4" name="MSIP_Label_2ebe2f3e-66d1-43aa-862c-e03747748ea8_Enabled">
    <vt:lpwstr>true</vt:lpwstr>
  </property>
  <property fmtid="{D5CDD505-2E9C-101B-9397-08002B2CF9AE}" pid="5" name="MSIP_Label_2ebe2f3e-66d1-43aa-862c-e03747748ea8_SetDate">
    <vt:lpwstr>2025-03-12T17:46:53Z</vt:lpwstr>
  </property>
  <property fmtid="{D5CDD505-2E9C-101B-9397-08002B2CF9AE}" pid="6" name="MSIP_Label_2ebe2f3e-66d1-43aa-862c-e03747748ea8_Method">
    <vt:lpwstr>Standard</vt:lpwstr>
  </property>
  <property fmtid="{D5CDD505-2E9C-101B-9397-08002B2CF9AE}" pid="7" name="MSIP_Label_2ebe2f3e-66d1-43aa-862c-e03747748ea8_Name">
    <vt:lpwstr>2ebe2f3e-66d1-43aa-862c-e03747748ea8</vt:lpwstr>
  </property>
  <property fmtid="{D5CDD505-2E9C-101B-9397-08002B2CF9AE}" pid="8" name="MSIP_Label_2ebe2f3e-66d1-43aa-862c-e03747748ea8_SiteId">
    <vt:lpwstr>a542f95f-3ffc-42ca-8982-86980508f40c</vt:lpwstr>
  </property>
  <property fmtid="{D5CDD505-2E9C-101B-9397-08002B2CF9AE}" pid="9" name="MSIP_Label_2ebe2f3e-66d1-43aa-862c-e03747748ea8_ActionId">
    <vt:lpwstr>64012b10-2910-4b57-a810-16f221f1e176</vt:lpwstr>
  </property>
  <property fmtid="{D5CDD505-2E9C-101B-9397-08002B2CF9AE}" pid="10" name="MSIP_Label_2ebe2f3e-66d1-43aa-862c-e03747748ea8_ContentBits">
    <vt:lpwstr>0</vt:lpwstr>
  </property>
  <property fmtid="{D5CDD505-2E9C-101B-9397-08002B2CF9AE}" pid="11" name="MSIP_Label_2ebe2f3e-66d1-43aa-862c-e03747748ea8_Tag">
    <vt:lpwstr>10, 3, 0, 2</vt:lpwstr>
  </property>
</Properties>
</file>